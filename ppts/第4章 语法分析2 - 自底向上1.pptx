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av" ContentType="audio/x-wav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7" r:id="rId1"/>
    <p:sldMasterId id="2147487643" r:id="rId2"/>
    <p:sldMasterId id="2147489057" r:id="rId3"/>
  </p:sldMasterIdLst>
  <p:notesMasterIdLst>
    <p:notesMasterId r:id="rId49"/>
  </p:notesMasterIdLst>
  <p:handoutMasterIdLst>
    <p:handoutMasterId r:id="rId50"/>
  </p:handoutMasterIdLst>
  <p:sldIdLst>
    <p:sldId id="1143" r:id="rId4"/>
    <p:sldId id="1378" r:id="rId5"/>
    <p:sldId id="2707" r:id="rId6"/>
    <p:sldId id="2665" r:id="rId7"/>
    <p:sldId id="2669" r:id="rId8"/>
    <p:sldId id="2742" r:id="rId9"/>
    <p:sldId id="2670" r:id="rId10"/>
    <p:sldId id="1144" r:id="rId11"/>
    <p:sldId id="2656" r:id="rId12"/>
    <p:sldId id="1427" r:id="rId13"/>
    <p:sldId id="1151" r:id="rId14"/>
    <p:sldId id="976" r:id="rId15"/>
    <p:sldId id="977" r:id="rId16"/>
    <p:sldId id="1123" r:id="rId17"/>
    <p:sldId id="1109" r:id="rId18"/>
    <p:sldId id="1110" r:id="rId19"/>
    <p:sldId id="1111" r:id="rId20"/>
    <p:sldId id="1112" r:id="rId21"/>
    <p:sldId id="1116" r:id="rId22"/>
    <p:sldId id="1114" r:id="rId23"/>
    <p:sldId id="1115" r:id="rId24"/>
    <p:sldId id="979" r:id="rId25"/>
    <p:sldId id="980" r:id="rId26"/>
    <p:sldId id="981" r:id="rId27"/>
    <p:sldId id="982" r:id="rId28"/>
    <p:sldId id="544" r:id="rId29"/>
    <p:sldId id="2708" r:id="rId30"/>
    <p:sldId id="2709" r:id="rId31"/>
    <p:sldId id="2710" r:id="rId32"/>
    <p:sldId id="2675" r:id="rId33"/>
    <p:sldId id="1154" r:id="rId34"/>
    <p:sldId id="1162" r:id="rId35"/>
    <p:sldId id="1158" r:id="rId36"/>
    <p:sldId id="2674" r:id="rId37"/>
    <p:sldId id="1128" r:id="rId38"/>
    <p:sldId id="1129" r:id="rId39"/>
    <p:sldId id="1130" r:id="rId40"/>
    <p:sldId id="1131" r:id="rId41"/>
    <p:sldId id="1132" r:id="rId42"/>
    <p:sldId id="1133" r:id="rId43"/>
    <p:sldId id="1134" r:id="rId44"/>
    <p:sldId id="2712" r:id="rId45"/>
    <p:sldId id="1135" r:id="rId46"/>
    <p:sldId id="2711" r:id="rId47"/>
    <p:sldId id="710" r:id="rId48"/>
  </p:sldIdLst>
  <p:sldSz cx="9144000" cy="5143500" type="screen16x9"/>
  <p:notesSz cx="6761163" cy="9942513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008000"/>
    <a:srgbClr val="0000FF"/>
    <a:srgbClr val="FFCCCC"/>
    <a:srgbClr val="FF7C80"/>
    <a:srgbClr val="FF5050"/>
    <a:srgbClr val="FF9966"/>
    <a:srgbClr val="FF6600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4" autoAdjust="0"/>
    <p:restoredTop sz="73919" autoAdjust="0"/>
  </p:normalViewPr>
  <p:slideViewPr>
    <p:cSldViewPr>
      <p:cViewPr varScale="1">
        <p:scale>
          <a:sx n="71" d="100"/>
          <a:sy n="71" d="100"/>
        </p:scale>
        <p:origin x="1032" y="31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-853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-6795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handoutMaster" Target="handoutMasters/handoutMaster1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theme" Target="theme/theme1.xml"/><Relationship Id="rId5" Type="http://schemas.openxmlformats.org/officeDocument/2006/relationships/slide" Target="slides/slide2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viewProps" Target="view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8" Type="http://schemas.openxmlformats.org/officeDocument/2006/relationships/slide" Target="slides/slide5.xml"/><Relationship Id="rId51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30525" cy="49688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88093" tIns="44047" rIns="88093" bIns="44047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Tahoma" pitchFamily="34" charset="0"/>
                <a:ea typeface="宋体" pitchFamily="2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870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29050" y="0"/>
            <a:ext cx="2930525" cy="49688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88093" tIns="44047" rIns="88093" bIns="44047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ahoma" pitchFamily="34" charset="0"/>
                <a:ea typeface="宋体" pitchFamily="2" charset="-122"/>
              </a:defRPr>
            </a:lvl1pPr>
          </a:lstStyle>
          <a:p>
            <a:pPr>
              <a:defRPr/>
            </a:pPr>
            <a:fld id="{392EBAE2-ABD1-4182-9D25-43B78931BB4A}" type="datetimeFigureOut">
              <a:rPr lang="zh-CN" altLang="en-US"/>
              <a:pPr>
                <a:defRPr/>
              </a:pPr>
              <a:t>2025/3/13</a:t>
            </a:fld>
            <a:endParaRPr lang="en-US" altLang="zh-CN"/>
          </a:p>
        </p:txBody>
      </p:sp>
      <p:sp>
        <p:nvSpPr>
          <p:cNvPr id="3870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44038"/>
            <a:ext cx="2930525" cy="496887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88093" tIns="44047" rIns="88093" bIns="44047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Tahoma" pitchFamily="34" charset="0"/>
                <a:ea typeface="宋体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870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29050" y="9444038"/>
            <a:ext cx="2930525" cy="496887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88093" tIns="44047" rIns="88093" bIns="44047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721C047B-7F9B-4778-954C-382E57ECE6EB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99721590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8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30525" cy="496888"/>
          </a:xfrm>
          <a:prstGeom prst="rect">
            <a:avLst/>
          </a:prstGeom>
          <a:noFill/>
          <a:ln>
            <a:noFill/>
          </a:ln>
        </p:spPr>
        <p:txBody>
          <a:bodyPr vert="horz" wrap="square" lIns="95422" tIns="47711" rIns="95422" bIns="47711" numCol="1" anchor="t" anchorCtr="0" compatLnSpc="1">
            <a:prstTxWarp prst="textNoShape">
              <a:avLst/>
            </a:prstTxWarp>
          </a:bodyPr>
          <a:lstStyle>
            <a:lvl1pPr defTabSz="952500" eaLnBrk="1" hangingPunct="1">
              <a:defRPr sz="1300">
                <a:latin typeface="Tahoma" pitchFamily="34" charset="0"/>
                <a:ea typeface="宋体" pitchFamily="2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2768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30638" y="0"/>
            <a:ext cx="2930525" cy="496888"/>
          </a:xfrm>
          <a:prstGeom prst="rect">
            <a:avLst/>
          </a:prstGeom>
          <a:noFill/>
          <a:ln>
            <a:noFill/>
          </a:ln>
        </p:spPr>
        <p:txBody>
          <a:bodyPr vert="horz" wrap="square" lIns="95422" tIns="47711" rIns="95422" bIns="47711" numCol="1" anchor="t" anchorCtr="0" compatLnSpc="1">
            <a:prstTxWarp prst="textNoShape">
              <a:avLst/>
            </a:prstTxWarp>
          </a:bodyPr>
          <a:lstStyle>
            <a:lvl1pPr algn="r" defTabSz="952500" eaLnBrk="1" hangingPunct="1">
              <a:defRPr sz="1300">
                <a:latin typeface="Tahoma" pitchFamily="34" charset="0"/>
                <a:ea typeface="宋体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19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68263" y="746125"/>
            <a:ext cx="6626225" cy="37274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2768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01700" y="4722813"/>
            <a:ext cx="4957763" cy="4473575"/>
          </a:xfrm>
          <a:prstGeom prst="rect">
            <a:avLst/>
          </a:prstGeom>
          <a:noFill/>
          <a:ln>
            <a:noFill/>
          </a:ln>
        </p:spPr>
        <p:txBody>
          <a:bodyPr vert="horz" wrap="square" lIns="95422" tIns="47711" rIns="95422" bIns="4771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32768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45625"/>
            <a:ext cx="2930525" cy="496888"/>
          </a:xfrm>
          <a:prstGeom prst="rect">
            <a:avLst/>
          </a:prstGeom>
          <a:noFill/>
          <a:ln>
            <a:noFill/>
          </a:ln>
        </p:spPr>
        <p:txBody>
          <a:bodyPr vert="horz" wrap="square" lIns="95422" tIns="47711" rIns="95422" bIns="47711" numCol="1" anchor="b" anchorCtr="0" compatLnSpc="1">
            <a:prstTxWarp prst="textNoShape">
              <a:avLst/>
            </a:prstTxWarp>
          </a:bodyPr>
          <a:lstStyle>
            <a:lvl1pPr defTabSz="952500" eaLnBrk="1" hangingPunct="1">
              <a:defRPr sz="1300">
                <a:latin typeface="Tahoma" pitchFamily="34" charset="0"/>
                <a:ea typeface="宋体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2768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30638" y="9445625"/>
            <a:ext cx="2930525" cy="496888"/>
          </a:xfrm>
          <a:prstGeom prst="rect">
            <a:avLst/>
          </a:prstGeom>
          <a:noFill/>
          <a:ln>
            <a:noFill/>
          </a:ln>
        </p:spPr>
        <p:txBody>
          <a:bodyPr vert="horz" wrap="square" lIns="95422" tIns="47711" rIns="95422" bIns="47711" numCol="1" anchor="b" anchorCtr="0" compatLnSpc="1">
            <a:prstTxWarp prst="textNoShape">
              <a:avLst/>
            </a:prstTxWarp>
          </a:bodyPr>
          <a:lstStyle>
            <a:lvl1pPr algn="r" defTabSz="952500" eaLnBrk="1" hangingPunct="1">
              <a:defRPr sz="1300"/>
            </a:lvl1pPr>
          </a:lstStyle>
          <a:p>
            <a:pPr>
              <a:defRPr/>
            </a:pPr>
            <a:fld id="{8F6FFD3B-6D91-429B-B75D-BE0E2A9E0B50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406506931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幻灯片图像占位符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291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 dirty="0"/>
          </a:p>
        </p:txBody>
      </p:sp>
      <p:sp>
        <p:nvSpPr>
          <p:cNvPr id="12292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fld id="{0687C8DE-1ED8-47CE-AA3E-F308D9580A1B}" type="slidenum">
              <a:rPr lang="zh-CN" altLang="en-US" smtClean="0"/>
              <a:pPr/>
              <a:t>2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8035004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39700" y="768350"/>
            <a:ext cx="6819900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590EE7C5-032C-4CA0-803D-FA0A52E76521}" type="slidenum">
              <a:rPr lang="en-US" altLang="zh-CN" smtClean="0"/>
              <a:pPr>
                <a:defRPr/>
              </a:pPr>
              <a:t>3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2920983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39700" y="768350"/>
            <a:ext cx="6819900" cy="3836988"/>
          </a:xfrm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备注占位符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endParaRPr lang="zh-CN" altLang="en-US" dirty="0"/>
              </a:p>
            </p:txBody>
          </p:sp>
        </mc:Choice>
        <mc:Fallback xmlns="">
          <p:sp>
            <p:nvSpPr>
              <p:cNvPr id="3" name="备注占位符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zh-CN" altLang="en-US" dirty="0" smtClean="0"/>
                  <a:t>算符优先和</a:t>
                </a:r>
                <a:r>
                  <a:rPr lang="en-US" altLang="zh-CN" dirty="0" smtClean="0"/>
                  <a:t>LR</a:t>
                </a:r>
                <a:r>
                  <a:rPr lang="zh-CN" altLang="en-US" dirty="0" smtClean="0"/>
                  <a:t>分析法</a:t>
                </a:r>
                <a:endParaRPr lang="en-US" altLang="zh-CN" dirty="0" smtClean="0"/>
              </a:p>
              <a:p>
                <a:pPr marL="0" marR="0" lvl="1" indent="0" algn="l" defTabSz="914400" rtl="0" eaLnBrk="0" fontAlgn="base" latinLnBrk="0" hangingPunct="0">
                  <a:lnSpc>
                    <a:spcPct val="100000"/>
                  </a:lnSpc>
                  <a:spcBef>
                    <a:spcPct val="3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zh-CN" altLang="en-US" sz="3200" dirty="0" smtClean="0">
                    <a:latin typeface="楷体" panose="02010609060101010101" pitchFamily="49" charset="-122"/>
                    <a:ea typeface="楷体" panose="02010609060101010101" pitchFamily="49" charset="-122"/>
                  </a:rPr>
                  <a:t>对句柄的归约代表了相应的最右推导中的一个反向步骤。</a:t>
                </a:r>
                <a:endParaRPr lang="en-US" altLang="zh-CN" sz="3200" dirty="0" smtClean="0">
                  <a:latin typeface="楷体" panose="02010609060101010101" pitchFamily="49" charset="-122"/>
                  <a:ea typeface="楷体" panose="02010609060101010101" pitchFamily="49" charset="-122"/>
                </a:endParaRPr>
              </a:p>
              <a:p>
                <a:pPr marL="0" marR="0" lvl="1" indent="0" algn="l" defTabSz="914400" rtl="0" eaLnBrk="0" fontAlgn="base" latinLnBrk="0" hangingPunct="0">
                  <a:lnSpc>
                    <a:spcPct val="100000"/>
                  </a:lnSpc>
                  <a:spcBef>
                    <a:spcPct val="3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zh-CN" altLang="en-US" sz="3200" dirty="0" smtClean="0">
                    <a:latin typeface="楷体" panose="02010609060101010101" pitchFamily="49" charset="-122"/>
                    <a:ea typeface="楷体" panose="02010609060101010101" pitchFamily="49" charset="-122"/>
                  </a:rPr>
                  <a:t>第二章中的定义</a:t>
                </a:r>
                <a:r>
                  <a:rPr lang="en-US" altLang="zh-CN" sz="3200" dirty="0" smtClean="0">
                    <a:latin typeface="楷体" panose="02010609060101010101" pitchFamily="49" charset="-122"/>
                    <a:ea typeface="楷体" panose="02010609060101010101" pitchFamily="49" charset="-122"/>
                  </a:rPr>
                  <a:t>G</a:t>
                </a:r>
                <a:r>
                  <a:rPr lang="zh-CN" altLang="en-US" sz="3200" dirty="0" smtClean="0">
                    <a:latin typeface="楷体" panose="02010609060101010101" pitchFamily="49" charset="-122"/>
                    <a:ea typeface="楷体" panose="02010609060101010101" pitchFamily="49" charset="-122"/>
                  </a:rPr>
                  <a:t>的句型的最左直接短语是句型相对于规则的句柄，叫句柄。</a:t>
                </a:r>
                <a:endParaRPr lang="en-US" altLang="zh-CN" sz="3200" dirty="0" smtClean="0">
                  <a:latin typeface="楷体" panose="02010609060101010101" pitchFamily="49" charset="-122"/>
                  <a:ea typeface="楷体" panose="02010609060101010101" pitchFamily="49" charset="-122"/>
                </a:endParaRPr>
              </a:p>
              <a:p>
                <a:pPr marL="0" marR="0" lvl="1" indent="0" algn="l" defTabSz="914400" rtl="0" eaLnBrk="0" fontAlgn="base" latinLnBrk="0" hangingPunct="0">
                  <a:lnSpc>
                    <a:spcPct val="100000"/>
                  </a:lnSpc>
                  <a:spcBef>
                    <a:spcPct val="3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zh-CN" altLang="en-US" sz="3200" dirty="0" smtClean="0">
                    <a:latin typeface="楷体" panose="02010609060101010101" pitchFamily="49" charset="-122"/>
                    <a:ea typeface="楷体" panose="02010609060101010101" pitchFamily="49" charset="-122"/>
                  </a:rPr>
                  <a:t>最右句型</a:t>
                </a:r>
                <a:r>
                  <a:rPr lang="zh-CN" altLang="en-US" sz="3200" baseline="0" dirty="0" smtClean="0">
                    <a:latin typeface="楷体" panose="02010609060101010101" pitchFamily="49" charset="-122"/>
                    <a:ea typeface="楷体" panose="02010609060101010101" pitchFamily="49" charset="-122"/>
                  </a:rPr>
                  <a:t> 的句柄</a:t>
                </a:r>
                <a:endParaRPr lang="en-US" altLang="zh-CN" sz="3200" baseline="0" dirty="0" smtClean="0">
                  <a:latin typeface="楷体" panose="02010609060101010101" pitchFamily="49" charset="-122"/>
                  <a:ea typeface="楷体" panose="02010609060101010101" pitchFamily="49" charset="-122"/>
                </a:endParaRPr>
              </a:p>
              <a:p>
                <a:pPr marL="0" marR="0" lvl="1" indent="0" algn="l" defTabSz="914400" rtl="0" eaLnBrk="0" fontAlgn="base" latinLnBrk="0" hangingPunct="0">
                  <a:lnSpc>
                    <a:spcPct val="100000"/>
                  </a:lnSpc>
                  <a:spcBef>
                    <a:spcPct val="3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zh-CN" sz="3200" baseline="0" dirty="0" smtClean="0">
                    <a:latin typeface="楷体" panose="02010609060101010101" pitchFamily="49" charset="-122"/>
                    <a:ea typeface="楷体" panose="02010609060101010101" pitchFamily="49" charset="-122"/>
                  </a:rPr>
                  <a:t>w</a:t>
                </a:r>
                <a:r>
                  <a:rPr lang="zh-CN" altLang="en-US" sz="3200" baseline="0" dirty="0" smtClean="0">
                    <a:latin typeface="楷体" panose="02010609060101010101" pitchFamily="49" charset="-122"/>
                    <a:ea typeface="楷体" panose="02010609060101010101" pitchFamily="49" charset="-122"/>
                  </a:rPr>
                  <a:t>一定是终结符号串，因为，一次最左归约对应一次最右推导</a:t>
                </a:r>
                <a:endParaRPr lang="en-US" altLang="zh-CN" sz="3200" baseline="0" dirty="0" smtClean="0">
                  <a:latin typeface="楷体" panose="02010609060101010101" pitchFamily="49" charset="-122"/>
                  <a:ea typeface="楷体" panose="02010609060101010101" pitchFamily="49" charset="-122"/>
                </a:endParaRPr>
              </a:p>
              <a:p>
                <a:pPr marL="0" marR="0" lvl="1" indent="0" algn="l" defTabSz="914400" rtl="0" eaLnBrk="0" fontAlgn="base" latinLnBrk="0" hangingPunct="0">
                  <a:lnSpc>
                    <a:spcPct val="100000"/>
                  </a:lnSpc>
                  <a:spcBef>
                    <a:spcPct val="3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zh-CN" altLang="en-US" sz="3200" baseline="0" dirty="0" smtClean="0">
                    <a:latin typeface="楷体" panose="02010609060101010101" pitchFamily="49" charset="-122"/>
                    <a:ea typeface="楷体" panose="02010609060101010101" pitchFamily="49" charset="-122"/>
                  </a:rPr>
                  <a:t>最右推导是选择最右侧的非终结符</a:t>
                </a:r>
                <a:r>
                  <a:rPr lang="en-US" altLang="zh-CN" sz="3200" baseline="0" dirty="0" smtClean="0">
                    <a:latin typeface="楷体" panose="02010609060101010101" pitchFamily="49" charset="-122"/>
                    <a:ea typeface="楷体" panose="02010609060101010101" pitchFamily="49" charset="-122"/>
                  </a:rPr>
                  <a:t>A</a:t>
                </a:r>
                <a:r>
                  <a:rPr lang="zh-CN" altLang="en-US" sz="3200" baseline="0" dirty="0" smtClean="0">
                    <a:latin typeface="楷体" panose="02010609060101010101" pitchFamily="49" charset="-122"/>
                    <a:ea typeface="楷体" panose="02010609060101010101" pitchFamily="49" charset="-122"/>
                  </a:rPr>
                  <a:t>进行扩展为</a:t>
                </a:r>
                <a:r>
                  <a:rPr lang="zh-CN" altLang="en-US" sz="3200" i="0" smtClean="0">
                    <a:solidFill>
                      <a:srgbClr val="0000FF"/>
                    </a:solidFill>
                    <a:latin typeface="Cambria Math" panose="02040503050406030204" pitchFamily="18" charset="0"/>
                  </a:rPr>
                  <a:t>𝜷</a:t>
                </a:r>
                <a:r>
                  <a:rPr lang="zh-CN" altLang="en-US" sz="3200" baseline="0" dirty="0" smtClean="0">
                    <a:latin typeface="楷体" panose="02010609060101010101" pitchFamily="49" charset="-122"/>
                    <a:ea typeface="楷体" panose="02010609060101010101" pitchFamily="49" charset="-122"/>
                  </a:rPr>
                  <a:t>，</a:t>
                </a:r>
                <a:r>
                  <a:rPr lang="en-US" altLang="zh-CN" sz="3200" baseline="0" dirty="0" smtClean="0">
                    <a:latin typeface="楷体" panose="02010609060101010101" pitchFamily="49" charset="-122"/>
                    <a:ea typeface="楷体" panose="02010609060101010101" pitchFamily="49" charset="-122"/>
                  </a:rPr>
                  <a:t>A</a:t>
                </a:r>
                <a:r>
                  <a:rPr lang="zh-CN" altLang="en-US" sz="3200" baseline="0" dirty="0" smtClean="0">
                    <a:latin typeface="楷体" panose="02010609060101010101" pitchFamily="49" charset="-122"/>
                    <a:ea typeface="楷体" panose="02010609060101010101" pitchFamily="49" charset="-122"/>
                  </a:rPr>
                  <a:t>后面一定没有非终结符了，</a:t>
                </a:r>
                <a:endParaRPr lang="en-US" altLang="zh-CN" sz="3200" baseline="0" dirty="0" smtClean="0">
                  <a:latin typeface="楷体" panose="02010609060101010101" pitchFamily="49" charset="-122"/>
                  <a:ea typeface="楷体" panose="02010609060101010101" pitchFamily="49" charset="-122"/>
                </a:endParaRPr>
              </a:p>
              <a:p>
                <a:pPr marL="0" marR="0" lvl="1" indent="0" algn="l" defTabSz="914400" rtl="0" eaLnBrk="0" fontAlgn="base" latinLnBrk="0" hangingPunct="0">
                  <a:lnSpc>
                    <a:spcPct val="100000"/>
                  </a:lnSpc>
                  <a:spcBef>
                    <a:spcPct val="3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zh-CN" altLang="en-US" sz="3200" baseline="0" dirty="0" smtClean="0">
                    <a:latin typeface="楷体" panose="02010609060101010101" pitchFamily="49" charset="-122"/>
                    <a:ea typeface="楷体" panose="02010609060101010101" pitchFamily="49" charset="-122"/>
                  </a:rPr>
                  <a:t>对应的最左归约是将</a:t>
                </a:r>
                <a:r>
                  <a:rPr lang="zh-CN" altLang="en-US" sz="3200" i="0" smtClean="0">
                    <a:solidFill>
                      <a:srgbClr val="0000FF"/>
                    </a:solidFill>
                    <a:latin typeface="Cambria Math" panose="02040503050406030204" pitchFamily="18" charset="0"/>
                  </a:rPr>
                  <a:t>𝜷</a:t>
                </a:r>
                <a:r>
                  <a:rPr lang="zh-CN" altLang="en-US" sz="3200" baseline="0" dirty="0" smtClean="0">
                    <a:latin typeface="楷体" panose="02010609060101010101" pitchFamily="49" charset="-122"/>
                    <a:ea typeface="楷体" panose="02010609060101010101" pitchFamily="49" charset="-122"/>
                  </a:rPr>
                  <a:t>归约为</a:t>
                </a:r>
                <a:r>
                  <a:rPr lang="en-US" altLang="zh-CN" sz="3200" baseline="0" dirty="0" smtClean="0">
                    <a:latin typeface="楷体" panose="02010609060101010101" pitchFamily="49" charset="-122"/>
                    <a:ea typeface="楷体" panose="02010609060101010101" pitchFamily="49" charset="-122"/>
                  </a:rPr>
                  <a:t>A</a:t>
                </a:r>
                <a:r>
                  <a:rPr lang="zh-CN" altLang="en-US" sz="3200" baseline="0" dirty="0" smtClean="0">
                    <a:latin typeface="楷体" panose="02010609060101010101" pitchFamily="49" charset="-122"/>
                    <a:ea typeface="楷体" panose="02010609060101010101" pitchFamily="49" charset="-122"/>
                  </a:rPr>
                  <a:t>，所以归约之前</a:t>
                </a:r>
                <a:r>
                  <a:rPr lang="zh-CN" altLang="en-US" sz="3200" i="0" smtClean="0">
                    <a:solidFill>
                      <a:srgbClr val="0000FF"/>
                    </a:solidFill>
                    <a:latin typeface="Cambria Math" panose="02040503050406030204" pitchFamily="18" charset="0"/>
                  </a:rPr>
                  <a:t>𝜷</a:t>
                </a:r>
                <a:r>
                  <a:rPr lang="zh-CN" altLang="en-US" sz="3200" baseline="0" dirty="0" smtClean="0">
                    <a:latin typeface="楷体" panose="02010609060101010101" pitchFamily="49" charset="-122"/>
                    <a:ea typeface="楷体" panose="02010609060101010101" pitchFamily="49" charset="-122"/>
                  </a:rPr>
                  <a:t>后面和归约之后</a:t>
                </a:r>
                <a:r>
                  <a:rPr lang="en-US" altLang="zh-CN" sz="3200" baseline="0" dirty="0" smtClean="0">
                    <a:latin typeface="楷体" panose="02010609060101010101" pitchFamily="49" charset="-122"/>
                    <a:ea typeface="楷体" panose="02010609060101010101" pitchFamily="49" charset="-122"/>
                  </a:rPr>
                  <a:t>A</a:t>
                </a:r>
                <a:r>
                  <a:rPr lang="zh-CN" altLang="en-US" sz="3200" baseline="0" dirty="0" smtClean="0">
                    <a:latin typeface="楷体" panose="02010609060101010101" pitchFamily="49" charset="-122"/>
                    <a:ea typeface="楷体" panose="02010609060101010101" pitchFamily="49" charset="-122"/>
                  </a:rPr>
                  <a:t>的后面都没有非终结符了。</a:t>
                </a:r>
                <a:endParaRPr lang="en-US" altLang="zh-CN" sz="3200" baseline="0" dirty="0" smtClean="0">
                  <a:latin typeface="楷体" panose="02010609060101010101" pitchFamily="49" charset="-122"/>
                  <a:ea typeface="楷体" panose="02010609060101010101" pitchFamily="49" charset="-122"/>
                </a:endParaRPr>
              </a:p>
              <a:p>
                <a:pPr marL="0" marR="0" lvl="1" indent="0" algn="l" defTabSz="914400" rtl="0" eaLnBrk="0" fontAlgn="base" latinLnBrk="0" hangingPunct="0">
                  <a:lnSpc>
                    <a:spcPct val="100000"/>
                  </a:lnSpc>
                  <a:spcBef>
                    <a:spcPct val="3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en-US" altLang="zh-CN" sz="3200" dirty="0" smtClean="0">
                  <a:latin typeface="楷体" panose="02010609060101010101" pitchFamily="49" charset="-122"/>
                  <a:ea typeface="楷体" panose="02010609060101010101" pitchFamily="49" charset="-122"/>
                </a:endParaRPr>
              </a:p>
              <a:p>
                <a:endParaRPr lang="zh-CN" altLang="en-US" dirty="0"/>
              </a:p>
            </p:txBody>
          </p:sp>
        </mc:Fallback>
      </mc:AlternateContent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1296ACE-C661-4DAF-8E45-F011EE9E6FCE}" type="slidenum">
              <a:rPr lang="en-US" altLang="zh-CN" smtClean="0"/>
              <a:pPr>
                <a:defRPr/>
              </a:pPr>
              <a:t>4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6128525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幻灯片图像占位符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139700" y="768350"/>
            <a:ext cx="6819900" cy="3836988"/>
          </a:xfrm>
          <a:ln/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339" name="备注占位符 2"/>
              <p:cNvSpPr>
                <a:spLocks noGrp="1"/>
              </p:cNvSpPr>
              <p:nvPr>
                <p:ph type="body" idx="1"/>
              </p:nvPr>
            </p:nvSpPr>
            <p:spPr>
              <a:noFill/>
            </p:spPr>
            <p:txBody>
              <a:bodyPr/>
              <a:lstStyle/>
              <a:p>
                <a:pPr eaLnBrk="1" hangingPunct="1"/>
                <a:endParaRPr lang="zh-CN" altLang="en-US" dirty="0"/>
              </a:p>
            </p:txBody>
          </p:sp>
        </mc:Choice>
        <mc:Fallback xmlns="">
          <p:sp>
            <p:nvSpPr>
              <p:cNvPr id="14339" name="备注占位符 2"/>
              <p:cNvSpPr>
                <a:spLocks noGrp="1"/>
              </p:cNvSpPr>
              <p:nvPr>
                <p:ph type="body" idx="1"/>
              </p:nvPr>
            </p:nvSpPr>
            <p:spPr>
              <a:noFill/>
            </p:spPr>
            <p:txBody>
              <a:bodyPr/>
              <a:lstStyle/>
              <a:p>
                <a:pPr eaLnBrk="1" hangingPunct="1"/>
                <a:r>
                  <a:rPr lang="en-US" altLang="zh-CN" dirty="0" err="1"/>
                  <a:t>Sll</a:t>
                </a:r>
                <a:r>
                  <a:rPr lang="zh-CN" altLang="en-US" dirty="0"/>
                  <a:t>：但栈中的内容不一定恰好是</a:t>
                </a:r>
                <a:r>
                  <a:rPr lang="zh-CN" altLang="en-US" sz="1200" b="1" i="0">
                    <a:solidFill>
                      <a:srgbClr val="FF0000"/>
                    </a:solidFill>
                    <a:latin typeface="Cambria Math" panose="02040503050406030204" pitchFamily="18" charset="0"/>
                  </a:rPr>
                  <a:t>𝜶𝜷</a:t>
                </a:r>
                <a:r>
                  <a:rPr lang="zh-CN" altLang="en-US" dirty="0"/>
                  <a:t>，多数时候不是，多数时候没有句柄的任何符号或者是只有一部分符号。对应的，剩余输入也比</a:t>
                </a:r>
                <a:r>
                  <a:rPr lang="en-US" altLang="zh-CN" dirty="0"/>
                  <a:t>W</a:t>
                </a:r>
                <a:r>
                  <a:rPr lang="zh-CN" altLang="en-US" dirty="0"/>
                  <a:t>多一些符号。</a:t>
                </a:r>
                <a:endParaRPr lang="en-US" altLang="zh-CN" dirty="0"/>
              </a:p>
              <a:p>
                <a:pPr eaLnBrk="1" hangingPunct="1"/>
                <a:r>
                  <a:rPr lang="zh-CN" altLang="en-US" dirty="0"/>
                  <a:t>不同的方法构造的分析表也不同。</a:t>
                </a:r>
                <a:endParaRPr lang="en-US" altLang="zh-CN" dirty="0"/>
              </a:p>
              <a:p>
                <a:pPr eaLnBrk="1" hangingPunct="1"/>
                <a:r>
                  <a:rPr lang="zh-CN" altLang="en-US" dirty="0"/>
                  <a:t>分析表指导分析器找到栈顶的句柄进行归约。</a:t>
                </a:r>
              </a:p>
            </p:txBody>
          </p:sp>
        </mc:Fallback>
      </mc:AlternateContent>
      <p:sp>
        <p:nvSpPr>
          <p:cNvPr id="14340" name="灯片编号占位符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90600">
              <a:defRPr sz="26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 defTabSz="990600">
              <a:defRPr sz="26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 defTabSz="990600">
              <a:defRPr sz="26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 defTabSz="990600">
              <a:defRPr sz="26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 defTabSz="990600">
              <a:defRPr sz="26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defTabSz="990600" eaLnBrk="0" fontAlgn="base" hangingPunct="0">
              <a:spcBef>
                <a:spcPct val="0"/>
              </a:spcBef>
              <a:spcAft>
                <a:spcPct val="0"/>
              </a:spcAft>
              <a:defRPr sz="26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defTabSz="990600" eaLnBrk="0" fontAlgn="base" hangingPunct="0">
              <a:spcBef>
                <a:spcPct val="0"/>
              </a:spcBef>
              <a:spcAft>
                <a:spcPct val="0"/>
              </a:spcAft>
              <a:defRPr sz="26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defTabSz="990600" eaLnBrk="0" fontAlgn="base" hangingPunct="0">
              <a:spcBef>
                <a:spcPct val="0"/>
              </a:spcBef>
              <a:spcAft>
                <a:spcPct val="0"/>
              </a:spcAft>
              <a:defRPr sz="26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defTabSz="990600" eaLnBrk="0" fontAlgn="base" hangingPunct="0">
              <a:spcBef>
                <a:spcPct val="0"/>
              </a:spcBef>
              <a:spcAft>
                <a:spcPct val="0"/>
              </a:spcAft>
              <a:defRPr sz="26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fld id="{E34D2944-D00E-4B37-947A-172AC4B2EA81}" type="slidenum">
              <a:rPr lang="en-US" altLang="zh-CN" sz="1300">
                <a:latin typeface="Times New Roman" panose="02020603050405020304" pitchFamily="18" charset="0"/>
              </a:rPr>
              <a:pPr/>
              <a:t>5</a:t>
            </a:fld>
            <a:endParaRPr lang="en-US" altLang="zh-CN" sz="130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292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fld id="{EC93FBAA-E10F-4150-A349-592C4969B9EA}" type="slidenum">
              <a:rPr lang="zh-CN" altLang="en-US" smtClean="0">
                <a:solidFill>
                  <a:srgbClr val="000000"/>
                </a:solidFill>
              </a:rPr>
              <a:pPr/>
              <a:t>6</a:t>
            </a:fld>
            <a:endParaRPr lang="en-US" altLang="zh-CN">
              <a:solidFill>
                <a:srgbClr val="000000"/>
              </a:solidFill>
            </a:endParaRPr>
          </a:p>
        </p:txBody>
      </p:sp>
      <p:sp>
        <p:nvSpPr>
          <p:cNvPr id="143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340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0567028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幻灯片图像占位符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139700" y="768350"/>
            <a:ext cx="6819900" cy="3836988"/>
          </a:xfrm>
          <a:ln/>
        </p:spPr>
      </p:sp>
      <p:sp>
        <p:nvSpPr>
          <p:cNvPr id="14339" name="备注占位符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zh-CN" altLang="en-US" dirty="0"/>
          </a:p>
        </p:txBody>
      </p:sp>
      <p:sp>
        <p:nvSpPr>
          <p:cNvPr id="14340" name="灯片编号占位符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90600">
              <a:defRPr sz="26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 defTabSz="990600">
              <a:defRPr sz="26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 defTabSz="990600">
              <a:defRPr sz="26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 defTabSz="990600">
              <a:defRPr sz="26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 defTabSz="990600">
              <a:defRPr sz="26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defTabSz="990600" eaLnBrk="0" fontAlgn="base" hangingPunct="0">
              <a:spcBef>
                <a:spcPct val="0"/>
              </a:spcBef>
              <a:spcAft>
                <a:spcPct val="0"/>
              </a:spcAft>
              <a:defRPr sz="26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defTabSz="990600" eaLnBrk="0" fontAlgn="base" hangingPunct="0">
              <a:spcBef>
                <a:spcPct val="0"/>
              </a:spcBef>
              <a:spcAft>
                <a:spcPct val="0"/>
              </a:spcAft>
              <a:defRPr sz="26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defTabSz="990600" eaLnBrk="0" fontAlgn="base" hangingPunct="0">
              <a:spcBef>
                <a:spcPct val="0"/>
              </a:spcBef>
              <a:spcAft>
                <a:spcPct val="0"/>
              </a:spcAft>
              <a:defRPr sz="26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defTabSz="990600" eaLnBrk="0" fontAlgn="base" hangingPunct="0">
              <a:spcBef>
                <a:spcPct val="0"/>
              </a:spcBef>
              <a:spcAft>
                <a:spcPct val="0"/>
              </a:spcAft>
              <a:defRPr sz="26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fld id="{E34D2944-D00E-4B37-947A-172AC4B2EA81}" type="slidenum">
              <a:rPr lang="en-US" altLang="zh-CN" sz="1300">
                <a:latin typeface="Times New Roman" panose="02020603050405020304" pitchFamily="18" charset="0"/>
              </a:rPr>
              <a:pPr/>
              <a:t>7</a:t>
            </a:fld>
            <a:endParaRPr lang="en-US" altLang="zh-CN" sz="130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90316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F6FFD3B-6D91-429B-B75D-BE0E2A9E0B50}" type="slidenum">
              <a:rPr lang="zh-CN" altLang="en-US" smtClean="0"/>
              <a:pPr>
                <a:defRPr/>
              </a:pPr>
              <a:t>8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69070809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39700" y="768350"/>
            <a:ext cx="6819900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1296ACE-C661-4DAF-8E45-F011EE9E6FCE}" type="slidenum">
              <a:rPr lang="en-US" altLang="zh-CN" smtClean="0"/>
              <a:pPr>
                <a:defRPr/>
              </a:pPr>
              <a:t>9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6754899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39700" y="768350"/>
            <a:ext cx="6819900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1296ACE-C661-4DAF-8E45-F011EE9E6FCE}" type="slidenum">
              <a:rPr lang="en-US" altLang="zh-CN" smtClean="0"/>
              <a:pPr>
                <a:defRPr/>
              </a:pPr>
              <a:t>10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7941225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fld id="{EC93FBAA-E10F-4150-A349-592C4969B9EA}" type="slidenum">
              <a:rPr lang="zh-CN" altLang="en-US" smtClean="0">
                <a:solidFill>
                  <a:srgbClr val="000000"/>
                </a:solidFill>
              </a:rPr>
              <a:pPr/>
              <a:t>11</a:t>
            </a:fld>
            <a:endParaRPr lang="en-US" altLang="zh-CN">
              <a:solidFill>
                <a:srgbClr val="000000"/>
              </a:solidFill>
            </a:endParaRPr>
          </a:p>
        </p:txBody>
      </p:sp>
      <p:sp>
        <p:nvSpPr>
          <p:cNvPr id="143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340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02355141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4088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 defTabSz="954088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 defTabSz="954088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 defTabSz="954088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 defTabSz="954088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defTabSz="9540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defTabSz="9540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defTabSz="9540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defTabSz="9540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fld id="{10C5C8CF-3BDB-4065-884D-FB4BF546542B}" type="slidenum">
              <a:rPr lang="zh-CN" altLang="en-US" smtClean="0"/>
              <a:pPr/>
              <a:t>12</a:t>
            </a:fld>
            <a:endParaRPr lang="en-US" altLang="zh-CN"/>
          </a:p>
        </p:txBody>
      </p:sp>
      <p:sp>
        <p:nvSpPr>
          <p:cNvPr id="337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6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2487001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4088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 defTabSz="954088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 defTabSz="954088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 defTabSz="954088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 defTabSz="954088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defTabSz="9540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defTabSz="9540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defTabSz="9540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defTabSz="9540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fld id="{1206FCEF-5128-42EE-B320-06060362D97E}" type="slidenum">
              <a:rPr lang="zh-CN" altLang="en-US" smtClean="0"/>
              <a:pPr/>
              <a:t>13</a:t>
            </a:fld>
            <a:endParaRPr lang="en-US" altLang="zh-CN"/>
          </a:p>
        </p:txBody>
      </p:sp>
      <p:sp>
        <p:nvSpPr>
          <p:cNvPr id="358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4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4259618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4088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 defTabSz="954088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 defTabSz="954088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 defTabSz="954088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 defTabSz="954088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defTabSz="9540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defTabSz="9540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defTabSz="9540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defTabSz="9540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fld id="{C61B82BB-87A8-44E4-AE0C-1926B23D00AD}" type="slidenum">
              <a:rPr lang="zh-CN" altLang="en-US" smtClean="0">
                <a:solidFill>
                  <a:srgbClr val="000000"/>
                </a:solidFill>
              </a:rPr>
              <a:pPr/>
              <a:t>14</a:t>
            </a:fld>
            <a:endParaRPr lang="en-US" altLang="zh-CN">
              <a:solidFill>
                <a:srgbClr val="000000"/>
              </a:solidFill>
            </a:endParaRPr>
          </a:p>
        </p:txBody>
      </p:sp>
      <p:sp>
        <p:nvSpPr>
          <p:cNvPr id="378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1788841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4088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 defTabSz="954088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 defTabSz="954088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 defTabSz="954088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 defTabSz="954088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defTabSz="9540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defTabSz="9540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defTabSz="9540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defTabSz="9540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fld id="{5AE5C7AF-DC5C-4D73-A822-4909D128B796}" type="slidenum">
              <a:rPr lang="zh-CN" altLang="en-US" smtClean="0">
                <a:solidFill>
                  <a:srgbClr val="000000"/>
                </a:solidFill>
              </a:rPr>
              <a:pPr/>
              <a:t>15</a:t>
            </a:fld>
            <a:endParaRPr lang="en-US" altLang="zh-CN">
              <a:solidFill>
                <a:srgbClr val="000000"/>
              </a:solidFill>
            </a:endParaRPr>
          </a:p>
        </p:txBody>
      </p:sp>
      <p:sp>
        <p:nvSpPr>
          <p:cNvPr id="399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40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95303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4088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 defTabSz="954088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 defTabSz="954088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 defTabSz="954088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 defTabSz="954088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defTabSz="9540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defTabSz="9540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defTabSz="9540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defTabSz="9540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fld id="{DAD8B4DA-A63F-4F8A-A9CD-3529E11622EA}" type="slidenum">
              <a:rPr lang="zh-CN" altLang="en-US" smtClean="0">
                <a:solidFill>
                  <a:srgbClr val="000000"/>
                </a:solidFill>
              </a:rPr>
              <a:pPr/>
              <a:t>16</a:t>
            </a:fld>
            <a:endParaRPr lang="en-US" altLang="zh-CN">
              <a:solidFill>
                <a:srgbClr val="000000"/>
              </a:solidFill>
            </a:endParaRPr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808364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4088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 defTabSz="954088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 defTabSz="954088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 defTabSz="954088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 defTabSz="954088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defTabSz="9540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defTabSz="9540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defTabSz="9540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defTabSz="9540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fld id="{E1A63DEE-1134-4F3E-8086-D54E8C041C3B}" type="slidenum">
              <a:rPr lang="zh-CN" altLang="en-US" smtClean="0">
                <a:solidFill>
                  <a:srgbClr val="000000"/>
                </a:solidFill>
              </a:rPr>
              <a:pPr/>
              <a:t>17</a:t>
            </a:fld>
            <a:endParaRPr lang="en-US" altLang="zh-CN">
              <a:solidFill>
                <a:srgbClr val="000000"/>
              </a:solidFill>
            </a:endParaRPr>
          </a:p>
        </p:txBody>
      </p:sp>
      <p:sp>
        <p:nvSpPr>
          <p:cNvPr id="440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012158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4088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 defTabSz="954088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 defTabSz="954088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 defTabSz="954088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 defTabSz="954088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defTabSz="9540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defTabSz="9540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defTabSz="9540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defTabSz="9540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fld id="{F14AC7BD-2E93-46BA-8697-E292E30201C3}" type="slidenum">
              <a:rPr lang="zh-CN" altLang="en-US" smtClean="0">
                <a:solidFill>
                  <a:srgbClr val="000000"/>
                </a:solidFill>
              </a:rPr>
              <a:pPr/>
              <a:t>18</a:t>
            </a:fld>
            <a:endParaRPr lang="en-US" altLang="zh-CN">
              <a:solidFill>
                <a:srgbClr val="000000"/>
              </a:solidFill>
            </a:endParaRPr>
          </a:p>
        </p:txBody>
      </p:sp>
      <p:sp>
        <p:nvSpPr>
          <p:cNvPr id="460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6084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194171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fld id="{543053D5-A0BD-4C44-9F68-E89C2FB521DA}" type="slidenum">
              <a:rPr lang="zh-CN" altLang="en-US" smtClean="0">
                <a:solidFill>
                  <a:srgbClr val="000000"/>
                </a:solidFill>
              </a:rPr>
              <a:pPr/>
              <a:t>19</a:t>
            </a:fld>
            <a:endParaRPr lang="en-US" altLang="zh-CN">
              <a:solidFill>
                <a:srgbClr val="000000"/>
              </a:solidFill>
            </a:endParaRPr>
          </a:p>
        </p:txBody>
      </p:sp>
      <p:sp>
        <p:nvSpPr>
          <p:cNvPr id="481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813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4653404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fld id="{30B7D94A-4F13-43D7-9D67-8B6B8C0E671C}" type="slidenum">
              <a:rPr lang="zh-CN" altLang="en-US" smtClean="0">
                <a:solidFill>
                  <a:srgbClr val="000000"/>
                </a:solidFill>
              </a:rPr>
              <a:pPr/>
              <a:t>20</a:t>
            </a:fld>
            <a:endParaRPr lang="en-US" altLang="zh-CN">
              <a:solidFill>
                <a:srgbClr val="000000"/>
              </a:solidFill>
            </a:endParaRPr>
          </a:p>
        </p:txBody>
      </p:sp>
      <p:sp>
        <p:nvSpPr>
          <p:cNvPr id="501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0180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971672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fld id="{F7210798-8E5F-48DC-9287-CDAB6C423C41}" type="slidenum">
              <a:rPr lang="zh-CN" altLang="en-US" smtClean="0">
                <a:solidFill>
                  <a:srgbClr val="000000"/>
                </a:solidFill>
              </a:rPr>
              <a:pPr/>
              <a:t>21</a:t>
            </a:fld>
            <a:endParaRPr lang="en-US" altLang="zh-CN">
              <a:solidFill>
                <a:srgbClr val="000000"/>
              </a:solidFill>
            </a:endParaRPr>
          </a:p>
        </p:txBody>
      </p:sp>
      <p:sp>
        <p:nvSpPr>
          <p:cNvPr id="522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2228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1763684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幻灯片图像占位符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4275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 dirty="0"/>
          </a:p>
        </p:txBody>
      </p:sp>
      <p:sp>
        <p:nvSpPr>
          <p:cNvPr id="54276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fld id="{B5C35579-F621-404D-AA23-18F4BD8E5A8D}" type="slidenum">
              <a:rPr lang="zh-CN" altLang="en-US" smtClean="0"/>
              <a:pPr/>
              <a:t>22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98542793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幻灯片图像占位符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6323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 dirty="0"/>
          </a:p>
        </p:txBody>
      </p:sp>
      <p:sp>
        <p:nvSpPr>
          <p:cNvPr id="56324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fld id="{0E091D5D-B1E7-4407-A92B-4E6EDC986421}" type="slidenum">
              <a:rPr lang="zh-CN" altLang="en-US" smtClean="0"/>
              <a:pPr/>
              <a:t>23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409429062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fld id="{A4DCEA87-9D66-46B2-9D23-38B940151F8C}" type="slidenum">
              <a:rPr lang="zh-CN" altLang="en-US" smtClean="0"/>
              <a:pPr/>
              <a:t>24</a:t>
            </a:fld>
            <a:endParaRPr lang="en-US" altLang="zh-CN"/>
          </a:p>
        </p:txBody>
      </p:sp>
      <p:sp>
        <p:nvSpPr>
          <p:cNvPr id="583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83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0855417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8" name="幻灯片图像占位符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60419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 dirty="0"/>
          </a:p>
        </p:txBody>
      </p:sp>
      <p:sp>
        <p:nvSpPr>
          <p:cNvPr id="60420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fld id="{3814EAED-0BD0-462F-98B2-8DF6346B5535}" type="slidenum">
              <a:rPr lang="zh-CN" altLang="en-US" smtClean="0"/>
              <a:pPr/>
              <a:t>25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419410019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fld id="{E4CE1D09-63BE-4054-9703-158FB1F0A88A}" type="slidenum">
              <a:rPr lang="zh-CN" altLang="en-US" smtClean="0"/>
              <a:pPr/>
              <a:t>26</a:t>
            </a:fld>
            <a:endParaRPr lang="en-US" altLang="zh-CN"/>
          </a:p>
        </p:txBody>
      </p:sp>
      <p:sp>
        <p:nvSpPr>
          <p:cNvPr id="624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2468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80136076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fld id="{E4CE1D09-63BE-4054-9703-158FB1F0A88A}" type="slidenum">
              <a:rPr lang="zh-CN" altLang="en-US" smtClean="0"/>
              <a:pPr/>
              <a:t>27</a:t>
            </a:fld>
            <a:endParaRPr lang="en-US" altLang="zh-CN"/>
          </a:p>
        </p:txBody>
      </p:sp>
      <p:sp>
        <p:nvSpPr>
          <p:cNvPr id="624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2468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8829709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fld id="{E4CE1D09-63BE-4054-9703-158FB1F0A88A}" type="slidenum">
              <a:rPr lang="zh-CN" altLang="en-US" smtClean="0"/>
              <a:pPr/>
              <a:t>28</a:t>
            </a:fld>
            <a:endParaRPr lang="en-US" altLang="zh-CN"/>
          </a:p>
        </p:txBody>
      </p:sp>
      <p:sp>
        <p:nvSpPr>
          <p:cNvPr id="624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2468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9497619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fld id="{475DF600-30E8-4761-9201-3D2C88D20DEC}" type="slidenum">
              <a:rPr lang="zh-CN" altLang="en-US" smtClean="0"/>
              <a:pPr/>
              <a:t>29</a:t>
            </a:fld>
            <a:endParaRPr lang="en-US" altLang="zh-CN"/>
          </a:p>
        </p:txBody>
      </p:sp>
      <p:sp>
        <p:nvSpPr>
          <p:cNvPr id="686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861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4313435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fld id="{475DF600-30E8-4761-9201-3D2C88D20DEC}" type="slidenum">
              <a:rPr lang="zh-CN" altLang="en-US" smtClean="0">
                <a:solidFill>
                  <a:srgbClr val="000000"/>
                </a:solidFill>
              </a:rPr>
              <a:pPr/>
              <a:t>30</a:t>
            </a:fld>
            <a:endParaRPr lang="en-US" altLang="zh-CN">
              <a:solidFill>
                <a:srgbClr val="000000"/>
              </a:solidFill>
            </a:endParaRPr>
          </a:p>
        </p:txBody>
      </p:sp>
      <p:sp>
        <p:nvSpPr>
          <p:cNvPr id="686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861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74989316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fld id="{475DF600-30E8-4761-9201-3D2C88D20DEC}" type="slidenum">
              <a:rPr lang="zh-CN" altLang="en-US" smtClean="0">
                <a:solidFill>
                  <a:srgbClr val="000000"/>
                </a:solidFill>
              </a:rPr>
              <a:pPr/>
              <a:t>31</a:t>
            </a:fld>
            <a:endParaRPr lang="en-US" altLang="zh-CN">
              <a:solidFill>
                <a:srgbClr val="000000"/>
              </a:solidFill>
            </a:endParaRPr>
          </a:p>
        </p:txBody>
      </p:sp>
      <p:sp>
        <p:nvSpPr>
          <p:cNvPr id="686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861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68013003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fld id="{475DF600-30E8-4761-9201-3D2C88D20DEC}" type="slidenum">
              <a:rPr lang="zh-CN" altLang="en-US" smtClean="0">
                <a:solidFill>
                  <a:srgbClr val="000000"/>
                </a:solidFill>
              </a:rPr>
              <a:pPr/>
              <a:t>32</a:t>
            </a:fld>
            <a:endParaRPr lang="en-US" altLang="zh-CN">
              <a:solidFill>
                <a:srgbClr val="000000"/>
              </a:solidFill>
            </a:endParaRPr>
          </a:p>
        </p:txBody>
      </p:sp>
      <p:sp>
        <p:nvSpPr>
          <p:cNvPr id="686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861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4204975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fld id="{1A7E99D4-DF39-49F7-8D66-7A5AB66BA1B9}" type="slidenum">
              <a:rPr lang="zh-CN" altLang="en-US" smtClean="0">
                <a:solidFill>
                  <a:srgbClr val="000000"/>
                </a:solidFill>
              </a:rPr>
              <a:pPr/>
              <a:t>33</a:t>
            </a:fld>
            <a:endParaRPr lang="en-US" altLang="zh-CN">
              <a:solidFill>
                <a:srgbClr val="000000"/>
              </a:solidFill>
            </a:endParaRPr>
          </a:p>
        </p:txBody>
      </p:sp>
      <p:sp>
        <p:nvSpPr>
          <p:cNvPr id="317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0205001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F6FFD3B-6D91-429B-B75D-BE0E2A9E0B50}" type="slidenum">
              <a:rPr lang="zh-CN" altLang="en-US" smtClean="0"/>
              <a:pPr>
                <a:defRPr/>
              </a:pPr>
              <a:t>34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14239012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幻灯片图像占位符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74755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lvl="1"/>
            <a:endParaRPr lang="zh-CN" altLang="en-US"/>
          </a:p>
        </p:txBody>
      </p:sp>
      <p:sp>
        <p:nvSpPr>
          <p:cNvPr id="74756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fld id="{570CDED2-E4E1-4CB9-AEAB-2F38C33F4AA6}" type="slidenum">
              <a:rPr lang="zh-CN" altLang="en-US" smtClean="0">
                <a:solidFill>
                  <a:srgbClr val="000000"/>
                </a:solidFill>
              </a:rPr>
              <a:pPr/>
              <a:t>35</a:t>
            </a:fld>
            <a:endParaRPr lang="en-US" altLang="zh-CN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6634458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幻灯片图像占位符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76803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lvl="1"/>
            <a:endParaRPr lang="zh-CN" altLang="en-US" dirty="0"/>
          </a:p>
        </p:txBody>
      </p:sp>
      <p:sp>
        <p:nvSpPr>
          <p:cNvPr id="76804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 defTabSz="9525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 defTabSz="9525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 defTabSz="9525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 defTabSz="9525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defTabSz="9525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defTabSz="9525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defTabSz="9525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defTabSz="9525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fld id="{2B7F4FAD-0AAB-419A-B424-87D3872D7AEF}" type="slidenum">
              <a:rPr lang="zh-CN" altLang="en-US" smtClean="0"/>
              <a:pPr/>
              <a:t>36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51431334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0" name="幻灯片图像占位符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78851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 dirty="0"/>
          </a:p>
        </p:txBody>
      </p:sp>
      <p:sp>
        <p:nvSpPr>
          <p:cNvPr id="78852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fld id="{1483CA9B-33F0-41AB-A169-C139300954C4}" type="slidenum">
              <a:rPr lang="zh-CN" altLang="en-US" smtClean="0"/>
              <a:pPr/>
              <a:t>37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98287647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幻灯片图像占位符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80899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80900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 defTabSz="9525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 defTabSz="9525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 defTabSz="9525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 defTabSz="9525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defTabSz="9525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defTabSz="9525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defTabSz="9525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defTabSz="9525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fld id="{947AF046-50D6-4517-B38D-D0625A3DCAFB}" type="slidenum">
              <a:rPr lang="zh-CN" altLang="en-US" smtClean="0"/>
              <a:pPr/>
              <a:t>38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57852471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6" name="幻灯片图像占位符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82947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 dirty="0"/>
          </a:p>
        </p:txBody>
      </p:sp>
      <p:sp>
        <p:nvSpPr>
          <p:cNvPr id="82948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fld id="{E7D2887F-302E-4A26-B26E-484514E37ED5}" type="slidenum">
              <a:rPr lang="zh-CN" altLang="en-US" smtClean="0"/>
              <a:pPr/>
              <a:t>39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58482734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幻灯片图像占位符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84995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 dirty="0"/>
          </a:p>
        </p:txBody>
      </p:sp>
      <p:sp>
        <p:nvSpPr>
          <p:cNvPr id="84996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 defTabSz="9525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 defTabSz="9525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 defTabSz="9525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 defTabSz="9525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defTabSz="9525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defTabSz="9525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defTabSz="9525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defTabSz="9525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fld id="{E962F4F2-B025-4AB6-9CA0-BD62EF514D69}" type="slidenum">
              <a:rPr lang="zh-CN" altLang="en-US" smtClean="0">
                <a:solidFill>
                  <a:srgbClr val="000000"/>
                </a:solidFill>
              </a:rPr>
              <a:pPr/>
              <a:t>40</a:t>
            </a:fld>
            <a:endParaRPr lang="en-US" altLang="zh-CN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909432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fld id="{A066AE3C-C276-474C-B77C-EC062491D75C}" type="slidenum">
              <a:rPr lang="zh-CN" altLang="en-US" smtClean="0"/>
              <a:pPr/>
              <a:t>41</a:t>
            </a:fld>
            <a:endParaRPr lang="en-US" altLang="zh-CN"/>
          </a:p>
        </p:txBody>
      </p:sp>
      <p:sp>
        <p:nvSpPr>
          <p:cNvPr id="870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7044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7582629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幻灯片图像占位符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84995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 dirty="0"/>
          </a:p>
        </p:txBody>
      </p:sp>
      <p:sp>
        <p:nvSpPr>
          <p:cNvPr id="84996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 defTabSz="9525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 defTabSz="9525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 defTabSz="9525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 defTabSz="9525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defTabSz="9525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defTabSz="9525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defTabSz="9525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defTabSz="9525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fld id="{E962F4F2-B025-4AB6-9CA0-BD62EF514D69}" type="slidenum">
              <a:rPr lang="zh-CN" altLang="en-US" smtClean="0">
                <a:solidFill>
                  <a:srgbClr val="000000"/>
                </a:solidFill>
              </a:rPr>
              <a:pPr/>
              <a:t>42</a:t>
            </a:fld>
            <a:endParaRPr lang="en-US" altLang="zh-CN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576981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幻灯片图像占位符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89091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 dirty="0"/>
          </a:p>
        </p:txBody>
      </p:sp>
      <p:sp>
        <p:nvSpPr>
          <p:cNvPr id="89092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 defTabSz="9509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defTabSz="9509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fld id="{DD235BB6-7F23-4430-9502-71D09C2CBFCD}" type="slidenum">
              <a:rPr lang="zh-CN" altLang="en-US" smtClean="0">
                <a:solidFill>
                  <a:srgbClr val="000000"/>
                </a:solidFill>
              </a:rPr>
              <a:pPr/>
              <a:t>43</a:t>
            </a:fld>
            <a:endParaRPr lang="en-US" altLang="zh-CN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637529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38" name="幻灯片图像占位符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139700" y="768350"/>
            <a:ext cx="6821488" cy="3836988"/>
          </a:xfrm>
        </p:spPr>
      </p:sp>
      <p:sp>
        <p:nvSpPr>
          <p:cNvPr id="116739" name="备注占位符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kumimoji="1" lang="zh-CN" altLang="en-US" dirty="0">
              <a:latin typeface="Arial" panose="020B0604020202020204" pitchFamily="34" charset="0"/>
            </a:endParaRPr>
          </a:p>
        </p:txBody>
      </p:sp>
      <p:sp>
        <p:nvSpPr>
          <p:cNvPr id="116740" name="灯片编号占位符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89965" eaLnBrk="0" hangingPunct="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70890" indent="-296545" defTabSz="989965" eaLnBrk="0" hangingPunct="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86180" indent="-237490" defTabSz="989965" eaLnBrk="0" hangingPunct="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60525" indent="-237490" defTabSz="989965" eaLnBrk="0" hangingPunct="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134870" indent="-237490" defTabSz="989965" eaLnBrk="0" hangingPunct="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609215" indent="-237490" defTabSz="98996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3083560" indent="-237490" defTabSz="98996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558540" indent="-237490" defTabSz="98996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4032885" indent="-237490" defTabSz="98996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fld id="{1CF6401E-EA17-4D07-B855-28725AEF3B1F}" type="slidenum">
              <a:rPr lang="zh-CN" altLang="en-US">
                <a:latin typeface="Arial" panose="020B0604020202020204" pitchFamily="34" charset="0"/>
              </a:rPr>
              <a:t>45</a:t>
            </a:fld>
            <a:endParaRPr lang="en-US" altLang="zh-CN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7161E34-A8D7-4F42-AB39-6CB31352DDDA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6970486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C0547CD-6119-4941-B65F-2E72583A784E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8966018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B27A60-098F-423A-804C-8285C37637C1}" type="slidenum">
              <a:rPr lang="zh-CN" altLang="en-US"/>
              <a:pPr>
                <a:defRPr/>
              </a:pPr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5458464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DC3379F-BAEB-4910-B746-4A8BDEF5C6FB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0964449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11B39E3-B9CC-4DC8-ABCD-528A2FFF0FC8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7533813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410B15F-8D65-489F-B778-BF85EB53714D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492980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4D59B22-FB1E-4ED5-B2B8-F84084CD4CFA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1191044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967170B-ACD4-4A6A-AC7F-8623461D20F0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7693776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0D3A829-7116-4377-9559-008FC8190C94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9635892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9419500-544F-4523-8B52-0CB6EABE8986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3440027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3381979-04EF-4F3D-813E-3046537E3AFE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5307529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200152"/>
            <a:ext cx="7772400" cy="1335081"/>
          </a:xfrm>
        </p:spPr>
        <p:txBody>
          <a:bodyPr anchor="b">
            <a:normAutofit/>
          </a:bodyPr>
          <a:lstStyle>
            <a:lvl1pPr>
              <a:defRPr sz="4400">
                <a:solidFill>
                  <a:srgbClr val="FFFFFF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667001"/>
            <a:ext cx="6400800" cy="110490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ea typeface="楷体_GB231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ea typeface="楷体_GB231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ea typeface="楷体_GB2312"/>
                <a:cs typeface="楷体_GB2312"/>
              </a:defRPr>
            </a:lvl1pPr>
          </a:lstStyle>
          <a:p>
            <a:pPr>
              <a:defRPr/>
            </a:pPr>
            <a:fld id="{8C6ED274-EFFF-4964-A2BA-670E0527F4D1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6337470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5"/>
          <p:cNvGrpSpPr>
            <a:grpSpLocks/>
          </p:cNvGrpSpPr>
          <p:nvPr userDrawn="1"/>
        </p:nvGrpSpPr>
        <p:grpSpPr bwMode="auto">
          <a:xfrm>
            <a:off x="0" y="195263"/>
            <a:ext cx="755650" cy="431800"/>
            <a:chOff x="-786" y="195486"/>
            <a:chExt cx="756363" cy="432048"/>
          </a:xfrm>
        </p:grpSpPr>
        <p:sp>
          <p:nvSpPr>
            <p:cNvPr id="5" name="五边形 4"/>
            <p:cNvSpPr/>
            <p:nvPr/>
          </p:nvSpPr>
          <p:spPr>
            <a:xfrm>
              <a:off x="-786" y="195486"/>
              <a:ext cx="756363" cy="432048"/>
            </a:xfrm>
            <a:prstGeom prst="homePlate">
              <a:avLst/>
            </a:prstGeom>
            <a:solidFill>
              <a:schemeClr val="bg2">
                <a:lumMod val="50000"/>
              </a:schemeClr>
            </a:solidFill>
            <a:ln w="25400" cap="flat" cmpd="sng" algn="ctr">
              <a:noFill/>
              <a:prstDash val="solid"/>
            </a:ln>
            <a:effectLst/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defRPr/>
              </a:pPr>
              <a:endParaRPr lang="zh-CN" altLang="en-US">
                <a:solidFill>
                  <a:srgbClr val="FFFFFF"/>
                </a:solidFill>
                <a:latin typeface="Calibri" panose="020F0502020204030204" pitchFamily="34" charset="0"/>
                <a:ea typeface="楷体_GB2312"/>
                <a:cs typeface="楷体_GB2312"/>
              </a:endParaRPr>
            </a:p>
          </p:txBody>
        </p:sp>
        <p:sp>
          <p:nvSpPr>
            <p:cNvPr id="6" name="五边形 5"/>
            <p:cNvSpPr>
              <a:spLocks noChangeArrowheads="1"/>
            </p:cNvSpPr>
            <p:nvPr/>
          </p:nvSpPr>
          <p:spPr bwMode="auto">
            <a:xfrm>
              <a:off x="-786" y="197074"/>
              <a:ext cx="756363" cy="88951"/>
            </a:xfrm>
            <a:prstGeom prst="homePlate">
              <a:avLst>
                <a:gd name="adj" fmla="val 49995"/>
              </a:avLst>
            </a:prstGeom>
            <a:solidFill>
              <a:schemeClr val="bg1">
                <a:alpha val="30196"/>
              </a:schemeClr>
            </a:solidFill>
            <a:ln>
              <a:noFill/>
            </a:ln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defRPr/>
              </a:pPr>
              <a:endParaRPr lang="zh-CN" altLang="en-US">
                <a:solidFill>
                  <a:srgbClr val="FFFFFF"/>
                </a:solidFill>
                <a:latin typeface="Calibri" panose="020F0502020204030204" pitchFamily="34" charset="0"/>
                <a:ea typeface="楷体_GB2312"/>
                <a:cs typeface="楷体_GB2312"/>
              </a:endParaRPr>
            </a:p>
          </p:txBody>
        </p: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58583" y="1080579"/>
            <a:ext cx="7557833" cy="3225800"/>
          </a:xfrm>
        </p:spPr>
        <p:txBody>
          <a:bodyPr/>
          <a:lstStyle>
            <a:lvl1pPr marL="273050" indent="-273050">
              <a:buClrTx/>
              <a:buFont typeface="Wingdings" panose="05000000000000000000" pitchFamily="2" charset="2"/>
              <a:buChar char="Ø"/>
              <a:defRPr b="1" baseline="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576263" indent="-273050">
              <a:buClrTx/>
              <a:buFont typeface="Wingdings" panose="05000000000000000000" pitchFamily="2" charset="2"/>
              <a:buChar char="Ø"/>
              <a:defRPr b="1" baseline="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855663" indent="-228600">
              <a:buClrTx/>
              <a:buFont typeface="Wingdings" panose="05000000000000000000" pitchFamily="2" charset="2"/>
              <a:buChar char="Ø"/>
              <a:defRPr b="1" baseline="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143000" indent="-228600">
              <a:buClrTx/>
              <a:buFont typeface="Wingdings" panose="05000000000000000000" pitchFamily="2" charset="2"/>
              <a:buChar char="Ø"/>
              <a:defRPr b="1" baseline="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1462088" indent="-228600">
              <a:buClrTx/>
              <a:buFont typeface="Wingdings" panose="05000000000000000000" pitchFamily="2" charset="2"/>
              <a:buChar char="Ø"/>
              <a:defRPr b="1" baseline="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755576" y="267494"/>
            <a:ext cx="7931224" cy="360040"/>
          </a:xfrm>
        </p:spPr>
        <p:txBody>
          <a:bodyPr/>
          <a:lstStyle>
            <a:lvl1pPr algn="l">
              <a:defRPr sz="3000" b="1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ea typeface="楷体_GB2312"/>
              </a:defRPr>
            </a:lvl1pPr>
          </a:lstStyle>
          <a:p>
            <a:pPr>
              <a:defRPr/>
            </a:pP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62705292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200152"/>
            <a:ext cx="7772400" cy="1335081"/>
          </a:xfrm>
        </p:spPr>
        <p:txBody>
          <a:bodyPr anchor="b">
            <a:normAutofit/>
          </a:bodyPr>
          <a:lstStyle>
            <a:lvl1pPr>
              <a:defRPr sz="4400">
                <a:solidFill>
                  <a:srgbClr val="FFFFFF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667001"/>
            <a:ext cx="6400800" cy="110490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ea typeface="楷体_GB231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ea typeface="楷体_GB231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ea typeface="楷体_GB2312"/>
                <a:cs typeface="楷体_GB2312"/>
              </a:defRPr>
            </a:lvl1pPr>
          </a:lstStyle>
          <a:p>
            <a:pPr>
              <a:defRPr/>
            </a:pPr>
            <a:fld id="{77BACBCE-C2ED-417D-9514-C949F7462816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956854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5"/>
          <p:cNvGrpSpPr>
            <a:grpSpLocks/>
          </p:cNvGrpSpPr>
          <p:nvPr userDrawn="1"/>
        </p:nvGrpSpPr>
        <p:grpSpPr bwMode="auto">
          <a:xfrm>
            <a:off x="0" y="195263"/>
            <a:ext cx="755650" cy="431800"/>
            <a:chOff x="-786" y="195486"/>
            <a:chExt cx="756363" cy="432048"/>
          </a:xfrm>
        </p:grpSpPr>
        <p:sp>
          <p:nvSpPr>
            <p:cNvPr id="5" name="五边形 4"/>
            <p:cNvSpPr/>
            <p:nvPr/>
          </p:nvSpPr>
          <p:spPr>
            <a:xfrm>
              <a:off x="-786" y="195486"/>
              <a:ext cx="756363" cy="432048"/>
            </a:xfrm>
            <a:prstGeom prst="homePlate">
              <a:avLst/>
            </a:prstGeom>
            <a:solidFill>
              <a:schemeClr val="bg2">
                <a:lumMod val="50000"/>
              </a:schemeClr>
            </a:solidFill>
            <a:ln w="25400" cap="flat" cmpd="sng" algn="ctr">
              <a:noFill/>
              <a:prstDash val="solid"/>
            </a:ln>
            <a:effectLst/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defRPr/>
              </a:pPr>
              <a:endParaRPr lang="zh-CN" altLang="en-US">
                <a:solidFill>
                  <a:srgbClr val="FFFFFF"/>
                </a:solidFill>
                <a:latin typeface="Calibri" panose="020F0502020204030204" pitchFamily="34" charset="0"/>
                <a:ea typeface="楷体_GB2312"/>
                <a:cs typeface="楷体_GB2312"/>
              </a:endParaRPr>
            </a:p>
          </p:txBody>
        </p:sp>
        <p:sp>
          <p:nvSpPr>
            <p:cNvPr id="6" name="五边形 5"/>
            <p:cNvSpPr>
              <a:spLocks noChangeArrowheads="1"/>
            </p:cNvSpPr>
            <p:nvPr/>
          </p:nvSpPr>
          <p:spPr bwMode="auto">
            <a:xfrm>
              <a:off x="-786" y="197074"/>
              <a:ext cx="756363" cy="88951"/>
            </a:xfrm>
            <a:prstGeom prst="homePlate">
              <a:avLst>
                <a:gd name="adj" fmla="val 49995"/>
              </a:avLst>
            </a:prstGeom>
            <a:solidFill>
              <a:schemeClr val="bg1">
                <a:alpha val="30196"/>
              </a:schemeClr>
            </a:solidFill>
            <a:ln>
              <a:noFill/>
            </a:ln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defRPr/>
              </a:pPr>
              <a:endParaRPr lang="zh-CN" altLang="en-US">
                <a:solidFill>
                  <a:srgbClr val="FFFFFF"/>
                </a:solidFill>
                <a:latin typeface="Calibri" panose="020F0502020204030204" pitchFamily="34" charset="0"/>
                <a:ea typeface="楷体_GB2312"/>
                <a:cs typeface="楷体_GB2312"/>
              </a:endParaRPr>
            </a:p>
          </p:txBody>
        </p: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baseline="0">
                <a:latin typeface="Times New Roman" panose="02020603050405020304" pitchFamily="18" charset="0"/>
              </a:defRPr>
            </a:lvl1pPr>
            <a:lvl2pPr>
              <a:defRPr baseline="0">
                <a:latin typeface="Times New Roman" panose="02020603050405020304" pitchFamily="18" charset="0"/>
              </a:defRPr>
            </a:lvl2pPr>
            <a:lvl3pPr>
              <a:defRPr baseline="0">
                <a:latin typeface="Times New Roman" panose="02020603050405020304" pitchFamily="18" charset="0"/>
              </a:defRPr>
            </a:lvl3pPr>
            <a:lvl4pPr>
              <a:defRPr baseline="0">
                <a:latin typeface="Times New Roman" panose="02020603050405020304" pitchFamily="18" charset="0"/>
              </a:defRPr>
            </a:lvl4pPr>
            <a:lvl5pPr>
              <a:defRPr baseline="0"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755576" y="267494"/>
            <a:ext cx="7931224" cy="360040"/>
          </a:xfrm>
        </p:spPr>
        <p:txBody>
          <a:bodyPr/>
          <a:lstStyle>
            <a:lvl1pPr algn="l">
              <a:defRPr b="1" baseline="0">
                <a:latin typeface="Times New Roman" panose="02020603050405020304" pitchFamily="18" charset="0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8" name="Date Placeholder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ea typeface="楷体_GB231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ea typeface="楷体_GB231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ea typeface="楷体_GB2312"/>
                <a:cs typeface="楷体_GB2312"/>
              </a:defRPr>
            </a:lvl1pPr>
          </a:lstStyle>
          <a:p>
            <a:pPr>
              <a:defRPr/>
            </a:pPr>
            <a:fld id="{6EABD0CD-29C1-48EE-9BA3-5ED286EE590F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4909364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06375"/>
            <a:ext cx="8229600" cy="857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200150"/>
            <a:ext cx="8229600" cy="3394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1017860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4684713"/>
            <a:ext cx="2133600" cy="3571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400">
                <a:latin typeface="Arial" panose="020B0604020202020204" pitchFamily="34" charset="0"/>
                <a:ea typeface="宋体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017861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4684713"/>
            <a:ext cx="2895600" cy="3571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>
                <a:latin typeface="Arial" panose="020B0604020202020204" pitchFamily="34" charset="0"/>
                <a:ea typeface="宋体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017862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676456" y="4854128"/>
            <a:ext cx="432048" cy="2379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0DCB63F5-78F4-4695-9C65-13E6FBA11341}" type="slidenum">
              <a:rPr lang="zh-CN" altLang="en-US" smtClean="0"/>
              <a:pPr>
                <a:defRPr/>
              </a:pPr>
              <a:t>‹#›</a:t>
            </a:fld>
            <a:endParaRPr lang="en-US" altLang="zh-CN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9121" r:id="rId1"/>
    <p:sldLayoutId id="2147489122" r:id="rId2"/>
    <p:sldLayoutId id="2147489123" r:id="rId3"/>
    <p:sldLayoutId id="2147489124" r:id="rId4"/>
    <p:sldLayoutId id="2147489125" r:id="rId5"/>
    <p:sldLayoutId id="2147489126" r:id="rId6"/>
    <p:sldLayoutId id="2147489127" r:id="rId7"/>
    <p:sldLayoutId id="2147489128" r:id="rId8"/>
    <p:sldLayoutId id="2147489129" r:id="rId9"/>
    <p:sldLayoutId id="2147489130" r:id="rId10"/>
    <p:sldLayoutId id="2147489131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宋体" panose="02010600030101010101" pitchFamily="2" charset="-122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panose="02010600030101010101" pitchFamily="2" charset="-122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panose="02010600030101010101" pitchFamily="2" charset="-122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panose="02010600030101010101" pitchFamily="2" charset="-122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panose="02010600030101010101" pitchFamily="2" charset="-122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pitchFamily="2" charset="-122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pitchFamily="2" charset="-122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pitchFamily="2" charset="-122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  <a:ea typeface="宋体" panose="02010600030101010101" pitchFamily="2" charset="-122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ea typeface="宋体" panose="02010600030101010101" pitchFamily="2" charset="-122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ea typeface="宋体" panose="02010600030101010101" pitchFamily="2" charset="-122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宋体" panose="02010600030101010101" pitchFamily="2" charset="-122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Placeholder 1"/>
          <p:cNvSpPr>
            <a:spLocks noGrp="1"/>
          </p:cNvSpPr>
          <p:nvPr>
            <p:ph type="title"/>
          </p:nvPr>
        </p:nvSpPr>
        <p:spPr bwMode="auto">
          <a:xfrm>
            <a:off x="900113" y="268288"/>
            <a:ext cx="7786687" cy="358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64138" y="4687888"/>
            <a:ext cx="3786187" cy="27305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000">
                <a:solidFill>
                  <a:srgbClr val="073E87"/>
                </a:solidFill>
                <a:latin typeface="Tahoma" pitchFamily="34" charset="0"/>
                <a:ea typeface="宋体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3675" y="4687888"/>
            <a:ext cx="3786188" cy="27305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000">
                <a:solidFill>
                  <a:srgbClr val="073E87"/>
                </a:solidFill>
                <a:latin typeface="Tahoma" pitchFamily="34" charset="0"/>
                <a:ea typeface="宋体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990975" y="4687888"/>
            <a:ext cx="1162050" cy="27305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000">
                <a:solidFill>
                  <a:srgbClr val="073E87"/>
                </a:solidFill>
              </a:defRPr>
            </a:lvl1pPr>
          </a:lstStyle>
          <a:p>
            <a:pPr>
              <a:defRPr/>
            </a:pPr>
            <a:fld id="{8BC1863F-552F-4504-B7BB-D01B93362E85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  <p:sp>
        <p:nvSpPr>
          <p:cNvPr id="205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228600" y="1368425"/>
            <a:ext cx="5927725" cy="322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C131B67-7E09-43A5-AD65-E0872A8C05F7}"/>
              </a:ext>
            </a:extLst>
          </p:cNvPr>
          <p:cNvSpPr txBox="1">
            <a:spLocks/>
          </p:cNvSpPr>
          <p:nvPr userDrawn="1"/>
        </p:nvSpPr>
        <p:spPr>
          <a:xfrm>
            <a:off x="8739614" y="4890849"/>
            <a:ext cx="417885" cy="18256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b="1" kern="1200">
                <a:solidFill>
                  <a:schemeClr val="tx1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>
              <a:defRPr/>
            </a:pPr>
            <a:fld id="{AC3FBB18-CB6A-4E79-81DC-4FE9061E58BA}" type="slidenum">
              <a:rPr lang="zh-CN" altLang="en-US" sz="14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pPr>
                <a:defRPr/>
              </a:pPr>
              <a:t>‹#›</a:t>
            </a:fld>
            <a:endParaRPr lang="en-US" altLang="zh-CN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9132" r:id="rId1"/>
    <p:sldLayoutId id="2147489133" r:id="rId2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kern="1200">
          <a:solidFill>
            <a:srgbClr val="FFFFFF"/>
          </a:solidFill>
          <a:latin typeface="+mj-lt"/>
          <a:ea typeface="黑体" panose="02010609060101010101" pitchFamily="49" charset="-122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73050" indent="-27305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400" kern="1200">
          <a:solidFill>
            <a:schemeClr val="tx2"/>
          </a:solidFill>
          <a:latin typeface="+mn-lt"/>
          <a:ea typeface="+mn-ea"/>
          <a:cs typeface="+mn-cs"/>
        </a:defRPr>
      </a:lvl1pPr>
      <a:lvl2pPr marL="576263" indent="-27305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200" kern="1200">
          <a:solidFill>
            <a:schemeClr val="tx2"/>
          </a:solidFill>
          <a:latin typeface="+mn-lt"/>
          <a:ea typeface="+mn-ea"/>
          <a:cs typeface="+mn-cs"/>
        </a:defRPr>
      </a:lvl2pPr>
      <a:lvl3pPr marL="855663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000" kern="1200">
          <a:solidFill>
            <a:schemeClr val="tx2"/>
          </a:solidFill>
          <a:latin typeface="+mn-lt"/>
          <a:ea typeface="+mn-ea"/>
          <a:cs typeface="+mn-cs"/>
        </a:defRPr>
      </a:lvl4pPr>
      <a:lvl5pPr marL="1462088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1783080" indent="-228600" algn="l" defTabSz="914400" rtl="0" eaLnBrk="1" latinLnBrk="0" hangingPunct="1">
        <a:spcBef>
          <a:spcPts val="384"/>
        </a:spcBef>
        <a:buClr>
          <a:schemeClr val="accent1"/>
        </a:buClr>
        <a:buFont typeface="Symbol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2103120" indent="-228600" algn="l" defTabSz="914400" rtl="0" eaLnBrk="1" latinLnBrk="0" hangingPunct="1">
        <a:spcBef>
          <a:spcPts val="384"/>
        </a:spcBef>
        <a:buClr>
          <a:schemeClr val="accent1"/>
        </a:buClr>
        <a:buFont typeface="Symbol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2423160" indent="-228600" algn="l" defTabSz="914400" rtl="0" eaLnBrk="1" latinLnBrk="0" hangingPunct="1">
        <a:spcBef>
          <a:spcPts val="384"/>
        </a:spcBef>
        <a:buClr>
          <a:schemeClr val="accent1"/>
        </a:buClr>
        <a:buFont typeface="Symbol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2743200" indent="-228600" algn="l" defTabSz="914400" rtl="0" eaLnBrk="1" latinLnBrk="0" hangingPunct="1">
        <a:spcBef>
          <a:spcPts val="384"/>
        </a:spcBef>
        <a:buClr>
          <a:schemeClr val="accent1"/>
        </a:buClr>
        <a:buFont typeface="Symbol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Title Placeholder 1"/>
          <p:cNvSpPr>
            <a:spLocks noGrp="1"/>
          </p:cNvSpPr>
          <p:nvPr>
            <p:ph type="title"/>
          </p:nvPr>
        </p:nvSpPr>
        <p:spPr bwMode="auto">
          <a:xfrm>
            <a:off x="900113" y="268288"/>
            <a:ext cx="7786687" cy="358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64138" y="4687888"/>
            <a:ext cx="3786187" cy="27305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000">
                <a:solidFill>
                  <a:srgbClr val="073E87"/>
                </a:solidFill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3675" y="4687888"/>
            <a:ext cx="3786188" cy="27305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000">
                <a:solidFill>
                  <a:srgbClr val="073E87"/>
                </a:solidFill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990975" y="4687888"/>
            <a:ext cx="1162050" cy="27305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000">
                <a:solidFill>
                  <a:srgbClr val="073E87"/>
                </a:solidFill>
              </a:defRPr>
            </a:lvl1pPr>
          </a:lstStyle>
          <a:p>
            <a:pPr>
              <a:defRPr/>
            </a:pPr>
            <a:fld id="{3A335154-EA51-4E0E-8F8E-99D74BEE0991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  <p:sp>
        <p:nvSpPr>
          <p:cNvPr id="307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228600" y="1368425"/>
            <a:ext cx="5927725" cy="322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9A58DD44-E183-407B-86C1-74ECE8348A7E}"/>
              </a:ext>
            </a:extLst>
          </p:cNvPr>
          <p:cNvSpPr txBox="1">
            <a:spLocks/>
          </p:cNvSpPr>
          <p:nvPr userDrawn="1"/>
        </p:nvSpPr>
        <p:spPr>
          <a:xfrm>
            <a:off x="8739614" y="4890849"/>
            <a:ext cx="417885" cy="18256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b="1" kern="1200">
                <a:solidFill>
                  <a:schemeClr val="tx1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>
              <a:defRPr/>
            </a:pPr>
            <a:fld id="{AC3FBB18-CB6A-4E79-81DC-4FE9061E58BA}" type="slidenum">
              <a:rPr lang="zh-CN" altLang="en-US" sz="14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pPr>
                <a:defRPr/>
              </a:pPr>
              <a:t>‹#›</a:t>
            </a:fld>
            <a:endParaRPr lang="en-US" altLang="zh-CN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9134" r:id="rId1"/>
    <p:sldLayoutId id="2147489135" r:id="rId2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kern="1200">
          <a:solidFill>
            <a:srgbClr val="FFFFFF"/>
          </a:solidFill>
          <a:latin typeface="+mj-lt"/>
          <a:ea typeface="黑体" panose="02010609060101010101" pitchFamily="49" charset="-122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FFFFFF"/>
          </a:solidFill>
          <a:latin typeface="Candara" panose="020E0502030303020204" pitchFamily="34" charset="0"/>
          <a:ea typeface="黑体" panose="02010609060101010101" pitchFamily="49" charset="-122"/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73050" indent="-27305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400" kern="1200">
          <a:solidFill>
            <a:schemeClr val="tx2"/>
          </a:solidFill>
          <a:latin typeface="+mn-lt"/>
          <a:ea typeface="+mn-ea"/>
          <a:cs typeface="+mn-cs"/>
        </a:defRPr>
      </a:lvl1pPr>
      <a:lvl2pPr marL="576263" indent="-27305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200" kern="1200">
          <a:solidFill>
            <a:schemeClr val="tx2"/>
          </a:solidFill>
          <a:latin typeface="+mn-lt"/>
          <a:ea typeface="+mn-ea"/>
          <a:cs typeface="+mn-cs"/>
        </a:defRPr>
      </a:lvl2pPr>
      <a:lvl3pPr marL="855663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2000" kern="1200">
          <a:solidFill>
            <a:schemeClr val="tx2"/>
          </a:solidFill>
          <a:latin typeface="+mn-lt"/>
          <a:ea typeface="+mn-ea"/>
          <a:cs typeface="+mn-cs"/>
        </a:defRPr>
      </a:lvl4pPr>
      <a:lvl5pPr marL="1462088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100000"/>
        <a:buFont typeface="Symbol" panose="05050102010706020507" pitchFamily="18" charset="2"/>
        <a:buChar char=""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1783080" indent="-228600" algn="l" defTabSz="914400" rtl="0" eaLnBrk="1" latinLnBrk="0" hangingPunct="1">
        <a:spcBef>
          <a:spcPts val="384"/>
        </a:spcBef>
        <a:buClr>
          <a:schemeClr val="accent1"/>
        </a:buClr>
        <a:buFont typeface="Symbol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2103120" indent="-228600" algn="l" defTabSz="914400" rtl="0" eaLnBrk="1" latinLnBrk="0" hangingPunct="1">
        <a:spcBef>
          <a:spcPts val="384"/>
        </a:spcBef>
        <a:buClr>
          <a:schemeClr val="accent1"/>
        </a:buClr>
        <a:buFont typeface="Symbol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2423160" indent="-228600" algn="l" defTabSz="914400" rtl="0" eaLnBrk="1" latinLnBrk="0" hangingPunct="1">
        <a:spcBef>
          <a:spcPts val="384"/>
        </a:spcBef>
        <a:buClr>
          <a:schemeClr val="accent1"/>
        </a:buClr>
        <a:buFont typeface="Symbol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2743200" indent="-228600" algn="l" defTabSz="914400" rtl="0" eaLnBrk="1" latinLnBrk="0" hangingPunct="1">
        <a:spcBef>
          <a:spcPts val="384"/>
        </a:spcBef>
        <a:buClr>
          <a:schemeClr val="accent1"/>
        </a:buClr>
        <a:buFont typeface="Symbol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7" Type="http://schemas.openxmlformats.org/officeDocument/2006/relationships/image" Target="../media/image8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70.png"/><Relationship Id="rId5" Type="http://schemas.openxmlformats.org/officeDocument/2006/relationships/image" Target="../media/image60.png"/><Relationship Id="rId4" Type="http://schemas.openxmlformats.org/officeDocument/2006/relationships/image" Target="../media/image5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3"/>
          <p:cNvSpPr>
            <a:spLocks noGrp="1" noChangeArrowheads="1"/>
          </p:cNvSpPr>
          <p:nvPr>
            <p:ph idx="1"/>
          </p:nvPr>
        </p:nvSpPr>
        <p:spPr>
          <a:xfrm>
            <a:off x="4357688" y="1263650"/>
            <a:ext cx="5927725" cy="3522663"/>
          </a:xfrm>
        </p:spPr>
        <p:txBody>
          <a:bodyPr anchor="ctr"/>
          <a:lstStyle/>
          <a:p>
            <a:pPr eaLnBrk="1" hangingPunct="1">
              <a:lnSpc>
                <a:spcPts val="4500"/>
              </a:lnSpc>
              <a:buFont typeface="Symbol" panose="05050102010706020507" pitchFamily="18" charset="2"/>
              <a:buNone/>
              <a:defRPr/>
            </a:pPr>
            <a:r>
              <a:rPr lang="en-US" altLang="zh-CN" sz="2800" dirty="0">
                <a:solidFill>
                  <a:schemeClr val="bg1">
                    <a:lumMod val="50000"/>
                  </a:schemeClr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4.1 </a:t>
            </a:r>
            <a:r>
              <a:rPr lang="zh-CN" altLang="en-US" sz="2800" dirty="0">
                <a:solidFill>
                  <a:schemeClr val="bg1">
                    <a:lumMod val="50000"/>
                  </a:schemeClr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自顶向下的分析</a:t>
            </a:r>
          </a:p>
          <a:p>
            <a:pPr eaLnBrk="1" hangingPunct="1">
              <a:lnSpc>
                <a:spcPts val="4500"/>
              </a:lnSpc>
              <a:buFont typeface="Symbol" panose="05050102010706020507" pitchFamily="18" charset="2"/>
              <a:buNone/>
              <a:defRPr/>
            </a:pPr>
            <a:r>
              <a:rPr lang="en-US" altLang="zh-CN" sz="2800" dirty="0">
                <a:solidFill>
                  <a:schemeClr val="bg1">
                    <a:lumMod val="50000"/>
                  </a:schemeClr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4.2 </a:t>
            </a:r>
            <a:r>
              <a:rPr lang="zh-CN" altLang="en-US" sz="2800" dirty="0">
                <a:solidFill>
                  <a:schemeClr val="bg1">
                    <a:lumMod val="50000"/>
                  </a:schemeClr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预测分析法</a:t>
            </a:r>
            <a:endParaRPr lang="en-US" altLang="zh-CN" sz="2800" dirty="0">
              <a:solidFill>
                <a:schemeClr val="bg1">
                  <a:lumMod val="50000"/>
                </a:schemeClr>
              </a:solidFill>
              <a:latin typeface="微软雅黑" pitchFamily="34" charset="-122"/>
              <a:ea typeface="微软雅黑" pitchFamily="34" charset="-122"/>
              <a:cs typeface="Times New Roman" pitchFamily="18" charset="0"/>
            </a:endParaRPr>
          </a:p>
          <a:p>
            <a:pPr eaLnBrk="1" hangingPunct="1">
              <a:lnSpc>
                <a:spcPts val="4500"/>
              </a:lnSpc>
              <a:buFont typeface="Symbol" panose="05050102010706020507" pitchFamily="18" charset="2"/>
              <a:buNone/>
              <a:defRPr/>
            </a:pPr>
            <a:r>
              <a:rPr lang="en-US" altLang="zh-CN" sz="28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4.3 </a:t>
            </a:r>
            <a:r>
              <a:rPr lang="zh-CN" altLang="en-US" sz="28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自底向上的分析</a:t>
            </a:r>
          </a:p>
          <a:p>
            <a:pPr eaLnBrk="1" hangingPunct="1">
              <a:lnSpc>
                <a:spcPts val="4500"/>
              </a:lnSpc>
              <a:buFont typeface="Symbol" panose="05050102010706020507" pitchFamily="18" charset="2"/>
              <a:buNone/>
              <a:defRPr/>
            </a:pPr>
            <a:r>
              <a:rPr lang="en-US" altLang="zh-CN" sz="2800" dirty="0">
                <a:solidFill>
                  <a:schemeClr val="bg1">
                    <a:lumMod val="50000"/>
                  </a:schemeClr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4.4 LR</a:t>
            </a:r>
            <a:r>
              <a:rPr lang="zh-CN" altLang="en-US" sz="2800" dirty="0">
                <a:solidFill>
                  <a:schemeClr val="bg1">
                    <a:lumMod val="50000"/>
                  </a:schemeClr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分析法</a:t>
            </a:r>
          </a:p>
          <a:p>
            <a:pPr eaLnBrk="1" hangingPunct="1">
              <a:lnSpc>
                <a:spcPts val="4500"/>
              </a:lnSpc>
              <a:buFont typeface="Symbol" panose="05050102010706020507" pitchFamily="18" charset="2"/>
              <a:buNone/>
              <a:defRPr/>
            </a:pPr>
            <a:r>
              <a:rPr lang="en-US" altLang="zh-CN" sz="2800" dirty="0">
                <a:solidFill>
                  <a:schemeClr val="bg1">
                    <a:lumMod val="50000"/>
                  </a:schemeClr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4.5 </a:t>
            </a:r>
            <a:r>
              <a:rPr lang="zh-CN" altLang="en-US" sz="2800" dirty="0">
                <a:solidFill>
                  <a:schemeClr val="bg1">
                    <a:lumMod val="50000"/>
                  </a:schemeClr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语法分析器自动生成工具</a:t>
            </a:r>
          </a:p>
        </p:txBody>
      </p:sp>
      <p:pic>
        <p:nvPicPr>
          <p:cNvPr id="10243" name="Picture 7" descr="E:\工大编译\ppt\制作\0330e9c554c768200000158fc50d53d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538" r="21837"/>
          <a:stretch>
            <a:fillRect/>
          </a:stretch>
        </p:blipFill>
        <p:spPr bwMode="auto">
          <a:xfrm>
            <a:off x="-6350" y="0"/>
            <a:ext cx="4295775" cy="5143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矩形 10"/>
          <p:cNvSpPr/>
          <p:nvPr/>
        </p:nvSpPr>
        <p:spPr>
          <a:xfrm>
            <a:off x="4143375" y="357188"/>
            <a:ext cx="1928813" cy="78581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870" tIns="51435" rIns="102870" bIns="5143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4000" b="1" spc="600" dirty="0">
                <a:solidFill>
                  <a:prstClr val="white"/>
                </a:solidFill>
                <a:latin typeface="微软雅黑" pitchFamily="34" charset="-122"/>
                <a:ea typeface="微软雅黑" pitchFamily="34" charset="-122"/>
              </a:rPr>
              <a:t>提纲</a:t>
            </a:r>
            <a:endParaRPr lang="zh-CN" altLang="en-US" sz="1600" dirty="0">
              <a:solidFill>
                <a:prstClr val="black">
                  <a:lumMod val="85000"/>
                  <a:lumOff val="15000"/>
                </a:prstClr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99"/>
    </mc:Choice>
    <mc:Fallback xmlns=""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3" name="Rectangle 3"/>
          <p:cNvSpPr>
            <a:spLocks noGrp="1" noChangeArrowheads="1"/>
          </p:cNvSpPr>
          <p:nvPr>
            <p:ph idx="1"/>
          </p:nvPr>
        </p:nvSpPr>
        <p:spPr>
          <a:xfrm>
            <a:off x="611560" y="917574"/>
            <a:ext cx="7931150" cy="3814415"/>
          </a:xfrm>
        </p:spPr>
        <p:txBody>
          <a:bodyPr/>
          <a:lstStyle/>
          <a:p>
            <a:pPr eaLnBrk="1" hangingPunct="1">
              <a:buClrTx/>
              <a:buFont typeface="Wingdings" panose="05000000000000000000" pitchFamily="2" charset="2"/>
              <a:buChar char="Ø"/>
            </a:pPr>
            <a:r>
              <a:rPr lang="zh-CN" altLang="en-US" sz="2800" b="1" dirty="0">
                <a:latin typeface="华文楷体" panose="02010600040101010101" pitchFamily="2" charset="-122"/>
              </a:rPr>
              <a:t>任务</a:t>
            </a:r>
            <a:r>
              <a:rPr lang="zh-CN" altLang="en-US" b="1" dirty="0">
                <a:latin typeface="华文楷体" panose="02010600040101010101" pitchFamily="2" charset="-122"/>
              </a:rPr>
              <a:t>：</a:t>
            </a:r>
            <a:r>
              <a:rPr lang="zh-CN" altLang="en-US" b="1" dirty="0">
                <a:solidFill>
                  <a:schemeClr val="tx1"/>
                </a:solidFill>
                <a:latin typeface="华文楷体" panose="02010600040101010101" pitchFamily="2" charset="-122"/>
              </a:rPr>
              <a:t>从分析树的</a:t>
            </a:r>
            <a:r>
              <a:rPr lang="zh-CN" altLang="en-US" b="1" dirty="0">
                <a:solidFill>
                  <a:srgbClr val="2D83F4"/>
                </a:solidFill>
                <a:latin typeface="华文楷体" panose="02010600040101010101" pitchFamily="2" charset="-122"/>
              </a:rPr>
              <a:t>底部</a:t>
            </a:r>
            <a:r>
              <a:rPr lang="en-US" altLang="zh-CN" b="1" dirty="0">
                <a:solidFill>
                  <a:schemeClr val="tx1"/>
                </a:solidFill>
                <a:latin typeface="华文楷体" panose="02010600040101010101" pitchFamily="2" charset="-122"/>
              </a:rPr>
              <a:t>(</a:t>
            </a:r>
            <a:r>
              <a:rPr lang="zh-CN" altLang="en-US" b="1" dirty="0">
                <a:solidFill>
                  <a:schemeClr val="tx1"/>
                </a:solidFill>
                <a:latin typeface="华文楷体" panose="02010600040101010101" pitchFamily="2" charset="-122"/>
              </a:rPr>
              <a:t>叶节点</a:t>
            </a:r>
            <a:r>
              <a:rPr lang="en-US" altLang="zh-CN" b="1" dirty="0">
                <a:solidFill>
                  <a:schemeClr val="tx1"/>
                </a:solidFill>
                <a:latin typeface="华文楷体" panose="02010600040101010101" pitchFamily="2" charset="-122"/>
              </a:rPr>
              <a:t>)</a:t>
            </a:r>
            <a:r>
              <a:rPr lang="zh-CN" altLang="en-US" b="1" dirty="0">
                <a:solidFill>
                  <a:schemeClr val="tx1"/>
                </a:solidFill>
                <a:latin typeface="华文楷体" panose="02010600040101010101" pitchFamily="2" charset="-122"/>
              </a:rPr>
              <a:t>向</a:t>
            </a:r>
            <a:r>
              <a:rPr lang="zh-CN" altLang="en-US" b="1" dirty="0">
                <a:solidFill>
                  <a:srgbClr val="2D83F4"/>
                </a:solidFill>
                <a:latin typeface="华文楷体" panose="02010600040101010101" pitchFamily="2" charset="-122"/>
              </a:rPr>
              <a:t>顶部</a:t>
            </a:r>
            <a:r>
              <a:rPr lang="en-US" altLang="zh-CN" b="1" dirty="0">
                <a:solidFill>
                  <a:schemeClr val="tx1"/>
                </a:solidFill>
                <a:latin typeface="华文楷体" panose="02010600040101010101" pitchFamily="2" charset="-122"/>
              </a:rPr>
              <a:t>(</a:t>
            </a:r>
            <a:r>
              <a:rPr lang="zh-CN" altLang="en-US" b="1" dirty="0">
                <a:solidFill>
                  <a:schemeClr val="tx1"/>
                </a:solidFill>
                <a:latin typeface="华文楷体" panose="02010600040101010101" pitchFamily="2" charset="-122"/>
              </a:rPr>
              <a:t>根节点</a:t>
            </a:r>
            <a:r>
              <a:rPr lang="en-US" altLang="zh-CN" b="1" dirty="0">
                <a:solidFill>
                  <a:schemeClr val="tx1"/>
                </a:solidFill>
                <a:latin typeface="华文楷体" panose="02010600040101010101" pitchFamily="2" charset="-122"/>
              </a:rPr>
              <a:t>)</a:t>
            </a:r>
            <a:r>
              <a:rPr lang="zh-CN" altLang="en-US" b="1" dirty="0">
                <a:solidFill>
                  <a:schemeClr val="tx1"/>
                </a:solidFill>
                <a:latin typeface="华文楷体" panose="02010600040101010101" pitchFamily="2" charset="-122"/>
              </a:rPr>
              <a:t>方向构造分析树，可以看成是</a:t>
            </a:r>
            <a:r>
              <a:rPr lang="zh-CN" altLang="en-US" b="1" dirty="0">
                <a:solidFill>
                  <a:srgbClr val="2D83F4"/>
                </a:solidFill>
                <a:latin typeface="华文楷体" panose="02010600040101010101" pitchFamily="2" charset="-122"/>
              </a:rPr>
              <a:t>将输入串</a:t>
            </a:r>
            <a:r>
              <a:rPr lang="en-US" altLang="zh-CN" b="1" i="1" dirty="0">
                <a:solidFill>
                  <a:srgbClr val="2D83F4"/>
                </a:solidFill>
                <a:cs typeface="Times New Roman" panose="02020603050405020304" pitchFamily="18" charset="0"/>
              </a:rPr>
              <a:t>w</a:t>
            </a:r>
            <a:r>
              <a:rPr lang="zh-CN" altLang="en-US" b="1" dirty="0">
                <a:solidFill>
                  <a:srgbClr val="2D83F4"/>
                </a:solidFill>
                <a:latin typeface="华文楷体" panose="02010600040101010101" pitchFamily="2" charset="-122"/>
              </a:rPr>
              <a:t>归约为文法开始符号</a:t>
            </a:r>
            <a:r>
              <a:rPr lang="en-US" altLang="zh-CN" b="1" i="1" dirty="0">
                <a:solidFill>
                  <a:srgbClr val="2D83F4"/>
                </a:solidFill>
              </a:rPr>
              <a:t>S</a:t>
            </a:r>
            <a:r>
              <a:rPr lang="zh-CN" altLang="en-US" b="1" dirty="0">
                <a:solidFill>
                  <a:schemeClr val="tx1"/>
                </a:solidFill>
                <a:latin typeface="华文楷体" panose="02010600040101010101" pitchFamily="2" charset="-122"/>
              </a:rPr>
              <a:t>的过程。</a:t>
            </a:r>
          </a:p>
          <a:p>
            <a:pPr marL="0" indent="0" eaLnBrk="1" hangingPunct="1">
              <a:lnSpc>
                <a:spcPct val="120000"/>
              </a:lnSpc>
            </a:pPr>
            <a:r>
              <a:rPr lang="zh-CN" altLang="en-US" sz="2800" dirty="0">
                <a:latin typeface="楷体_GB2312" panose="02010609030101010101" pitchFamily="49" charset="-122"/>
              </a:rPr>
              <a:t>核心思想</a:t>
            </a:r>
            <a:r>
              <a:rPr lang="zh-CN" altLang="en-US" sz="2000" dirty="0">
                <a:latin typeface="楷体_GB2312" panose="02010609030101010101" pitchFamily="49" charset="-122"/>
              </a:rPr>
              <a:t>：</a:t>
            </a:r>
            <a:r>
              <a:rPr lang="zh-CN" altLang="en-US" dirty="0">
                <a:latin typeface="楷体_GB2312" panose="02010609030101010101" pitchFamily="49" charset="-122"/>
              </a:rPr>
              <a:t>从左到右扫描输入串，反复选择产生式进行</a:t>
            </a:r>
            <a:r>
              <a:rPr lang="zh-CN" altLang="en-US" dirty="0">
                <a:solidFill>
                  <a:srgbClr val="FF0000"/>
                </a:solidFill>
                <a:latin typeface="楷体_GB2312" panose="02010609030101010101" pitchFamily="49" charset="-122"/>
              </a:rPr>
              <a:t>最左归约</a:t>
            </a:r>
            <a:r>
              <a:rPr lang="zh-CN" altLang="en-US" dirty="0">
                <a:latin typeface="楷体_GB2312" panose="02010609030101010101" pitchFamily="49" charset="-122"/>
              </a:rPr>
              <a:t>（</a:t>
            </a:r>
            <a:r>
              <a:rPr lang="zh-CN" altLang="en-US" dirty="0">
                <a:solidFill>
                  <a:srgbClr val="0070C0"/>
                </a:solidFill>
                <a:latin typeface="楷体_GB2312" panose="02010609030101010101" pitchFamily="49" charset="-122"/>
              </a:rPr>
              <a:t>反向构建最右推导</a:t>
            </a:r>
            <a:r>
              <a:rPr lang="zh-CN" altLang="en-US" dirty="0">
                <a:latin typeface="楷体_GB2312" panose="02010609030101010101" pitchFamily="49" charset="-122"/>
              </a:rPr>
              <a:t>），如果最后能</a:t>
            </a:r>
            <a:r>
              <a:rPr lang="zh-CN" altLang="en-US" dirty="0">
                <a:solidFill>
                  <a:srgbClr val="0070C0"/>
                </a:solidFill>
                <a:latin typeface="楷体_GB2312" panose="02010609030101010101" pitchFamily="49" charset="-122"/>
              </a:rPr>
              <a:t>归约出</a:t>
            </a:r>
            <a:r>
              <a:rPr lang="zh-CN" altLang="en-US" dirty="0">
                <a:latin typeface="楷体_GB2312" panose="02010609030101010101" pitchFamily="49" charset="-122"/>
              </a:rPr>
              <a:t>文法的</a:t>
            </a:r>
            <a:r>
              <a:rPr lang="zh-CN" altLang="en-US" dirty="0">
                <a:solidFill>
                  <a:srgbClr val="0070C0"/>
                </a:solidFill>
                <a:latin typeface="楷体_GB2312" panose="02010609030101010101" pitchFamily="49" charset="-122"/>
              </a:rPr>
              <a:t>开始符号</a:t>
            </a:r>
            <a:r>
              <a:rPr lang="zh-CN" altLang="en-US" dirty="0">
                <a:latin typeface="楷体_GB2312" panose="02010609030101010101" pitchFamily="49" charset="-122"/>
              </a:rPr>
              <a:t>，则输入串是</a:t>
            </a:r>
            <a:r>
              <a:rPr lang="zh-CN" altLang="en-US" dirty="0">
                <a:solidFill>
                  <a:srgbClr val="0070C0"/>
                </a:solidFill>
                <a:latin typeface="楷体_GB2312" panose="02010609030101010101" pitchFamily="49" charset="-122"/>
              </a:rPr>
              <a:t>合法</a:t>
            </a:r>
            <a:r>
              <a:rPr lang="zh-CN" altLang="en-US" dirty="0">
                <a:latin typeface="楷体_GB2312" panose="02010609030101010101" pitchFamily="49" charset="-122"/>
              </a:rPr>
              <a:t>的句子，否则有语法错误。</a:t>
            </a:r>
            <a:endParaRPr lang="en-US" altLang="zh-CN" sz="2700" b="1" dirty="0">
              <a:latin typeface="楷体_GB2312" panose="02010609030101010101" pitchFamily="49" charset="-122"/>
            </a:endParaRPr>
          </a:p>
        </p:txBody>
      </p:sp>
      <p:sp>
        <p:nvSpPr>
          <p:cNvPr id="11267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en-US" altLang="zh-CN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4.3 </a:t>
            </a:r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自底向上的语法分析</a:t>
            </a:r>
          </a:p>
        </p:txBody>
      </p:sp>
    </p:spTree>
    <p:extLst>
      <p:ext uri="{BB962C8B-B14F-4D97-AF65-F5344CB8AC3E}">
        <p14:creationId xmlns:p14="http://schemas.microsoft.com/office/powerpoint/2010/main" val="67510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665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665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56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7" name="Rectangle 3"/>
          <p:cNvSpPr>
            <a:spLocks noGrp="1" noChangeArrowheads="1"/>
          </p:cNvSpPr>
          <p:nvPr>
            <p:ph idx="1"/>
          </p:nvPr>
        </p:nvSpPr>
        <p:spPr>
          <a:xfrm>
            <a:off x="758583" y="892488"/>
            <a:ext cx="7557833" cy="3413891"/>
          </a:xfrm>
        </p:spPr>
        <p:txBody>
          <a:bodyPr/>
          <a:lstStyle/>
          <a:p>
            <a:pPr eaLnBrk="1" hangingPunct="1"/>
            <a:r>
              <a:rPr lang="zh-CN" altLang="en-US" sz="2800" b="1" dirty="0">
                <a:latin typeface="Times New Roman" panose="02020603050405020304" pitchFamily="18" charset="0"/>
              </a:rPr>
              <a:t>设文法</a:t>
            </a:r>
            <a:r>
              <a:rPr lang="en-US" altLang="zh-CN" sz="2800" b="1" dirty="0">
                <a:latin typeface="Times New Roman" panose="02020603050405020304" pitchFamily="18" charset="0"/>
              </a:rPr>
              <a:t>G</a:t>
            </a:r>
            <a:r>
              <a:rPr lang="zh-CN" altLang="en-US" sz="2800" b="1" dirty="0">
                <a:latin typeface="Times New Roman" panose="02020603050405020304" pitchFamily="18" charset="0"/>
              </a:rPr>
              <a:t>为：</a:t>
            </a:r>
            <a:r>
              <a:rPr lang="en-US" altLang="zh-CN" sz="2800" b="1" i="1" dirty="0" err="1">
                <a:latin typeface="Times New Roman" panose="02020603050405020304" pitchFamily="18" charset="0"/>
              </a:rPr>
              <a:t>S→aABe</a:t>
            </a:r>
            <a:r>
              <a:rPr lang="en-US" altLang="zh-CN" sz="2800" b="1" i="1" dirty="0">
                <a:latin typeface="Times New Roman" panose="02020603050405020304" pitchFamily="18" charset="0"/>
              </a:rPr>
              <a:t>    </a:t>
            </a:r>
            <a:r>
              <a:rPr lang="en-US" altLang="zh-CN" sz="2800" b="1" i="1" dirty="0" err="1">
                <a:latin typeface="Times New Roman" panose="02020603050405020304" pitchFamily="18" charset="0"/>
              </a:rPr>
              <a:t>A→Ab|b</a:t>
            </a:r>
            <a:r>
              <a:rPr lang="en-US" altLang="zh-CN" sz="2800" b="1" i="1" dirty="0">
                <a:latin typeface="Times New Roman" panose="02020603050405020304" pitchFamily="18" charset="0"/>
              </a:rPr>
              <a:t>    </a:t>
            </a:r>
            <a:r>
              <a:rPr lang="en-US" altLang="zh-CN" sz="2800" b="1" i="1" dirty="0" err="1">
                <a:latin typeface="Times New Roman" panose="02020603050405020304" pitchFamily="18" charset="0"/>
              </a:rPr>
              <a:t>B→d</a:t>
            </a:r>
            <a:endParaRPr lang="en-US" altLang="zh-CN" sz="2800" b="1" i="1" dirty="0">
              <a:latin typeface="Times New Roman" panose="02020603050405020304" pitchFamily="18" charset="0"/>
            </a:endParaRPr>
          </a:p>
        </p:txBody>
      </p:sp>
      <p:sp>
        <p:nvSpPr>
          <p:cNvPr id="7172" name="Rectangle 2"/>
          <p:cNvSpPr>
            <a:spLocks noGrp="1" noChangeArrowheads="1"/>
          </p:cNvSpPr>
          <p:nvPr>
            <p:ph type="title"/>
          </p:nvPr>
        </p:nvSpPr>
        <p:spPr/>
        <p:txBody>
          <a:bodyPr anchor="ctr"/>
          <a:lstStyle/>
          <a:p>
            <a:pPr eaLnBrk="1" hangingPunct="1"/>
            <a:r>
              <a:rPr lang="zh-CN" altLang="en-US" dirty="0">
                <a:latin typeface="Times New Roman" panose="02020603050405020304" pitchFamily="18" charset="0"/>
              </a:rPr>
              <a:t>目标：构建</a:t>
            </a:r>
            <a:r>
              <a:rPr lang="zh-CN" altLang="en-US" sz="3000" dirty="0">
                <a:latin typeface="Times New Roman" panose="02020603050405020304" pitchFamily="18" charset="0"/>
              </a:rPr>
              <a:t>最左归约过程</a:t>
            </a:r>
            <a:r>
              <a:rPr lang="en-US" altLang="zh-CN" dirty="0">
                <a:latin typeface="Times New Roman" panose="02020603050405020304" pitchFamily="18" charset="0"/>
              </a:rPr>
              <a:t> </a:t>
            </a:r>
            <a:endParaRPr lang="zh-CN" altLang="en-US" sz="3000" dirty="0">
              <a:latin typeface="Times New Roman" panose="02020603050405020304" pitchFamily="18" charset="0"/>
            </a:endParaRPr>
          </a:p>
        </p:txBody>
      </p:sp>
      <p:sp>
        <p:nvSpPr>
          <p:cNvPr id="8201" name="Rectangle 4"/>
          <p:cNvSpPr>
            <a:spLocks noChangeArrowheads="1"/>
          </p:cNvSpPr>
          <p:nvPr/>
        </p:nvSpPr>
        <p:spPr bwMode="auto">
          <a:xfrm>
            <a:off x="888730" y="1492323"/>
            <a:ext cx="3011688" cy="4021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69056" tIns="34529" rIns="69056" bIns="34529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  <a:buClr>
                <a:schemeClr val="tx2"/>
              </a:buClr>
              <a:buSzPct val="75000"/>
              <a:buFont typeface="Monotype Sorts" pitchFamily="2" charset="2"/>
              <a:buNone/>
              <a:defRPr/>
            </a:pPr>
            <a:r>
              <a:rPr lang="zh-CN" altLang="en-US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句子分析：  </a:t>
            </a:r>
            <a:r>
              <a:rPr lang="en-US" sz="2400" b="1" i="1" dirty="0" err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abbde</a:t>
            </a:r>
            <a:endParaRPr lang="en-US" sz="2400" b="1" i="1" dirty="0">
              <a:solidFill>
                <a:srgbClr val="0000FF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02" name="Rectangle 4"/>
              <p:cNvSpPr>
                <a:spLocks noChangeArrowheads="1"/>
              </p:cNvSpPr>
              <p:nvPr/>
            </p:nvSpPr>
            <p:spPr bwMode="auto">
              <a:xfrm>
                <a:off x="916905" y="2460780"/>
                <a:ext cx="1543050" cy="50613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lIns="69056" tIns="34529" rIns="69056" bIns="34529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  <a:buClr>
                    <a:schemeClr val="tx2"/>
                  </a:buClr>
                  <a:buSzPct val="75000"/>
                  <a:buFont typeface="Monotype Sorts" pitchFamily="2" charset="2"/>
                  <a:buNone/>
                  <a:defRPr/>
                </a:pPr>
                <a14:m>
                  <m:oMath xmlns:m="http://schemas.openxmlformats.org/officeDocument/2006/math">
                    <m:box>
                      <m:boxPr>
                        <m:ctrlPr>
                          <a:rPr lang="zh-CN" altLang="zh-CN" sz="2400" i="1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box>
                          <m:boxPr>
                            <m:ctrlPr>
                              <a:rPr lang="zh-CN" altLang="zh-CN" sz="2400" i="1">
                                <a:latin typeface="Cambria Math" panose="02040503050406030204" pitchFamily="18" charset="0"/>
                              </a:rPr>
                            </m:ctrlPr>
                          </m:boxPr>
                          <m:e>
                            <m:groupChr>
                              <m:groupChrPr>
                                <m:chr m:val="⇐"/>
                                <m:pos m:val="top"/>
                                <m:ctrlPr>
                                  <a:rPr lang="zh-CN" altLang="zh-CN" sz="2400" i="1">
                                    <a:latin typeface="Cambria Math" panose="02040503050406030204" pitchFamily="18" charset="0"/>
                                  </a:rPr>
                                </m:ctrlPr>
                              </m:groupChrPr>
                              <m:e>
                                <m:r>
                                  <a:rPr lang="en-US" altLang="zh-CN" sz="2400" i="1">
                                    <a:latin typeface="Cambria Math" panose="02040503050406030204" pitchFamily="18" charset="0"/>
                                  </a:rPr>
                                  <m:t>𝑟𝑚</m:t>
                                </m:r>
                              </m:e>
                            </m:groupChr>
                          </m:e>
                        </m:box>
                      </m:e>
                    </m:box>
                  </m:oMath>
                </a14:m>
                <a:r>
                  <a:rPr lang="en-US" sz="2400" b="1" i="1" dirty="0">
                    <a:solidFill>
                      <a:srgbClr val="0000FF"/>
                    </a:solidFill>
                    <a:effectLst>
                      <a:outerShdw blurRad="38100" dist="38100" dir="2700000" algn="tl">
                        <a:srgbClr val="C0C0C0"/>
                      </a:outerShdw>
                    </a:effectLst>
                    <a:latin typeface="Times New Roman" panose="02020603050405020304" pitchFamily="18" charset="0"/>
                    <a:cs typeface="Times New Roman" panose="02020603050405020304" pitchFamily="18" charset="0"/>
                    <a:sym typeface="Symbol" pitchFamily="18" charset="2"/>
                  </a:rPr>
                  <a:t> </a:t>
                </a:r>
                <a:r>
                  <a:rPr lang="en-US" sz="2400" b="1" i="1" dirty="0" err="1">
                    <a:solidFill>
                      <a:srgbClr val="0000FF"/>
                    </a:solidFill>
                    <a:effectLst>
                      <a:outerShdw blurRad="38100" dist="38100" dir="2700000" algn="tl">
                        <a:srgbClr val="C0C0C0"/>
                      </a:outerShdw>
                    </a:effectLs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</a:t>
                </a:r>
                <a:r>
                  <a:rPr lang="en-US" sz="2400" b="1" i="1" u="sng" dirty="0" err="1">
                    <a:solidFill>
                      <a:srgbClr val="FF0000"/>
                    </a:solidFill>
                    <a:effectLst>
                      <a:outerShdw blurRad="38100" dist="38100" dir="2700000" algn="tl">
                        <a:srgbClr val="C0C0C0"/>
                      </a:outerShdw>
                    </a:effectLs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</a:t>
                </a:r>
                <a:r>
                  <a:rPr lang="en-US" sz="2400" b="1" i="1" dirty="0" err="1">
                    <a:solidFill>
                      <a:srgbClr val="FF0000"/>
                    </a:solidFill>
                    <a:effectLst>
                      <a:outerShdw blurRad="38100" dist="38100" dir="2700000" algn="tl">
                        <a:srgbClr val="C0C0C0"/>
                      </a:outerShdw>
                    </a:effectLs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</a:t>
                </a:r>
                <a:r>
                  <a:rPr lang="en-US" sz="2400" b="1" i="1" dirty="0" err="1">
                    <a:solidFill>
                      <a:srgbClr val="0000FF"/>
                    </a:solidFill>
                    <a:effectLst>
                      <a:outerShdw blurRad="38100" dist="38100" dir="2700000" algn="tl">
                        <a:srgbClr val="C0C0C0"/>
                      </a:outerShdw>
                    </a:effectLs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</a:t>
                </a:r>
                <a:endParaRPr lang="en-US" sz="2400" b="1" i="1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202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16905" y="2460780"/>
                <a:ext cx="1543050" cy="506134"/>
              </a:xfrm>
              <a:prstGeom prst="rect">
                <a:avLst/>
              </a:prstGeom>
              <a:blipFill>
                <a:blip r:embed="rId4"/>
                <a:stretch>
                  <a:fillRect t="-20482" b="-14458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03" name="Rectangle 4"/>
              <p:cNvSpPr>
                <a:spLocks noChangeArrowheads="1"/>
              </p:cNvSpPr>
              <p:nvPr/>
            </p:nvSpPr>
            <p:spPr bwMode="auto">
              <a:xfrm>
                <a:off x="940718" y="2964836"/>
                <a:ext cx="1543050" cy="50613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lIns="69056" tIns="34529" rIns="69056" bIns="34529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  <a:buClr>
                    <a:schemeClr val="tx2"/>
                  </a:buClr>
                  <a:buSzPct val="75000"/>
                  <a:buFont typeface="Monotype Sorts" pitchFamily="2" charset="2"/>
                  <a:buNone/>
                  <a:defRPr/>
                </a:pPr>
                <a14:m>
                  <m:oMath xmlns:m="http://schemas.openxmlformats.org/officeDocument/2006/math">
                    <m:box>
                      <m:boxPr>
                        <m:ctrlPr>
                          <a:rPr lang="zh-CN" altLang="zh-CN" sz="2400" i="1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box>
                          <m:boxPr>
                            <m:ctrlPr>
                              <a:rPr lang="zh-CN" altLang="zh-CN" sz="2400" i="1">
                                <a:latin typeface="Cambria Math" panose="02040503050406030204" pitchFamily="18" charset="0"/>
                              </a:rPr>
                            </m:ctrlPr>
                          </m:boxPr>
                          <m:e>
                            <m:groupChr>
                              <m:groupChrPr>
                                <m:chr m:val="⇐"/>
                                <m:pos m:val="top"/>
                                <m:ctrlPr>
                                  <a:rPr lang="zh-CN" altLang="zh-CN" sz="2400" i="1">
                                    <a:latin typeface="Cambria Math" panose="02040503050406030204" pitchFamily="18" charset="0"/>
                                  </a:rPr>
                                </m:ctrlPr>
                              </m:groupChrPr>
                              <m:e>
                                <m:r>
                                  <a:rPr lang="en-US" altLang="zh-CN" sz="2400" i="1">
                                    <a:latin typeface="Cambria Math" panose="02040503050406030204" pitchFamily="18" charset="0"/>
                                  </a:rPr>
                                  <m:t>𝑟𝑚</m:t>
                                </m:r>
                              </m:e>
                            </m:groupChr>
                          </m:e>
                        </m:box>
                      </m:e>
                    </m:box>
                  </m:oMath>
                </a14:m>
                <a:r>
                  <a:rPr lang="en-US" sz="2400" b="1" i="1" dirty="0">
                    <a:solidFill>
                      <a:srgbClr val="0000FF"/>
                    </a:solidFill>
                    <a:effectLst>
                      <a:outerShdw blurRad="38100" dist="38100" dir="2700000" algn="tl">
                        <a:srgbClr val="C0C0C0"/>
                      </a:outerShdw>
                    </a:effectLst>
                    <a:latin typeface="Times New Roman" panose="02020603050405020304" pitchFamily="18" charset="0"/>
                    <a:cs typeface="Times New Roman" panose="02020603050405020304" pitchFamily="18" charset="0"/>
                    <a:sym typeface="Symbol" pitchFamily="18" charset="2"/>
                  </a:rPr>
                  <a:t> </a:t>
                </a:r>
                <a:r>
                  <a:rPr lang="en-US" sz="2400" b="1" i="1" dirty="0" err="1">
                    <a:solidFill>
                      <a:srgbClr val="0000FF"/>
                    </a:solidFill>
                    <a:effectLst>
                      <a:outerShdw blurRad="38100" dist="38100" dir="2700000" algn="tl">
                        <a:srgbClr val="C0C0C0"/>
                      </a:outerShdw>
                    </a:effectLs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</a:t>
                </a:r>
                <a:r>
                  <a:rPr lang="en-US" sz="2400" b="1" i="1" u="sng" dirty="0" err="1">
                    <a:solidFill>
                      <a:srgbClr val="0000FF"/>
                    </a:solidFill>
                    <a:effectLst>
                      <a:outerShdw blurRad="38100" dist="38100" dir="2700000" algn="tl">
                        <a:srgbClr val="C0C0C0"/>
                      </a:outerShdw>
                    </a:effectLs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</a:t>
                </a:r>
                <a:r>
                  <a:rPr lang="en-US" sz="2400" b="1" i="1" dirty="0" err="1">
                    <a:solidFill>
                      <a:srgbClr val="FF0000"/>
                    </a:solidFill>
                    <a:effectLst>
                      <a:outerShdw blurRad="38100" dist="38100" dir="2700000" algn="tl">
                        <a:srgbClr val="C0C0C0"/>
                      </a:outerShdw>
                    </a:effectLs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</a:t>
                </a:r>
                <a:r>
                  <a:rPr lang="en-US" sz="2400" b="1" i="1" dirty="0" err="1">
                    <a:solidFill>
                      <a:srgbClr val="0000FF"/>
                    </a:solidFill>
                    <a:effectLst>
                      <a:outerShdw blurRad="38100" dist="38100" dir="2700000" algn="tl">
                        <a:srgbClr val="C0C0C0"/>
                      </a:outerShdw>
                    </a:effectLs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</a:t>
                </a:r>
                <a:r>
                  <a:rPr lang="en-US" sz="2400" b="1" i="1" dirty="0">
                    <a:solidFill>
                      <a:srgbClr val="0000FF"/>
                    </a:solidFill>
                    <a:effectLst>
                      <a:outerShdw blurRad="38100" dist="38100" dir="2700000" algn="tl">
                        <a:srgbClr val="C0C0C0"/>
                      </a:outerShdw>
                    </a:effectLs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203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40718" y="2964836"/>
                <a:ext cx="1543050" cy="506134"/>
              </a:xfrm>
              <a:prstGeom prst="rect">
                <a:avLst/>
              </a:prstGeom>
              <a:blipFill>
                <a:blip r:embed="rId5"/>
                <a:stretch>
                  <a:fillRect t="-19277" b="-15663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04" name="Rectangle 4"/>
              <p:cNvSpPr>
                <a:spLocks noChangeArrowheads="1"/>
              </p:cNvSpPr>
              <p:nvPr/>
            </p:nvSpPr>
            <p:spPr bwMode="auto">
              <a:xfrm>
                <a:off x="940718" y="3468892"/>
                <a:ext cx="1543050" cy="50613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lIns="69056" tIns="34529" rIns="69056" bIns="34529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  <a:buClr>
                    <a:schemeClr val="tx2"/>
                  </a:buClr>
                  <a:buSzPct val="75000"/>
                  <a:buFont typeface="Monotype Sorts" pitchFamily="2" charset="2"/>
                  <a:buNone/>
                  <a:defRPr/>
                </a:pPr>
                <a14:m>
                  <m:oMath xmlns:m="http://schemas.openxmlformats.org/officeDocument/2006/math">
                    <m:box>
                      <m:boxPr>
                        <m:ctrlPr>
                          <a:rPr lang="zh-CN" altLang="zh-CN" sz="2400" i="1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box>
                          <m:boxPr>
                            <m:ctrlPr>
                              <a:rPr lang="zh-CN" altLang="zh-CN" sz="2400" i="1">
                                <a:latin typeface="Cambria Math" panose="02040503050406030204" pitchFamily="18" charset="0"/>
                              </a:rPr>
                            </m:ctrlPr>
                          </m:boxPr>
                          <m:e>
                            <m:groupChr>
                              <m:groupChrPr>
                                <m:chr m:val="⇐"/>
                                <m:pos m:val="top"/>
                                <m:ctrlPr>
                                  <a:rPr lang="zh-CN" altLang="zh-CN" sz="2400" i="1">
                                    <a:latin typeface="Cambria Math" panose="02040503050406030204" pitchFamily="18" charset="0"/>
                                  </a:rPr>
                                </m:ctrlPr>
                              </m:groupChrPr>
                              <m:e>
                                <m:r>
                                  <a:rPr lang="en-US" altLang="zh-CN" sz="2400" i="1">
                                    <a:latin typeface="Cambria Math" panose="02040503050406030204" pitchFamily="18" charset="0"/>
                                  </a:rPr>
                                  <m:t>𝑟𝑚</m:t>
                                </m:r>
                              </m:e>
                            </m:groupChr>
                          </m:e>
                        </m:box>
                      </m:e>
                    </m:box>
                  </m:oMath>
                </a14:m>
                <a:r>
                  <a:rPr lang="en-US" sz="2400" b="1" i="1" dirty="0">
                    <a:solidFill>
                      <a:srgbClr val="0000FF"/>
                    </a:solidFill>
                    <a:effectLst>
                      <a:outerShdw blurRad="38100" dist="38100" dir="2700000" algn="tl">
                        <a:srgbClr val="C0C0C0"/>
                      </a:outerShdw>
                    </a:effectLst>
                    <a:latin typeface="Times New Roman" panose="02020603050405020304" pitchFamily="18" charset="0"/>
                    <a:cs typeface="Times New Roman" panose="02020603050405020304" pitchFamily="18" charset="0"/>
                    <a:sym typeface="Symbol" pitchFamily="18" charset="2"/>
                  </a:rPr>
                  <a:t> </a:t>
                </a:r>
                <a:r>
                  <a:rPr lang="en-US" sz="2400" b="1" i="1" dirty="0" err="1">
                    <a:solidFill>
                      <a:srgbClr val="FF0000"/>
                    </a:solidFill>
                    <a:effectLst>
                      <a:outerShdw blurRad="38100" dist="38100" dir="2700000" algn="tl">
                        <a:srgbClr val="C0C0C0"/>
                      </a:outerShdw>
                    </a:effectLs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aA</a:t>
                </a:r>
                <a:r>
                  <a:rPr lang="en-US" sz="2400" b="1" i="1" u="sng" dirty="0" err="1">
                    <a:solidFill>
                      <a:srgbClr val="FF0000"/>
                    </a:solidFill>
                    <a:effectLst>
                      <a:outerShdw blurRad="38100" dist="38100" dir="2700000" algn="tl">
                        <a:srgbClr val="C0C0C0"/>
                      </a:outerShdw>
                    </a:effectLs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</a:t>
                </a:r>
                <a:r>
                  <a:rPr lang="en-US" sz="2400" b="1" i="1" dirty="0" err="1">
                    <a:solidFill>
                      <a:srgbClr val="FF0000"/>
                    </a:solidFill>
                    <a:effectLst>
                      <a:outerShdw blurRad="38100" dist="38100" dir="2700000" algn="tl">
                        <a:srgbClr val="C0C0C0"/>
                      </a:outerShdw>
                    </a:effectLs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</a:t>
                </a:r>
                <a:endParaRPr lang="en-US" sz="2400" b="1" i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204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40718" y="3468892"/>
                <a:ext cx="1543050" cy="506134"/>
              </a:xfrm>
              <a:prstGeom prst="rect">
                <a:avLst/>
              </a:prstGeom>
              <a:blipFill>
                <a:blip r:embed="rId6"/>
                <a:stretch>
                  <a:fillRect t="-20482" b="-14458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05" name="Rectangle 4"/>
              <p:cNvSpPr>
                <a:spLocks noChangeArrowheads="1"/>
              </p:cNvSpPr>
              <p:nvPr/>
            </p:nvSpPr>
            <p:spPr bwMode="auto">
              <a:xfrm>
                <a:off x="940122" y="3972948"/>
                <a:ext cx="1543050" cy="50613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lIns="69056" tIns="34529" rIns="69056" bIns="34529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  <a:buClr>
                    <a:schemeClr val="tx2"/>
                  </a:buClr>
                  <a:buSzPct val="75000"/>
                  <a:buFont typeface="Symbol" pitchFamily="18" charset="2"/>
                  <a:buNone/>
                  <a:defRPr/>
                </a:pPr>
                <a14:m>
                  <m:oMath xmlns:m="http://schemas.openxmlformats.org/officeDocument/2006/math">
                    <m:box>
                      <m:boxPr>
                        <m:ctrlPr>
                          <a:rPr lang="zh-CN" altLang="zh-CN" sz="2400" i="1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box>
                          <m:boxPr>
                            <m:ctrlPr>
                              <a:rPr lang="zh-CN" altLang="zh-CN" sz="2400" i="1">
                                <a:latin typeface="Cambria Math" panose="02040503050406030204" pitchFamily="18" charset="0"/>
                              </a:rPr>
                            </m:ctrlPr>
                          </m:boxPr>
                          <m:e>
                            <m:groupChr>
                              <m:groupChrPr>
                                <m:chr m:val="⇐"/>
                                <m:pos m:val="top"/>
                                <m:ctrlPr>
                                  <a:rPr lang="zh-CN" altLang="zh-CN" sz="2400" i="1">
                                    <a:latin typeface="Cambria Math" panose="02040503050406030204" pitchFamily="18" charset="0"/>
                                  </a:rPr>
                                </m:ctrlPr>
                              </m:groupChrPr>
                              <m:e>
                                <m:r>
                                  <a:rPr lang="en-US" altLang="zh-CN" sz="2400" i="1">
                                    <a:latin typeface="Cambria Math" panose="02040503050406030204" pitchFamily="18" charset="0"/>
                                  </a:rPr>
                                  <m:t>𝑟𝑚</m:t>
                                </m:r>
                              </m:e>
                            </m:groupChr>
                          </m:e>
                        </m:box>
                      </m:e>
                    </m:box>
                  </m:oMath>
                </a14:m>
                <a:r>
                  <a:rPr lang="en-US" sz="2400" b="1" i="1" dirty="0">
                    <a:solidFill>
                      <a:srgbClr val="0000FF"/>
                    </a:solidFill>
                    <a:effectLst>
                      <a:outerShdw blurRad="38100" dist="38100" dir="2700000" algn="tl">
                        <a:srgbClr val="C0C0C0"/>
                      </a:outerShdw>
                    </a:effectLs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</a:t>
                </a:r>
              </a:p>
            </p:txBody>
          </p:sp>
        </mc:Choice>
        <mc:Fallback xmlns="">
          <p:sp>
            <p:nvSpPr>
              <p:cNvPr id="820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40122" y="3972948"/>
                <a:ext cx="1543050" cy="506134"/>
              </a:xfrm>
              <a:prstGeom prst="rect">
                <a:avLst/>
              </a:prstGeom>
              <a:blipFill>
                <a:blip r:embed="rId7"/>
                <a:stretch>
                  <a:fillRect t="-20482" b="-14458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矩形 1"/>
          <p:cNvSpPr/>
          <p:nvPr/>
        </p:nvSpPr>
        <p:spPr>
          <a:xfrm>
            <a:off x="963175" y="1995686"/>
            <a:ext cx="936475" cy="4247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  <a:buClr>
                <a:schemeClr val="tx2"/>
              </a:buClr>
              <a:buSzPct val="75000"/>
              <a:buFont typeface="Monotype Sorts" pitchFamily="2" charset="2"/>
              <a:buNone/>
              <a:defRPr/>
            </a:pPr>
            <a:r>
              <a:rPr lang="en-US" altLang="zh-CN" sz="2400" b="1" i="1" dirty="0" err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altLang="zh-CN" sz="2400" b="1" i="1" dirty="0" err="1">
                <a:solidFill>
                  <a:srgbClr val="FF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altLang="zh-CN" sz="2400" b="1" i="1" dirty="0" err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bde</a:t>
            </a:r>
            <a:endParaRPr lang="en-US" altLang="zh-CN" sz="2400" b="1" i="1" dirty="0">
              <a:solidFill>
                <a:srgbClr val="0000FF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6F8989D5-EAD3-41B4-BB79-A45A44269206}"/>
              </a:ext>
            </a:extLst>
          </p:cNvPr>
          <p:cNvGrpSpPr/>
          <p:nvPr/>
        </p:nvGrpSpPr>
        <p:grpSpPr>
          <a:xfrm>
            <a:off x="4034588" y="1868344"/>
            <a:ext cx="1345715" cy="1655255"/>
            <a:chOff x="4034588" y="1868344"/>
            <a:chExt cx="1345715" cy="1655255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0C83CEC1-90E8-4233-8F6A-92E258FE848B}"/>
                </a:ext>
              </a:extLst>
            </p:cNvPr>
            <p:cNvSpPr/>
            <p:nvPr/>
          </p:nvSpPr>
          <p:spPr>
            <a:xfrm>
              <a:off x="4636890" y="1868344"/>
              <a:ext cx="308589" cy="21602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</a:t>
              </a:r>
              <a:endParaRPr lang="zh-CN" altLang="en-US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CAA8BE5D-24F7-4391-88CE-E07367B12896}"/>
                </a:ext>
              </a:extLst>
            </p:cNvPr>
            <p:cNvGrpSpPr/>
            <p:nvPr/>
          </p:nvGrpSpPr>
          <p:grpSpPr>
            <a:xfrm>
              <a:off x="4034588" y="2087638"/>
              <a:ext cx="1345715" cy="770804"/>
              <a:chOff x="6296797" y="3827092"/>
              <a:chExt cx="1794285" cy="1027737"/>
            </a:xfrm>
          </p:grpSpPr>
          <p:cxnSp>
            <p:nvCxnSpPr>
              <p:cNvPr id="17" name="直接连接符 16">
                <a:extLst>
                  <a:ext uri="{FF2B5EF4-FFF2-40B4-BE49-F238E27FC236}">
                    <a16:creationId xmlns:a16="http://schemas.microsoft.com/office/drawing/2014/main" id="{EC62602A-0596-4A83-A7AF-0D37B5483D30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H="1">
                <a:off x="6465322" y="3837375"/>
                <a:ext cx="684087" cy="570304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dist="17961" dir="2700000" algn="ctr" rotWithShape="0">
                  <a:schemeClr val="bg2"/>
                </a:outerShdw>
              </a:effectLst>
            </p:spPr>
          </p:cxnSp>
          <p:cxnSp>
            <p:nvCxnSpPr>
              <p:cNvPr id="18" name="直接连接符 17">
                <a:extLst>
                  <a:ext uri="{FF2B5EF4-FFF2-40B4-BE49-F238E27FC236}">
                    <a16:creationId xmlns:a16="http://schemas.microsoft.com/office/drawing/2014/main" id="{926FDFFD-EC07-4C00-A8BA-0B90185D2972}"/>
                  </a:ext>
                </a:extLst>
              </p:cNvPr>
              <p:cNvCxnSpPr/>
              <p:nvPr/>
            </p:nvCxnSpPr>
            <p:spPr bwMode="auto">
              <a:xfrm flipH="1">
                <a:off x="6944528" y="3873288"/>
                <a:ext cx="299275" cy="491816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dist="17961" dir="2700000" algn="ctr" rotWithShape="0">
                  <a:schemeClr val="bg2"/>
                </a:outerShdw>
              </a:effectLst>
            </p:spPr>
          </p:cxnSp>
          <p:cxnSp>
            <p:nvCxnSpPr>
              <p:cNvPr id="19" name="直接连接符 18">
                <a:extLst>
                  <a:ext uri="{FF2B5EF4-FFF2-40B4-BE49-F238E27FC236}">
                    <a16:creationId xmlns:a16="http://schemas.microsoft.com/office/drawing/2014/main" id="{7CF432CA-D658-4EB1-B6DC-147CD53841BC}"/>
                  </a:ext>
                </a:extLst>
              </p:cNvPr>
              <p:cNvCxnSpPr/>
              <p:nvPr/>
            </p:nvCxnSpPr>
            <p:spPr bwMode="auto">
              <a:xfrm>
                <a:off x="7297691" y="3861048"/>
                <a:ext cx="231665" cy="504056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dist="17961" dir="2700000" algn="ctr" rotWithShape="0">
                  <a:schemeClr val="bg2"/>
                </a:outerShdw>
              </a:effectLst>
            </p:spPr>
          </p:cxnSp>
          <p:cxnSp>
            <p:nvCxnSpPr>
              <p:cNvPr id="20" name="直接连接符 19">
                <a:extLst>
                  <a:ext uri="{FF2B5EF4-FFF2-40B4-BE49-F238E27FC236}">
                    <a16:creationId xmlns:a16="http://schemas.microsoft.com/office/drawing/2014/main" id="{D9AFF8CA-D3C3-4AC0-83A9-EDEA9D5F192A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>
                <a:off x="7395173" y="3827092"/>
                <a:ext cx="600143" cy="576331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dist="17961" dir="2700000" algn="ctr" rotWithShape="0">
                  <a:schemeClr val="bg2"/>
                </a:outerShdw>
              </a:effectLst>
            </p:spPr>
          </p:cxnSp>
          <p:sp>
            <p:nvSpPr>
              <p:cNvPr id="21" name="Text Box 5">
                <a:extLst>
                  <a:ext uri="{FF2B5EF4-FFF2-40B4-BE49-F238E27FC236}">
                    <a16:creationId xmlns:a16="http://schemas.microsoft.com/office/drawing/2014/main" id="{90070B5B-5DCF-48E7-AC0D-CDC50DBBB62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672743" y="4285266"/>
                <a:ext cx="504840" cy="55399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r>
                  <a:rPr kumimoji="1" lang="en-US" altLang="zh-CN" sz="2100" b="1" i="1" dirty="0">
                    <a:solidFill>
                      <a:srgbClr val="FF0000"/>
                    </a:solidFill>
                  </a:rPr>
                  <a:t>A</a:t>
                </a:r>
              </a:p>
            </p:txBody>
          </p:sp>
          <p:sp>
            <p:nvSpPr>
              <p:cNvPr id="22" name="Text Box 5">
                <a:extLst>
                  <a:ext uri="{FF2B5EF4-FFF2-40B4-BE49-F238E27FC236}">
                    <a16:creationId xmlns:a16="http://schemas.microsoft.com/office/drawing/2014/main" id="{2E905C64-720F-4671-8FF1-F522300A7A7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410113" y="4300832"/>
                <a:ext cx="485603" cy="55399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r>
                  <a:rPr kumimoji="1" lang="en-US" altLang="zh-CN" sz="2100" b="1" i="1" dirty="0"/>
                  <a:t>B</a:t>
                </a:r>
              </a:p>
            </p:txBody>
          </p:sp>
          <p:sp>
            <p:nvSpPr>
              <p:cNvPr id="23" name="Text Box 5">
                <a:extLst>
                  <a:ext uri="{FF2B5EF4-FFF2-40B4-BE49-F238E27FC236}">
                    <a16:creationId xmlns:a16="http://schemas.microsoft.com/office/drawing/2014/main" id="{ABE43633-511B-4A55-98FF-AFA80F61660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296797" y="4286342"/>
                <a:ext cx="425757" cy="55399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r>
                  <a:rPr kumimoji="1" lang="en-US" altLang="zh-CN" sz="2100" b="1" i="1" dirty="0"/>
                  <a:t>a</a:t>
                </a:r>
              </a:p>
            </p:txBody>
          </p:sp>
          <p:sp>
            <p:nvSpPr>
              <p:cNvPr id="24" name="Text Box 5">
                <a:extLst>
                  <a:ext uri="{FF2B5EF4-FFF2-40B4-BE49-F238E27FC236}">
                    <a16:creationId xmlns:a16="http://schemas.microsoft.com/office/drawing/2014/main" id="{56412429-12B0-4297-906D-3E4698447EA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827749" y="4249242"/>
                <a:ext cx="263333" cy="55399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r>
                  <a:rPr kumimoji="1" lang="en-US" altLang="zh-CN" sz="2100" b="1" i="1" dirty="0"/>
                  <a:t>e</a:t>
                </a:r>
              </a:p>
            </p:txBody>
          </p:sp>
        </p:grpSp>
        <p:grpSp>
          <p:nvGrpSpPr>
            <p:cNvPr id="25" name="组合 24">
              <a:extLst>
                <a:ext uri="{FF2B5EF4-FFF2-40B4-BE49-F238E27FC236}">
                  <a16:creationId xmlns:a16="http://schemas.microsoft.com/office/drawing/2014/main" id="{B53D62CE-5FB2-4B8D-A295-0113F9C0A13C}"/>
                </a:ext>
              </a:extLst>
            </p:cNvPr>
            <p:cNvGrpSpPr/>
            <p:nvPr/>
          </p:nvGrpSpPr>
          <p:grpSpPr>
            <a:xfrm>
              <a:off x="4072198" y="2765583"/>
              <a:ext cx="796976" cy="758016"/>
              <a:chOff x="6302272" y="4747937"/>
              <a:chExt cx="1062634" cy="1010687"/>
            </a:xfrm>
          </p:grpSpPr>
          <p:cxnSp>
            <p:nvCxnSpPr>
              <p:cNvPr id="26" name="直接连接符 25">
                <a:extLst>
                  <a:ext uri="{FF2B5EF4-FFF2-40B4-BE49-F238E27FC236}">
                    <a16:creationId xmlns:a16="http://schemas.microsoft.com/office/drawing/2014/main" id="{3625AA08-5B71-4FE6-832A-5564E1CFE725}"/>
                  </a:ext>
                </a:extLst>
              </p:cNvPr>
              <p:cNvCxnSpPr/>
              <p:nvPr/>
            </p:nvCxnSpPr>
            <p:spPr bwMode="auto">
              <a:xfrm flipH="1">
                <a:off x="6516641" y="4747937"/>
                <a:ext cx="287607" cy="542309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dist="17961" dir="2700000" algn="ctr" rotWithShape="0">
                  <a:schemeClr val="bg2"/>
                </a:outerShdw>
              </a:effectLst>
            </p:spPr>
          </p:cxnSp>
          <p:cxnSp>
            <p:nvCxnSpPr>
              <p:cNvPr id="27" name="直接连接符 26">
                <a:extLst>
                  <a:ext uri="{FF2B5EF4-FFF2-40B4-BE49-F238E27FC236}">
                    <a16:creationId xmlns:a16="http://schemas.microsoft.com/office/drawing/2014/main" id="{6812A672-8956-486B-AB87-79C897DF38D9}"/>
                  </a:ext>
                </a:extLst>
              </p:cNvPr>
              <p:cNvCxnSpPr/>
              <p:nvPr/>
            </p:nvCxnSpPr>
            <p:spPr bwMode="auto">
              <a:xfrm>
                <a:off x="6905700" y="4747937"/>
                <a:ext cx="147723" cy="542309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dist="17961" dir="2700000" algn="ctr" rotWithShape="0">
                  <a:schemeClr val="bg2"/>
                </a:outerShdw>
              </a:effectLst>
            </p:spPr>
          </p:cxnSp>
          <p:sp>
            <p:nvSpPr>
              <p:cNvPr id="28" name="Text Box 5">
                <a:extLst>
                  <a:ext uri="{FF2B5EF4-FFF2-40B4-BE49-F238E27FC236}">
                    <a16:creationId xmlns:a16="http://schemas.microsoft.com/office/drawing/2014/main" id="{53725605-355A-4E20-9698-7577D9254D4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302272" y="5204627"/>
                <a:ext cx="485603" cy="55399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r>
                  <a:rPr kumimoji="1" lang="en-US" altLang="zh-CN" sz="2100" b="1" i="1" dirty="0">
                    <a:solidFill>
                      <a:srgbClr val="FF0000"/>
                    </a:solidFill>
                  </a:rPr>
                  <a:t>A</a:t>
                </a:r>
              </a:p>
            </p:txBody>
          </p:sp>
          <p:sp>
            <p:nvSpPr>
              <p:cNvPr id="29" name="Text Box 5">
                <a:extLst>
                  <a:ext uri="{FF2B5EF4-FFF2-40B4-BE49-F238E27FC236}">
                    <a16:creationId xmlns:a16="http://schemas.microsoft.com/office/drawing/2014/main" id="{0A05DAFB-664A-4833-B9F4-6B643FD017E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939149" y="5190998"/>
                <a:ext cx="425757" cy="55399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r>
                  <a:rPr kumimoji="1" lang="en-US" altLang="zh-CN" sz="2100" b="1" i="1" dirty="0">
                    <a:solidFill>
                      <a:srgbClr val="FF0000"/>
                    </a:solidFill>
                  </a:rPr>
                  <a:t>b</a:t>
                </a:r>
              </a:p>
            </p:txBody>
          </p:sp>
        </p:grpSp>
        <p:grpSp>
          <p:nvGrpSpPr>
            <p:cNvPr id="30" name="组合 29">
              <a:extLst>
                <a:ext uri="{FF2B5EF4-FFF2-40B4-BE49-F238E27FC236}">
                  <a16:creationId xmlns:a16="http://schemas.microsoft.com/office/drawing/2014/main" id="{05A8864D-34A4-40C9-90C4-130C9EC29D5E}"/>
                </a:ext>
              </a:extLst>
            </p:cNvPr>
            <p:cNvGrpSpPr/>
            <p:nvPr/>
          </p:nvGrpSpPr>
          <p:grpSpPr>
            <a:xfrm>
              <a:off x="4922555" y="2789947"/>
              <a:ext cx="319318" cy="731596"/>
              <a:chOff x="7276461" y="4769473"/>
              <a:chExt cx="425757" cy="975460"/>
            </a:xfrm>
          </p:grpSpPr>
          <p:cxnSp>
            <p:nvCxnSpPr>
              <p:cNvPr id="31" name="直接连接符 30">
                <a:extLst>
                  <a:ext uri="{FF2B5EF4-FFF2-40B4-BE49-F238E27FC236}">
                    <a16:creationId xmlns:a16="http://schemas.microsoft.com/office/drawing/2014/main" id="{FE8A71B0-7BC4-4769-88D0-ED8EFC927A04}"/>
                  </a:ext>
                </a:extLst>
              </p:cNvPr>
              <p:cNvCxnSpPr/>
              <p:nvPr/>
            </p:nvCxnSpPr>
            <p:spPr bwMode="auto">
              <a:xfrm flipH="1">
                <a:off x="7448454" y="4769473"/>
                <a:ext cx="3867" cy="527999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dist="17961" dir="2700000" algn="ctr" rotWithShape="0">
                  <a:schemeClr val="bg2"/>
                </a:outerShdw>
              </a:effectLst>
            </p:spPr>
          </p:cxnSp>
          <p:sp>
            <p:nvSpPr>
              <p:cNvPr id="32" name="Text Box 5">
                <a:extLst>
                  <a:ext uri="{FF2B5EF4-FFF2-40B4-BE49-F238E27FC236}">
                    <a16:creationId xmlns:a16="http://schemas.microsoft.com/office/drawing/2014/main" id="{79E88C58-C3BD-4298-BC8F-BCD0506F6A6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276461" y="5190936"/>
                <a:ext cx="425757" cy="55399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r>
                  <a:rPr kumimoji="1" lang="en-US" altLang="zh-CN" sz="2100" b="1" i="1" dirty="0"/>
                  <a:t>d</a:t>
                </a:r>
              </a:p>
            </p:txBody>
          </p:sp>
        </p:grpSp>
      </p:grpSp>
      <p:grpSp>
        <p:nvGrpSpPr>
          <p:cNvPr id="9" name="组合 8">
            <a:extLst>
              <a:ext uri="{FF2B5EF4-FFF2-40B4-BE49-F238E27FC236}">
                <a16:creationId xmlns:a16="http://schemas.microsoft.com/office/drawing/2014/main" id="{D529BF3F-908D-441B-9F3A-4C462D3B3AF8}"/>
              </a:ext>
            </a:extLst>
          </p:cNvPr>
          <p:cNvGrpSpPr/>
          <p:nvPr/>
        </p:nvGrpSpPr>
        <p:grpSpPr>
          <a:xfrm>
            <a:off x="2428602" y="1868344"/>
            <a:ext cx="1345715" cy="2199024"/>
            <a:chOff x="2428602" y="1868344"/>
            <a:chExt cx="1345715" cy="2199024"/>
          </a:xfrm>
        </p:grpSpPr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2F4086E0-1484-4188-94BC-0140848A777E}"/>
                </a:ext>
              </a:extLst>
            </p:cNvPr>
            <p:cNvSpPr/>
            <p:nvPr/>
          </p:nvSpPr>
          <p:spPr>
            <a:xfrm>
              <a:off x="3030904" y="1868344"/>
              <a:ext cx="308589" cy="21602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</a:t>
              </a:r>
              <a:endParaRPr lang="zh-CN" altLang="en-US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9ECA576F-63C1-4BAB-918D-2382D8EB8BB1}"/>
                </a:ext>
              </a:extLst>
            </p:cNvPr>
            <p:cNvGrpSpPr/>
            <p:nvPr/>
          </p:nvGrpSpPr>
          <p:grpSpPr>
            <a:xfrm>
              <a:off x="2428602" y="2087638"/>
              <a:ext cx="1345715" cy="770804"/>
              <a:chOff x="6296797" y="3827092"/>
              <a:chExt cx="1794285" cy="1027737"/>
            </a:xfrm>
          </p:grpSpPr>
          <p:cxnSp>
            <p:nvCxnSpPr>
              <p:cNvPr id="40" name="直接连接符 39">
                <a:extLst>
                  <a:ext uri="{FF2B5EF4-FFF2-40B4-BE49-F238E27FC236}">
                    <a16:creationId xmlns:a16="http://schemas.microsoft.com/office/drawing/2014/main" id="{F356F949-DCA3-41A8-B63F-32E4DEAFC418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H="1">
                <a:off x="6465322" y="3837375"/>
                <a:ext cx="684087" cy="570304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dist="17961" dir="2700000" algn="ctr" rotWithShape="0">
                  <a:schemeClr val="bg2"/>
                </a:outerShdw>
              </a:effectLst>
            </p:spPr>
          </p:cxnSp>
          <p:cxnSp>
            <p:nvCxnSpPr>
              <p:cNvPr id="41" name="直接连接符 40">
                <a:extLst>
                  <a:ext uri="{FF2B5EF4-FFF2-40B4-BE49-F238E27FC236}">
                    <a16:creationId xmlns:a16="http://schemas.microsoft.com/office/drawing/2014/main" id="{734F8DAA-EE2F-48D1-A034-725A61867949}"/>
                  </a:ext>
                </a:extLst>
              </p:cNvPr>
              <p:cNvCxnSpPr/>
              <p:nvPr/>
            </p:nvCxnSpPr>
            <p:spPr bwMode="auto">
              <a:xfrm flipH="1">
                <a:off x="6944528" y="3873288"/>
                <a:ext cx="299275" cy="491816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dist="17961" dir="2700000" algn="ctr" rotWithShape="0">
                  <a:schemeClr val="bg2"/>
                </a:outerShdw>
              </a:effectLst>
            </p:spPr>
          </p:cxnSp>
          <p:cxnSp>
            <p:nvCxnSpPr>
              <p:cNvPr id="42" name="直接连接符 41">
                <a:extLst>
                  <a:ext uri="{FF2B5EF4-FFF2-40B4-BE49-F238E27FC236}">
                    <a16:creationId xmlns:a16="http://schemas.microsoft.com/office/drawing/2014/main" id="{47DD4360-F573-419B-A41A-CEBF219DE2A4}"/>
                  </a:ext>
                </a:extLst>
              </p:cNvPr>
              <p:cNvCxnSpPr/>
              <p:nvPr/>
            </p:nvCxnSpPr>
            <p:spPr bwMode="auto">
              <a:xfrm>
                <a:off x="7297691" y="3861048"/>
                <a:ext cx="231665" cy="504056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dist="17961" dir="2700000" algn="ctr" rotWithShape="0">
                  <a:schemeClr val="bg2"/>
                </a:outerShdw>
              </a:effectLst>
            </p:spPr>
          </p:cxnSp>
          <p:cxnSp>
            <p:nvCxnSpPr>
              <p:cNvPr id="43" name="直接连接符 42">
                <a:extLst>
                  <a:ext uri="{FF2B5EF4-FFF2-40B4-BE49-F238E27FC236}">
                    <a16:creationId xmlns:a16="http://schemas.microsoft.com/office/drawing/2014/main" id="{DDF2FB03-96BF-4D81-802A-1772AF0A8006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>
                <a:off x="7395173" y="3827092"/>
                <a:ext cx="600143" cy="576331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dist="17961" dir="2700000" algn="ctr" rotWithShape="0">
                  <a:schemeClr val="bg2"/>
                </a:outerShdw>
              </a:effectLst>
            </p:spPr>
          </p:cxnSp>
          <p:sp>
            <p:nvSpPr>
              <p:cNvPr id="44" name="Text Box 5">
                <a:extLst>
                  <a:ext uri="{FF2B5EF4-FFF2-40B4-BE49-F238E27FC236}">
                    <a16:creationId xmlns:a16="http://schemas.microsoft.com/office/drawing/2014/main" id="{21270E1B-CE9B-4C83-A701-254BBA48E79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672743" y="4285266"/>
                <a:ext cx="504840" cy="55399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r>
                  <a:rPr kumimoji="1" lang="en-US" altLang="zh-CN" sz="2100" b="1" i="1" dirty="0"/>
                  <a:t>A</a:t>
                </a:r>
              </a:p>
            </p:txBody>
          </p:sp>
          <p:sp>
            <p:nvSpPr>
              <p:cNvPr id="45" name="Text Box 5">
                <a:extLst>
                  <a:ext uri="{FF2B5EF4-FFF2-40B4-BE49-F238E27FC236}">
                    <a16:creationId xmlns:a16="http://schemas.microsoft.com/office/drawing/2014/main" id="{703C2127-A973-4DCF-9754-61F887FBC9D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410113" y="4300832"/>
                <a:ext cx="485603" cy="55399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r>
                  <a:rPr kumimoji="1" lang="en-US" altLang="zh-CN" sz="2100" b="1" i="1" dirty="0"/>
                  <a:t>B</a:t>
                </a:r>
              </a:p>
            </p:txBody>
          </p:sp>
          <p:sp>
            <p:nvSpPr>
              <p:cNvPr id="46" name="Text Box 5">
                <a:extLst>
                  <a:ext uri="{FF2B5EF4-FFF2-40B4-BE49-F238E27FC236}">
                    <a16:creationId xmlns:a16="http://schemas.microsoft.com/office/drawing/2014/main" id="{6A6CDA0E-27D3-4058-89E8-AB68173F9EF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296797" y="4286342"/>
                <a:ext cx="425757" cy="55399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r>
                  <a:rPr kumimoji="1" lang="en-US" altLang="zh-CN" sz="2100" b="1" i="1" dirty="0"/>
                  <a:t>a</a:t>
                </a:r>
              </a:p>
            </p:txBody>
          </p:sp>
          <p:sp>
            <p:nvSpPr>
              <p:cNvPr id="47" name="Text Box 5">
                <a:extLst>
                  <a:ext uri="{FF2B5EF4-FFF2-40B4-BE49-F238E27FC236}">
                    <a16:creationId xmlns:a16="http://schemas.microsoft.com/office/drawing/2014/main" id="{1449BEDE-45EC-44CE-870F-06031EEC38F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827749" y="4249242"/>
                <a:ext cx="263333" cy="55399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r>
                  <a:rPr kumimoji="1" lang="en-US" altLang="zh-CN" sz="2100" b="1" i="1" dirty="0"/>
                  <a:t>e</a:t>
                </a:r>
              </a:p>
            </p:txBody>
          </p:sp>
        </p:grpSp>
        <p:grpSp>
          <p:nvGrpSpPr>
            <p:cNvPr id="48" name="组合 47">
              <a:extLst>
                <a:ext uri="{FF2B5EF4-FFF2-40B4-BE49-F238E27FC236}">
                  <a16:creationId xmlns:a16="http://schemas.microsoft.com/office/drawing/2014/main" id="{24ADB17C-8C4F-42B7-A84F-7C42C1B5C7F5}"/>
                </a:ext>
              </a:extLst>
            </p:cNvPr>
            <p:cNvGrpSpPr/>
            <p:nvPr/>
          </p:nvGrpSpPr>
          <p:grpSpPr>
            <a:xfrm>
              <a:off x="2466211" y="2765583"/>
              <a:ext cx="810898" cy="758016"/>
              <a:chOff x="6302272" y="4747937"/>
              <a:chExt cx="1081197" cy="1010687"/>
            </a:xfrm>
          </p:grpSpPr>
          <p:cxnSp>
            <p:nvCxnSpPr>
              <p:cNvPr id="49" name="直接连接符 48">
                <a:extLst>
                  <a:ext uri="{FF2B5EF4-FFF2-40B4-BE49-F238E27FC236}">
                    <a16:creationId xmlns:a16="http://schemas.microsoft.com/office/drawing/2014/main" id="{7887EA13-BAD3-4680-ACE4-E2E10F2CD768}"/>
                  </a:ext>
                </a:extLst>
              </p:cNvPr>
              <p:cNvCxnSpPr/>
              <p:nvPr/>
            </p:nvCxnSpPr>
            <p:spPr bwMode="auto">
              <a:xfrm flipH="1">
                <a:off x="6516641" y="4747937"/>
                <a:ext cx="287607" cy="542309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dist="17961" dir="2700000" algn="ctr" rotWithShape="0">
                  <a:schemeClr val="bg2"/>
                </a:outerShdw>
              </a:effectLst>
            </p:spPr>
          </p:cxnSp>
          <p:cxnSp>
            <p:nvCxnSpPr>
              <p:cNvPr id="50" name="直接连接符 49">
                <a:extLst>
                  <a:ext uri="{FF2B5EF4-FFF2-40B4-BE49-F238E27FC236}">
                    <a16:creationId xmlns:a16="http://schemas.microsoft.com/office/drawing/2014/main" id="{98AD81C6-A0C9-452F-91EB-8CDED57F1BB6}"/>
                  </a:ext>
                </a:extLst>
              </p:cNvPr>
              <p:cNvCxnSpPr/>
              <p:nvPr/>
            </p:nvCxnSpPr>
            <p:spPr bwMode="auto">
              <a:xfrm>
                <a:off x="6924262" y="4747937"/>
                <a:ext cx="147723" cy="542309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dist="17961" dir="2700000" algn="ctr" rotWithShape="0">
                  <a:schemeClr val="bg2"/>
                </a:outerShdw>
              </a:effectLst>
            </p:spPr>
          </p:cxnSp>
          <p:sp>
            <p:nvSpPr>
              <p:cNvPr id="51" name="Text Box 5">
                <a:extLst>
                  <a:ext uri="{FF2B5EF4-FFF2-40B4-BE49-F238E27FC236}">
                    <a16:creationId xmlns:a16="http://schemas.microsoft.com/office/drawing/2014/main" id="{FDD4F766-6957-481B-B2BC-2559809962A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302272" y="5204627"/>
                <a:ext cx="485603" cy="55399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r>
                  <a:rPr kumimoji="1" lang="en-US" altLang="zh-CN" sz="2100" b="1" i="1" dirty="0">
                    <a:solidFill>
                      <a:srgbClr val="FF0000"/>
                    </a:solidFill>
                  </a:rPr>
                  <a:t>A</a:t>
                </a:r>
              </a:p>
            </p:txBody>
          </p:sp>
          <p:sp>
            <p:nvSpPr>
              <p:cNvPr id="52" name="Text Box 5">
                <a:extLst>
                  <a:ext uri="{FF2B5EF4-FFF2-40B4-BE49-F238E27FC236}">
                    <a16:creationId xmlns:a16="http://schemas.microsoft.com/office/drawing/2014/main" id="{1424EA09-527D-4981-9909-4AFA0CAA75D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957712" y="5190998"/>
                <a:ext cx="425757" cy="55399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r>
                  <a:rPr kumimoji="1" lang="en-US" altLang="zh-CN" sz="2100" b="1" i="1" dirty="0"/>
                  <a:t>b</a:t>
                </a:r>
              </a:p>
            </p:txBody>
          </p:sp>
        </p:grpSp>
        <p:grpSp>
          <p:nvGrpSpPr>
            <p:cNvPr id="53" name="组合 52">
              <a:extLst>
                <a:ext uri="{FF2B5EF4-FFF2-40B4-BE49-F238E27FC236}">
                  <a16:creationId xmlns:a16="http://schemas.microsoft.com/office/drawing/2014/main" id="{59D6097C-8B64-451C-8BE9-E21BBF495CD5}"/>
                </a:ext>
              </a:extLst>
            </p:cNvPr>
            <p:cNvGrpSpPr/>
            <p:nvPr/>
          </p:nvGrpSpPr>
          <p:grpSpPr>
            <a:xfrm>
              <a:off x="3307425" y="2789949"/>
              <a:ext cx="319318" cy="722453"/>
              <a:chOff x="7264269" y="4769473"/>
              <a:chExt cx="425757" cy="963268"/>
            </a:xfrm>
          </p:grpSpPr>
          <p:cxnSp>
            <p:nvCxnSpPr>
              <p:cNvPr id="54" name="直接连接符 53">
                <a:extLst>
                  <a:ext uri="{FF2B5EF4-FFF2-40B4-BE49-F238E27FC236}">
                    <a16:creationId xmlns:a16="http://schemas.microsoft.com/office/drawing/2014/main" id="{5335ABBB-D37E-40CA-824A-38BE2773839B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H="1">
                <a:off x="7448454" y="4769473"/>
                <a:ext cx="3867" cy="527999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dist="17961" dir="2700000" algn="ctr" rotWithShape="0">
                  <a:schemeClr val="bg2"/>
                </a:outerShdw>
              </a:effectLst>
            </p:spPr>
          </p:cxnSp>
          <p:sp>
            <p:nvSpPr>
              <p:cNvPr id="55" name="Text Box 5">
                <a:extLst>
                  <a:ext uri="{FF2B5EF4-FFF2-40B4-BE49-F238E27FC236}">
                    <a16:creationId xmlns:a16="http://schemas.microsoft.com/office/drawing/2014/main" id="{D8383F24-DB29-4E3E-B0F3-EA36802A33A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264269" y="5178745"/>
                <a:ext cx="425757" cy="55399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r>
                  <a:rPr kumimoji="1" lang="en-US" altLang="zh-CN" sz="2100" b="1" i="1" dirty="0"/>
                  <a:t>d</a:t>
                </a:r>
              </a:p>
            </p:txBody>
          </p:sp>
        </p:grpSp>
        <p:grpSp>
          <p:nvGrpSpPr>
            <p:cNvPr id="56" name="组合 55">
              <a:extLst>
                <a:ext uri="{FF2B5EF4-FFF2-40B4-BE49-F238E27FC236}">
                  <a16:creationId xmlns:a16="http://schemas.microsoft.com/office/drawing/2014/main" id="{784BE288-6FAB-4B27-8844-046C87A39CE4}"/>
                </a:ext>
              </a:extLst>
            </p:cNvPr>
            <p:cNvGrpSpPr/>
            <p:nvPr/>
          </p:nvGrpSpPr>
          <p:grpSpPr>
            <a:xfrm>
              <a:off x="2500605" y="3446747"/>
              <a:ext cx="319318" cy="620621"/>
              <a:chOff x="7251622" y="4752666"/>
              <a:chExt cx="425757" cy="827494"/>
            </a:xfrm>
          </p:grpSpPr>
          <p:cxnSp>
            <p:nvCxnSpPr>
              <p:cNvPr id="57" name="直接连接符 56">
                <a:extLst>
                  <a:ext uri="{FF2B5EF4-FFF2-40B4-BE49-F238E27FC236}">
                    <a16:creationId xmlns:a16="http://schemas.microsoft.com/office/drawing/2014/main" id="{788C9012-8899-494C-8E97-EC961265B82C}"/>
                  </a:ext>
                </a:extLst>
              </p:cNvPr>
              <p:cNvCxnSpPr/>
              <p:nvPr/>
            </p:nvCxnSpPr>
            <p:spPr bwMode="auto">
              <a:xfrm flipH="1">
                <a:off x="7448454" y="4752666"/>
                <a:ext cx="3867" cy="384000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dist="17961" dir="2700000" algn="ctr" rotWithShape="0">
                  <a:schemeClr val="bg2"/>
                </a:outerShdw>
              </a:effectLst>
            </p:spPr>
          </p:cxnSp>
          <p:sp>
            <p:nvSpPr>
              <p:cNvPr id="58" name="Text Box 5">
                <a:extLst>
                  <a:ext uri="{FF2B5EF4-FFF2-40B4-BE49-F238E27FC236}">
                    <a16:creationId xmlns:a16="http://schemas.microsoft.com/office/drawing/2014/main" id="{E6C71F49-ED13-4C88-B6C7-8896DA38C20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251622" y="5026163"/>
                <a:ext cx="425757" cy="553997"/>
              </a:xfrm>
              <a:prstGeom prst="rect">
                <a:avLst/>
              </a:prstGeom>
              <a:noFill/>
              <a:ln w="12700">
                <a:noFill/>
                <a:miter lim="800000"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r>
                  <a:rPr kumimoji="1" lang="en-US" altLang="zh-CN" sz="2100" b="1" i="1" dirty="0">
                    <a:solidFill>
                      <a:srgbClr val="FF0000"/>
                    </a:solidFill>
                  </a:rPr>
                  <a:t>b</a:t>
                </a:r>
              </a:p>
            </p:txBody>
          </p:sp>
        </p:grpSp>
      </p:grp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B2F0C3FB-1786-4DD3-AE2C-36B9824FB7A6}"/>
              </a:ext>
            </a:extLst>
          </p:cNvPr>
          <p:cNvGrpSpPr/>
          <p:nvPr/>
        </p:nvGrpSpPr>
        <p:grpSpPr>
          <a:xfrm>
            <a:off x="5629575" y="1856669"/>
            <a:ext cx="1345715" cy="1653199"/>
            <a:chOff x="5629575" y="1856669"/>
            <a:chExt cx="1345715" cy="1653199"/>
          </a:xfrm>
        </p:grpSpPr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E795AB5B-D648-49CD-86A0-844047A35275}"/>
                </a:ext>
              </a:extLst>
            </p:cNvPr>
            <p:cNvSpPr/>
            <p:nvPr/>
          </p:nvSpPr>
          <p:spPr>
            <a:xfrm>
              <a:off x="6231877" y="1856669"/>
              <a:ext cx="308589" cy="21602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</a:t>
              </a:r>
              <a:endParaRPr lang="zh-CN" altLang="en-US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0" name="组合 59">
              <a:extLst>
                <a:ext uri="{FF2B5EF4-FFF2-40B4-BE49-F238E27FC236}">
                  <a16:creationId xmlns:a16="http://schemas.microsoft.com/office/drawing/2014/main" id="{70E98713-326A-4549-B222-988B8625D5B8}"/>
                </a:ext>
              </a:extLst>
            </p:cNvPr>
            <p:cNvGrpSpPr/>
            <p:nvPr/>
          </p:nvGrpSpPr>
          <p:grpSpPr>
            <a:xfrm>
              <a:off x="5629575" y="2075963"/>
              <a:ext cx="1345715" cy="770804"/>
              <a:chOff x="6296797" y="3827092"/>
              <a:chExt cx="1794285" cy="1027737"/>
            </a:xfrm>
          </p:grpSpPr>
          <p:cxnSp>
            <p:nvCxnSpPr>
              <p:cNvPr id="61" name="直接连接符 60">
                <a:extLst>
                  <a:ext uri="{FF2B5EF4-FFF2-40B4-BE49-F238E27FC236}">
                    <a16:creationId xmlns:a16="http://schemas.microsoft.com/office/drawing/2014/main" id="{EB9E1FA2-DE71-4993-AF8A-93D5CAC30C64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H="1">
                <a:off x="6465322" y="3837375"/>
                <a:ext cx="684087" cy="570304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dist="17961" dir="2700000" algn="ctr" rotWithShape="0">
                  <a:schemeClr val="bg2"/>
                </a:outerShdw>
              </a:effectLst>
            </p:spPr>
          </p:cxnSp>
          <p:cxnSp>
            <p:nvCxnSpPr>
              <p:cNvPr id="62" name="直接连接符 61">
                <a:extLst>
                  <a:ext uri="{FF2B5EF4-FFF2-40B4-BE49-F238E27FC236}">
                    <a16:creationId xmlns:a16="http://schemas.microsoft.com/office/drawing/2014/main" id="{94488425-ADDB-490F-BC0D-1C352DA8C8E9}"/>
                  </a:ext>
                </a:extLst>
              </p:cNvPr>
              <p:cNvCxnSpPr/>
              <p:nvPr/>
            </p:nvCxnSpPr>
            <p:spPr bwMode="auto">
              <a:xfrm flipH="1">
                <a:off x="6944528" y="3873288"/>
                <a:ext cx="299275" cy="491816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dist="17961" dir="2700000" algn="ctr" rotWithShape="0">
                  <a:schemeClr val="bg2"/>
                </a:outerShdw>
              </a:effectLst>
            </p:spPr>
          </p:cxnSp>
          <p:cxnSp>
            <p:nvCxnSpPr>
              <p:cNvPr id="63" name="直接连接符 62">
                <a:extLst>
                  <a:ext uri="{FF2B5EF4-FFF2-40B4-BE49-F238E27FC236}">
                    <a16:creationId xmlns:a16="http://schemas.microsoft.com/office/drawing/2014/main" id="{2A1BB591-F4C0-46BC-BD66-B452A8A0205F}"/>
                  </a:ext>
                </a:extLst>
              </p:cNvPr>
              <p:cNvCxnSpPr/>
              <p:nvPr/>
            </p:nvCxnSpPr>
            <p:spPr bwMode="auto">
              <a:xfrm>
                <a:off x="7297691" y="3861048"/>
                <a:ext cx="231665" cy="504056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dist="17961" dir="2700000" algn="ctr" rotWithShape="0">
                  <a:schemeClr val="bg2"/>
                </a:outerShdw>
              </a:effectLst>
            </p:spPr>
          </p:cxnSp>
          <p:cxnSp>
            <p:nvCxnSpPr>
              <p:cNvPr id="64" name="直接连接符 63">
                <a:extLst>
                  <a:ext uri="{FF2B5EF4-FFF2-40B4-BE49-F238E27FC236}">
                    <a16:creationId xmlns:a16="http://schemas.microsoft.com/office/drawing/2014/main" id="{E746D28E-73DF-49C4-8B8A-F86314B5038E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>
                <a:off x="7395173" y="3827092"/>
                <a:ext cx="600143" cy="576331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dist="17961" dir="2700000" algn="ctr" rotWithShape="0">
                  <a:schemeClr val="bg2"/>
                </a:outerShdw>
              </a:effectLst>
            </p:spPr>
          </p:cxnSp>
          <p:sp>
            <p:nvSpPr>
              <p:cNvPr id="65" name="Text Box 5">
                <a:extLst>
                  <a:ext uri="{FF2B5EF4-FFF2-40B4-BE49-F238E27FC236}">
                    <a16:creationId xmlns:a16="http://schemas.microsoft.com/office/drawing/2014/main" id="{D61E06A9-5FAA-45F9-8D61-8033520059C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672743" y="4285266"/>
                <a:ext cx="504840" cy="55399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r>
                  <a:rPr kumimoji="1" lang="en-US" altLang="zh-CN" sz="2100" b="1" i="1" dirty="0"/>
                  <a:t>A</a:t>
                </a:r>
              </a:p>
            </p:txBody>
          </p:sp>
          <p:sp>
            <p:nvSpPr>
              <p:cNvPr id="66" name="Text Box 5">
                <a:extLst>
                  <a:ext uri="{FF2B5EF4-FFF2-40B4-BE49-F238E27FC236}">
                    <a16:creationId xmlns:a16="http://schemas.microsoft.com/office/drawing/2014/main" id="{E1A00BF9-6B11-4989-977A-59036841CC2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410113" y="4300832"/>
                <a:ext cx="485603" cy="55399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r>
                  <a:rPr kumimoji="1" lang="en-US" altLang="zh-CN" sz="2100" b="1" i="1" dirty="0">
                    <a:solidFill>
                      <a:srgbClr val="FF0000"/>
                    </a:solidFill>
                  </a:rPr>
                  <a:t>B</a:t>
                </a:r>
              </a:p>
            </p:txBody>
          </p:sp>
          <p:sp>
            <p:nvSpPr>
              <p:cNvPr id="67" name="Text Box 5">
                <a:extLst>
                  <a:ext uri="{FF2B5EF4-FFF2-40B4-BE49-F238E27FC236}">
                    <a16:creationId xmlns:a16="http://schemas.microsoft.com/office/drawing/2014/main" id="{36B63032-38AE-4CDA-B6D3-10C38720220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296797" y="4286342"/>
                <a:ext cx="425757" cy="55399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r>
                  <a:rPr kumimoji="1" lang="en-US" altLang="zh-CN" sz="2100" b="1" i="1" dirty="0"/>
                  <a:t>a</a:t>
                </a:r>
              </a:p>
            </p:txBody>
          </p:sp>
          <p:sp>
            <p:nvSpPr>
              <p:cNvPr id="68" name="Text Box 5">
                <a:extLst>
                  <a:ext uri="{FF2B5EF4-FFF2-40B4-BE49-F238E27FC236}">
                    <a16:creationId xmlns:a16="http://schemas.microsoft.com/office/drawing/2014/main" id="{B58D811D-F7D5-445B-B40D-E3016E8EE7E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827749" y="4249242"/>
                <a:ext cx="263333" cy="55399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r>
                  <a:rPr kumimoji="1" lang="en-US" altLang="zh-CN" sz="2100" b="1" i="1" dirty="0"/>
                  <a:t>e</a:t>
                </a:r>
              </a:p>
            </p:txBody>
          </p:sp>
        </p:grpSp>
        <p:grpSp>
          <p:nvGrpSpPr>
            <p:cNvPr id="74" name="组合 73">
              <a:extLst>
                <a:ext uri="{FF2B5EF4-FFF2-40B4-BE49-F238E27FC236}">
                  <a16:creationId xmlns:a16="http://schemas.microsoft.com/office/drawing/2014/main" id="{31F7AB40-9A22-45F1-95E1-8959D8D7C0D6}"/>
                </a:ext>
              </a:extLst>
            </p:cNvPr>
            <p:cNvGrpSpPr/>
            <p:nvPr/>
          </p:nvGrpSpPr>
          <p:grpSpPr>
            <a:xfrm>
              <a:off x="6517542" y="2765666"/>
              <a:ext cx="319318" cy="744202"/>
              <a:chOff x="7276461" y="4752665"/>
              <a:chExt cx="425757" cy="992268"/>
            </a:xfrm>
          </p:grpSpPr>
          <p:cxnSp>
            <p:nvCxnSpPr>
              <p:cNvPr id="75" name="直接连接符 74">
                <a:extLst>
                  <a:ext uri="{FF2B5EF4-FFF2-40B4-BE49-F238E27FC236}">
                    <a16:creationId xmlns:a16="http://schemas.microsoft.com/office/drawing/2014/main" id="{26E4772D-F93C-49E8-B088-FF0B273905DA}"/>
                  </a:ext>
                </a:extLst>
              </p:cNvPr>
              <p:cNvCxnSpPr/>
              <p:nvPr/>
            </p:nvCxnSpPr>
            <p:spPr bwMode="auto">
              <a:xfrm flipH="1">
                <a:off x="7448454" y="4752665"/>
                <a:ext cx="3867" cy="527999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dist="17961" dir="2700000" algn="ctr" rotWithShape="0">
                  <a:schemeClr val="bg2"/>
                </a:outerShdw>
              </a:effectLst>
            </p:spPr>
          </p:cxnSp>
          <p:sp>
            <p:nvSpPr>
              <p:cNvPr id="76" name="Text Box 5">
                <a:extLst>
                  <a:ext uri="{FF2B5EF4-FFF2-40B4-BE49-F238E27FC236}">
                    <a16:creationId xmlns:a16="http://schemas.microsoft.com/office/drawing/2014/main" id="{047F0448-126E-4AD5-93D6-625424F3309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276461" y="5190936"/>
                <a:ext cx="425757" cy="55399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r>
                  <a:rPr kumimoji="1" lang="en-US" altLang="zh-CN" sz="2100" b="1" i="1" dirty="0">
                    <a:solidFill>
                      <a:srgbClr val="FF0000"/>
                    </a:solidFill>
                  </a:rPr>
                  <a:t>d</a:t>
                </a:r>
              </a:p>
            </p:txBody>
          </p:sp>
        </p:grpSp>
      </p:grp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095718F4-01C5-49A4-856A-7E801063670E}"/>
              </a:ext>
            </a:extLst>
          </p:cNvPr>
          <p:cNvGrpSpPr/>
          <p:nvPr/>
        </p:nvGrpSpPr>
        <p:grpSpPr>
          <a:xfrm>
            <a:off x="7169087" y="1856669"/>
            <a:ext cx="1345715" cy="990098"/>
            <a:chOff x="7169087" y="1856669"/>
            <a:chExt cx="1345715" cy="990098"/>
          </a:xfrm>
        </p:grpSpPr>
        <p:sp>
          <p:nvSpPr>
            <p:cNvPr id="80" name="矩形 79">
              <a:extLst>
                <a:ext uri="{FF2B5EF4-FFF2-40B4-BE49-F238E27FC236}">
                  <a16:creationId xmlns:a16="http://schemas.microsoft.com/office/drawing/2014/main" id="{E99A4D8B-FAA8-4836-AE0E-2C6E72C2967F}"/>
                </a:ext>
              </a:extLst>
            </p:cNvPr>
            <p:cNvSpPr/>
            <p:nvPr/>
          </p:nvSpPr>
          <p:spPr>
            <a:xfrm>
              <a:off x="7771389" y="1856669"/>
              <a:ext cx="308589" cy="21602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i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</a:t>
              </a:r>
              <a:endParaRPr lang="zh-CN" altLang="en-US" b="1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81" name="组合 80">
              <a:extLst>
                <a:ext uri="{FF2B5EF4-FFF2-40B4-BE49-F238E27FC236}">
                  <a16:creationId xmlns:a16="http://schemas.microsoft.com/office/drawing/2014/main" id="{1BF5CCB1-CAA0-43AE-8203-496453A8A7F4}"/>
                </a:ext>
              </a:extLst>
            </p:cNvPr>
            <p:cNvGrpSpPr/>
            <p:nvPr/>
          </p:nvGrpSpPr>
          <p:grpSpPr>
            <a:xfrm>
              <a:off x="7169087" y="2075963"/>
              <a:ext cx="1345715" cy="770804"/>
              <a:chOff x="6296797" y="3827092"/>
              <a:chExt cx="1794285" cy="1027737"/>
            </a:xfrm>
          </p:grpSpPr>
          <p:cxnSp>
            <p:nvCxnSpPr>
              <p:cNvPr id="82" name="直接连接符 81">
                <a:extLst>
                  <a:ext uri="{FF2B5EF4-FFF2-40B4-BE49-F238E27FC236}">
                    <a16:creationId xmlns:a16="http://schemas.microsoft.com/office/drawing/2014/main" id="{93300392-ED8D-4C62-8A97-56A57E71132E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H="1">
                <a:off x="6465322" y="3837375"/>
                <a:ext cx="684087" cy="570304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dist="17961" dir="2700000" algn="ctr" rotWithShape="0">
                  <a:schemeClr val="bg2"/>
                </a:outerShdw>
              </a:effectLst>
            </p:spPr>
          </p:cxnSp>
          <p:cxnSp>
            <p:nvCxnSpPr>
              <p:cNvPr id="83" name="直接连接符 82">
                <a:extLst>
                  <a:ext uri="{FF2B5EF4-FFF2-40B4-BE49-F238E27FC236}">
                    <a16:creationId xmlns:a16="http://schemas.microsoft.com/office/drawing/2014/main" id="{01E39C14-AB2F-4DFD-8644-2509F3F46327}"/>
                  </a:ext>
                </a:extLst>
              </p:cNvPr>
              <p:cNvCxnSpPr/>
              <p:nvPr/>
            </p:nvCxnSpPr>
            <p:spPr bwMode="auto">
              <a:xfrm flipH="1">
                <a:off x="6944528" y="3873288"/>
                <a:ext cx="299275" cy="491816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dist="17961" dir="2700000" algn="ctr" rotWithShape="0">
                  <a:schemeClr val="bg2"/>
                </a:outerShdw>
              </a:effectLst>
            </p:spPr>
          </p:cxnSp>
          <p:cxnSp>
            <p:nvCxnSpPr>
              <p:cNvPr id="84" name="直接连接符 83">
                <a:extLst>
                  <a:ext uri="{FF2B5EF4-FFF2-40B4-BE49-F238E27FC236}">
                    <a16:creationId xmlns:a16="http://schemas.microsoft.com/office/drawing/2014/main" id="{AE84EE55-264C-4B46-94AF-468C15943837}"/>
                  </a:ext>
                </a:extLst>
              </p:cNvPr>
              <p:cNvCxnSpPr/>
              <p:nvPr/>
            </p:nvCxnSpPr>
            <p:spPr bwMode="auto">
              <a:xfrm>
                <a:off x="7297691" y="3861048"/>
                <a:ext cx="231665" cy="504056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dist="17961" dir="2700000" algn="ctr" rotWithShape="0">
                  <a:schemeClr val="bg2"/>
                </a:outerShdw>
              </a:effectLst>
            </p:spPr>
          </p:cxnSp>
          <p:cxnSp>
            <p:nvCxnSpPr>
              <p:cNvPr id="85" name="直接连接符 84">
                <a:extLst>
                  <a:ext uri="{FF2B5EF4-FFF2-40B4-BE49-F238E27FC236}">
                    <a16:creationId xmlns:a16="http://schemas.microsoft.com/office/drawing/2014/main" id="{7B5C1632-8D20-4203-9E45-BBFA8877EEDD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>
                <a:off x="7395173" y="3827092"/>
                <a:ext cx="600143" cy="576331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dist="17961" dir="2700000" algn="ctr" rotWithShape="0">
                  <a:schemeClr val="bg2"/>
                </a:outerShdw>
              </a:effectLst>
            </p:spPr>
          </p:cxnSp>
          <p:sp>
            <p:nvSpPr>
              <p:cNvPr id="86" name="Text Box 5">
                <a:extLst>
                  <a:ext uri="{FF2B5EF4-FFF2-40B4-BE49-F238E27FC236}">
                    <a16:creationId xmlns:a16="http://schemas.microsoft.com/office/drawing/2014/main" id="{3230FA04-6504-4F61-B513-F6BA7871CAE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672743" y="4285266"/>
                <a:ext cx="504840" cy="55399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r>
                  <a:rPr kumimoji="1" lang="en-US" altLang="zh-CN" sz="2100" b="1" i="1" dirty="0">
                    <a:solidFill>
                      <a:srgbClr val="FF0000"/>
                    </a:solidFill>
                  </a:rPr>
                  <a:t>A</a:t>
                </a:r>
              </a:p>
            </p:txBody>
          </p:sp>
          <p:sp>
            <p:nvSpPr>
              <p:cNvPr id="87" name="Text Box 5">
                <a:extLst>
                  <a:ext uri="{FF2B5EF4-FFF2-40B4-BE49-F238E27FC236}">
                    <a16:creationId xmlns:a16="http://schemas.microsoft.com/office/drawing/2014/main" id="{03A6C33B-7525-4526-9542-FF77C44D65D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410113" y="4300832"/>
                <a:ext cx="485603" cy="55399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r>
                  <a:rPr kumimoji="1" lang="en-US" altLang="zh-CN" sz="2100" b="1" i="1" dirty="0">
                    <a:solidFill>
                      <a:srgbClr val="FF0000"/>
                    </a:solidFill>
                  </a:rPr>
                  <a:t>B</a:t>
                </a:r>
              </a:p>
            </p:txBody>
          </p:sp>
          <p:sp>
            <p:nvSpPr>
              <p:cNvPr id="88" name="Text Box 5">
                <a:extLst>
                  <a:ext uri="{FF2B5EF4-FFF2-40B4-BE49-F238E27FC236}">
                    <a16:creationId xmlns:a16="http://schemas.microsoft.com/office/drawing/2014/main" id="{963CBCDE-C3D2-4697-917A-FAF661B4E49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296797" y="4286342"/>
                <a:ext cx="425757" cy="55399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r>
                  <a:rPr kumimoji="1" lang="en-US" altLang="zh-CN" sz="2100" b="1" i="1" dirty="0">
                    <a:solidFill>
                      <a:srgbClr val="FF0000"/>
                    </a:solidFill>
                  </a:rPr>
                  <a:t>a</a:t>
                </a:r>
              </a:p>
            </p:txBody>
          </p:sp>
          <p:sp>
            <p:nvSpPr>
              <p:cNvPr id="89" name="Text Box 5">
                <a:extLst>
                  <a:ext uri="{FF2B5EF4-FFF2-40B4-BE49-F238E27FC236}">
                    <a16:creationId xmlns:a16="http://schemas.microsoft.com/office/drawing/2014/main" id="{A94F8E27-42CF-4449-B310-2BEC3B8A49A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827749" y="4249242"/>
                <a:ext cx="263333" cy="55399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r>
                  <a:rPr kumimoji="1" lang="en-US" altLang="zh-CN" sz="2100" b="1" i="1" dirty="0">
                    <a:solidFill>
                      <a:srgbClr val="FF0000"/>
                    </a:solidFill>
                  </a:rPr>
                  <a:t>e</a:t>
                </a:r>
              </a:p>
            </p:txBody>
          </p:sp>
        </p:grpSp>
      </p:grpSp>
      <p:sp>
        <p:nvSpPr>
          <p:cNvPr id="104" name="Text Box 23">
            <a:extLst>
              <a:ext uri="{FF2B5EF4-FFF2-40B4-BE49-F238E27FC236}">
                <a16:creationId xmlns:a16="http://schemas.microsoft.com/office/drawing/2014/main" id="{C92CD5A1-8B6E-46B7-A9FF-89C841617F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63688" y="4362115"/>
            <a:ext cx="7272807" cy="65790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 lIns="69056" tIns="34529" rIns="69056" bIns="34529">
            <a:spAutoFit/>
          </a:bodyPr>
          <a:lstStyle/>
          <a:p>
            <a:pPr marL="342900" indent="-342900">
              <a:lnSpc>
                <a:spcPct val="110000"/>
              </a:lnSpc>
              <a:spcBef>
                <a:spcPct val="50000"/>
              </a:spcBef>
              <a:buSzPct val="100000"/>
              <a:buFont typeface="Wingdings" panose="05000000000000000000" pitchFamily="2" charset="2"/>
              <a:buChar char="Ø"/>
              <a:defRPr/>
            </a:pPr>
            <a:r>
              <a:rPr lang="zh-CN" altLang="en-US" u="sng" dirty="0">
                <a:solidFill>
                  <a:srgbClr val="0070C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楷体_GB2312" pitchFamily="1" charset="-122"/>
                <a:ea typeface="楷体_GB2312" pitchFamily="1" charset="-122"/>
              </a:rPr>
              <a:t>规范句型</a:t>
            </a:r>
            <a:r>
              <a:rPr lang="zh-CN" altLang="en-US" dirty="0">
                <a:effectLst>
                  <a:outerShdw blurRad="38100" dist="38100" dir="2700000" algn="tl">
                    <a:srgbClr val="C0C0C0"/>
                  </a:outerShdw>
                </a:effectLst>
                <a:latin typeface="楷体_GB2312" pitchFamily="1" charset="-122"/>
                <a:ea typeface="楷体_GB2312" pitchFamily="1" charset="-122"/>
              </a:rPr>
              <a:t>每步最左归约选择</a:t>
            </a:r>
            <a:r>
              <a:rPr lang="zh-CN" altLang="en-US" dirty="0">
                <a:solidFill>
                  <a:srgbClr val="0070C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楷体_GB2312" pitchFamily="1" charset="-122"/>
                <a:ea typeface="楷体_GB2312" pitchFamily="1" charset="-122"/>
              </a:rPr>
              <a:t>归约的子串</a:t>
            </a:r>
            <a:r>
              <a:rPr lang="zh-CN" altLang="en-US" dirty="0">
                <a:effectLst>
                  <a:outerShdw blurRad="38100" dist="38100" dir="2700000" algn="tl">
                    <a:srgbClr val="C0C0C0"/>
                  </a:outerShdw>
                </a:effectLst>
                <a:latin typeface="楷体_GB2312" pitchFamily="1" charset="-122"/>
                <a:ea typeface="楷体_GB2312" pitchFamily="1" charset="-122"/>
              </a:rPr>
              <a:t>都是该规范句型对应分析树的</a:t>
            </a:r>
            <a:r>
              <a:rPr lang="zh-CN" altLang="en-US" dirty="0">
                <a:solidFill>
                  <a:srgbClr val="FF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楷体_GB2312" pitchFamily="1" charset="-122"/>
                <a:ea typeface="楷体_GB2312" pitchFamily="1" charset="-122"/>
              </a:rPr>
              <a:t>最左直接短语</a:t>
            </a:r>
            <a:r>
              <a:rPr lang="en-US" altLang="zh-CN" dirty="0">
                <a:solidFill>
                  <a:srgbClr val="0070C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楷体_GB2312" pitchFamily="1" charset="-122"/>
                <a:ea typeface="楷体_GB2312" pitchFamily="1" charset="-122"/>
              </a:rPr>
              <a:t>(</a:t>
            </a:r>
            <a:r>
              <a:rPr lang="zh-CN" altLang="en-US" dirty="0">
                <a:solidFill>
                  <a:srgbClr val="0070C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楷体_GB2312" pitchFamily="1" charset="-122"/>
                <a:ea typeface="楷体_GB2312" pitchFamily="1" charset="-122"/>
              </a:rPr>
              <a:t>只有父子两代子树的边缘</a:t>
            </a:r>
            <a:r>
              <a:rPr lang="en-US" altLang="zh-CN" dirty="0">
                <a:solidFill>
                  <a:srgbClr val="0070C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楷体_GB2312" pitchFamily="1" charset="-122"/>
                <a:ea typeface="楷体_GB2312" pitchFamily="1" charset="-122"/>
              </a:rPr>
              <a:t>)</a:t>
            </a:r>
            <a:r>
              <a:rPr lang="zh-CN" altLang="en-US" dirty="0">
                <a:effectLst>
                  <a:outerShdw blurRad="38100" dist="38100" dir="2700000" algn="tl">
                    <a:srgbClr val="C0C0C0"/>
                  </a:outerShdw>
                </a:effectLst>
                <a:latin typeface="楷体_GB2312" pitchFamily="1" charset="-122"/>
                <a:ea typeface="楷体_GB2312" pitchFamily="1" charset="-122"/>
              </a:rPr>
              <a:t>，称为</a:t>
            </a:r>
            <a:r>
              <a:rPr lang="zh-CN" altLang="en-US" dirty="0">
                <a:solidFill>
                  <a:srgbClr val="0070C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楷体_GB2312" pitchFamily="1" charset="-122"/>
                <a:ea typeface="楷体_GB2312" pitchFamily="1" charset="-122"/>
              </a:rPr>
              <a:t>规范句型</a:t>
            </a:r>
            <a:r>
              <a:rPr lang="zh-CN" altLang="en-US" dirty="0">
                <a:effectLst>
                  <a:outerShdw blurRad="38100" dist="38100" dir="2700000" algn="tl">
                    <a:srgbClr val="C0C0C0"/>
                  </a:outerShdw>
                </a:effectLst>
                <a:latin typeface="楷体_GB2312" pitchFamily="1" charset="-122"/>
                <a:ea typeface="楷体_GB2312" pitchFamily="1" charset="-122"/>
              </a:rPr>
              <a:t>的</a:t>
            </a:r>
            <a:r>
              <a:rPr lang="zh-CN" altLang="en-US" dirty="0">
                <a:solidFill>
                  <a:srgbClr val="FF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楷体_GB2312" pitchFamily="1" charset="-122"/>
                <a:ea typeface="楷体_GB2312" pitchFamily="1" charset="-122"/>
              </a:rPr>
              <a:t>句柄</a:t>
            </a:r>
            <a:r>
              <a:rPr lang="zh-CN" altLang="en-US" dirty="0">
                <a:effectLst>
                  <a:outerShdw blurRad="38100" dist="38100" dir="2700000" algn="tl">
                    <a:srgbClr val="C0C0C0"/>
                  </a:outerShdw>
                </a:effectLst>
                <a:latin typeface="楷体_GB2312" pitchFamily="1" charset="-122"/>
                <a:ea typeface="楷体_GB2312" pitchFamily="1" charset="-122"/>
              </a:rPr>
              <a:t>。</a:t>
            </a:r>
            <a:endParaRPr lang="en-US" altLang="zh-CN" dirty="0">
              <a:effectLst>
                <a:outerShdw blurRad="38100" dist="38100" dir="2700000" algn="tl">
                  <a:srgbClr val="C0C0C0"/>
                </a:outerShdw>
              </a:effectLst>
              <a:latin typeface="楷体_GB2312" pitchFamily="1" charset="-122"/>
              <a:ea typeface="楷体_GB2312" pitchFamily="1" charset="-122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46BA604-DE0C-4959-82FC-3F79E3B2345B}"/>
              </a:ext>
            </a:extLst>
          </p:cNvPr>
          <p:cNvSpPr/>
          <p:nvPr/>
        </p:nvSpPr>
        <p:spPr>
          <a:xfrm>
            <a:off x="1691680" y="3992969"/>
            <a:ext cx="1946246" cy="3464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zh-CN" alt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是</a:t>
            </a:r>
            <a:r>
              <a:rPr lang="en-US" altLang="zh-CN" b="1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abbde</a:t>
            </a:r>
            <a:r>
              <a:rPr lang="zh-CN" alt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的句柄</a:t>
            </a: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BF1C76BB-D25F-4F26-BFF3-7E18B3BAF8CC}"/>
              </a:ext>
            </a:extLst>
          </p:cNvPr>
          <p:cNvSpPr/>
          <p:nvPr/>
        </p:nvSpPr>
        <p:spPr>
          <a:xfrm>
            <a:off x="3576818" y="3523031"/>
            <a:ext cx="2004686" cy="406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</a:t>
            </a:r>
            <a:r>
              <a:rPr lang="zh-CN" alt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是</a:t>
            </a:r>
            <a:r>
              <a:rPr lang="en-US" altLang="zh-CN" b="1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aAbde</a:t>
            </a:r>
            <a:r>
              <a:rPr lang="zh-CN" alt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的句柄</a:t>
            </a:r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8DA87457-9409-4AEA-9BDA-C9C7F933BD13}"/>
              </a:ext>
            </a:extLst>
          </p:cNvPr>
          <p:cNvSpPr/>
          <p:nvPr/>
        </p:nvSpPr>
        <p:spPr>
          <a:xfrm>
            <a:off x="5581503" y="3451047"/>
            <a:ext cx="2245274" cy="3237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zh-CN" alt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是</a:t>
            </a:r>
            <a:r>
              <a:rPr lang="en-US" altLang="zh-CN" b="1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aAde</a:t>
            </a:r>
            <a:r>
              <a:rPr lang="zh-CN" alt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的句柄</a:t>
            </a:r>
          </a:p>
        </p:txBody>
      </p:sp>
      <p:sp>
        <p:nvSpPr>
          <p:cNvPr id="112" name="矩形 111">
            <a:extLst>
              <a:ext uri="{FF2B5EF4-FFF2-40B4-BE49-F238E27FC236}">
                <a16:creationId xmlns:a16="http://schemas.microsoft.com/office/drawing/2014/main" id="{4A2B0AFA-8C52-47C7-859E-A1298C4ADA6F}"/>
              </a:ext>
            </a:extLst>
          </p:cNvPr>
          <p:cNvSpPr/>
          <p:nvPr/>
        </p:nvSpPr>
        <p:spPr>
          <a:xfrm>
            <a:off x="7069971" y="2873785"/>
            <a:ext cx="1845797" cy="3538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i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aABe</a:t>
            </a:r>
            <a:r>
              <a:rPr lang="zh-CN" alt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是句柄</a:t>
            </a: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0E894BDE-974B-486E-AADA-CBF45654A76D}"/>
              </a:ext>
            </a:extLst>
          </p:cNvPr>
          <p:cNvSpPr/>
          <p:nvPr/>
        </p:nvSpPr>
        <p:spPr>
          <a:xfrm>
            <a:off x="3566328" y="3905923"/>
            <a:ext cx="5470168" cy="400110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zh-CN" altLang="en-US" sz="2000" b="1" dirty="0">
                <a:solidFill>
                  <a:srgbClr val="C000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最左归约的核心问题</a:t>
            </a:r>
            <a:r>
              <a:rPr lang="en-US" altLang="zh-CN" sz="2000" b="1" dirty="0">
                <a:solidFill>
                  <a:srgbClr val="C000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:</a:t>
            </a:r>
            <a:r>
              <a:rPr lang="zh-CN" altLang="en-US" sz="2000" b="1" dirty="0">
                <a:solidFill>
                  <a:srgbClr val="C000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选择哪个子串进行归约？</a:t>
            </a:r>
            <a:endParaRPr lang="en-US" altLang="zh-CN" sz="2000" b="1" dirty="0">
              <a:solidFill>
                <a:srgbClr val="C0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26403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4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17" dur="500"/>
                                        <p:tgtEl>
                                          <p:spTgt spid="82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6" presetClass="entr" presetSubtype="4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27" dur="500"/>
                                        <p:tgtEl>
                                          <p:spTgt spid="82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6" presetClass="entr" presetSubtype="4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37" dur="500"/>
                                        <p:tgtEl>
                                          <p:spTgt spid="82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6" presetClass="entr" presetSubtype="4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47" dur="500"/>
                                        <p:tgtEl>
                                          <p:spTgt spid="82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6" presetClass="entr" presetSubtype="4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7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5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8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1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02" grpId="0" build="p" autoUpdateAnimBg="0"/>
      <p:bldP spid="8203" grpId="0" build="p" autoUpdateAnimBg="0"/>
      <p:bldP spid="8204" grpId="0" build="p" autoUpdateAnimBg="0"/>
      <p:bldP spid="8205" grpId="0" build="p" autoUpdateAnimBg="0"/>
      <p:bldP spid="2" grpId="0"/>
      <p:bldP spid="104" grpId="0" animBg="1" autoUpdateAnimBg="0"/>
      <p:bldP spid="13" grpId="0" animBg="1"/>
      <p:bldP spid="110" grpId="0" animBg="1"/>
      <p:bldP spid="111" grpId="0" animBg="1"/>
      <p:bldP spid="112" grpId="0" animBg="1"/>
      <p:bldP spid="9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内容占位符 3"/>
              <p:cNvSpPr>
                <a:spLocks noGrp="1"/>
              </p:cNvSpPr>
              <p:nvPr>
                <p:ph idx="1"/>
              </p:nvPr>
            </p:nvSpPr>
            <p:spPr>
              <a:xfrm>
                <a:off x="529208" y="915566"/>
                <a:ext cx="8291264" cy="3672408"/>
              </a:xfrm>
            </p:spPr>
            <p:txBody>
              <a:bodyPr/>
              <a:lstStyle/>
              <a:p>
                <a:r>
                  <a:rPr lang="zh-CN" altLang="en-US" sz="2800" dirty="0"/>
                  <a:t>最左归约</a:t>
                </a:r>
                <a:r>
                  <a:rPr lang="zh-CN" altLang="en-US" sz="2800" b="1" dirty="0">
                    <a:latin typeface="楷体" panose="02010609060101010101" pitchFamily="49" charset="-122"/>
                    <a:ea typeface="楷体" panose="02010609060101010101" pitchFamily="49" charset="-122"/>
                  </a:rPr>
                  <a:t>每步得到的都是</a:t>
                </a:r>
                <a:r>
                  <a:rPr lang="zh-CN" altLang="en-US" sz="2800" b="1" dirty="0">
                    <a:solidFill>
                      <a:srgbClr val="0070C0"/>
                    </a:solidFill>
                    <a:latin typeface="楷体" panose="02010609060101010101" pitchFamily="49" charset="-122"/>
                    <a:ea typeface="楷体" panose="02010609060101010101" pitchFamily="49" charset="-122"/>
                  </a:rPr>
                  <a:t>规范句型（最右句型）</a:t>
                </a:r>
                <a:endParaRPr lang="en-US" altLang="zh-CN" sz="2800" b="1" dirty="0">
                  <a:solidFill>
                    <a:srgbClr val="0070C0"/>
                  </a:solidFill>
                  <a:latin typeface="楷体" panose="02010609060101010101" pitchFamily="49" charset="-122"/>
                  <a:ea typeface="楷体" panose="02010609060101010101" pitchFamily="49" charset="-122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altLang="zh-CN" i="1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𝑺</m:t>
                    </m:r>
                    <m:groupChr>
                      <m:groupChrPr>
                        <m:chr m:val="⇒"/>
                        <m:pos m:val="top"/>
                        <m:ctrlPr>
                          <a:rPr lang="en-US" altLang="zh-CN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1"/>
                          </m:rPr>
                          <a:rPr lang="en-US" altLang="zh-CN" b="1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  <m:r>
                          <a:rPr lang="en-US" altLang="zh-CN" b="1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</m:groupChr>
                    <m:r>
                      <a:rPr lang="zh-CN" altLang="en-US" i="1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𝜶</m:t>
                    </m:r>
                    <m:r>
                      <a:rPr lang="en-US" altLang="zh-C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US" altLang="zh-CN" i="1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𝒘</m:t>
                    </m:r>
                    <m:groupChr>
                      <m:groupChrPr>
                        <m:chr m:val="⇒"/>
                        <m:pos m:val="top"/>
                        <m:ctrlPr>
                          <a:rPr lang="en-US" altLang="zh-CN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1"/>
                          </m:rPr>
                          <a:rPr lang="en-US" altLang="zh-CN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𝒓</m:t>
                        </m:r>
                        <m:r>
                          <a:rPr lang="en-US" altLang="zh-CN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</m:groupChr>
                    <m:r>
                      <a:rPr lang="zh-CN" altLang="en-US" i="1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𝜶</m:t>
                    </m:r>
                    <m:r>
                      <a:rPr lang="zh-CN" alt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𝜷</m:t>
                    </m:r>
                    <m:r>
                      <a:rPr lang="en-US" altLang="zh-CN" i="1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zh-CN" altLang="en-US" dirty="0">
                    <a:solidFill>
                      <a:srgbClr val="0000FF"/>
                    </a:solidFill>
                    <a:latin typeface="楷体_GB2312" panose="02010609030101010101" pitchFamily="49" charset="-122"/>
                  </a:rPr>
                  <a:t>，称</a:t>
                </a:r>
                <a14:m>
                  <m:oMath xmlns:m="http://schemas.openxmlformats.org/officeDocument/2006/math">
                    <m:r>
                      <a:rPr lang="zh-CN" alt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𝜷</m:t>
                    </m:r>
                  </m:oMath>
                </a14:m>
                <a:r>
                  <a:rPr lang="zh-CN" altLang="en-US" dirty="0">
                    <a:solidFill>
                      <a:srgbClr val="0000FF"/>
                    </a:solidFill>
                    <a:latin typeface="楷体_GB2312" panose="02010609030101010101" pitchFamily="49" charset="-122"/>
                  </a:rPr>
                  <a:t>是规范句型</a:t>
                </a:r>
                <a14:m>
                  <m:oMath xmlns:m="http://schemas.openxmlformats.org/officeDocument/2006/math">
                    <m:r>
                      <a:rPr lang="zh-CN" altLang="en-US" i="1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𝜶𝜷</m:t>
                    </m:r>
                    <m:r>
                      <a:rPr lang="en-US" altLang="zh-CN" i="1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zh-CN" altLang="en-US" dirty="0">
                    <a:solidFill>
                      <a:srgbClr val="0000FF"/>
                    </a:solidFill>
                    <a:latin typeface="楷体_GB2312" panose="02010609030101010101" pitchFamily="49" charset="-122"/>
                  </a:rPr>
                  <a:t>的</a:t>
                </a:r>
                <a:r>
                  <a:rPr lang="zh-CN" altLang="en-US" dirty="0">
                    <a:solidFill>
                      <a:srgbClr val="FF0000"/>
                    </a:solidFill>
                    <a:latin typeface="楷体_GB2312" panose="02010609030101010101" pitchFamily="49" charset="-122"/>
                  </a:rPr>
                  <a:t>句柄</a:t>
                </a:r>
                <a:endParaRPr lang="en-US" altLang="zh-CN" dirty="0">
                  <a:solidFill>
                    <a:srgbClr val="0000FF"/>
                  </a:solidFill>
                  <a:latin typeface="楷体_GB2312" panose="02010609030101010101" pitchFamily="49" charset="-122"/>
                </a:endParaRPr>
              </a:p>
              <a:p>
                <a:r>
                  <a:rPr lang="zh-CN" altLang="en-US" sz="2800" dirty="0">
                    <a:latin typeface="楷体" panose="02010609060101010101" pitchFamily="49" charset="-122"/>
                    <a:ea typeface="楷体" panose="02010609060101010101" pitchFamily="49" charset="-122"/>
                  </a:rPr>
                  <a:t>从句子开始，</a:t>
                </a:r>
                <a:r>
                  <a:rPr lang="zh-CN" altLang="en-US" sz="2800" b="1" dirty="0">
                    <a:latin typeface="楷体" panose="02010609060101010101" pitchFamily="49" charset="-122"/>
                    <a:ea typeface="楷体" panose="02010609060101010101" pitchFamily="49" charset="-122"/>
                  </a:rPr>
                  <a:t>每步</a:t>
                </a:r>
                <a:r>
                  <a:rPr lang="zh-CN" altLang="en-US" sz="2800" dirty="0"/>
                  <a:t>都选择</a:t>
                </a:r>
                <a:r>
                  <a:rPr lang="zh-CN" altLang="en-US" sz="2800" dirty="0">
                    <a:solidFill>
                      <a:srgbClr val="0070C0"/>
                    </a:solidFill>
                  </a:rPr>
                  <a:t>句柄</a:t>
                </a:r>
                <a:r>
                  <a:rPr lang="zh-CN" altLang="en-US" sz="2800" dirty="0"/>
                  <a:t>进行归约</a:t>
                </a:r>
                <a:r>
                  <a:rPr lang="zh-CN" altLang="en-US" sz="2800" b="1" dirty="0">
                    <a:latin typeface="楷体" panose="02010609060101010101" pitchFamily="49" charset="-122"/>
                    <a:ea typeface="楷体" panose="02010609060101010101" pitchFamily="49" charset="-122"/>
                  </a:rPr>
                  <a:t>得到的总是</a:t>
                </a:r>
                <a:r>
                  <a:rPr lang="zh-CN" altLang="en-US" sz="2800" b="1" dirty="0">
                    <a:solidFill>
                      <a:srgbClr val="0070C0"/>
                    </a:solidFill>
                    <a:latin typeface="楷体" panose="02010609060101010101" pitchFamily="49" charset="-122"/>
                    <a:ea typeface="楷体" panose="02010609060101010101" pitchFamily="49" charset="-122"/>
                  </a:rPr>
                  <a:t>规范句型</a:t>
                </a:r>
                <a:endParaRPr lang="en-US" altLang="zh-CN" sz="2800" b="1" dirty="0">
                  <a:solidFill>
                    <a:srgbClr val="0070C0"/>
                  </a:solidFill>
                </a:endParaRPr>
              </a:p>
              <a:p>
                <a:pPr marL="342900" lvl="1" indent="-342900"/>
                <a:r>
                  <a:rPr lang="zh-CN" altLang="en-US" sz="2800" b="1" dirty="0">
                    <a:solidFill>
                      <a:schemeClr val="tx1"/>
                    </a:solidFill>
                    <a:latin typeface="楷体_GB2312" panose="02010609030101010101" pitchFamily="49" charset="-122"/>
                  </a:rPr>
                  <a:t>规范句型</a:t>
                </a:r>
                <a:r>
                  <a:rPr lang="zh-CN" altLang="en-US" sz="2800" b="1" dirty="0">
                    <a:solidFill>
                      <a:srgbClr val="0070C0"/>
                    </a:solidFill>
                    <a:latin typeface="楷体_GB2312" panose="02010609030101010101" pitchFamily="49" charset="-122"/>
                  </a:rPr>
                  <a:t>句柄右侧</a:t>
                </a:r>
                <a:r>
                  <a:rPr lang="zh-CN" altLang="en-US" sz="2800" b="1" dirty="0">
                    <a:solidFill>
                      <a:schemeClr val="tx1"/>
                    </a:solidFill>
                    <a:latin typeface="楷体_GB2312" panose="02010609030101010101" pitchFamily="49" charset="-122"/>
                  </a:rPr>
                  <a:t>的串</a:t>
                </a:r>
                <a14:m>
                  <m:oMath xmlns:m="http://schemas.openxmlformats.org/officeDocument/2006/math">
                    <m:r>
                      <a:rPr lang="en-US" altLang="zh-CN" sz="2800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zh-CN" altLang="en-US" sz="2800" b="1" dirty="0">
                    <a:solidFill>
                      <a:schemeClr val="tx1"/>
                    </a:solidFill>
                    <a:latin typeface="楷体_GB2312" panose="02010609030101010101" pitchFamily="49" charset="-122"/>
                  </a:rPr>
                  <a:t>一定是只包含</a:t>
                </a:r>
                <a:r>
                  <a:rPr lang="zh-CN" altLang="en-US" sz="2800" b="1" dirty="0">
                    <a:solidFill>
                      <a:srgbClr val="0070C0"/>
                    </a:solidFill>
                    <a:latin typeface="楷体_GB2312" panose="02010609030101010101" pitchFamily="49" charset="-122"/>
                  </a:rPr>
                  <a:t>终结符号</a:t>
                </a:r>
                <a:r>
                  <a:rPr lang="zh-CN" altLang="en-US" sz="2800" b="1" dirty="0">
                    <a:solidFill>
                      <a:schemeClr val="tx1"/>
                    </a:solidFill>
                    <a:latin typeface="楷体_GB2312" panose="02010609030101010101" pitchFamily="49" charset="-122"/>
                  </a:rPr>
                  <a:t>。</a:t>
                </a:r>
                <a:endParaRPr lang="en-US" altLang="zh-CN" sz="2800" b="1" dirty="0">
                  <a:solidFill>
                    <a:schemeClr val="tx1"/>
                  </a:solidFill>
                  <a:latin typeface="楷体_GB2312" panose="02010609030101010101" pitchFamily="49" charset="-122"/>
                </a:endParaRPr>
              </a:p>
              <a:p>
                <a:pPr marL="342900" lvl="1" indent="-342900"/>
                <a:r>
                  <a:rPr lang="zh-CN" altLang="en-US" sz="2800" dirty="0">
                    <a:latin typeface="楷体_GB2312" panose="02010609030101010101" pitchFamily="49" charset="-122"/>
                  </a:rPr>
                  <a:t>句柄一定是某个产生式的右部，反之不成立。</a:t>
                </a:r>
                <a:endParaRPr lang="zh-CN" altLang="en-US" sz="2800" b="1" dirty="0">
                  <a:solidFill>
                    <a:schemeClr val="tx1"/>
                  </a:solidFill>
                  <a:latin typeface="楷体_GB2312" panose="02010609030101010101" pitchFamily="49" charset="-122"/>
                </a:endParaRPr>
              </a:p>
            </p:txBody>
          </p:sp>
        </mc:Choice>
        <mc:Fallback xmlns="">
          <p:sp>
            <p:nvSpPr>
              <p:cNvPr id="4" name="内容占位符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9208" y="915566"/>
                <a:ext cx="8291264" cy="3672408"/>
              </a:xfrm>
              <a:blipFill>
                <a:blip r:embed="rId3"/>
                <a:stretch>
                  <a:fillRect l="-1324" t="-2488" r="-147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2700" dirty="0">
                <a:latin typeface="Times New Roman" panose="02020603050405020304" pitchFamily="18" charset="0"/>
              </a:rPr>
              <a:t>句柄（</a:t>
            </a:r>
            <a:r>
              <a:rPr lang="en-US" altLang="zh-CN" sz="2700" i="1" dirty="0">
                <a:latin typeface="Times New Roman" panose="02020603050405020304" pitchFamily="18" charset="0"/>
              </a:rPr>
              <a:t>handle</a:t>
            </a:r>
            <a:r>
              <a:rPr lang="en-US" altLang="zh-CN" sz="2700" dirty="0">
                <a:latin typeface="Times New Roman" panose="02020603050405020304" pitchFamily="18" charset="0"/>
              </a:rPr>
              <a:t>)</a:t>
            </a:r>
            <a:endParaRPr lang="zh-CN" altLang="en-US" sz="2700" dirty="0">
              <a:latin typeface="Times New Roman" panose="02020603050405020304" pitchFamily="18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B5442AD-35AD-4333-9850-F4BCABE56846}"/>
              </a:ext>
            </a:extLst>
          </p:cNvPr>
          <p:cNvSpPr txBox="1"/>
          <p:nvPr/>
        </p:nvSpPr>
        <p:spPr>
          <a:xfrm>
            <a:off x="1043608" y="4083918"/>
            <a:ext cx="66967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b="1" dirty="0">
                <a:solidFill>
                  <a:srgbClr val="0000FF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如何在规范句型中找到句柄呢？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8687C8D-A620-4D86-9AE9-FCBA4D3CFB17}"/>
              </a:ext>
            </a:extLst>
          </p:cNvPr>
          <p:cNvSpPr txBox="1"/>
          <p:nvPr/>
        </p:nvSpPr>
        <p:spPr>
          <a:xfrm>
            <a:off x="1475656" y="1388886"/>
            <a:ext cx="5949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solidFill>
                  <a:srgbClr val="0000FF"/>
                </a:solidFill>
              </a:rPr>
              <a:t>*</a:t>
            </a:r>
          </a:p>
        </p:txBody>
      </p:sp>
    </p:spTree>
    <p:extLst>
      <p:ext uri="{BB962C8B-B14F-4D97-AF65-F5344CB8AC3E}">
        <p14:creationId xmlns:p14="http://schemas.microsoft.com/office/powerpoint/2010/main" val="3063747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/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组合 66571">
            <a:extLst>
              <a:ext uri="{FF2B5EF4-FFF2-40B4-BE49-F238E27FC236}">
                <a16:creationId xmlns:a16="http://schemas.microsoft.com/office/drawing/2014/main" id="{A326A815-C031-463E-BDB6-AEDEFDFAA918}"/>
              </a:ext>
            </a:extLst>
          </p:cNvPr>
          <p:cNvGrpSpPr>
            <a:grpSpLocks/>
          </p:cNvGrpSpPr>
          <p:nvPr/>
        </p:nvGrpSpPr>
        <p:grpSpPr bwMode="auto">
          <a:xfrm>
            <a:off x="3329730" y="920204"/>
            <a:ext cx="5245906" cy="3350890"/>
            <a:chOff x="1631688" y="1707779"/>
            <a:chExt cx="5184568" cy="3349726"/>
          </a:xfrm>
        </p:grpSpPr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7CFE06DC-4B6A-4325-B3A8-1FEAAFACD1E5}"/>
                </a:ext>
              </a:extLst>
            </p:cNvPr>
            <p:cNvSpPr/>
            <p:nvPr/>
          </p:nvSpPr>
          <p:spPr>
            <a:xfrm>
              <a:off x="1631688" y="1707779"/>
              <a:ext cx="5102191" cy="3349726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  <p:sp>
          <p:nvSpPr>
            <p:cNvPr id="27" name="TextBox 10">
              <a:extLst>
                <a:ext uri="{FF2B5EF4-FFF2-40B4-BE49-F238E27FC236}">
                  <a16:creationId xmlns:a16="http://schemas.microsoft.com/office/drawing/2014/main" id="{C41F41CF-C5F1-476D-9FAE-DE154826786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71031" y="2236159"/>
              <a:ext cx="2880320" cy="355097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anchor="b" anchorCtr="0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r">
                <a:lnSpc>
                  <a:spcPts val="2000"/>
                </a:lnSpc>
                <a:spcBef>
                  <a:spcPts val="0"/>
                </a:spcBef>
              </a:pPr>
              <a:r>
                <a:rPr lang="en-US" altLang="zh-CN" sz="24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id</a:t>
              </a:r>
              <a:r>
                <a:rPr lang="zh-CN" altLang="en-US" sz="24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 </a:t>
              </a:r>
              <a:r>
                <a:rPr lang="en-US" altLang="zh-CN" sz="24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  id  </a:t>
              </a:r>
              <a:r>
                <a:rPr lang="en-US" altLang="zh-CN" sz="2400" i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*  id   </a:t>
              </a:r>
              <a:r>
                <a:rPr lang="en-US" altLang="zh-CN" sz="2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$  </a:t>
              </a:r>
              <a:endParaRPr lang="zh-CN" altLang="en-US" sz="2400" b="1" dirty="0"/>
            </a:p>
          </p:txBody>
        </p:sp>
        <p:cxnSp>
          <p:nvCxnSpPr>
            <p:cNvPr id="28" name="直接连接符 27">
              <a:extLst>
                <a:ext uri="{FF2B5EF4-FFF2-40B4-BE49-F238E27FC236}">
                  <a16:creationId xmlns:a16="http://schemas.microsoft.com/office/drawing/2014/main" id="{8EC4B63E-D737-460D-92EC-29EDC39E46FE}"/>
                </a:ext>
              </a:extLst>
            </p:cNvPr>
            <p:cNvCxnSpPr>
              <a:cxnSpLocks/>
              <a:stCxn id="29" idx="0"/>
              <a:endCxn id="31" idx="3"/>
            </p:cNvCxnSpPr>
            <p:nvPr/>
          </p:nvCxnSpPr>
          <p:spPr bwMode="auto">
            <a:xfrm flipV="1">
              <a:off x="4541777" y="2746513"/>
              <a:ext cx="620485" cy="408479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0">
              <a:extLst>
                <a:ext uri="{FF2B5EF4-FFF2-40B4-BE49-F238E27FC236}">
                  <a16:creationId xmlns:a16="http://schemas.microsoft.com/office/drawing/2014/main" id="{1AF7E164-DD68-4685-A3A8-CA67BC8D1587}"/>
                </a:ext>
              </a:extLst>
            </p:cNvPr>
            <p:cNvSpPr txBox="1"/>
            <p:nvPr/>
          </p:nvSpPr>
          <p:spPr bwMode="auto">
            <a:xfrm>
              <a:off x="3855757" y="3154992"/>
              <a:ext cx="1372039" cy="70764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anchor="ctr">
              <a:spAutoFit/>
            </a:bodyPr>
            <a:lstStyle/>
            <a:p>
              <a:pPr algn="ctr">
                <a:defRPr/>
              </a:pPr>
              <a:r>
                <a:rPr lang="zh-CN" altLang="en-US" sz="2000" b="1" dirty="0">
                  <a:latin typeface="+mn-ea"/>
                  <a:ea typeface="+mn-ea"/>
                </a:rPr>
                <a:t>移入</a:t>
              </a:r>
              <a:r>
                <a:rPr lang="en-US" altLang="zh-CN" sz="2000" b="1" dirty="0">
                  <a:latin typeface="+mn-ea"/>
                  <a:ea typeface="+mn-ea"/>
                </a:rPr>
                <a:t>-</a:t>
              </a:r>
              <a:r>
                <a:rPr lang="zh-CN" altLang="en-US" sz="2000" b="1" dirty="0">
                  <a:latin typeface="+mn-ea"/>
                  <a:ea typeface="+mn-ea"/>
                </a:rPr>
                <a:t>归约控制程序</a:t>
              </a:r>
            </a:p>
          </p:txBody>
        </p:sp>
        <p:sp>
          <p:nvSpPr>
            <p:cNvPr id="30" name="TextBox 8">
              <a:extLst>
                <a:ext uri="{FF2B5EF4-FFF2-40B4-BE49-F238E27FC236}">
                  <a16:creationId xmlns:a16="http://schemas.microsoft.com/office/drawing/2014/main" id="{C075DF4C-AF29-4265-A688-156262D3E359}"/>
                </a:ext>
              </a:extLst>
            </p:cNvPr>
            <p:cNvSpPr txBox="1"/>
            <p:nvPr/>
          </p:nvSpPr>
          <p:spPr bwMode="auto">
            <a:xfrm>
              <a:off x="2412476" y="2212106"/>
              <a:ext cx="1070201" cy="399911"/>
            </a:xfrm>
            <a:prstGeom prst="rect">
              <a:avLst/>
            </a:prstGeom>
            <a:noFill/>
            <a:ln w="12700">
              <a:noFill/>
            </a:ln>
          </p:spPr>
          <p:txBody>
            <a:bodyPr anchor="ctr">
              <a:spAutoFit/>
            </a:bodyPr>
            <a:lstStyle/>
            <a:p>
              <a:pPr algn="ctr">
                <a:defRPr/>
              </a:pPr>
              <a:r>
                <a:rPr lang="zh-CN" altLang="en-US" sz="2000" b="1" dirty="0">
                  <a:latin typeface="+mn-ea"/>
                  <a:ea typeface="+mn-ea"/>
                </a:rPr>
                <a:t>输入</a:t>
              </a:r>
            </a:p>
          </p:txBody>
        </p:sp>
        <p:sp>
          <p:nvSpPr>
            <p:cNvPr id="31" name="等腰三角形 30">
              <a:extLst>
                <a:ext uri="{FF2B5EF4-FFF2-40B4-BE49-F238E27FC236}">
                  <a16:creationId xmlns:a16="http://schemas.microsoft.com/office/drawing/2014/main" id="{E2F0F6C5-8AEE-41A1-AFA7-8E429A95764D}"/>
                </a:ext>
              </a:extLst>
            </p:cNvPr>
            <p:cNvSpPr/>
            <p:nvPr/>
          </p:nvSpPr>
          <p:spPr bwMode="auto">
            <a:xfrm rot="3377915">
              <a:off x="5202341" y="2543206"/>
              <a:ext cx="136517" cy="26044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  <p:sp>
          <p:nvSpPr>
            <p:cNvPr id="32" name="TextBox 27">
              <a:extLst>
                <a:ext uri="{FF2B5EF4-FFF2-40B4-BE49-F238E27FC236}">
                  <a16:creationId xmlns:a16="http://schemas.microsoft.com/office/drawing/2014/main" id="{C9B55119-E190-4613-B430-B8278AB49FD8}"/>
                </a:ext>
              </a:extLst>
            </p:cNvPr>
            <p:cNvSpPr txBox="1"/>
            <p:nvPr/>
          </p:nvSpPr>
          <p:spPr bwMode="auto">
            <a:xfrm>
              <a:off x="3957440" y="4321924"/>
              <a:ext cx="1213107" cy="399971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anchor="ctr">
              <a:spAutoFit/>
            </a:bodyPr>
            <a:lstStyle/>
            <a:p>
              <a:pPr algn="ctr">
                <a:defRPr/>
              </a:pPr>
              <a:r>
                <a:rPr lang="zh-CN" altLang="en-US" sz="2000" b="1" dirty="0">
                  <a:solidFill>
                    <a:srgbClr val="FF0000"/>
                  </a:solidFill>
                  <a:latin typeface="+mn-ea"/>
                  <a:ea typeface="+mn-ea"/>
                </a:rPr>
                <a:t>分析表</a:t>
              </a:r>
              <a:r>
                <a:rPr lang="en-US" altLang="zh-CN" sz="2000" b="1" dirty="0">
                  <a:solidFill>
                    <a:srgbClr val="FF0000"/>
                  </a:solidFill>
                  <a:latin typeface="+mn-ea"/>
                  <a:ea typeface="+mn-ea"/>
                </a:rPr>
                <a:t>M</a:t>
              </a:r>
              <a:endParaRPr lang="zh-CN" altLang="en-US" sz="2000" b="1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CB87D33A-9C75-4BF3-8A57-9BB32DC72BCA}"/>
                </a:ext>
              </a:extLst>
            </p:cNvPr>
            <p:cNvCxnSpPr>
              <a:cxnSpLocks/>
              <a:stCxn id="29" idx="2"/>
              <a:endCxn id="32" idx="0"/>
            </p:cNvCxnSpPr>
            <p:nvPr/>
          </p:nvCxnSpPr>
          <p:spPr bwMode="auto">
            <a:xfrm>
              <a:off x="4541777" y="3862632"/>
              <a:ext cx="22217" cy="45929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等腰三角形 33">
              <a:extLst>
                <a:ext uri="{FF2B5EF4-FFF2-40B4-BE49-F238E27FC236}">
                  <a16:creationId xmlns:a16="http://schemas.microsoft.com/office/drawing/2014/main" id="{21EB8DFA-3039-4B47-8934-574394CBFF3A}"/>
                </a:ext>
              </a:extLst>
            </p:cNvPr>
            <p:cNvSpPr/>
            <p:nvPr/>
          </p:nvSpPr>
          <p:spPr bwMode="auto">
            <a:xfrm rot="10800000">
              <a:off x="4502687" y="4150564"/>
              <a:ext cx="134966" cy="142825"/>
            </a:xfrm>
            <a:prstGeom prst="triangl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9308508F-8BF3-4834-9E3C-8608E0401074}"/>
                </a:ext>
              </a:extLst>
            </p:cNvPr>
            <p:cNvCxnSpPr>
              <a:cxnSpLocks/>
              <a:stCxn id="29" idx="3"/>
              <a:endCxn id="37" idx="3"/>
            </p:cNvCxnSpPr>
            <p:nvPr/>
          </p:nvCxnSpPr>
          <p:spPr bwMode="auto">
            <a:xfrm flipV="1">
              <a:off x="5227796" y="3480872"/>
              <a:ext cx="585401" cy="2794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连接符 35">
              <a:extLst>
                <a:ext uri="{FF2B5EF4-FFF2-40B4-BE49-F238E27FC236}">
                  <a16:creationId xmlns:a16="http://schemas.microsoft.com/office/drawing/2014/main" id="{DBD8E549-3091-4058-9490-F6FBDEE6D842}"/>
                </a:ext>
              </a:extLst>
            </p:cNvPr>
            <p:cNvCxnSpPr>
              <a:cxnSpLocks/>
              <a:stCxn id="38" idx="3"/>
              <a:endCxn id="29" idx="1"/>
            </p:cNvCxnSpPr>
            <p:nvPr/>
          </p:nvCxnSpPr>
          <p:spPr bwMode="auto">
            <a:xfrm>
              <a:off x="3312658" y="3491980"/>
              <a:ext cx="543099" cy="1683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等腰三角形 36">
              <a:extLst>
                <a:ext uri="{FF2B5EF4-FFF2-40B4-BE49-F238E27FC236}">
                  <a16:creationId xmlns:a16="http://schemas.microsoft.com/office/drawing/2014/main" id="{3E050A88-38A2-4771-86A1-5DBECED74723}"/>
                </a:ext>
              </a:extLst>
            </p:cNvPr>
            <p:cNvSpPr/>
            <p:nvPr/>
          </p:nvSpPr>
          <p:spPr bwMode="auto">
            <a:xfrm rot="5400000">
              <a:off x="5877543" y="3349081"/>
              <a:ext cx="134890" cy="263581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  <p:sp>
          <p:nvSpPr>
            <p:cNvPr id="38" name="等腰三角形 37">
              <a:extLst>
                <a:ext uri="{FF2B5EF4-FFF2-40B4-BE49-F238E27FC236}">
                  <a16:creationId xmlns:a16="http://schemas.microsoft.com/office/drawing/2014/main" id="{DE24C6ED-2ED6-4895-B914-96E7D01A6AE8}"/>
                </a:ext>
              </a:extLst>
            </p:cNvPr>
            <p:cNvSpPr/>
            <p:nvPr/>
          </p:nvSpPr>
          <p:spPr bwMode="auto">
            <a:xfrm rot="16200000">
              <a:off x="3113422" y="3360189"/>
              <a:ext cx="134891" cy="263581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  <p:sp>
          <p:nvSpPr>
            <p:cNvPr id="39" name="TextBox 37">
              <a:extLst>
                <a:ext uri="{FF2B5EF4-FFF2-40B4-BE49-F238E27FC236}">
                  <a16:creationId xmlns:a16="http://schemas.microsoft.com/office/drawing/2014/main" id="{016B0432-233C-4359-BEDD-D49450CEF612}"/>
                </a:ext>
              </a:extLst>
            </p:cNvPr>
            <p:cNvSpPr txBox="1"/>
            <p:nvPr/>
          </p:nvSpPr>
          <p:spPr bwMode="auto">
            <a:xfrm>
              <a:off x="2347545" y="2922571"/>
              <a:ext cx="670932" cy="399911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square" anchor="ctr">
              <a:spAutoFit/>
            </a:bodyPr>
            <a:lstStyle/>
            <a:p>
              <a:pPr algn="ctr">
                <a:defRPr/>
              </a:pPr>
              <a:r>
                <a:rPr lang="zh-CN" altLang="en-US" sz="2000" b="1" dirty="0">
                  <a:latin typeface="+mn-ea"/>
                  <a:ea typeface="+mn-ea"/>
                </a:rPr>
                <a:t>栈</a:t>
              </a:r>
            </a:p>
          </p:txBody>
        </p:sp>
        <p:sp>
          <p:nvSpPr>
            <p:cNvPr id="40" name="TextBox 38">
              <a:extLst>
                <a:ext uri="{FF2B5EF4-FFF2-40B4-BE49-F238E27FC236}">
                  <a16:creationId xmlns:a16="http://schemas.microsoft.com/office/drawing/2014/main" id="{15263F72-C2E8-4A41-8701-9A5CE8EC71B2}"/>
                </a:ext>
              </a:extLst>
            </p:cNvPr>
            <p:cNvSpPr txBox="1"/>
            <p:nvPr/>
          </p:nvSpPr>
          <p:spPr bwMode="auto">
            <a:xfrm>
              <a:off x="5850424" y="3116344"/>
              <a:ext cx="965832" cy="707640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square" anchor="ctr">
              <a:spAutoFit/>
            </a:bodyPr>
            <a:lstStyle/>
            <a:p>
              <a:pPr algn="ctr">
                <a:defRPr/>
              </a:pPr>
              <a:r>
                <a:rPr lang="zh-CN" altLang="en-US" sz="2000" b="1" dirty="0">
                  <a:latin typeface="+mn-ea"/>
                  <a:ea typeface="+mn-ea"/>
                </a:rPr>
                <a:t>输出</a:t>
              </a:r>
              <a:endParaRPr lang="en-US" altLang="zh-CN" sz="2000" b="1" dirty="0">
                <a:latin typeface="+mn-ea"/>
                <a:ea typeface="+mn-ea"/>
              </a:endParaRPr>
            </a:p>
            <a:p>
              <a:pPr algn="ctr">
                <a:defRPr/>
              </a:pPr>
              <a:r>
                <a:rPr lang="zh-CN" altLang="en-US" sz="2000" b="1" dirty="0">
                  <a:latin typeface="+mn-ea"/>
                  <a:ea typeface="+mn-ea"/>
                </a:rPr>
                <a:t>产生式</a:t>
              </a:r>
            </a:p>
          </p:txBody>
        </p:sp>
        <p:sp>
          <p:nvSpPr>
            <p:cNvPr id="41" name="TextBox 10">
              <a:extLst>
                <a:ext uri="{FF2B5EF4-FFF2-40B4-BE49-F238E27FC236}">
                  <a16:creationId xmlns:a16="http://schemas.microsoft.com/office/drawing/2014/main" id="{B280FFD4-8D90-4427-A672-E8ABA60636A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32677" y="3316889"/>
              <a:ext cx="571501" cy="159456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ctr">
                <a:lnSpc>
                  <a:spcPts val="3000"/>
                </a:lnSpc>
              </a:pPr>
              <a:r>
                <a:rPr lang="en-US" altLang="zh-CN" sz="2000" b="1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id</a:t>
              </a:r>
            </a:p>
            <a:p>
              <a:pPr algn="ctr">
                <a:lnSpc>
                  <a:spcPts val="3000"/>
                </a:lnSpc>
              </a:pPr>
              <a:r>
                <a:rPr lang="en-US" altLang="zh-CN" sz="2000" b="1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</a:t>
              </a:r>
            </a:p>
            <a:p>
              <a:pPr algn="ctr">
                <a:lnSpc>
                  <a:spcPts val="3000"/>
                </a:lnSpc>
              </a:pPr>
              <a:r>
                <a:rPr lang="en-US" altLang="zh-CN" sz="2000" b="1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</a:p>
            <a:p>
              <a:pPr algn="ctr">
                <a:lnSpc>
                  <a:spcPts val="3000"/>
                </a:lnSpc>
              </a:pPr>
              <a:r>
                <a:rPr lang="en-US" altLang="zh-CN" sz="2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$</a:t>
              </a:r>
            </a:p>
          </p:txBody>
        </p:sp>
        <p:cxnSp>
          <p:nvCxnSpPr>
            <p:cNvPr id="42" name="直接连接符 41">
              <a:extLst>
                <a:ext uri="{FF2B5EF4-FFF2-40B4-BE49-F238E27FC236}">
                  <a16:creationId xmlns:a16="http://schemas.microsoft.com/office/drawing/2014/main" id="{77BFAD2B-EBF7-4FF3-B00B-6307ECB478B4}"/>
                </a:ext>
              </a:extLst>
            </p:cNvPr>
            <p:cNvCxnSpPr/>
            <p:nvPr/>
          </p:nvCxnSpPr>
          <p:spPr bwMode="auto">
            <a:xfrm flipH="1" flipV="1">
              <a:off x="2442860" y="4084705"/>
              <a:ext cx="57162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连接符 42">
              <a:extLst>
                <a:ext uri="{FF2B5EF4-FFF2-40B4-BE49-F238E27FC236}">
                  <a16:creationId xmlns:a16="http://schemas.microsoft.com/office/drawing/2014/main" id="{9BAC0594-41D8-4711-A0D1-8A75DEF7E372}"/>
                </a:ext>
              </a:extLst>
            </p:cNvPr>
            <p:cNvCxnSpPr/>
            <p:nvPr/>
          </p:nvCxnSpPr>
          <p:spPr bwMode="auto">
            <a:xfrm flipH="1" flipV="1">
              <a:off x="2432878" y="3707011"/>
              <a:ext cx="57162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连接符 43">
              <a:extLst>
                <a:ext uri="{FF2B5EF4-FFF2-40B4-BE49-F238E27FC236}">
                  <a16:creationId xmlns:a16="http://schemas.microsoft.com/office/drawing/2014/main" id="{D3129037-6043-4835-B246-D31BEE58A276}"/>
                </a:ext>
              </a:extLst>
            </p:cNvPr>
            <p:cNvCxnSpPr/>
            <p:nvPr/>
          </p:nvCxnSpPr>
          <p:spPr bwMode="auto">
            <a:xfrm flipH="1" flipV="1">
              <a:off x="2442860" y="4513181"/>
              <a:ext cx="57162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连接符 44">
              <a:extLst>
                <a:ext uri="{FF2B5EF4-FFF2-40B4-BE49-F238E27FC236}">
                  <a16:creationId xmlns:a16="http://schemas.microsoft.com/office/drawing/2014/main" id="{552F64F6-81A7-450B-A042-5B385B6DEF3F}"/>
                </a:ext>
              </a:extLst>
            </p:cNvPr>
            <p:cNvCxnSpPr/>
            <p:nvPr/>
          </p:nvCxnSpPr>
          <p:spPr bwMode="auto">
            <a:xfrm>
              <a:off x="3730380" y="2234323"/>
              <a:ext cx="0" cy="35547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接连接符 45">
              <a:extLst>
                <a:ext uri="{FF2B5EF4-FFF2-40B4-BE49-F238E27FC236}">
                  <a16:creationId xmlns:a16="http://schemas.microsoft.com/office/drawing/2014/main" id="{CD0A6408-70D7-4EEC-8963-B2CAED947C5D}"/>
                </a:ext>
              </a:extLst>
            </p:cNvPr>
            <p:cNvCxnSpPr/>
            <p:nvPr/>
          </p:nvCxnSpPr>
          <p:spPr bwMode="auto">
            <a:xfrm>
              <a:off x="4090818" y="2247019"/>
              <a:ext cx="0" cy="35547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617A972B-75B8-4301-AE74-848FFD59E53F}"/>
                </a:ext>
              </a:extLst>
            </p:cNvPr>
            <p:cNvCxnSpPr/>
            <p:nvPr/>
          </p:nvCxnSpPr>
          <p:spPr bwMode="auto">
            <a:xfrm>
              <a:off x="4451258" y="2229563"/>
              <a:ext cx="0" cy="35706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连接符 47">
              <a:extLst>
                <a:ext uri="{FF2B5EF4-FFF2-40B4-BE49-F238E27FC236}">
                  <a16:creationId xmlns:a16="http://schemas.microsoft.com/office/drawing/2014/main" id="{F41A8D97-42F8-4DB7-973E-A9443F461690}"/>
                </a:ext>
              </a:extLst>
            </p:cNvPr>
            <p:cNvCxnSpPr/>
            <p:nvPr/>
          </p:nvCxnSpPr>
          <p:spPr bwMode="auto">
            <a:xfrm>
              <a:off x="4811696" y="2229563"/>
              <a:ext cx="0" cy="35706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连接符 48">
              <a:extLst>
                <a:ext uri="{FF2B5EF4-FFF2-40B4-BE49-F238E27FC236}">
                  <a16:creationId xmlns:a16="http://schemas.microsoft.com/office/drawing/2014/main" id="{67B4613A-B5A8-4CEA-8BA0-FDD771DC2464}"/>
                </a:ext>
              </a:extLst>
            </p:cNvPr>
            <p:cNvCxnSpPr/>
            <p:nvPr/>
          </p:nvCxnSpPr>
          <p:spPr bwMode="auto">
            <a:xfrm>
              <a:off x="5170547" y="2256540"/>
              <a:ext cx="0" cy="35547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连接符 49">
              <a:extLst>
                <a:ext uri="{FF2B5EF4-FFF2-40B4-BE49-F238E27FC236}">
                  <a16:creationId xmlns:a16="http://schemas.microsoft.com/office/drawing/2014/main" id="{CC70CEB7-6005-41F3-B310-6938976546F2}"/>
                </a:ext>
              </a:extLst>
            </p:cNvPr>
            <p:cNvCxnSpPr/>
            <p:nvPr/>
          </p:nvCxnSpPr>
          <p:spPr bwMode="auto">
            <a:xfrm>
              <a:off x="5530986" y="2234323"/>
              <a:ext cx="0" cy="35547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连接符 50">
              <a:extLst>
                <a:ext uri="{FF2B5EF4-FFF2-40B4-BE49-F238E27FC236}">
                  <a16:creationId xmlns:a16="http://schemas.microsoft.com/office/drawing/2014/main" id="{9EBA037A-F805-4B86-BA8F-C103BBB971A9}"/>
                </a:ext>
              </a:extLst>
            </p:cNvPr>
            <p:cNvCxnSpPr/>
            <p:nvPr/>
          </p:nvCxnSpPr>
          <p:spPr bwMode="auto">
            <a:xfrm>
              <a:off x="5891424" y="2234323"/>
              <a:ext cx="0" cy="35547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316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wrap="square" lIns="69056" tIns="34529" rIns="69056" bIns="34529" numCol="1" anchor="ctr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zh-CN" altLang="en-US" sz="3000" dirty="0"/>
              <a:t>自底向上分析的通用框架</a:t>
            </a:r>
            <a:r>
              <a:rPr lang="en-US" altLang="zh-CN" sz="3000" dirty="0"/>
              <a:t>——</a:t>
            </a:r>
            <a:r>
              <a:rPr lang="zh-CN" altLang="en-US" sz="3000" dirty="0"/>
              <a:t>移入</a:t>
            </a:r>
            <a:r>
              <a:rPr lang="en-US" altLang="zh-CN" sz="3000" dirty="0"/>
              <a:t>-</a:t>
            </a:r>
            <a:r>
              <a:rPr lang="zh-CN" altLang="en-US" sz="3000" dirty="0"/>
              <a:t>归约分析</a:t>
            </a:r>
          </a:p>
        </p:txBody>
      </p:sp>
      <p:grpSp>
        <p:nvGrpSpPr>
          <p:cNvPr id="52" name="组合 51">
            <a:extLst>
              <a:ext uri="{FF2B5EF4-FFF2-40B4-BE49-F238E27FC236}">
                <a16:creationId xmlns:a16="http://schemas.microsoft.com/office/drawing/2014/main" id="{8CD2EBB8-3C12-47A3-9F23-A286C8450528}"/>
              </a:ext>
            </a:extLst>
          </p:cNvPr>
          <p:cNvGrpSpPr/>
          <p:nvPr/>
        </p:nvGrpSpPr>
        <p:grpSpPr>
          <a:xfrm>
            <a:off x="6909045" y="843558"/>
            <a:ext cx="730809" cy="562858"/>
            <a:chOff x="6164398" y="1534021"/>
            <a:chExt cx="381344" cy="562858"/>
          </a:xfrm>
        </p:grpSpPr>
        <p:sp>
          <p:nvSpPr>
            <p:cNvPr id="53" name="左大括号 52">
              <a:extLst>
                <a:ext uri="{FF2B5EF4-FFF2-40B4-BE49-F238E27FC236}">
                  <a16:creationId xmlns:a16="http://schemas.microsoft.com/office/drawing/2014/main" id="{9DF151B7-3374-476F-B18D-F2FC7ADD478E}"/>
                </a:ext>
              </a:extLst>
            </p:cNvPr>
            <p:cNvSpPr/>
            <p:nvPr/>
          </p:nvSpPr>
          <p:spPr bwMode="auto">
            <a:xfrm rot="5400000">
              <a:off x="6255928" y="1807066"/>
              <a:ext cx="198283" cy="381344"/>
            </a:xfrm>
            <a:prstGeom prst="leftBrac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A8FBF909-552D-4291-87EB-EB78DFC3554E}"/>
                </a:ext>
              </a:extLst>
            </p:cNvPr>
            <p:cNvSpPr/>
            <p:nvPr/>
          </p:nvSpPr>
          <p:spPr>
            <a:xfrm>
              <a:off x="6234717" y="1534021"/>
              <a:ext cx="267530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2400" b="1" i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w</a:t>
              </a:r>
              <a:endParaRPr lang="zh-CN" altLang="en-US" sz="2400" baseline="300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55" name="组合 54">
            <a:extLst>
              <a:ext uri="{FF2B5EF4-FFF2-40B4-BE49-F238E27FC236}">
                <a16:creationId xmlns:a16="http://schemas.microsoft.com/office/drawing/2014/main" id="{9CDD37ED-DC70-4A85-AFA7-49A37CD126F4}"/>
              </a:ext>
            </a:extLst>
          </p:cNvPr>
          <p:cNvGrpSpPr/>
          <p:nvPr/>
        </p:nvGrpSpPr>
        <p:grpSpPr>
          <a:xfrm rot="16200000">
            <a:off x="3224508" y="2870903"/>
            <a:ext cx="1189344" cy="522015"/>
            <a:chOff x="6006371" y="1574863"/>
            <a:chExt cx="729406" cy="522015"/>
          </a:xfrm>
        </p:grpSpPr>
        <p:sp>
          <p:nvSpPr>
            <p:cNvPr id="56" name="左大括号 55">
              <a:extLst>
                <a:ext uri="{FF2B5EF4-FFF2-40B4-BE49-F238E27FC236}">
                  <a16:creationId xmlns:a16="http://schemas.microsoft.com/office/drawing/2014/main" id="{D340E691-D1FE-4FAA-82B9-06EEA1B82083}"/>
                </a:ext>
              </a:extLst>
            </p:cNvPr>
            <p:cNvSpPr/>
            <p:nvPr/>
          </p:nvSpPr>
          <p:spPr bwMode="auto">
            <a:xfrm rot="5400000">
              <a:off x="6274572" y="1635673"/>
              <a:ext cx="193004" cy="729406"/>
            </a:xfrm>
            <a:prstGeom prst="leftBrac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F0AD9FCE-F5A2-4863-90F1-2FA8B866F854}"/>
                </a:ext>
              </a:extLst>
            </p:cNvPr>
            <p:cNvSpPr/>
            <p:nvPr/>
          </p:nvSpPr>
          <p:spPr>
            <a:xfrm rot="5400000">
              <a:off x="6200858" y="1628840"/>
              <a:ext cx="391085" cy="2831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2400" b="1" i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α</a:t>
              </a:r>
              <a:endParaRPr lang="zh-CN" altLang="en-US" sz="2400" b="1" baseline="30000" dirty="0">
                <a:solidFill>
                  <a:srgbClr val="FF0000"/>
                </a:solidFill>
              </a:endParaRPr>
            </a:p>
          </p:txBody>
        </p:sp>
      </p:grpSp>
      <p:sp>
        <p:nvSpPr>
          <p:cNvPr id="7" name="矩形 6">
            <a:extLst>
              <a:ext uri="{FF2B5EF4-FFF2-40B4-BE49-F238E27FC236}">
                <a16:creationId xmlns:a16="http://schemas.microsoft.com/office/drawing/2014/main" id="{A8240366-0E0A-44E4-B3EF-5AC24484CC79}"/>
              </a:ext>
            </a:extLst>
          </p:cNvPr>
          <p:cNvSpPr/>
          <p:nvPr/>
        </p:nvSpPr>
        <p:spPr>
          <a:xfrm>
            <a:off x="319198" y="888271"/>
            <a:ext cx="292718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lvl="1" indent="-342900" eaLnBrk="1" hangingPunct="1">
              <a:buFont typeface="Wingdings" panose="05000000000000000000" pitchFamily="2" charset="2"/>
              <a:buChar char="Ø"/>
            </a:pPr>
            <a:r>
              <a:rPr lang="zh-CN" altLang="en-US" sz="2000" b="1" dirty="0">
                <a:solidFill>
                  <a:srgbClr val="0070C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分析栈</a:t>
            </a:r>
            <a:endParaRPr lang="en-US" altLang="zh-CN" sz="2000" b="1" dirty="0">
              <a:solidFill>
                <a:srgbClr val="0070C0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marL="0" lvl="1" eaLnBrk="1" hangingPunct="1"/>
            <a:r>
              <a:rPr lang="zh-CN" altLang="en-US" sz="2000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保存处于分析中的文法符号串</a:t>
            </a:r>
            <a:endParaRPr lang="en-US" altLang="zh-CN" sz="2000" b="1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89A2B05-9552-458A-8561-C77F6D4B7B44}"/>
              </a:ext>
            </a:extLst>
          </p:cNvPr>
          <p:cNvSpPr/>
          <p:nvPr/>
        </p:nvSpPr>
        <p:spPr>
          <a:xfrm>
            <a:off x="312233" y="2557229"/>
            <a:ext cx="2902535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lvl="1" indent="-285750" eaLnBrk="1" hangingPunct="1">
              <a:buFont typeface="Wingdings" panose="05000000000000000000" pitchFamily="2" charset="2"/>
              <a:buChar char="Ø"/>
            </a:pPr>
            <a:r>
              <a:rPr lang="zh-CN" altLang="en-US" sz="2000" b="1" dirty="0">
                <a:solidFill>
                  <a:srgbClr val="0070C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分析过程</a:t>
            </a:r>
            <a:endParaRPr lang="en-US" altLang="zh-CN" sz="2000" b="1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marL="0" lvl="1" eaLnBrk="1" hangingPunct="1"/>
            <a:r>
              <a:rPr lang="zh-CN" altLang="en-US" sz="2000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从左到右扫描输入串，将</a:t>
            </a:r>
            <a:r>
              <a:rPr lang="zh-CN" altLang="en-US" sz="2000" b="1" dirty="0">
                <a:solidFill>
                  <a:srgbClr val="0070C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输入符号</a:t>
            </a:r>
            <a:r>
              <a:rPr lang="zh-CN" altLang="en-US" sz="2000" b="1" u="sng" dirty="0">
                <a:solidFill>
                  <a:srgbClr val="FF000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移入</a:t>
            </a:r>
            <a:r>
              <a:rPr lang="zh-CN" altLang="en-US" sz="2000" b="1" dirty="0">
                <a:solidFill>
                  <a:srgbClr val="0070C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栈</a:t>
            </a:r>
            <a:r>
              <a:rPr lang="zh-CN" altLang="en-US" sz="2000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，一旦</a:t>
            </a:r>
            <a:r>
              <a:rPr lang="zh-CN" altLang="en-US" sz="2000" b="1" u="sng" dirty="0">
                <a:solidFill>
                  <a:srgbClr val="0070C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句柄</a:t>
            </a:r>
            <a:r>
              <a:rPr lang="zh-CN" altLang="en-US" sz="2000" b="1" dirty="0">
                <a:solidFill>
                  <a:srgbClr val="0070C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在栈顶形成</a:t>
            </a:r>
            <a:r>
              <a:rPr lang="zh-CN" altLang="en-US" sz="2000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，就将其</a:t>
            </a:r>
            <a:r>
              <a:rPr lang="zh-CN" altLang="en-US" sz="2000" b="1" u="sng" dirty="0">
                <a:solidFill>
                  <a:srgbClr val="FF000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归约</a:t>
            </a:r>
            <a:r>
              <a:rPr lang="zh-CN" altLang="en-US" sz="2000" b="1" dirty="0">
                <a:solidFill>
                  <a:srgbClr val="0070C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为对应的产生式头</a:t>
            </a:r>
            <a:r>
              <a:rPr lang="zh-CN" altLang="en-US" sz="2000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。重复这个过程，直到分析结束。</a:t>
            </a: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1B5FF35C-E85F-4955-B8A4-119D0F16FC1A}"/>
              </a:ext>
            </a:extLst>
          </p:cNvPr>
          <p:cNvGrpSpPr/>
          <p:nvPr/>
        </p:nvGrpSpPr>
        <p:grpSpPr>
          <a:xfrm>
            <a:off x="356739" y="1887907"/>
            <a:ext cx="2338094" cy="684813"/>
            <a:chOff x="356739" y="1887907"/>
            <a:chExt cx="2338094" cy="684813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572FC55F-4C00-4952-B486-376135FE9368}"/>
                </a:ext>
              </a:extLst>
            </p:cNvPr>
            <p:cNvSpPr/>
            <p:nvPr/>
          </p:nvSpPr>
          <p:spPr>
            <a:xfrm>
              <a:off x="356739" y="1887907"/>
              <a:ext cx="2276688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>
                <a:buFont typeface="Wingdings" panose="05000000000000000000" pitchFamily="2" charset="2"/>
                <a:buChar char="Ø"/>
              </a:pPr>
              <a:r>
                <a:rPr lang="zh-CN" altLang="en-US" sz="2000" b="1" dirty="0">
                  <a:solidFill>
                    <a:srgbClr val="0070C0"/>
                  </a:solidFill>
                  <a:latin typeface="华文楷体" panose="02010600040101010101" pitchFamily="2" charset="-122"/>
                  <a:ea typeface="华文楷体" panose="02010600040101010101" pitchFamily="2" charset="-122"/>
                </a:rPr>
                <a:t>初始</a:t>
              </a:r>
              <a:r>
                <a:rPr lang="zh-CN" altLang="en-US" sz="2000" b="1" dirty="0">
                  <a:latin typeface="华文楷体" panose="02010600040101010101" pitchFamily="2" charset="-122"/>
                  <a:ea typeface="华文楷体" panose="02010600040101010101" pitchFamily="2" charset="-122"/>
                </a:rPr>
                <a:t>：</a:t>
              </a:r>
              <a:endParaRPr lang="zh-CN" altLang="en-US" sz="2000" dirty="0"/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5D7C8EED-6A76-4334-812D-FCDC33EE894D}"/>
                </a:ext>
              </a:extLst>
            </p:cNvPr>
            <p:cNvSpPr/>
            <p:nvPr/>
          </p:nvSpPr>
          <p:spPr>
            <a:xfrm>
              <a:off x="1187624" y="1926389"/>
              <a:ext cx="1507209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zh-CN" altLang="en-US" b="1" dirty="0">
                  <a:latin typeface="华文楷体" panose="02010600040101010101" pitchFamily="2" charset="-122"/>
                  <a:ea typeface="华文楷体" panose="02010600040101010101" pitchFamily="2" charset="-122"/>
                </a:rPr>
                <a:t>     栈：</a:t>
              </a:r>
              <a:r>
                <a:rPr lang="en-US" altLang="zh-CN" b="1" dirty="0">
                  <a:latin typeface="华文楷体" panose="02010600040101010101" pitchFamily="2" charset="-122"/>
                  <a:ea typeface="华文楷体" panose="02010600040101010101" pitchFamily="2" charset="-122"/>
                </a:rPr>
                <a:t>$</a:t>
              </a:r>
            </a:p>
            <a:p>
              <a:r>
                <a:rPr lang="en-US" altLang="zh-CN" b="1" dirty="0">
                  <a:latin typeface="华文楷体" panose="02010600040101010101" pitchFamily="2" charset="-122"/>
                  <a:ea typeface="华文楷体" panose="02010600040101010101" pitchFamily="2" charset="-122"/>
                </a:rPr>
                <a:t> </a:t>
              </a:r>
              <a:r>
                <a:rPr lang="zh-CN" altLang="en-US" b="1" dirty="0">
                  <a:latin typeface="华文楷体" panose="02010600040101010101" pitchFamily="2" charset="-122"/>
                  <a:ea typeface="华文楷体" panose="02010600040101010101" pitchFamily="2" charset="-122"/>
                </a:rPr>
                <a:t>输入：</a:t>
              </a:r>
              <a:r>
                <a:rPr lang="en-US" altLang="zh-CN" b="1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w</a:t>
              </a:r>
              <a:r>
                <a:rPr lang="en-US" altLang="zh-CN" b="1" dirty="0">
                  <a:latin typeface="华文楷体" panose="02010600040101010101" pitchFamily="2" charset="-122"/>
                  <a:ea typeface="华文楷体" panose="02010600040101010101" pitchFamily="2" charset="-122"/>
                </a:rPr>
                <a:t> $</a:t>
              </a:r>
              <a:r>
                <a:rPr lang="zh-CN" altLang="en-US" b="1" dirty="0">
                  <a:latin typeface="华文楷体" panose="02010600040101010101" pitchFamily="2" charset="-122"/>
                  <a:ea typeface="华文楷体" panose="02010600040101010101" pitchFamily="2" charset="-122"/>
                </a:rPr>
                <a:t> </a:t>
              </a:r>
              <a:endParaRPr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8706189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602" name="Rectangle 2"/>
          <p:cNvSpPr>
            <a:spLocks noGrp="1" noChangeArrowheads="1"/>
          </p:cNvSpPr>
          <p:nvPr>
            <p:ph idx="1"/>
          </p:nvPr>
        </p:nvSpPr>
        <p:spPr>
          <a:xfrm>
            <a:off x="3571875" y="407988"/>
            <a:ext cx="5927725" cy="3225800"/>
          </a:xfrm>
        </p:spPr>
        <p:txBody>
          <a:bodyPr lIns="92075" tIns="46038" rIns="92075" bIns="46038"/>
          <a:lstStyle/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zh-CN" altLang="en-US" sz="2000" b="1" dirty="0">
                <a:solidFill>
                  <a:srgbClr val="2D83F4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    栈                       剩余输入</a:t>
            </a:r>
            <a:r>
              <a:rPr lang="en-US" altLang="zh-CN" sz="2000" b="1" dirty="0">
                <a:solidFill>
                  <a:srgbClr val="2D83F4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           </a:t>
            </a:r>
            <a:r>
              <a:rPr lang="zh-CN" altLang="en-US" sz="2000" b="1" dirty="0">
                <a:solidFill>
                  <a:srgbClr val="2D83F4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动作</a:t>
            </a:r>
            <a:endParaRPr lang="en-US" altLang="zh-CN" sz="2000" b="1" dirty="0">
              <a:solidFill>
                <a:srgbClr val="2D83F4"/>
              </a:solidFill>
              <a:latin typeface="华文楷体" panose="02010600040101010101" pitchFamily="2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ts val="2000"/>
              </a:lnSpc>
              <a:buFont typeface="Wingdings" panose="05000000000000000000" pitchFamily="2" charset="2"/>
              <a:buNone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 $</a:t>
            </a: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		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id+(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id+id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 $</a:t>
            </a:r>
          </a:p>
          <a:p>
            <a:pPr eaLnBrk="1" hangingPunct="1">
              <a:lnSpc>
                <a:spcPts val="2000"/>
              </a:lnSpc>
              <a:buFont typeface="Wingdings" panose="05000000000000000000" pitchFamily="2" charset="2"/>
              <a:buNone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 $ id 	   	   +(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id+id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 $</a:t>
            </a:r>
            <a:r>
              <a:rPr lang="en-US" altLang="zh-CN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	</a:t>
            </a:r>
            <a:r>
              <a:rPr lang="zh-CN" altLang="en-US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移入</a:t>
            </a:r>
            <a:endParaRPr lang="en-US" altLang="zh-CN" sz="2000" b="1" dirty="0">
              <a:solidFill>
                <a:schemeClr val="tx1"/>
              </a:solidFill>
              <a:latin typeface="华文楷体" panose="02010600040101010101" pitchFamily="2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ts val="2000"/>
              </a:lnSpc>
              <a:buFont typeface="Wingdings" panose="05000000000000000000" pitchFamily="2" charset="2"/>
              <a:buNone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 $ 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                 +(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id+id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 $ </a:t>
            </a:r>
            <a:r>
              <a:rPr lang="en-US" altLang="zh-CN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	</a:t>
            </a:r>
            <a:r>
              <a:rPr lang="zh-CN" altLang="en-US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归约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: </a:t>
            </a:r>
            <a:r>
              <a:rPr lang="en-US" altLang="zh-CN" sz="2000" b="1" i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→id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eaLnBrk="1" hangingPunct="1">
              <a:lnSpc>
                <a:spcPts val="2000"/>
              </a:lnSpc>
              <a:buFont typeface="Wingdings" panose="05000000000000000000" pitchFamily="2" charset="2"/>
              <a:buNone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 $ 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+    	     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id+id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 $ </a:t>
            </a:r>
            <a:r>
              <a:rPr lang="en-US" altLang="zh-CN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	</a:t>
            </a:r>
            <a:r>
              <a:rPr lang="zh-CN" altLang="en-US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移入</a:t>
            </a:r>
            <a:endParaRPr lang="en-US" altLang="zh-CN" sz="2000" b="1" dirty="0">
              <a:solidFill>
                <a:schemeClr val="tx1"/>
              </a:solidFill>
              <a:latin typeface="华文楷体" panose="02010600040101010101" pitchFamily="2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ts val="2000"/>
              </a:lnSpc>
              <a:buFont typeface="Wingdings" panose="05000000000000000000" pitchFamily="2" charset="2"/>
              <a:buNone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 $ 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+(    	      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id+id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 $ </a:t>
            </a:r>
            <a:r>
              <a:rPr lang="en-US" altLang="zh-CN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	</a:t>
            </a:r>
            <a:r>
              <a:rPr lang="zh-CN" altLang="en-US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移入</a:t>
            </a:r>
            <a:endParaRPr lang="en-US" altLang="zh-CN" sz="2000" b="1" dirty="0">
              <a:solidFill>
                <a:schemeClr val="tx1"/>
              </a:solidFill>
              <a:latin typeface="华文楷体" panose="02010600040101010101" pitchFamily="2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ts val="2000"/>
              </a:lnSpc>
              <a:buFont typeface="Wingdings" panose="05000000000000000000" pitchFamily="2" charset="2"/>
              <a:buNone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 $ 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+(id 	         +id) $ </a:t>
            </a:r>
            <a:r>
              <a:rPr lang="en-US" altLang="zh-CN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	</a:t>
            </a:r>
            <a:r>
              <a:rPr lang="zh-CN" altLang="en-US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移入</a:t>
            </a:r>
            <a:endParaRPr lang="en-US" altLang="zh-CN" sz="2000" b="1" dirty="0">
              <a:solidFill>
                <a:schemeClr val="tx1"/>
              </a:solidFill>
              <a:latin typeface="华文楷体" panose="02010600040101010101" pitchFamily="2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ts val="2000"/>
              </a:lnSpc>
              <a:buFont typeface="Wingdings" panose="05000000000000000000" pitchFamily="2" charset="2"/>
              <a:buNone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 $ 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+(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	         +id) $ </a:t>
            </a:r>
            <a:r>
              <a:rPr lang="en-US" altLang="zh-CN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	</a:t>
            </a:r>
            <a:r>
              <a:rPr lang="zh-CN" altLang="en-US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归约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: </a:t>
            </a:r>
            <a:r>
              <a:rPr lang="en-US" altLang="zh-CN" sz="2000" b="1" i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→id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eaLnBrk="1" hangingPunct="1">
              <a:lnSpc>
                <a:spcPts val="2000"/>
              </a:lnSpc>
              <a:buFont typeface="Wingdings" panose="05000000000000000000" pitchFamily="2" charset="2"/>
              <a:buNone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 $ 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+(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+                     id) $ </a:t>
            </a:r>
            <a:r>
              <a:rPr lang="en-US" altLang="zh-CN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	</a:t>
            </a:r>
            <a:r>
              <a:rPr lang="zh-CN" altLang="en-US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移入</a:t>
            </a:r>
            <a:endParaRPr lang="en-US" altLang="zh-CN" sz="2000" b="1" dirty="0">
              <a:solidFill>
                <a:schemeClr val="tx1"/>
              </a:solidFill>
              <a:latin typeface="华文楷体" panose="02010600040101010101" pitchFamily="2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ts val="2000"/>
              </a:lnSpc>
              <a:buFont typeface="Wingdings" panose="05000000000000000000" pitchFamily="2" charset="2"/>
              <a:buNone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 $ 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+(</a:t>
            </a:r>
            <a:r>
              <a:rPr lang="en-US" altLang="zh-CN" sz="2000" b="1" i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+id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	 	) $  </a:t>
            </a:r>
            <a:r>
              <a:rPr lang="en-US" altLang="zh-CN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	</a:t>
            </a:r>
            <a:r>
              <a:rPr lang="zh-CN" altLang="en-US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移入</a:t>
            </a:r>
            <a:endParaRPr lang="en-US" altLang="zh-CN" sz="2000" b="1" dirty="0">
              <a:solidFill>
                <a:schemeClr val="tx1"/>
              </a:solidFill>
              <a:latin typeface="华文楷体" panose="02010600040101010101" pitchFamily="2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ts val="2000"/>
              </a:lnSpc>
              <a:buFont typeface="Wingdings" panose="05000000000000000000" pitchFamily="2" charset="2"/>
              <a:buNone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 $ 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+(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+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	 	) $ </a:t>
            </a:r>
            <a:r>
              <a:rPr lang="en-US" altLang="zh-CN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	</a:t>
            </a:r>
            <a:r>
              <a:rPr lang="zh-CN" altLang="en-US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归约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: </a:t>
            </a:r>
            <a:r>
              <a:rPr lang="en-US" altLang="zh-CN" sz="2000" b="1" i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→id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eaLnBrk="1" hangingPunct="1">
              <a:lnSpc>
                <a:spcPts val="2000"/>
              </a:lnSpc>
              <a:buFont typeface="Wingdings" panose="05000000000000000000" pitchFamily="2" charset="2"/>
              <a:buNone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 $ 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+(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 	 	) $ </a:t>
            </a:r>
            <a:r>
              <a:rPr lang="en-US" altLang="zh-CN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	</a:t>
            </a:r>
            <a:r>
              <a:rPr lang="zh-CN" altLang="en-US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归约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: 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→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+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</a:p>
          <a:p>
            <a:pPr eaLnBrk="1" hangingPunct="1">
              <a:lnSpc>
                <a:spcPts val="2000"/>
              </a:lnSpc>
              <a:buFont typeface="Wingdings" panose="05000000000000000000" pitchFamily="2" charset="2"/>
              <a:buNone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 $ 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+(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 	 	  $ </a:t>
            </a:r>
            <a:r>
              <a:rPr lang="en-US" altLang="zh-CN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	</a:t>
            </a:r>
            <a:r>
              <a:rPr lang="zh-CN" altLang="en-US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移入</a:t>
            </a:r>
            <a:endParaRPr lang="en-US" altLang="zh-CN" sz="2000" b="1" dirty="0">
              <a:solidFill>
                <a:schemeClr val="tx1"/>
              </a:solidFill>
              <a:latin typeface="华文楷体" panose="02010600040101010101" pitchFamily="2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ts val="2000"/>
              </a:lnSpc>
              <a:buFont typeface="Wingdings" panose="05000000000000000000" pitchFamily="2" charset="2"/>
              <a:buNone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 $ 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+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	 	  $ </a:t>
            </a:r>
            <a:r>
              <a:rPr lang="en-US" altLang="zh-CN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	</a:t>
            </a:r>
            <a:r>
              <a:rPr lang="zh-CN" altLang="en-US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归约</a:t>
            </a:r>
            <a:r>
              <a:rPr lang="en-US" altLang="zh-CN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: 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→(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</a:t>
            </a:r>
          </a:p>
          <a:p>
            <a:pPr eaLnBrk="1" hangingPunct="1">
              <a:lnSpc>
                <a:spcPts val="2000"/>
              </a:lnSpc>
              <a:buFont typeface="Wingdings" panose="05000000000000000000" pitchFamily="2" charset="2"/>
              <a:buNone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 $ 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	 	  $ </a:t>
            </a:r>
            <a:r>
              <a:rPr lang="en-US" altLang="zh-CN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	</a:t>
            </a:r>
            <a:r>
              <a:rPr lang="zh-CN" altLang="en-US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归约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: 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→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+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</a:p>
        </p:txBody>
      </p:sp>
      <p:sp>
        <p:nvSpPr>
          <p:cNvPr id="13315" name="标题 8"/>
          <p:cNvSpPr>
            <a:spLocks noGrp="1"/>
          </p:cNvSpPr>
          <p:nvPr>
            <p:ph type="title"/>
          </p:nvPr>
        </p:nvSpPr>
        <p:spPr>
          <a:xfrm>
            <a:off x="755650" y="268288"/>
            <a:ext cx="4103688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例：</a:t>
            </a:r>
            <a:r>
              <a:rPr lang="zh-CN" altLang="en-US" sz="28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移入</a:t>
            </a:r>
            <a:r>
              <a:rPr lang="en-US" altLang="zh-CN" sz="28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-</a:t>
            </a:r>
            <a:r>
              <a:rPr lang="zh-CN" altLang="en-US" sz="28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归约分析</a:t>
            </a:r>
          </a:p>
        </p:txBody>
      </p:sp>
      <p:grpSp>
        <p:nvGrpSpPr>
          <p:cNvPr id="2" name="Group 77"/>
          <p:cNvGrpSpPr>
            <a:grpSpLocks/>
          </p:cNvGrpSpPr>
          <p:nvPr/>
        </p:nvGrpSpPr>
        <p:grpSpPr bwMode="auto">
          <a:xfrm>
            <a:off x="1685925" y="3827463"/>
            <a:ext cx="357188" cy="492125"/>
            <a:chOff x="975" y="3203"/>
            <a:chExt cx="225" cy="653"/>
          </a:xfrm>
        </p:grpSpPr>
        <p:sp>
          <p:nvSpPr>
            <p:cNvPr id="16419" name="Line 62"/>
            <p:cNvSpPr>
              <a:spLocks noChangeShapeType="1"/>
            </p:cNvSpPr>
            <p:nvPr/>
          </p:nvSpPr>
          <p:spPr bwMode="auto">
            <a:xfrm flipH="1" flipV="1">
              <a:off x="1066" y="3618"/>
              <a:ext cx="0" cy="238"/>
            </a:xfrm>
            <a:prstGeom prst="line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lIns="92075" tIns="46038" rIns="92075" bIns="46038"/>
            <a:lstStyle/>
            <a:p>
              <a:pPr>
                <a:defRPr/>
              </a:pPr>
              <a:endParaRPr lang="zh-CN" altLang="en-US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3342" name="Rectangle 63"/>
            <p:cNvSpPr>
              <a:spLocks noChangeArrowheads="1"/>
            </p:cNvSpPr>
            <p:nvPr/>
          </p:nvSpPr>
          <p:spPr bwMode="auto">
            <a:xfrm>
              <a:off x="975" y="3203"/>
              <a:ext cx="225" cy="5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lnSpc>
                  <a:spcPct val="110000"/>
                </a:lnSpc>
                <a:spcBef>
                  <a:spcPct val="20000"/>
                </a:spcBef>
                <a:buClr>
                  <a:srgbClr val="5EAEFF"/>
                </a:buClr>
                <a:buSzPct val="75000"/>
                <a:buFont typeface="Monotype Sorts"/>
                <a:buNone/>
              </a:pPr>
              <a:r>
                <a:rPr kumimoji="1" lang="en-US" altLang="zh-CN" sz="2000" b="1" i="1" dirty="0">
                  <a:solidFill>
                    <a:schemeClr val="bg1">
                      <a:lumMod val="50000"/>
                    </a:schemeClr>
                  </a:solidFill>
                  <a:latin typeface="Times New Roman" panose="02020603050405020304" pitchFamily="18" charset="0"/>
                </a:rPr>
                <a:t>E</a:t>
              </a:r>
            </a:p>
          </p:txBody>
        </p:sp>
      </p:grpSp>
      <p:grpSp>
        <p:nvGrpSpPr>
          <p:cNvPr id="3" name="Group 84"/>
          <p:cNvGrpSpPr>
            <a:grpSpLocks/>
          </p:cNvGrpSpPr>
          <p:nvPr/>
        </p:nvGrpSpPr>
        <p:grpSpPr bwMode="auto">
          <a:xfrm>
            <a:off x="1901825" y="3422650"/>
            <a:ext cx="812800" cy="847725"/>
            <a:chOff x="1111" y="2662"/>
            <a:chExt cx="512" cy="1129"/>
          </a:xfrm>
        </p:grpSpPr>
        <p:sp>
          <p:nvSpPr>
            <p:cNvPr id="16415" name="Line 68"/>
            <p:cNvSpPr>
              <a:spLocks noChangeShapeType="1"/>
            </p:cNvSpPr>
            <p:nvPr/>
          </p:nvSpPr>
          <p:spPr bwMode="auto">
            <a:xfrm flipH="1" flipV="1">
              <a:off x="1404" y="3123"/>
              <a:ext cx="219" cy="292"/>
            </a:xfrm>
            <a:prstGeom prst="line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lIns="92075" tIns="46038" rIns="92075" bIns="46038"/>
            <a:lstStyle/>
            <a:p>
              <a:pPr>
                <a:defRPr/>
              </a:pPr>
              <a:endParaRPr lang="zh-CN" altLang="en-US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6416" name="Line 69"/>
            <p:cNvSpPr>
              <a:spLocks noChangeShapeType="1"/>
            </p:cNvSpPr>
            <p:nvPr/>
          </p:nvSpPr>
          <p:spPr bwMode="auto">
            <a:xfrm flipV="1">
              <a:off x="1364" y="3184"/>
              <a:ext cx="10" cy="607"/>
            </a:xfrm>
            <a:prstGeom prst="line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lIns="92075" tIns="46038" rIns="92075" bIns="46038"/>
            <a:lstStyle/>
            <a:p>
              <a:pPr>
                <a:defRPr/>
              </a:pPr>
              <a:endParaRPr lang="zh-CN" altLang="en-US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6417" name="Line 70"/>
            <p:cNvSpPr>
              <a:spLocks noChangeShapeType="1"/>
            </p:cNvSpPr>
            <p:nvPr/>
          </p:nvSpPr>
          <p:spPr bwMode="auto">
            <a:xfrm flipV="1">
              <a:off x="1111" y="3098"/>
              <a:ext cx="272" cy="226"/>
            </a:xfrm>
            <a:prstGeom prst="line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lIns="92075" tIns="46038" rIns="92075" bIns="46038"/>
            <a:lstStyle/>
            <a:p>
              <a:pPr>
                <a:defRPr/>
              </a:pPr>
              <a:endParaRPr lang="zh-CN" altLang="en-US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3340" name="Rectangle 71"/>
            <p:cNvSpPr>
              <a:spLocks noChangeArrowheads="1"/>
            </p:cNvSpPr>
            <p:nvPr/>
          </p:nvSpPr>
          <p:spPr bwMode="auto">
            <a:xfrm>
              <a:off x="1292" y="2662"/>
              <a:ext cx="225" cy="5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lnSpc>
                  <a:spcPct val="110000"/>
                </a:lnSpc>
                <a:spcBef>
                  <a:spcPct val="20000"/>
                </a:spcBef>
                <a:buClr>
                  <a:srgbClr val="5EAEFF"/>
                </a:buClr>
                <a:buSzPct val="75000"/>
                <a:buFont typeface="Monotype Sorts"/>
                <a:buNone/>
              </a:pPr>
              <a:r>
                <a:rPr kumimoji="1" lang="en-US" altLang="zh-CN" sz="2000" b="1" i="1" dirty="0">
                  <a:solidFill>
                    <a:schemeClr val="bg1">
                      <a:lumMod val="50000"/>
                    </a:schemeClr>
                  </a:solidFill>
                  <a:latin typeface="Times New Roman" panose="02020603050405020304" pitchFamily="18" charset="0"/>
                </a:rPr>
                <a:t>E</a:t>
              </a:r>
            </a:p>
          </p:txBody>
        </p:sp>
      </p:grpSp>
      <p:grpSp>
        <p:nvGrpSpPr>
          <p:cNvPr id="4" name="Group 78"/>
          <p:cNvGrpSpPr>
            <a:grpSpLocks/>
          </p:cNvGrpSpPr>
          <p:nvPr/>
        </p:nvGrpSpPr>
        <p:grpSpPr bwMode="auto">
          <a:xfrm>
            <a:off x="533400" y="3814763"/>
            <a:ext cx="357188" cy="504825"/>
            <a:chOff x="975" y="3041"/>
            <a:chExt cx="225" cy="672"/>
          </a:xfrm>
        </p:grpSpPr>
        <p:sp>
          <p:nvSpPr>
            <p:cNvPr id="16413" name="Line 79"/>
            <p:cNvSpPr>
              <a:spLocks noChangeShapeType="1"/>
            </p:cNvSpPr>
            <p:nvPr/>
          </p:nvSpPr>
          <p:spPr bwMode="auto">
            <a:xfrm flipH="1" flipV="1">
              <a:off x="1066" y="3474"/>
              <a:ext cx="0" cy="239"/>
            </a:xfrm>
            <a:prstGeom prst="line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lIns="92075" tIns="46038" rIns="92075" bIns="46038"/>
            <a:lstStyle/>
            <a:p>
              <a:pPr>
                <a:defRPr/>
              </a:pPr>
              <a:endParaRPr lang="zh-CN" altLang="en-US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3336" name="Rectangle 80"/>
            <p:cNvSpPr>
              <a:spLocks noChangeArrowheads="1"/>
            </p:cNvSpPr>
            <p:nvPr/>
          </p:nvSpPr>
          <p:spPr bwMode="auto">
            <a:xfrm>
              <a:off x="975" y="3041"/>
              <a:ext cx="225" cy="5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lnSpc>
                  <a:spcPct val="110000"/>
                </a:lnSpc>
                <a:spcBef>
                  <a:spcPct val="20000"/>
                </a:spcBef>
                <a:buClr>
                  <a:srgbClr val="5EAEFF"/>
                </a:buClr>
                <a:buSzPct val="75000"/>
                <a:buFont typeface="Monotype Sorts"/>
                <a:buNone/>
              </a:pPr>
              <a:r>
                <a:rPr kumimoji="1" lang="en-US" altLang="zh-CN" sz="2000" b="1" i="1" dirty="0">
                  <a:solidFill>
                    <a:schemeClr val="bg1">
                      <a:lumMod val="50000"/>
                    </a:schemeClr>
                  </a:solidFill>
                  <a:latin typeface="Times New Roman" panose="02020603050405020304" pitchFamily="18" charset="0"/>
                </a:rPr>
                <a:t>E</a:t>
              </a:r>
            </a:p>
          </p:txBody>
        </p:sp>
      </p:grpSp>
      <p:grpSp>
        <p:nvGrpSpPr>
          <p:cNvPr id="5" name="Group 81"/>
          <p:cNvGrpSpPr>
            <a:grpSpLocks/>
          </p:cNvGrpSpPr>
          <p:nvPr/>
        </p:nvGrpSpPr>
        <p:grpSpPr bwMode="auto">
          <a:xfrm>
            <a:off x="2622550" y="3883025"/>
            <a:ext cx="357188" cy="471488"/>
            <a:chOff x="975" y="3203"/>
            <a:chExt cx="225" cy="628"/>
          </a:xfrm>
        </p:grpSpPr>
        <p:sp>
          <p:nvSpPr>
            <p:cNvPr id="16411" name="Line 82"/>
            <p:cNvSpPr>
              <a:spLocks noChangeShapeType="1"/>
            </p:cNvSpPr>
            <p:nvPr/>
          </p:nvSpPr>
          <p:spPr bwMode="auto">
            <a:xfrm flipH="1" flipV="1">
              <a:off x="1066" y="3592"/>
              <a:ext cx="0" cy="239"/>
            </a:xfrm>
            <a:prstGeom prst="line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lIns="92075" tIns="46038" rIns="92075" bIns="46038"/>
            <a:lstStyle/>
            <a:p>
              <a:pPr>
                <a:defRPr/>
              </a:pPr>
              <a:endParaRPr lang="zh-CN" altLang="en-US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3334" name="Rectangle 83"/>
            <p:cNvSpPr>
              <a:spLocks noChangeArrowheads="1"/>
            </p:cNvSpPr>
            <p:nvPr/>
          </p:nvSpPr>
          <p:spPr bwMode="auto">
            <a:xfrm>
              <a:off x="975" y="3203"/>
              <a:ext cx="225" cy="5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lnSpc>
                  <a:spcPct val="110000"/>
                </a:lnSpc>
                <a:spcBef>
                  <a:spcPct val="20000"/>
                </a:spcBef>
                <a:buClr>
                  <a:srgbClr val="5EAEFF"/>
                </a:buClr>
                <a:buSzPct val="75000"/>
                <a:buFont typeface="Monotype Sorts"/>
                <a:buNone/>
              </a:pPr>
              <a:r>
                <a:rPr kumimoji="1" lang="en-US" altLang="zh-CN" sz="2000" b="1" i="1" dirty="0">
                  <a:solidFill>
                    <a:schemeClr val="bg1">
                      <a:lumMod val="50000"/>
                    </a:schemeClr>
                  </a:solidFill>
                  <a:latin typeface="Times New Roman" panose="02020603050405020304" pitchFamily="18" charset="0"/>
                </a:rPr>
                <a:t>E</a:t>
              </a:r>
            </a:p>
          </p:txBody>
        </p:sp>
      </p:grpSp>
      <p:grpSp>
        <p:nvGrpSpPr>
          <p:cNvPr id="6" name="Group 87"/>
          <p:cNvGrpSpPr>
            <a:grpSpLocks/>
          </p:cNvGrpSpPr>
          <p:nvPr/>
        </p:nvGrpSpPr>
        <p:grpSpPr bwMode="auto">
          <a:xfrm>
            <a:off x="1500188" y="2919413"/>
            <a:ext cx="1625600" cy="1387475"/>
            <a:chOff x="858" y="1946"/>
            <a:chExt cx="1024" cy="1847"/>
          </a:xfrm>
        </p:grpSpPr>
        <p:sp>
          <p:nvSpPr>
            <p:cNvPr id="16407" name="Line 74"/>
            <p:cNvSpPr>
              <a:spLocks noChangeShapeType="1"/>
            </p:cNvSpPr>
            <p:nvPr/>
          </p:nvSpPr>
          <p:spPr bwMode="auto">
            <a:xfrm flipV="1">
              <a:off x="858" y="2417"/>
              <a:ext cx="536" cy="1352"/>
            </a:xfrm>
            <a:prstGeom prst="line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lIns="92075" tIns="46038" rIns="92075" bIns="46038"/>
            <a:lstStyle/>
            <a:p>
              <a:pPr>
                <a:defRPr/>
              </a:pPr>
              <a:endParaRPr lang="zh-CN" altLang="en-US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6408" name="Line 75"/>
            <p:cNvSpPr>
              <a:spLocks noChangeShapeType="1"/>
            </p:cNvSpPr>
            <p:nvPr/>
          </p:nvSpPr>
          <p:spPr bwMode="auto">
            <a:xfrm flipH="1" flipV="1">
              <a:off x="1381" y="2417"/>
              <a:ext cx="501" cy="1376"/>
            </a:xfrm>
            <a:prstGeom prst="line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lIns="92075" tIns="46038" rIns="92075" bIns="46038"/>
            <a:lstStyle/>
            <a:p>
              <a:pPr>
                <a:defRPr/>
              </a:pPr>
              <a:endParaRPr lang="zh-CN" altLang="en-US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6409" name="Line 85"/>
            <p:cNvSpPr>
              <a:spLocks noChangeShapeType="1"/>
            </p:cNvSpPr>
            <p:nvPr/>
          </p:nvSpPr>
          <p:spPr bwMode="auto">
            <a:xfrm flipV="1">
              <a:off x="1383" y="2392"/>
              <a:ext cx="0" cy="309"/>
            </a:xfrm>
            <a:prstGeom prst="line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lIns="92075" tIns="46038" rIns="92075" bIns="46038"/>
            <a:lstStyle/>
            <a:p>
              <a:pPr>
                <a:defRPr/>
              </a:pPr>
              <a:endParaRPr lang="zh-CN" altLang="en-US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3332" name="Rectangle 86"/>
            <p:cNvSpPr>
              <a:spLocks noChangeArrowheads="1"/>
            </p:cNvSpPr>
            <p:nvPr/>
          </p:nvSpPr>
          <p:spPr bwMode="auto">
            <a:xfrm>
              <a:off x="1247" y="1946"/>
              <a:ext cx="225" cy="5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lnSpc>
                  <a:spcPct val="110000"/>
                </a:lnSpc>
                <a:spcBef>
                  <a:spcPct val="20000"/>
                </a:spcBef>
                <a:buClr>
                  <a:srgbClr val="5EAEFF"/>
                </a:buClr>
                <a:buSzPct val="75000"/>
                <a:buFont typeface="Monotype Sorts"/>
                <a:buNone/>
              </a:pPr>
              <a:r>
                <a:rPr kumimoji="1" lang="en-US" altLang="zh-CN" sz="2000" b="1" i="1">
                  <a:solidFill>
                    <a:schemeClr val="bg1">
                      <a:lumMod val="50000"/>
                    </a:schemeClr>
                  </a:solidFill>
                  <a:latin typeface="Times New Roman" panose="02020603050405020304" pitchFamily="18" charset="0"/>
                </a:rPr>
                <a:t>E</a:t>
              </a:r>
            </a:p>
          </p:txBody>
        </p:sp>
      </p:grpSp>
      <p:grpSp>
        <p:nvGrpSpPr>
          <p:cNvPr id="7" name="Group 90"/>
          <p:cNvGrpSpPr>
            <a:grpSpLocks/>
          </p:cNvGrpSpPr>
          <p:nvPr/>
        </p:nvGrpSpPr>
        <p:grpSpPr bwMode="auto">
          <a:xfrm>
            <a:off x="749300" y="2470150"/>
            <a:ext cx="1439863" cy="1782763"/>
            <a:chOff x="385" y="1374"/>
            <a:chExt cx="907" cy="2374"/>
          </a:xfrm>
        </p:grpSpPr>
        <p:sp>
          <p:nvSpPr>
            <p:cNvPr id="16403" name="Line 73"/>
            <p:cNvSpPr>
              <a:spLocks noChangeShapeType="1"/>
            </p:cNvSpPr>
            <p:nvPr/>
          </p:nvSpPr>
          <p:spPr bwMode="auto">
            <a:xfrm flipV="1">
              <a:off x="385" y="1850"/>
              <a:ext cx="634" cy="1399"/>
            </a:xfrm>
            <a:prstGeom prst="line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lIns="92075" tIns="46038" rIns="92075" bIns="46038"/>
            <a:lstStyle/>
            <a:p>
              <a:pPr>
                <a:defRPr/>
              </a:pPr>
              <a:endParaRPr lang="zh-CN" altLang="en-US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3326" name="Rectangle 76"/>
            <p:cNvSpPr>
              <a:spLocks noChangeArrowheads="1"/>
            </p:cNvSpPr>
            <p:nvPr/>
          </p:nvSpPr>
          <p:spPr bwMode="auto">
            <a:xfrm>
              <a:off x="930" y="1374"/>
              <a:ext cx="225" cy="5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lnSpc>
                  <a:spcPct val="110000"/>
                </a:lnSpc>
                <a:spcBef>
                  <a:spcPct val="20000"/>
                </a:spcBef>
                <a:buClr>
                  <a:srgbClr val="5EAEFF"/>
                </a:buClr>
                <a:buSzPct val="75000"/>
                <a:buFont typeface="Monotype Sorts"/>
                <a:buNone/>
              </a:pPr>
              <a:r>
                <a:rPr kumimoji="1" lang="en-US" altLang="zh-CN" sz="2000" b="1" i="1">
                  <a:solidFill>
                    <a:schemeClr val="bg1">
                      <a:lumMod val="50000"/>
                    </a:schemeClr>
                  </a:solidFill>
                  <a:latin typeface="Times New Roman" panose="02020603050405020304" pitchFamily="18" charset="0"/>
                </a:rPr>
                <a:t>E</a:t>
              </a:r>
            </a:p>
          </p:txBody>
        </p:sp>
        <p:sp>
          <p:nvSpPr>
            <p:cNvPr id="16405" name="Line 88"/>
            <p:cNvSpPr>
              <a:spLocks noChangeShapeType="1"/>
            </p:cNvSpPr>
            <p:nvPr/>
          </p:nvSpPr>
          <p:spPr bwMode="auto">
            <a:xfrm flipV="1">
              <a:off x="612" y="1850"/>
              <a:ext cx="447" cy="1898"/>
            </a:xfrm>
            <a:prstGeom prst="line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lIns="92075" tIns="46038" rIns="92075" bIns="46038"/>
            <a:lstStyle/>
            <a:p>
              <a:pPr>
                <a:defRPr/>
              </a:pPr>
              <a:endParaRPr lang="zh-CN" altLang="en-US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6406" name="Line 89"/>
            <p:cNvSpPr>
              <a:spLocks noChangeShapeType="1"/>
            </p:cNvSpPr>
            <p:nvPr/>
          </p:nvSpPr>
          <p:spPr bwMode="auto">
            <a:xfrm flipH="1" flipV="1">
              <a:off x="1092" y="1850"/>
              <a:ext cx="200" cy="216"/>
            </a:xfrm>
            <a:prstGeom prst="line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lIns="92075" tIns="46038" rIns="92075" bIns="46038"/>
            <a:lstStyle/>
            <a:p>
              <a:pPr>
                <a:defRPr/>
              </a:pPr>
              <a:endParaRPr lang="zh-CN" altLang="en-US">
                <a:solidFill>
                  <a:schemeClr val="bg1">
                    <a:lumMod val="50000"/>
                  </a:schemeClr>
                </a:solidFill>
              </a:endParaRPr>
            </a:p>
          </p:txBody>
        </p:sp>
      </p:grpSp>
      <p:sp>
        <p:nvSpPr>
          <p:cNvPr id="10" name="矩形 9"/>
          <p:cNvSpPr/>
          <p:nvPr/>
        </p:nvSpPr>
        <p:spPr>
          <a:xfrm>
            <a:off x="858838" y="876300"/>
            <a:ext cx="1529586" cy="1200329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defRPr/>
            </a:pPr>
            <a:r>
              <a:rPr lang="zh-CN" altLang="en-US" b="1" dirty="0">
                <a:solidFill>
                  <a:srgbClr val="000000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文法</a:t>
            </a:r>
            <a:endParaRPr lang="en-US" altLang="zh-CN" b="1" dirty="0">
              <a:solidFill>
                <a:srgbClr val="000000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>
              <a:defRPr/>
            </a:pPr>
            <a:r>
              <a:rPr lang="en-US" altLang="zh-CN" b="1" dirty="0">
                <a:solidFill>
                  <a:srgbClr val="000000"/>
                </a:solidFill>
                <a:latin typeface="宋体" panose="0201060003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① </a:t>
            </a:r>
            <a:r>
              <a:rPr lang="en-US" altLang="zh-CN" b="1" i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E </a:t>
            </a:r>
            <a:r>
              <a:rPr lang="en-US" altLang="zh-CN" b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→ </a:t>
            </a:r>
            <a:r>
              <a:rPr lang="en-US" altLang="zh-CN" b="1" i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E</a:t>
            </a:r>
            <a:r>
              <a:rPr lang="en-US" altLang="zh-CN" b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+</a:t>
            </a:r>
            <a:r>
              <a:rPr lang="en-US" altLang="zh-CN" b="1" i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E </a:t>
            </a:r>
            <a:endParaRPr lang="en-US" altLang="zh-CN" b="1" dirty="0">
              <a:solidFill>
                <a:srgbClr val="000000"/>
              </a:solidFill>
              <a:latin typeface="Times New Roman" panose="02020603050405020304" pitchFamily="18" charset="0"/>
              <a:ea typeface="楷体_GB2312"/>
              <a:cs typeface="Times New Roman" panose="02020603050405020304" pitchFamily="18" charset="0"/>
            </a:endParaRPr>
          </a:p>
          <a:p>
            <a:pPr>
              <a:defRPr/>
            </a:pPr>
            <a:r>
              <a:rPr lang="en-US" altLang="zh-CN" b="1" dirty="0">
                <a:solidFill>
                  <a:srgbClr val="000000"/>
                </a:solidFill>
                <a:latin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en-US" altLang="zh-CN" b="1" i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E </a:t>
            </a:r>
            <a:r>
              <a:rPr lang="en-US" altLang="zh-CN" b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→ (</a:t>
            </a:r>
            <a:r>
              <a:rPr lang="en-US" altLang="zh-CN" b="1" i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E</a:t>
            </a:r>
            <a:r>
              <a:rPr lang="en-US" altLang="zh-CN" b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) </a:t>
            </a:r>
          </a:p>
          <a:p>
            <a:pPr>
              <a:defRPr/>
            </a:pPr>
            <a:r>
              <a:rPr lang="en-US" altLang="zh-CN" b="1" dirty="0">
                <a:solidFill>
                  <a:srgbClr val="000000"/>
                </a:solidFill>
                <a:latin typeface="宋体" panose="02010600030101010101" pitchFamily="2" charset="-122"/>
                <a:cs typeface="Times New Roman" panose="02020603050405020304" pitchFamily="18" charset="0"/>
              </a:rPr>
              <a:t>③ </a:t>
            </a:r>
            <a:r>
              <a:rPr lang="en-US" altLang="zh-CN" b="1" i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E </a:t>
            </a:r>
            <a:r>
              <a:rPr lang="en-US" altLang="zh-CN" b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→ id</a:t>
            </a:r>
            <a:endParaRPr lang="zh-CN" altLang="en-US" b="1" dirty="0">
              <a:solidFill>
                <a:srgbClr val="000000"/>
              </a:solidFill>
              <a:ea typeface="楷体_GB2312"/>
              <a:cs typeface="楷体_GB2312"/>
            </a:endParaRPr>
          </a:p>
        </p:txBody>
      </p:sp>
      <p:sp>
        <p:nvSpPr>
          <p:cNvPr id="37" name="Rectangle 57"/>
          <p:cNvSpPr>
            <a:spLocks noChangeArrowheads="1"/>
          </p:cNvSpPr>
          <p:nvPr/>
        </p:nvSpPr>
        <p:spPr bwMode="auto">
          <a:xfrm>
            <a:off x="461963" y="4252913"/>
            <a:ext cx="2895600" cy="406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lnSpc>
                <a:spcPct val="110000"/>
              </a:lnSpc>
              <a:spcBef>
                <a:spcPct val="20000"/>
              </a:spcBef>
              <a:buClr>
                <a:srgbClr val="5EAEFF"/>
              </a:buClr>
              <a:buSzPct val="75000"/>
              <a:buFont typeface="Monotype Sorts"/>
              <a:buNone/>
            </a:pPr>
            <a:r>
              <a:rPr kumimoji="1" lang="en-US" altLang="zh-CN" sz="2000" b="1" dirty="0">
                <a:solidFill>
                  <a:srgbClr val="2D83F4"/>
                </a:solidFill>
                <a:latin typeface="Times New Roman" panose="02020603050405020304" pitchFamily="18" charset="0"/>
              </a:rPr>
              <a:t>id</a:t>
            </a:r>
            <a:r>
              <a:rPr kumimoji="1" lang="en-US" altLang="zh-CN" sz="2000" b="1" dirty="0">
                <a:solidFill>
                  <a:srgbClr val="5EAEFF"/>
                </a:solidFill>
                <a:latin typeface="Times New Roman" panose="02020603050405020304" pitchFamily="18" charset="0"/>
              </a:rPr>
              <a:t>    </a:t>
            </a:r>
            <a:r>
              <a:rPr kumimoji="1" lang="en-US" altLang="zh-CN" sz="2000" b="1" dirty="0">
                <a:solidFill>
                  <a:srgbClr val="2D83F4"/>
                </a:solidFill>
                <a:latin typeface="Times New Roman" panose="02020603050405020304" pitchFamily="18" charset="0"/>
              </a:rPr>
              <a:t>+    (    id    +    id</a:t>
            </a:r>
            <a:r>
              <a:rPr kumimoji="1" lang="en-US" altLang="zh-CN" sz="2000" dirty="0">
                <a:solidFill>
                  <a:srgbClr val="2D83F4"/>
                </a:solidFill>
                <a:latin typeface="Times New Roman" panose="02020603050405020304" pitchFamily="18" charset="0"/>
              </a:rPr>
              <a:t>    </a:t>
            </a:r>
            <a:r>
              <a:rPr kumimoji="1" lang="en-US" altLang="zh-CN" sz="2000" b="1" dirty="0">
                <a:solidFill>
                  <a:srgbClr val="2D83F4"/>
                </a:solidFill>
                <a:latin typeface="Times New Roman" panose="02020603050405020304" pitchFamily="18" charset="0"/>
              </a:rPr>
              <a:t>)</a:t>
            </a:r>
          </a:p>
        </p:txBody>
      </p:sp>
      <p:cxnSp>
        <p:nvCxnSpPr>
          <p:cNvPr id="11" name="直接箭头连接符 10"/>
          <p:cNvCxnSpPr/>
          <p:nvPr/>
        </p:nvCxnSpPr>
        <p:spPr>
          <a:xfrm flipV="1">
            <a:off x="646544" y="4659313"/>
            <a:ext cx="0" cy="2887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Group 78"/>
          <p:cNvGrpSpPr>
            <a:grpSpLocks/>
          </p:cNvGrpSpPr>
          <p:nvPr/>
        </p:nvGrpSpPr>
        <p:grpSpPr bwMode="auto">
          <a:xfrm>
            <a:off x="529432" y="3804877"/>
            <a:ext cx="357188" cy="504825"/>
            <a:chOff x="975" y="3041"/>
            <a:chExt cx="225" cy="672"/>
          </a:xfrm>
        </p:grpSpPr>
        <p:sp>
          <p:nvSpPr>
            <p:cNvPr id="38" name="Line 79"/>
            <p:cNvSpPr>
              <a:spLocks noChangeShapeType="1"/>
            </p:cNvSpPr>
            <p:nvPr/>
          </p:nvSpPr>
          <p:spPr bwMode="auto">
            <a:xfrm flipH="1" flipV="1">
              <a:off x="1066" y="3474"/>
              <a:ext cx="0" cy="239"/>
            </a:xfrm>
            <a:prstGeom prst="line">
              <a:avLst/>
            </a:prstGeom>
            <a:noFill/>
            <a:ln w="12700">
              <a:solidFill>
                <a:schemeClr val="tx2">
                  <a:lumMod val="60000"/>
                  <a:lumOff val="40000"/>
                </a:schemeClr>
              </a:solidFill>
              <a:round/>
              <a:headEnd/>
              <a:tailEnd/>
            </a:ln>
          </p:spPr>
          <p:txBody>
            <a:bodyPr lIns="92075" tIns="46038" rIns="92075" bIns="46038"/>
            <a:lstStyle/>
            <a:p>
              <a:pPr>
                <a:defRPr/>
              </a:pPr>
              <a:endParaRPr lang="zh-CN" altLang="en-US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39" name="Rectangle 80"/>
            <p:cNvSpPr>
              <a:spLocks noChangeArrowheads="1"/>
            </p:cNvSpPr>
            <p:nvPr/>
          </p:nvSpPr>
          <p:spPr bwMode="auto">
            <a:xfrm>
              <a:off x="975" y="3041"/>
              <a:ext cx="225" cy="5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lnSpc>
                  <a:spcPct val="110000"/>
                </a:lnSpc>
                <a:spcBef>
                  <a:spcPct val="20000"/>
                </a:spcBef>
                <a:buClr>
                  <a:srgbClr val="5EAEFF"/>
                </a:buClr>
                <a:buSzPct val="75000"/>
                <a:buFont typeface="Monotype Sorts"/>
                <a:buNone/>
              </a:pPr>
              <a:r>
                <a:rPr kumimoji="1" lang="en-US" altLang="zh-CN" sz="2000" b="1" i="1" dirty="0">
                  <a:solidFill>
                    <a:schemeClr val="tx2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</a:rPr>
                <a:t>E</a:t>
              </a:r>
            </a:p>
          </p:txBody>
        </p:sp>
      </p:grpSp>
      <p:cxnSp>
        <p:nvCxnSpPr>
          <p:cNvPr id="40" name="直接箭头连接符 39"/>
          <p:cNvCxnSpPr/>
          <p:nvPr/>
        </p:nvCxnSpPr>
        <p:spPr>
          <a:xfrm flipV="1">
            <a:off x="1115616" y="4659982"/>
            <a:ext cx="0" cy="2887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接箭头连接符 40"/>
          <p:cNvCxnSpPr/>
          <p:nvPr/>
        </p:nvCxnSpPr>
        <p:spPr>
          <a:xfrm flipV="1">
            <a:off x="1475656" y="4659982"/>
            <a:ext cx="0" cy="2887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箭头连接符 41"/>
          <p:cNvCxnSpPr/>
          <p:nvPr/>
        </p:nvCxnSpPr>
        <p:spPr>
          <a:xfrm flipV="1">
            <a:off x="1835696" y="4659982"/>
            <a:ext cx="0" cy="2887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3" name="Group 77"/>
          <p:cNvGrpSpPr>
            <a:grpSpLocks/>
          </p:cNvGrpSpPr>
          <p:nvPr/>
        </p:nvGrpSpPr>
        <p:grpSpPr bwMode="auto">
          <a:xfrm>
            <a:off x="1674813" y="3827797"/>
            <a:ext cx="357188" cy="492125"/>
            <a:chOff x="975" y="3203"/>
            <a:chExt cx="225" cy="653"/>
          </a:xfrm>
        </p:grpSpPr>
        <p:sp>
          <p:nvSpPr>
            <p:cNvPr id="44" name="Line 62"/>
            <p:cNvSpPr>
              <a:spLocks noChangeShapeType="1"/>
            </p:cNvSpPr>
            <p:nvPr/>
          </p:nvSpPr>
          <p:spPr bwMode="auto">
            <a:xfrm flipH="1" flipV="1">
              <a:off x="1066" y="3618"/>
              <a:ext cx="0" cy="238"/>
            </a:xfrm>
            <a:prstGeom prst="line">
              <a:avLst/>
            </a:prstGeom>
            <a:noFill/>
            <a:ln w="12700">
              <a:solidFill>
                <a:schemeClr val="tx2">
                  <a:lumMod val="60000"/>
                  <a:lumOff val="40000"/>
                </a:schemeClr>
              </a:solidFill>
              <a:round/>
              <a:headEnd/>
              <a:tailEnd/>
            </a:ln>
          </p:spPr>
          <p:txBody>
            <a:bodyPr lIns="92075" tIns="46038" rIns="92075" bIns="46038"/>
            <a:lstStyle/>
            <a:p>
              <a:pPr>
                <a:defRPr/>
              </a:pPr>
              <a:endParaRPr lang="zh-CN" altLang="en-US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45" name="Rectangle 63"/>
            <p:cNvSpPr>
              <a:spLocks noChangeArrowheads="1"/>
            </p:cNvSpPr>
            <p:nvPr/>
          </p:nvSpPr>
          <p:spPr bwMode="auto">
            <a:xfrm>
              <a:off x="975" y="3203"/>
              <a:ext cx="225" cy="5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lnSpc>
                  <a:spcPct val="110000"/>
                </a:lnSpc>
                <a:spcBef>
                  <a:spcPct val="20000"/>
                </a:spcBef>
                <a:buClr>
                  <a:srgbClr val="5EAEFF"/>
                </a:buClr>
                <a:buSzPct val="75000"/>
                <a:buFont typeface="Monotype Sorts"/>
                <a:buNone/>
              </a:pPr>
              <a:r>
                <a:rPr kumimoji="1" lang="en-US" altLang="zh-CN" sz="2000" b="1" i="1" dirty="0">
                  <a:solidFill>
                    <a:schemeClr val="tx2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</a:rPr>
                <a:t>E</a:t>
              </a:r>
            </a:p>
          </p:txBody>
        </p:sp>
      </p:grpSp>
      <p:cxnSp>
        <p:nvCxnSpPr>
          <p:cNvPr id="46" name="直接箭头连接符 45"/>
          <p:cNvCxnSpPr/>
          <p:nvPr/>
        </p:nvCxnSpPr>
        <p:spPr>
          <a:xfrm flipV="1">
            <a:off x="2267744" y="4659982"/>
            <a:ext cx="0" cy="2887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/>
          <p:cNvCxnSpPr/>
          <p:nvPr/>
        </p:nvCxnSpPr>
        <p:spPr>
          <a:xfrm flipV="1">
            <a:off x="2771800" y="4659982"/>
            <a:ext cx="0" cy="2887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8" name="Group 81"/>
          <p:cNvGrpSpPr>
            <a:grpSpLocks/>
          </p:cNvGrpSpPr>
          <p:nvPr/>
        </p:nvGrpSpPr>
        <p:grpSpPr bwMode="auto">
          <a:xfrm>
            <a:off x="2617361" y="3869167"/>
            <a:ext cx="357188" cy="471488"/>
            <a:chOff x="975" y="3203"/>
            <a:chExt cx="225" cy="628"/>
          </a:xfrm>
        </p:grpSpPr>
        <p:sp>
          <p:nvSpPr>
            <p:cNvPr id="49" name="Line 82"/>
            <p:cNvSpPr>
              <a:spLocks noChangeShapeType="1"/>
            </p:cNvSpPr>
            <p:nvPr/>
          </p:nvSpPr>
          <p:spPr bwMode="auto">
            <a:xfrm flipH="1" flipV="1">
              <a:off x="1066" y="3592"/>
              <a:ext cx="0" cy="239"/>
            </a:xfrm>
            <a:prstGeom prst="line">
              <a:avLst/>
            </a:prstGeom>
            <a:noFill/>
            <a:ln w="12700">
              <a:solidFill>
                <a:schemeClr val="tx2">
                  <a:lumMod val="60000"/>
                  <a:lumOff val="40000"/>
                </a:schemeClr>
              </a:solidFill>
              <a:round/>
              <a:headEnd/>
              <a:tailEnd/>
            </a:ln>
          </p:spPr>
          <p:txBody>
            <a:bodyPr lIns="92075" tIns="46038" rIns="92075" bIns="46038"/>
            <a:lstStyle/>
            <a:p>
              <a:pPr>
                <a:defRPr/>
              </a:pPr>
              <a:endParaRPr lang="zh-CN" altLang="en-US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50" name="Rectangle 83"/>
            <p:cNvSpPr>
              <a:spLocks noChangeArrowheads="1"/>
            </p:cNvSpPr>
            <p:nvPr/>
          </p:nvSpPr>
          <p:spPr bwMode="auto">
            <a:xfrm>
              <a:off x="975" y="3203"/>
              <a:ext cx="225" cy="54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lnSpc>
                  <a:spcPct val="110000"/>
                </a:lnSpc>
                <a:spcBef>
                  <a:spcPct val="20000"/>
                </a:spcBef>
                <a:buClr>
                  <a:srgbClr val="5EAEFF"/>
                </a:buClr>
                <a:buSzPct val="75000"/>
                <a:buFont typeface="Monotype Sorts"/>
                <a:buNone/>
              </a:pPr>
              <a:r>
                <a:rPr kumimoji="1" lang="en-US" altLang="zh-CN" sz="2000" b="1" i="1" dirty="0">
                  <a:solidFill>
                    <a:schemeClr val="tx2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</a:rPr>
                <a:t>E</a:t>
              </a:r>
            </a:p>
          </p:txBody>
        </p:sp>
      </p:grpSp>
      <p:grpSp>
        <p:nvGrpSpPr>
          <p:cNvPr id="51" name="Group 84"/>
          <p:cNvGrpSpPr>
            <a:grpSpLocks/>
          </p:cNvGrpSpPr>
          <p:nvPr/>
        </p:nvGrpSpPr>
        <p:grpSpPr bwMode="auto">
          <a:xfrm>
            <a:off x="1912938" y="3422650"/>
            <a:ext cx="812800" cy="847725"/>
            <a:chOff x="1111" y="2662"/>
            <a:chExt cx="512" cy="1129"/>
          </a:xfrm>
        </p:grpSpPr>
        <p:sp>
          <p:nvSpPr>
            <p:cNvPr id="52" name="Line 68"/>
            <p:cNvSpPr>
              <a:spLocks noChangeShapeType="1"/>
            </p:cNvSpPr>
            <p:nvPr/>
          </p:nvSpPr>
          <p:spPr bwMode="auto">
            <a:xfrm flipH="1" flipV="1">
              <a:off x="1404" y="3123"/>
              <a:ext cx="219" cy="292"/>
            </a:xfrm>
            <a:prstGeom prst="line">
              <a:avLst/>
            </a:prstGeom>
            <a:noFill/>
            <a:ln w="12700">
              <a:solidFill>
                <a:schemeClr val="tx2">
                  <a:lumMod val="60000"/>
                  <a:lumOff val="40000"/>
                </a:schemeClr>
              </a:solidFill>
              <a:round/>
              <a:headEnd/>
              <a:tailEnd/>
            </a:ln>
          </p:spPr>
          <p:txBody>
            <a:bodyPr lIns="92075" tIns="46038" rIns="92075" bIns="46038"/>
            <a:lstStyle/>
            <a:p>
              <a:pPr>
                <a:defRPr/>
              </a:pPr>
              <a:endParaRPr lang="zh-CN" altLang="en-US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53" name="Line 69"/>
            <p:cNvSpPr>
              <a:spLocks noChangeShapeType="1"/>
            </p:cNvSpPr>
            <p:nvPr/>
          </p:nvSpPr>
          <p:spPr bwMode="auto">
            <a:xfrm flipV="1">
              <a:off x="1364" y="3184"/>
              <a:ext cx="10" cy="607"/>
            </a:xfrm>
            <a:prstGeom prst="line">
              <a:avLst/>
            </a:prstGeom>
            <a:noFill/>
            <a:ln w="12700">
              <a:solidFill>
                <a:schemeClr val="tx2">
                  <a:lumMod val="60000"/>
                  <a:lumOff val="40000"/>
                </a:schemeClr>
              </a:solidFill>
              <a:round/>
              <a:headEnd/>
              <a:tailEnd/>
            </a:ln>
          </p:spPr>
          <p:txBody>
            <a:bodyPr lIns="92075" tIns="46038" rIns="92075" bIns="46038"/>
            <a:lstStyle/>
            <a:p>
              <a:pPr>
                <a:defRPr/>
              </a:pPr>
              <a:endParaRPr lang="zh-CN" altLang="en-US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54" name="Line 70"/>
            <p:cNvSpPr>
              <a:spLocks noChangeShapeType="1"/>
            </p:cNvSpPr>
            <p:nvPr/>
          </p:nvSpPr>
          <p:spPr bwMode="auto">
            <a:xfrm flipV="1">
              <a:off x="1111" y="3098"/>
              <a:ext cx="272" cy="226"/>
            </a:xfrm>
            <a:prstGeom prst="line">
              <a:avLst/>
            </a:prstGeom>
            <a:noFill/>
            <a:ln w="12700">
              <a:solidFill>
                <a:schemeClr val="tx2">
                  <a:lumMod val="60000"/>
                  <a:lumOff val="40000"/>
                </a:schemeClr>
              </a:solidFill>
              <a:round/>
              <a:headEnd/>
              <a:tailEnd/>
            </a:ln>
          </p:spPr>
          <p:txBody>
            <a:bodyPr lIns="92075" tIns="46038" rIns="92075" bIns="46038"/>
            <a:lstStyle/>
            <a:p>
              <a:pPr>
                <a:defRPr/>
              </a:pPr>
              <a:endParaRPr lang="zh-CN" altLang="en-US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55" name="Rectangle 71"/>
            <p:cNvSpPr>
              <a:spLocks noChangeArrowheads="1"/>
            </p:cNvSpPr>
            <p:nvPr/>
          </p:nvSpPr>
          <p:spPr bwMode="auto">
            <a:xfrm>
              <a:off x="1292" y="2662"/>
              <a:ext cx="225" cy="54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lnSpc>
                  <a:spcPct val="110000"/>
                </a:lnSpc>
                <a:spcBef>
                  <a:spcPct val="20000"/>
                </a:spcBef>
                <a:buClr>
                  <a:srgbClr val="5EAEFF"/>
                </a:buClr>
                <a:buSzPct val="75000"/>
                <a:buFont typeface="Monotype Sorts"/>
                <a:buNone/>
              </a:pPr>
              <a:r>
                <a:rPr kumimoji="1" lang="en-US" altLang="zh-CN" sz="2000" b="1" i="1" dirty="0">
                  <a:solidFill>
                    <a:schemeClr val="tx2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</a:rPr>
                <a:t>E</a:t>
              </a:r>
            </a:p>
          </p:txBody>
        </p:sp>
      </p:grpSp>
      <p:cxnSp>
        <p:nvCxnSpPr>
          <p:cNvPr id="56" name="直接箭头连接符 55"/>
          <p:cNvCxnSpPr/>
          <p:nvPr/>
        </p:nvCxnSpPr>
        <p:spPr>
          <a:xfrm flipV="1">
            <a:off x="3131840" y="4659982"/>
            <a:ext cx="0" cy="2887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7" name="Group 87"/>
          <p:cNvGrpSpPr>
            <a:grpSpLocks/>
          </p:cNvGrpSpPr>
          <p:nvPr/>
        </p:nvGrpSpPr>
        <p:grpSpPr bwMode="auto">
          <a:xfrm>
            <a:off x="1498600" y="2932396"/>
            <a:ext cx="1625600" cy="1387475"/>
            <a:chOff x="858" y="1946"/>
            <a:chExt cx="1024" cy="1847"/>
          </a:xfrm>
        </p:grpSpPr>
        <p:sp>
          <p:nvSpPr>
            <p:cNvPr id="58" name="Line 74"/>
            <p:cNvSpPr>
              <a:spLocks noChangeShapeType="1"/>
            </p:cNvSpPr>
            <p:nvPr/>
          </p:nvSpPr>
          <p:spPr bwMode="auto">
            <a:xfrm flipV="1">
              <a:off x="858" y="2417"/>
              <a:ext cx="536" cy="1352"/>
            </a:xfrm>
            <a:prstGeom prst="line">
              <a:avLst/>
            </a:prstGeom>
            <a:noFill/>
            <a:ln w="12700">
              <a:solidFill>
                <a:schemeClr val="tx2">
                  <a:lumMod val="60000"/>
                  <a:lumOff val="40000"/>
                </a:schemeClr>
              </a:solidFill>
              <a:round/>
              <a:headEnd/>
              <a:tailEnd/>
            </a:ln>
          </p:spPr>
          <p:txBody>
            <a:bodyPr lIns="92075" tIns="46038" rIns="92075" bIns="46038"/>
            <a:lstStyle/>
            <a:p>
              <a:pPr>
                <a:defRPr/>
              </a:pPr>
              <a:endParaRPr lang="zh-CN" altLang="en-US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59" name="Line 75"/>
            <p:cNvSpPr>
              <a:spLocks noChangeShapeType="1"/>
            </p:cNvSpPr>
            <p:nvPr/>
          </p:nvSpPr>
          <p:spPr bwMode="auto">
            <a:xfrm flipH="1" flipV="1">
              <a:off x="1381" y="2417"/>
              <a:ext cx="501" cy="1376"/>
            </a:xfrm>
            <a:prstGeom prst="line">
              <a:avLst/>
            </a:prstGeom>
            <a:noFill/>
            <a:ln w="12700">
              <a:solidFill>
                <a:schemeClr val="tx2">
                  <a:lumMod val="60000"/>
                  <a:lumOff val="40000"/>
                </a:schemeClr>
              </a:solidFill>
              <a:round/>
              <a:headEnd/>
              <a:tailEnd/>
            </a:ln>
          </p:spPr>
          <p:txBody>
            <a:bodyPr lIns="92075" tIns="46038" rIns="92075" bIns="46038"/>
            <a:lstStyle/>
            <a:p>
              <a:pPr>
                <a:defRPr/>
              </a:pPr>
              <a:endParaRPr lang="zh-CN" altLang="en-US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60" name="Line 85"/>
            <p:cNvSpPr>
              <a:spLocks noChangeShapeType="1"/>
            </p:cNvSpPr>
            <p:nvPr/>
          </p:nvSpPr>
          <p:spPr bwMode="auto">
            <a:xfrm flipV="1">
              <a:off x="1383" y="2392"/>
              <a:ext cx="0" cy="309"/>
            </a:xfrm>
            <a:prstGeom prst="line">
              <a:avLst/>
            </a:prstGeom>
            <a:noFill/>
            <a:ln w="12700">
              <a:solidFill>
                <a:schemeClr val="tx2">
                  <a:lumMod val="60000"/>
                  <a:lumOff val="40000"/>
                </a:schemeClr>
              </a:solidFill>
              <a:round/>
              <a:headEnd/>
              <a:tailEnd/>
            </a:ln>
          </p:spPr>
          <p:txBody>
            <a:bodyPr lIns="92075" tIns="46038" rIns="92075" bIns="46038"/>
            <a:lstStyle/>
            <a:p>
              <a:pPr>
                <a:defRPr/>
              </a:pPr>
              <a:endParaRPr lang="zh-CN" altLang="en-US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61" name="Rectangle 86"/>
            <p:cNvSpPr>
              <a:spLocks noChangeArrowheads="1"/>
            </p:cNvSpPr>
            <p:nvPr/>
          </p:nvSpPr>
          <p:spPr bwMode="auto">
            <a:xfrm>
              <a:off x="1247" y="1946"/>
              <a:ext cx="225" cy="54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lnSpc>
                  <a:spcPct val="110000"/>
                </a:lnSpc>
                <a:spcBef>
                  <a:spcPct val="20000"/>
                </a:spcBef>
                <a:buClr>
                  <a:srgbClr val="5EAEFF"/>
                </a:buClr>
                <a:buSzPct val="75000"/>
                <a:buFont typeface="Monotype Sorts"/>
                <a:buNone/>
              </a:pPr>
              <a:r>
                <a:rPr kumimoji="1" lang="en-US" altLang="zh-CN" sz="2000" b="1" i="1" dirty="0">
                  <a:solidFill>
                    <a:schemeClr val="tx2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</a:rPr>
                <a:t>E</a:t>
              </a:r>
            </a:p>
          </p:txBody>
        </p:sp>
      </p:grpSp>
      <p:grpSp>
        <p:nvGrpSpPr>
          <p:cNvPr id="62" name="Group 90"/>
          <p:cNvGrpSpPr>
            <a:grpSpLocks/>
          </p:cNvGrpSpPr>
          <p:nvPr/>
        </p:nvGrpSpPr>
        <p:grpSpPr bwMode="auto">
          <a:xfrm>
            <a:off x="746338" y="2470150"/>
            <a:ext cx="1439863" cy="1782763"/>
            <a:chOff x="385" y="1374"/>
            <a:chExt cx="907" cy="2374"/>
          </a:xfrm>
        </p:grpSpPr>
        <p:sp>
          <p:nvSpPr>
            <p:cNvPr id="63" name="Line 73"/>
            <p:cNvSpPr>
              <a:spLocks noChangeShapeType="1"/>
            </p:cNvSpPr>
            <p:nvPr/>
          </p:nvSpPr>
          <p:spPr bwMode="auto">
            <a:xfrm flipV="1">
              <a:off x="385" y="1850"/>
              <a:ext cx="634" cy="1399"/>
            </a:xfrm>
            <a:prstGeom prst="line">
              <a:avLst/>
            </a:prstGeom>
            <a:noFill/>
            <a:ln w="12700">
              <a:solidFill>
                <a:schemeClr val="tx2">
                  <a:lumMod val="60000"/>
                  <a:lumOff val="40000"/>
                </a:schemeClr>
              </a:solidFill>
              <a:round/>
              <a:headEnd/>
              <a:tailEnd/>
            </a:ln>
          </p:spPr>
          <p:txBody>
            <a:bodyPr lIns="92075" tIns="46038" rIns="92075" bIns="46038"/>
            <a:lstStyle/>
            <a:p>
              <a:pPr>
                <a:defRPr/>
              </a:pPr>
              <a:endParaRPr lang="zh-CN" altLang="en-US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64" name="Rectangle 76"/>
            <p:cNvSpPr>
              <a:spLocks noChangeArrowheads="1"/>
            </p:cNvSpPr>
            <p:nvPr/>
          </p:nvSpPr>
          <p:spPr bwMode="auto">
            <a:xfrm>
              <a:off x="930" y="1374"/>
              <a:ext cx="225" cy="54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lnSpc>
                  <a:spcPct val="110000"/>
                </a:lnSpc>
                <a:spcBef>
                  <a:spcPct val="20000"/>
                </a:spcBef>
                <a:buClr>
                  <a:srgbClr val="5EAEFF"/>
                </a:buClr>
                <a:buSzPct val="75000"/>
                <a:buFont typeface="Monotype Sorts"/>
                <a:buNone/>
              </a:pPr>
              <a:r>
                <a:rPr kumimoji="1" lang="en-US" altLang="zh-CN" sz="2000" b="1" i="1" dirty="0">
                  <a:solidFill>
                    <a:schemeClr val="tx2">
                      <a:lumMod val="60000"/>
                      <a:lumOff val="40000"/>
                    </a:schemeClr>
                  </a:solidFill>
                  <a:latin typeface="Times New Roman" panose="02020603050405020304" pitchFamily="18" charset="0"/>
                </a:rPr>
                <a:t>E</a:t>
              </a:r>
            </a:p>
          </p:txBody>
        </p:sp>
        <p:sp>
          <p:nvSpPr>
            <p:cNvPr id="65" name="Line 88"/>
            <p:cNvSpPr>
              <a:spLocks noChangeShapeType="1"/>
            </p:cNvSpPr>
            <p:nvPr/>
          </p:nvSpPr>
          <p:spPr bwMode="auto">
            <a:xfrm flipV="1">
              <a:off x="612" y="1850"/>
              <a:ext cx="447" cy="1898"/>
            </a:xfrm>
            <a:prstGeom prst="line">
              <a:avLst/>
            </a:prstGeom>
            <a:noFill/>
            <a:ln w="12700">
              <a:solidFill>
                <a:schemeClr val="tx2">
                  <a:lumMod val="60000"/>
                  <a:lumOff val="40000"/>
                </a:schemeClr>
              </a:solidFill>
              <a:round/>
              <a:headEnd/>
              <a:tailEnd/>
            </a:ln>
          </p:spPr>
          <p:txBody>
            <a:bodyPr lIns="92075" tIns="46038" rIns="92075" bIns="46038"/>
            <a:lstStyle/>
            <a:p>
              <a:pPr>
                <a:defRPr/>
              </a:pPr>
              <a:endParaRPr lang="zh-CN" altLang="en-US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66" name="Line 89"/>
            <p:cNvSpPr>
              <a:spLocks noChangeShapeType="1"/>
            </p:cNvSpPr>
            <p:nvPr/>
          </p:nvSpPr>
          <p:spPr bwMode="auto">
            <a:xfrm flipH="1" flipV="1">
              <a:off x="1092" y="1850"/>
              <a:ext cx="200" cy="216"/>
            </a:xfrm>
            <a:prstGeom prst="line">
              <a:avLst/>
            </a:prstGeom>
            <a:noFill/>
            <a:ln w="12700">
              <a:solidFill>
                <a:schemeClr val="tx2">
                  <a:lumMod val="60000"/>
                  <a:lumOff val="40000"/>
                </a:schemeClr>
              </a:solidFill>
              <a:round/>
              <a:headEnd/>
              <a:tailEnd/>
            </a:ln>
          </p:spPr>
          <p:txBody>
            <a:bodyPr lIns="92075" tIns="46038" rIns="92075" bIns="46038"/>
            <a:lstStyle/>
            <a:p>
              <a:pPr>
                <a:defRPr/>
              </a:pPr>
              <a:endParaRPr lang="zh-CN" altLang="en-US">
                <a:solidFill>
                  <a:schemeClr val="bg1">
                    <a:lumMod val="50000"/>
                  </a:schemeClr>
                </a:solidFill>
              </a:endParaRPr>
            </a:p>
          </p:txBody>
        </p:sp>
      </p:grpSp>
      <p:sp>
        <p:nvSpPr>
          <p:cNvPr id="67" name="AutoShape 6"/>
          <p:cNvSpPr>
            <a:spLocks noChangeArrowheads="1"/>
          </p:cNvSpPr>
          <p:nvPr/>
        </p:nvSpPr>
        <p:spPr bwMode="auto">
          <a:xfrm>
            <a:off x="3695924" y="1947687"/>
            <a:ext cx="141287" cy="1860550"/>
          </a:xfrm>
          <a:prstGeom prst="downArrow">
            <a:avLst>
              <a:gd name="adj1" fmla="val 50000"/>
              <a:gd name="adj2" fmla="val 240466"/>
            </a:avLst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vert="eaVert" wrap="none"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楷体_GB2312" pitchFamily="49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楷体_GB2312" pitchFamily="49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楷体_GB2312" pitchFamily="49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楷体_GB2312" pitchFamily="49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楷体_GB2312" pitchFamily="49" charset="-122"/>
              </a:defRPr>
            </a:lvl9pPr>
          </a:lstStyle>
          <a:p>
            <a:pPr eaLnBrk="1" hangingPunct="1">
              <a:defRPr/>
            </a:pPr>
            <a:endParaRPr lang="zh-CN" altLang="en-US"/>
          </a:p>
        </p:txBody>
      </p:sp>
      <p:sp>
        <p:nvSpPr>
          <p:cNvPr id="68" name="Rectangle 7"/>
          <p:cNvSpPr>
            <a:spLocks noChangeArrowheads="1"/>
          </p:cNvSpPr>
          <p:nvPr/>
        </p:nvSpPr>
        <p:spPr bwMode="auto">
          <a:xfrm>
            <a:off x="3318099" y="2277887"/>
            <a:ext cx="450850" cy="1200329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楷体_GB2312" pitchFamily="49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楷体_GB2312" pitchFamily="49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楷体_GB2312" pitchFamily="49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楷体_GB2312" pitchFamily="49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楷体_GB2312" pitchFamily="49" charset="-122"/>
              </a:defRPr>
            </a:lvl9pPr>
          </a:lstStyle>
          <a:p>
            <a:pPr algn="ctr" eaLnBrk="1" hangingPunct="1">
              <a:defRPr/>
            </a:pP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最</a:t>
            </a:r>
            <a:endParaRPr lang="en-US" altLang="zh-CN" b="1" dirty="0">
              <a:solidFill>
                <a:schemeClr val="tx2">
                  <a:lumMod val="60000"/>
                  <a:lumOff val="40000"/>
                </a:schemeClr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 eaLnBrk="1" hangingPunct="1">
              <a:defRPr/>
            </a:pP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左</a:t>
            </a:r>
            <a:endParaRPr lang="en-US" altLang="zh-CN" b="1" dirty="0">
              <a:solidFill>
                <a:schemeClr val="tx2">
                  <a:lumMod val="60000"/>
                  <a:lumOff val="40000"/>
                </a:schemeClr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 eaLnBrk="1" hangingPunct="1">
              <a:defRPr/>
            </a:pPr>
            <a:r>
              <a:rPr lang="zh-CN" alt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归约</a:t>
            </a:r>
            <a:endParaRPr lang="en-US" altLang="zh-CN" b="1" dirty="0">
              <a:solidFill>
                <a:schemeClr val="tx2">
                  <a:lumMod val="60000"/>
                  <a:lumOff val="40000"/>
                </a:schemeClr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grpSp>
        <p:nvGrpSpPr>
          <p:cNvPr id="18" name="组合 17"/>
          <p:cNvGrpSpPr/>
          <p:nvPr/>
        </p:nvGrpSpPr>
        <p:grpSpPr>
          <a:xfrm>
            <a:off x="461963" y="3768798"/>
            <a:ext cx="2525861" cy="917603"/>
            <a:chOff x="461963" y="3768798"/>
            <a:chExt cx="2525861" cy="917603"/>
          </a:xfrm>
        </p:grpSpPr>
        <p:sp>
          <p:nvSpPr>
            <p:cNvPr id="15" name="椭圆 14"/>
            <p:cNvSpPr/>
            <p:nvPr/>
          </p:nvSpPr>
          <p:spPr>
            <a:xfrm>
              <a:off x="461963" y="3768798"/>
              <a:ext cx="424657" cy="890515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9" name="椭圆 68"/>
            <p:cNvSpPr/>
            <p:nvPr/>
          </p:nvSpPr>
          <p:spPr>
            <a:xfrm>
              <a:off x="1657930" y="3795886"/>
              <a:ext cx="424657" cy="890515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0" name="椭圆 69"/>
            <p:cNvSpPr/>
            <p:nvPr/>
          </p:nvSpPr>
          <p:spPr>
            <a:xfrm>
              <a:off x="2563167" y="3795886"/>
              <a:ext cx="424657" cy="890515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235084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36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7936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7936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7936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36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7936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7936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7936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36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7936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7936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7936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78" dur="5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5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8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 nodeType="clickPar">
                      <p:stCondLst>
                        <p:cond delay="indefinite"/>
                      </p:stCondLst>
                      <p:childTnLst>
                        <p:par>
                          <p:cTn id="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1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360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79360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500" fill="hold"/>
                                        <p:tgtEl>
                                          <p:spTgt spid="79360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79360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 nodeType="clickPar">
                      <p:stCondLst>
                        <p:cond delay="indefinite"/>
                      </p:stCondLst>
                      <p:childTnLst>
                        <p:par>
                          <p:cTn id="9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0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360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7" dur="500" fill="hold"/>
                                        <p:tgtEl>
                                          <p:spTgt spid="79360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500" fill="hold"/>
                                        <p:tgtEl>
                                          <p:spTgt spid="79360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79360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4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360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1" dur="500" fill="hold"/>
                                        <p:tgtEl>
                                          <p:spTgt spid="79360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500" fill="hold"/>
                                        <p:tgtEl>
                                          <p:spTgt spid="79360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79360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4" fill="hold">
                      <p:stCondLst>
                        <p:cond delay="indefinite"/>
                      </p:stCondLst>
                      <p:childTnLst>
                        <p:par>
                          <p:cTn id="125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8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360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5" dur="500" fill="hold"/>
                                        <p:tgtEl>
                                          <p:spTgt spid="79360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6" dur="500" fill="hold"/>
                                        <p:tgtEl>
                                          <p:spTgt spid="79360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79360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8" fill="hold" nodeType="clickPar">
                      <p:stCondLst>
                        <p:cond delay="indefinite"/>
                      </p:stCondLst>
                      <p:childTnLst>
                        <p:par>
                          <p:cTn id="13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2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3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5" fill="hold">
                      <p:stCondLst>
                        <p:cond delay="indefinite"/>
                      </p:stCondLst>
                      <p:childTnLst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360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9" dur="500" fill="hold"/>
                                        <p:tgtEl>
                                          <p:spTgt spid="79360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0" dur="500" fill="hold"/>
                                        <p:tgtEl>
                                          <p:spTgt spid="79360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79360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2" fill="hold" nodeType="clickPar">
                      <p:stCondLst>
                        <p:cond delay="indefinite"/>
                      </p:stCondLst>
                      <p:childTnLst>
                        <p:par>
                          <p:cTn id="15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6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7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360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3" dur="500" fill="hold"/>
                                        <p:tgtEl>
                                          <p:spTgt spid="79360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4" dur="500" fill="hold"/>
                                        <p:tgtEl>
                                          <p:spTgt spid="79360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79360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6" fill="hold">
                      <p:stCondLst>
                        <p:cond delay="indefinite"/>
                      </p:stCondLst>
                      <p:childTnLst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0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1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3" fill="hold">
                      <p:stCondLst>
                        <p:cond delay="indefinite"/>
                      </p:stCondLst>
                      <p:childTnLst>
                        <p:par>
                          <p:cTn id="174" fill="hold">
                            <p:stCondLst>
                              <p:cond delay="0"/>
                            </p:stCondLst>
                            <p:childTnLst>
                              <p:par>
                                <p:cTn id="17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360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7" dur="500" fill="hold"/>
                                        <p:tgtEl>
                                          <p:spTgt spid="79360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8" dur="500" fill="hold"/>
                                        <p:tgtEl>
                                          <p:spTgt spid="79360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9" dur="500"/>
                                        <p:tgtEl>
                                          <p:spTgt spid="79360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0" fill="hold">
                      <p:stCondLst>
                        <p:cond delay="indefinite"/>
                      </p:stCondLst>
                      <p:childTnLst>
                        <p:par>
                          <p:cTn id="181" fill="hold">
                            <p:stCondLst>
                              <p:cond delay="0"/>
                            </p:stCondLst>
                            <p:childTnLst>
                              <p:par>
                                <p:cTn id="18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4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5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7" fill="hold" nodeType="clickPar">
                      <p:stCondLst>
                        <p:cond delay="indefinite"/>
                      </p:stCondLst>
                      <p:childTnLst>
                        <p:par>
                          <p:cTn id="18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89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360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1" dur="500" fill="hold"/>
                                        <p:tgtEl>
                                          <p:spTgt spid="79360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2" dur="500" fill="hold"/>
                                        <p:tgtEl>
                                          <p:spTgt spid="79360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3" dur="500"/>
                                        <p:tgtEl>
                                          <p:spTgt spid="79360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4" fill="hold">
                      <p:stCondLst>
                        <p:cond delay="indefinite"/>
                      </p:stCondLst>
                      <p:childTnLst>
                        <p:par>
                          <p:cTn id="195" fill="hold">
                            <p:stCondLst>
                              <p:cond delay="0"/>
                            </p:stCondLst>
                            <p:childTnLst>
                              <p:par>
                                <p:cTn id="19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8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9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1" fill="hold" nodeType="clickPar">
                      <p:stCondLst>
                        <p:cond delay="indefinite"/>
                      </p:stCondLst>
                      <p:childTnLst>
                        <p:par>
                          <p:cTn id="20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3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360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5" dur="400" fill="hold"/>
                                        <p:tgtEl>
                                          <p:spTgt spid="79360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6" dur="400" fill="hold"/>
                                        <p:tgtEl>
                                          <p:spTgt spid="79360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7" dur="400"/>
                                        <p:tgtEl>
                                          <p:spTgt spid="79360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8" fill="hold">
                      <p:stCondLst>
                        <p:cond delay="indefinite"/>
                      </p:stCondLst>
                      <p:childTnLst>
                        <p:par>
                          <p:cTn id="209" fill="hold">
                            <p:stCondLst>
                              <p:cond delay="0"/>
                            </p:stCondLst>
                            <p:childTnLst>
                              <p:par>
                                <p:cTn id="21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2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3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5" fill="hold" nodeType="clickPar">
                      <p:stCondLst>
                        <p:cond delay="indefinite"/>
                      </p:stCondLst>
                      <p:childTnLst>
                        <p:par>
                          <p:cTn id="2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7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360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9" dur="500" fill="hold"/>
                                        <p:tgtEl>
                                          <p:spTgt spid="79360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0" dur="500" fill="hold"/>
                                        <p:tgtEl>
                                          <p:spTgt spid="79360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1" dur="500"/>
                                        <p:tgtEl>
                                          <p:spTgt spid="79360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2" fill="hold">
                      <p:stCondLst>
                        <p:cond delay="indefinite"/>
                      </p:stCondLst>
                      <p:childTnLst>
                        <p:par>
                          <p:cTn id="223" fill="hold">
                            <p:stCondLst>
                              <p:cond delay="0"/>
                            </p:stCondLst>
                            <p:childTnLst>
                              <p:par>
                                <p:cTn id="22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6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7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8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9" fill="hold" nodeType="clickPar">
                      <p:stCondLst>
                        <p:cond delay="indefinite"/>
                      </p:stCondLst>
                      <p:childTnLst>
                        <p:par>
                          <p:cTn id="2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1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360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3" dur="500" fill="hold"/>
                                        <p:tgtEl>
                                          <p:spTgt spid="79360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4" dur="500" fill="hold"/>
                                        <p:tgtEl>
                                          <p:spTgt spid="79360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5" dur="500"/>
                                        <p:tgtEl>
                                          <p:spTgt spid="79360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6" fill="hold" nodeType="clickPar">
                      <p:stCondLst>
                        <p:cond delay="indefinite"/>
                      </p:stCondLst>
                      <p:childTnLst>
                        <p:par>
                          <p:cTn id="23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0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1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2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3" fill="hold">
                      <p:stCondLst>
                        <p:cond delay="indefinite"/>
                      </p:stCondLst>
                      <p:childTnLst>
                        <p:par>
                          <p:cTn id="244" fill="hold">
                            <p:stCondLst>
                              <p:cond delay="0"/>
                            </p:stCondLst>
                            <p:childTnLst>
                              <p:par>
                                <p:cTn id="24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360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7" dur="500" fill="hold"/>
                                        <p:tgtEl>
                                          <p:spTgt spid="79360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8" dur="500" fill="hold"/>
                                        <p:tgtEl>
                                          <p:spTgt spid="79360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9" dur="500"/>
                                        <p:tgtEl>
                                          <p:spTgt spid="79360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0" fill="hold">
                      <p:stCondLst>
                        <p:cond delay="indefinite"/>
                      </p:stCondLst>
                      <p:childTnLst>
                        <p:par>
                          <p:cTn id="251" fill="hold">
                            <p:stCondLst>
                              <p:cond delay="0"/>
                            </p:stCondLst>
                            <p:childTnLst>
                              <p:par>
                                <p:cTn id="25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4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5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6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7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9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0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1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67" grpId="0" animBg="1"/>
      <p:bldP spid="6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组合 66571">
            <a:extLst>
              <a:ext uri="{FF2B5EF4-FFF2-40B4-BE49-F238E27FC236}">
                <a16:creationId xmlns:a16="http://schemas.microsoft.com/office/drawing/2014/main" id="{A326A815-C031-463E-BDB6-AEDEFDFAA918}"/>
              </a:ext>
            </a:extLst>
          </p:cNvPr>
          <p:cNvGrpSpPr>
            <a:grpSpLocks/>
          </p:cNvGrpSpPr>
          <p:nvPr/>
        </p:nvGrpSpPr>
        <p:grpSpPr bwMode="auto">
          <a:xfrm>
            <a:off x="3329730" y="920204"/>
            <a:ext cx="5162555" cy="3350890"/>
            <a:chOff x="1631688" y="1707779"/>
            <a:chExt cx="5102191" cy="3349726"/>
          </a:xfrm>
        </p:grpSpPr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7CFE06DC-4B6A-4325-B3A8-1FEAAFACD1E5}"/>
                </a:ext>
              </a:extLst>
            </p:cNvPr>
            <p:cNvSpPr/>
            <p:nvPr/>
          </p:nvSpPr>
          <p:spPr>
            <a:xfrm>
              <a:off x="1631688" y="1707779"/>
              <a:ext cx="5102191" cy="3349726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  <p:sp>
          <p:nvSpPr>
            <p:cNvPr id="27" name="TextBox 10">
              <a:extLst>
                <a:ext uri="{FF2B5EF4-FFF2-40B4-BE49-F238E27FC236}">
                  <a16:creationId xmlns:a16="http://schemas.microsoft.com/office/drawing/2014/main" id="{C41F41CF-C5F1-476D-9FAE-DE154826786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71031" y="2236159"/>
              <a:ext cx="2880320" cy="355097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anchor="b" anchorCtr="0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r">
                <a:lnSpc>
                  <a:spcPts val="2000"/>
                </a:lnSpc>
                <a:spcBef>
                  <a:spcPts val="0"/>
                </a:spcBef>
              </a:pPr>
              <a:r>
                <a:rPr lang="en-US" altLang="zh-CN" sz="24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id</a:t>
              </a:r>
              <a:r>
                <a:rPr lang="zh-CN" altLang="en-US" sz="24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 </a:t>
              </a:r>
              <a:r>
                <a:rPr lang="en-US" altLang="zh-CN" sz="24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  id  *  id   </a:t>
              </a:r>
              <a:r>
                <a:rPr lang="en-US" altLang="zh-CN" sz="2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$  </a:t>
              </a:r>
              <a:endParaRPr lang="zh-CN" altLang="en-US" sz="2400" b="1" dirty="0"/>
            </a:p>
          </p:txBody>
        </p:sp>
        <p:cxnSp>
          <p:nvCxnSpPr>
            <p:cNvPr id="28" name="直接连接符 27">
              <a:extLst>
                <a:ext uri="{FF2B5EF4-FFF2-40B4-BE49-F238E27FC236}">
                  <a16:creationId xmlns:a16="http://schemas.microsoft.com/office/drawing/2014/main" id="{8EC4B63E-D737-460D-92EC-29EDC39E46FE}"/>
                </a:ext>
              </a:extLst>
            </p:cNvPr>
            <p:cNvCxnSpPr>
              <a:cxnSpLocks/>
              <a:stCxn id="29" idx="0"/>
              <a:endCxn id="31" idx="3"/>
            </p:cNvCxnSpPr>
            <p:nvPr/>
          </p:nvCxnSpPr>
          <p:spPr bwMode="auto">
            <a:xfrm flipV="1">
              <a:off x="4541777" y="2746513"/>
              <a:ext cx="620485" cy="408479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0">
              <a:extLst>
                <a:ext uri="{FF2B5EF4-FFF2-40B4-BE49-F238E27FC236}">
                  <a16:creationId xmlns:a16="http://schemas.microsoft.com/office/drawing/2014/main" id="{1AF7E164-DD68-4685-A3A8-CA67BC8D1587}"/>
                </a:ext>
              </a:extLst>
            </p:cNvPr>
            <p:cNvSpPr txBox="1"/>
            <p:nvPr/>
          </p:nvSpPr>
          <p:spPr bwMode="auto">
            <a:xfrm>
              <a:off x="3855757" y="3154992"/>
              <a:ext cx="1372039" cy="70764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anchor="ctr">
              <a:spAutoFit/>
            </a:bodyPr>
            <a:lstStyle/>
            <a:p>
              <a:pPr algn="ctr">
                <a:defRPr/>
              </a:pPr>
              <a:r>
                <a:rPr lang="zh-CN" altLang="en-US" sz="2000" b="1" dirty="0">
                  <a:latin typeface="+mn-ea"/>
                  <a:ea typeface="+mn-ea"/>
                </a:rPr>
                <a:t>移入</a:t>
              </a:r>
              <a:r>
                <a:rPr lang="en-US" altLang="zh-CN" sz="2000" b="1" dirty="0">
                  <a:latin typeface="+mn-ea"/>
                  <a:ea typeface="+mn-ea"/>
                </a:rPr>
                <a:t>-</a:t>
              </a:r>
              <a:r>
                <a:rPr lang="zh-CN" altLang="en-US" sz="2000" b="1" dirty="0">
                  <a:latin typeface="+mn-ea"/>
                  <a:ea typeface="+mn-ea"/>
                </a:rPr>
                <a:t>归约控制程序</a:t>
              </a:r>
            </a:p>
          </p:txBody>
        </p:sp>
        <p:sp>
          <p:nvSpPr>
            <p:cNvPr id="30" name="TextBox 8">
              <a:extLst>
                <a:ext uri="{FF2B5EF4-FFF2-40B4-BE49-F238E27FC236}">
                  <a16:creationId xmlns:a16="http://schemas.microsoft.com/office/drawing/2014/main" id="{C075DF4C-AF29-4265-A688-156262D3E359}"/>
                </a:ext>
              </a:extLst>
            </p:cNvPr>
            <p:cNvSpPr txBox="1"/>
            <p:nvPr/>
          </p:nvSpPr>
          <p:spPr bwMode="auto">
            <a:xfrm>
              <a:off x="2412476" y="2212106"/>
              <a:ext cx="1070201" cy="399911"/>
            </a:xfrm>
            <a:prstGeom prst="rect">
              <a:avLst/>
            </a:prstGeom>
            <a:noFill/>
            <a:ln w="12700">
              <a:noFill/>
            </a:ln>
          </p:spPr>
          <p:txBody>
            <a:bodyPr anchor="ctr">
              <a:spAutoFit/>
            </a:bodyPr>
            <a:lstStyle/>
            <a:p>
              <a:pPr algn="ctr">
                <a:defRPr/>
              </a:pPr>
              <a:r>
                <a:rPr lang="zh-CN" altLang="en-US" sz="2000" b="1" dirty="0">
                  <a:latin typeface="+mn-ea"/>
                  <a:ea typeface="+mn-ea"/>
                </a:rPr>
                <a:t>输入</a:t>
              </a:r>
            </a:p>
          </p:txBody>
        </p:sp>
        <p:sp>
          <p:nvSpPr>
            <p:cNvPr id="31" name="等腰三角形 30">
              <a:extLst>
                <a:ext uri="{FF2B5EF4-FFF2-40B4-BE49-F238E27FC236}">
                  <a16:creationId xmlns:a16="http://schemas.microsoft.com/office/drawing/2014/main" id="{E2F0F6C5-8AEE-41A1-AFA7-8E429A95764D}"/>
                </a:ext>
              </a:extLst>
            </p:cNvPr>
            <p:cNvSpPr/>
            <p:nvPr/>
          </p:nvSpPr>
          <p:spPr bwMode="auto">
            <a:xfrm rot="3377915">
              <a:off x="5202341" y="2543206"/>
              <a:ext cx="136517" cy="260444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  <p:sp>
          <p:nvSpPr>
            <p:cNvPr id="32" name="TextBox 27">
              <a:extLst>
                <a:ext uri="{FF2B5EF4-FFF2-40B4-BE49-F238E27FC236}">
                  <a16:creationId xmlns:a16="http://schemas.microsoft.com/office/drawing/2014/main" id="{C9B55119-E190-4613-B430-B8278AB49FD8}"/>
                </a:ext>
              </a:extLst>
            </p:cNvPr>
            <p:cNvSpPr txBox="1"/>
            <p:nvPr/>
          </p:nvSpPr>
          <p:spPr bwMode="auto">
            <a:xfrm>
              <a:off x="3957440" y="4321924"/>
              <a:ext cx="1213107" cy="399971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anchor="ctr">
              <a:spAutoFit/>
            </a:bodyPr>
            <a:lstStyle/>
            <a:p>
              <a:pPr algn="ctr">
                <a:defRPr/>
              </a:pPr>
              <a:r>
                <a:rPr lang="zh-CN" altLang="en-US" sz="2000" b="1" dirty="0">
                  <a:solidFill>
                    <a:srgbClr val="FF0000"/>
                  </a:solidFill>
                  <a:latin typeface="+mn-ea"/>
                  <a:ea typeface="+mn-ea"/>
                </a:rPr>
                <a:t>分析表</a:t>
              </a:r>
              <a:r>
                <a:rPr lang="en-US" altLang="zh-CN" sz="2000" b="1" dirty="0">
                  <a:solidFill>
                    <a:srgbClr val="FF0000"/>
                  </a:solidFill>
                  <a:latin typeface="+mn-ea"/>
                  <a:ea typeface="+mn-ea"/>
                </a:rPr>
                <a:t>M</a:t>
              </a:r>
              <a:endParaRPr lang="zh-CN" altLang="en-US" sz="2000" b="1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CB87D33A-9C75-4BF3-8A57-9BB32DC72BCA}"/>
                </a:ext>
              </a:extLst>
            </p:cNvPr>
            <p:cNvCxnSpPr>
              <a:cxnSpLocks/>
              <a:stCxn id="29" idx="2"/>
              <a:endCxn id="32" idx="0"/>
            </p:cNvCxnSpPr>
            <p:nvPr/>
          </p:nvCxnSpPr>
          <p:spPr bwMode="auto">
            <a:xfrm>
              <a:off x="4541777" y="3862632"/>
              <a:ext cx="22217" cy="45929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等腰三角形 33">
              <a:extLst>
                <a:ext uri="{FF2B5EF4-FFF2-40B4-BE49-F238E27FC236}">
                  <a16:creationId xmlns:a16="http://schemas.microsoft.com/office/drawing/2014/main" id="{21EB8DFA-3039-4B47-8934-574394CBFF3A}"/>
                </a:ext>
              </a:extLst>
            </p:cNvPr>
            <p:cNvSpPr/>
            <p:nvPr/>
          </p:nvSpPr>
          <p:spPr bwMode="auto">
            <a:xfrm rot="10800000">
              <a:off x="4502687" y="4150564"/>
              <a:ext cx="134966" cy="142825"/>
            </a:xfrm>
            <a:prstGeom prst="triangl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9308508F-8BF3-4834-9E3C-8608E0401074}"/>
                </a:ext>
              </a:extLst>
            </p:cNvPr>
            <p:cNvCxnSpPr>
              <a:cxnSpLocks/>
              <a:stCxn id="29" idx="3"/>
              <a:endCxn id="37" idx="3"/>
            </p:cNvCxnSpPr>
            <p:nvPr/>
          </p:nvCxnSpPr>
          <p:spPr bwMode="auto">
            <a:xfrm flipV="1">
              <a:off x="5227796" y="3480872"/>
              <a:ext cx="585401" cy="2794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连接符 35">
              <a:extLst>
                <a:ext uri="{FF2B5EF4-FFF2-40B4-BE49-F238E27FC236}">
                  <a16:creationId xmlns:a16="http://schemas.microsoft.com/office/drawing/2014/main" id="{DBD8E549-3091-4058-9490-F6FBDEE6D842}"/>
                </a:ext>
              </a:extLst>
            </p:cNvPr>
            <p:cNvCxnSpPr>
              <a:cxnSpLocks/>
              <a:stCxn id="38" idx="3"/>
              <a:endCxn id="29" idx="1"/>
            </p:cNvCxnSpPr>
            <p:nvPr/>
          </p:nvCxnSpPr>
          <p:spPr bwMode="auto">
            <a:xfrm>
              <a:off x="3312658" y="3491980"/>
              <a:ext cx="543099" cy="1683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等腰三角形 36">
              <a:extLst>
                <a:ext uri="{FF2B5EF4-FFF2-40B4-BE49-F238E27FC236}">
                  <a16:creationId xmlns:a16="http://schemas.microsoft.com/office/drawing/2014/main" id="{3E050A88-38A2-4771-86A1-5DBECED74723}"/>
                </a:ext>
              </a:extLst>
            </p:cNvPr>
            <p:cNvSpPr/>
            <p:nvPr/>
          </p:nvSpPr>
          <p:spPr bwMode="auto">
            <a:xfrm rot="5400000">
              <a:off x="5877543" y="3349081"/>
              <a:ext cx="134890" cy="263581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  <p:sp>
          <p:nvSpPr>
            <p:cNvPr id="38" name="等腰三角形 37">
              <a:extLst>
                <a:ext uri="{FF2B5EF4-FFF2-40B4-BE49-F238E27FC236}">
                  <a16:creationId xmlns:a16="http://schemas.microsoft.com/office/drawing/2014/main" id="{DE24C6ED-2ED6-4895-B914-96E7D01A6AE8}"/>
                </a:ext>
              </a:extLst>
            </p:cNvPr>
            <p:cNvSpPr/>
            <p:nvPr/>
          </p:nvSpPr>
          <p:spPr bwMode="auto">
            <a:xfrm rot="16200000">
              <a:off x="3113422" y="3360189"/>
              <a:ext cx="134891" cy="263581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  <p:sp>
          <p:nvSpPr>
            <p:cNvPr id="39" name="TextBox 37">
              <a:extLst>
                <a:ext uri="{FF2B5EF4-FFF2-40B4-BE49-F238E27FC236}">
                  <a16:creationId xmlns:a16="http://schemas.microsoft.com/office/drawing/2014/main" id="{016B0432-233C-4359-BEDD-D49450CEF612}"/>
                </a:ext>
              </a:extLst>
            </p:cNvPr>
            <p:cNvSpPr txBox="1"/>
            <p:nvPr/>
          </p:nvSpPr>
          <p:spPr bwMode="auto">
            <a:xfrm>
              <a:off x="2347545" y="2922571"/>
              <a:ext cx="670932" cy="399911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square" anchor="ctr">
              <a:spAutoFit/>
            </a:bodyPr>
            <a:lstStyle/>
            <a:p>
              <a:pPr algn="ctr">
                <a:defRPr/>
              </a:pPr>
              <a:r>
                <a:rPr lang="zh-CN" altLang="en-US" sz="2000" b="1" dirty="0">
                  <a:latin typeface="+mn-ea"/>
                  <a:ea typeface="+mn-ea"/>
                </a:rPr>
                <a:t>栈</a:t>
              </a:r>
            </a:p>
          </p:txBody>
        </p:sp>
        <p:sp>
          <p:nvSpPr>
            <p:cNvPr id="40" name="TextBox 38">
              <a:extLst>
                <a:ext uri="{FF2B5EF4-FFF2-40B4-BE49-F238E27FC236}">
                  <a16:creationId xmlns:a16="http://schemas.microsoft.com/office/drawing/2014/main" id="{15263F72-C2E8-4A41-8701-9A5CE8EC71B2}"/>
                </a:ext>
              </a:extLst>
            </p:cNvPr>
            <p:cNvSpPr txBox="1"/>
            <p:nvPr/>
          </p:nvSpPr>
          <p:spPr bwMode="auto">
            <a:xfrm>
              <a:off x="5960287" y="3258724"/>
              <a:ext cx="773591" cy="399911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square" anchor="ctr">
              <a:spAutoFit/>
            </a:bodyPr>
            <a:lstStyle/>
            <a:p>
              <a:pPr algn="ctr">
                <a:defRPr/>
              </a:pPr>
              <a:r>
                <a:rPr lang="zh-CN" altLang="en-US" sz="2000" b="1" dirty="0">
                  <a:latin typeface="+mn-ea"/>
                  <a:ea typeface="+mn-ea"/>
                </a:rPr>
                <a:t>输出</a:t>
              </a:r>
            </a:p>
          </p:txBody>
        </p:sp>
        <p:sp>
          <p:nvSpPr>
            <p:cNvPr id="41" name="TextBox 10">
              <a:extLst>
                <a:ext uri="{FF2B5EF4-FFF2-40B4-BE49-F238E27FC236}">
                  <a16:creationId xmlns:a16="http://schemas.microsoft.com/office/drawing/2014/main" id="{B280FFD4-8D90-4427-A672-E8ABA60636A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32677" y="3316889"/>
              <a:ext cx="571501" cy="1631125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algn="ctr">
                <a:lnSpc>
                  <a:spcPts val="3000"/>
                </a:lnSpc>
              </a:pPr>
              <a:r>
                <a:rPr lang="en-US" altLang="zh-CN" sz="2000" b="1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</a:p>
            <a:p>
              <a:pPr algn="ctr">
                <a:lnSpc>
                  <a:spcPts val="3000"/>
                </a:lnSpc>
              </a:pPr>
              <a:r>
                <a:rPr lang="en-US" altLang="zh-CN" sz="2000" b="1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</a:t>
              </a:r>
            </a:p>
            <a:p>
              <a:pPr algn="ctr">
                <a:lnSpc>
                  <a:spcPts val="3000"/>
                </a:lnSpc>
              </a:pPr>
              <a:r>
                <a:rPr lang="en-US" altLang="zh-CN" sz="2000" b="1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id</a:t>
              </a:r>
            </a:p>
            <a:p>
              <a:pPr algn="ctr">
                <a:lnSpc>
                  <a:spcPts val="3000"/>
                </a:lnSpc>
              </a:pPr>
              <a:r>
                <a:rPr lang="en-US" altLang="zh-CN" sz="2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$</a:t>
              </a:r>
            </a:p>
          </p:txBody>
        </p:sp>
        <p:cxnSp>
          <p:nvCxnSpPr>
            <p:cNvPr id="42" name="直接连接符 41">
              <a:extLst>
                <a:ext uri="{FF2B5EF4-FFF2-40B4-BE49-F238E27FC236}">
                  <a16:creationId xmlns:a16="http://schemas.microsoft.com/office/drawing/2014/main" id="{77BFAD2B-EBF7-4FF3-B00B-6307ECB478B4}"/>
                </a:ext>
              </a:extLst>
            </p:cNvPr>
            <p:cNvCxnSpPr/>
            <p:nvPr/>
          </p:nvCxnSpPr>
          <p:spPr bwMode="auto">
            <a:xfrm flipH="1" flipV="1">
              <a:off x="2442860" y="4084705"/>
              <a:ext cx="57162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连接符 42">
              <a:extLst>
                <a:ext uri="{FF2B5EF4-FFF2-40B4-BE49-F238E27FC236}">
                  <a16:creationId xmlns:a16="http://schemas.microsoft.com/office/drawing/2014/main" id="{9BAC0594-41D8-4711-A0D1-8A75DEF7E372}"/>
                </a:ext>
              </a:extLst>
            </p:cNvPr>
            <p:cNvCxnSpPr/>
            <p:nvPr/>
          </p:nvCxnSpPr>
          <p:spPr bwMode="auto">
            <a:xfrm flipH="1" flipV="1">
              <a:off x="2432878" y="3707011"/>
              <a:ext cx="57162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连接符 43">
              <a:extLst>
                <a:ext uri="{FF2B5EF4-FFF2-40B4-BE49-F238E27FC236}">
                  <a16:creationId xmlns:a16="http://schemas.microsoft.com/office/drawing/2014/main" id="{D3129037-6043-4835-B246-D31BEE58A276}"/>
                </a:ext>
              </a:extLst>
            </p:cNvPr>
            <p:cNvCxnSpPr/>
            <p:nvPr/>
          </p:nvCxnSpPr>
          <p:spPr bwMode="auto">
            <a:xfrm flipH="1" flipV="1">
              <a:off x="2442860" y="4513181"/>
              <a:ext cx="57162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连接符 44">
              <a:extLst>
                <a:ext uri="{FF2B5EF4-FFF2-40B4-BE49-F238E27FC236}">
                  <a16:creationId xmlns:a16="http://schemas.microsoft.com/office/drawing/2014/main" id="{552F64F6-81A7-450B-A042-5B385B6DEF3F}"/>
                </a:ext>
              </a:extLst>
            </p:cNvPr>
            <p:cNvCxnSpPr/>
            <p:nvPr/>
          </p:nvCxnSpPr>
          <p:spPr bwMode="auto">
            <a:xfrm>
              <a:off x="3730380" y="2234323"/>
              <a:ext cx="0" cy="35547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接连接符 45">
              <a:extLst>
                <a:ext uri="{FF2B5EF4-FFF2-40B4-BE49-F238E27FC236}">
                  <a16:creationId xmlns:a16="http://schemas.microsoft.com/office/drawing/2014/main" id="{CD0A6408-70D7-4EEC-8963-B2CAED947C5D}"/>
                </a:ext>
              </a:extLst>
            </p:cNvPr>
            <p:cNvCxnSpPr/>
            <p:nvPr/>
          </p:nvCxnSpPr>
          <p:spPr bwMode="auto">
            <a:xfrm>
              <a:off x="4090818" y="2247019"/>
              <a:ext cx="0" cy="35547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617A972B-75B8-4301-AE74-848FFD59E53F}"/>
                </a:ext>
              </a:extLst>
            </p:cNvPr>
            <p:cNvCxnSpPr/>
            <p:nvPr/>
          </p:nvCxnSpPr>
          <p:spPr bwMode="auto">
            <a:xfrm>
              <a:off x="4451258" y="2229563"/>
              <a:ext cx="0" cy="35706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连接符 47">
              <a:extLst>
                <a:ext uri="{FF2B5EF4-FFF2-40B4-BE49-F238E27FC236}">
                  <a16:creationId xmlns:a16="http://schemas.microsoft.com/office/drawing/2014/main" id="{F41A8D97-42F8-4DB7-973E-A9443F461690}"/>
                </a:ext>
              </a:extLst>
            </p:cNvPr>
            <p:cNvCxnSpPr/>
            <p:nvPr/>
          </p:nvCxnSpPr>
          <p:spPr bwMode="auto">
            <a:xfrm>
              <a:off x="4811696" y="2229563"/>
              <a:ext cx="0" cy="35706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连接符 48">
              <a:extLst>
                <a:ext uri="{FF2B5EF4-FFF2-40B4-BE49-F238E27FC236}">
                  <a16:creationId xmlns:a16="http://schemas.microsoft.com/office/drawing/2014/main" id="{67B4613A-B5A8-4CEA-8BA0-FDD771DC2464}"/>
                </a:ext>
              </a:extLst>
            </p:cNvPr>
            <p:cNvCxnSpPr/>
            <p:nvPr/>
          </p:nvCxnSpPr>
          <p:spPr bwMode="auto">
            <a:xfrm>
              <a:off x="5170547" y="2256540"/>
              <a:ext cx="0" cy="35547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连接符 49">
              <a:extLst>
                <a:ext uri="{FF2B5EF4-FFF2-40B4-BE49-F238E27FC236}">
                  <a16:creationId xmlns:a16="http://schemas.microsoft.com/office/drawing/2014/main" id="{CC70CEB7-6005-41F3-B310-6938976546F2}"/>
                </a:ext>
              </a:extLst>
            </p:cNvPr>
            <p:cNvCxnSpPr/>
            <p:nvPr/>
          </p:nvCxnSpPr>
          <p:spPr bwMode="auto">
            <a:xfrm>
              <a:off x="5530986" y="2234323"/>
              <a:ext cx="0" cy="35547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连接符 50">
              <a:extLst>
                <a:ext uri="{FF2B5EF4-FFF2-40B4-BE49-F238E27FC236}">
                  <a16:creationId xmlns:a16="http://schemas.microsoft.com/office/drawing/2014/main" id="{9EBA037A-F805-4B86-BA8F-C103BBB971A9}"/>
                </a:ext>
              </a:extLst>
            </p:cNvPr>
            <p:cNvCxnSpPr/>
            <p:nvPr/>
          </p:nvCxnSpPr>
          <p:spPr bwMode="auto">
            <a:xfrm>
              <a:off x="5891424" y="2234323"/>
              <a:ext cx="0" cy="35547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31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576" y="267494"/>
            <a:ext cx="8049372" cy="360040"/>
          </a:xfrm>
          <a:noFill/>
        </p:spPr>
        <p:txBody>
          <a:bodyPr vert="horz" wrap="square" lIns="69056" tIns="34529" rIns="69056" bIns="34529" numCol="1" anchor="ctr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zh-CN" altLang="en-US" sz="3000" dirty="0"/>
              <a:t>自底向上分析的通用分析器</a:t>
            </a:r>
            <a:r>
              <a:rPr lang="en-US" altLang="zh-CN" sz="3000" dirty="0"/>
              <a:t>——</a:t>
            </a:r>
            <a:r>
              <a:rPr lang="zh-CN" altLang="en-US" sz="3000" dirty="0"/>
              <a:t>移入</a:t>
            </a:r>
            <a:r>
              <a:rPr lang="en-US" altLang="zh-CN" sz="3000" dirty="0"/>
              <a:t>-</a:t>
            </a:r>
            <a:r>
              <a:rPr lang="zh-CN" altLang="en-US" sz="3000" dirty="0"/>
              <a:t>归约分析</a:t>
            </a:r>
          </a:p>
        </p:txBody>
      </p:sp>
      <p:grpSp>
        <p:nvGrpSpPr>
          <p:cNvPr id="52" name="组合 51">
            <a:extLst>
              <a:ext uri="{FF2B5EF4-FFF2-40B4-BE49-F238E27FC236}">
                <a16:creationId xmlns:a16="http://schemas.microsoft.com/office/drawing/2014/main" id="{8CD2EBB8-3C12-47A3-9F23-A286C8450528}"/>
              </a:ext>
            </a:extLst>
          </p:cNvPr>
          <p:cNvGrpSpPr/>
          <p:nvPr/>
        </p:nvGrpSpPr>
        <p:grpSpPr>
          <a:xfrm>
            <a:off x="6909042" y="843558"/>
            <a:ext cx="800495" cy="562858"/>
            <a:chOff x="6164398" y="1534021"/>
            <a:chExt cx="417707" cy="562858"/>
          </a:xfrm>
        </p:grpSpPr>
        <p:sp>
          <p:nvSpPr>
            <p:cNvPr id="53" name="左大括号 52">
              <a:extLst>
                <a:ext uri="{FF2B5EF4-FFF2-40B4-BE49-F238E27FC236}">
                  <a16:creationId xmlns:a16="http://schemas.microsoft.com/office/drawing/2014/main" id="{9DF151B7-3374-476F-B18D-F2FC7ADD478E}"/>
                </a:ext>
              </a:extLst>
            </p:cNvPr>
            <p:cNvSpPr/>
            <p:nvPr/>
          </p:nvSpPr>
          <p:spPr bwMode="auto">
            <a:xfrm rot="5400000">
              <a:off x="6255928" y="1807066"/>
              <a:ext cx="198283" cy="381344"/>
            </a:xfrm>
            <a:prstGeom prst="leftBrac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A8FBF909-552D-4291-87EB-EB78DFC3554E}"/>
                </a:ext>
              </a:extLst>
            </p:cNvPr>
            <p:cNvSpPr/>
            <p:nvPr/>
          </p:nvSpPr>
          <p:spPr>
            <a:xfrm>
              <a:off x="6267255" y="1534021"/>
              <a:ext cx="314850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2400" b="1" i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w</a:t>
              </a:r>
              <a:r>
                <a:rPr lang="en-US" altLang="zh-CN" sz="2400" b="1" i="1" baseline="30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+</a:t>
              </a:r>
              <a:endParaRPr lang="zh-CN" altLang="en-US" sz="2400" baseline="300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55" name="组合 54">
            <a:extLst>
              <a:ext uri="{FF2B5EF4-FFF2-40B4-BE49-F238E27FC236}">
                <a16:creationId xmlns:a16="http://schemas.microsoft.com/office/drawing/2014/main" id="{9CDD37ED-DC70-4A85-AFA7-49A37CD126F4}"/>
              </a:ext>
            </a:extLst>
          </p:cNvPr>
          <p:cNvGrpSpPr/>
          <p:nvPr/>
        </p:nvGrpSpPr>
        <p:grpSpPr>
          <a:xfrm rot="16200000">
            <a:off x="3083351" y="2729744"/>
            <a:ext cx="1189344" cy="804330"/>
            <a:chOff x="6006371" y="1292548"/>
            <a:chExt cx="729406" cy="804330"/>
          </a:xfrm>
        </p:grpSpPr>
        <p:sp>
          <p:nvSpPr>
            <p:cNvPr id="56" name="左大括号 55">
              <a:extLst>
                <a:ext uri="{FF2B5EF4-FFF2-40B4-BE49-F238E27FC236}">
                  <a16:creationId xmlns:a16="http://schemas.microsoft.com/office/drawing/2014/main" id="{D340E691-D1FE-4FAA-82B9-06EEA1B82083}"/>
                </a:ext>
              </a:extLst>
            </p:cNvPr>
            <p:cNvSpPr/>
            <p:nvPr/>
          </p:nvSpPr>
          <p:spPr bwMode="auto">
            <a:xfrm rot="5400000">
              <a:off x="6274572" y="1635673"/>
              <a:ext cx="193004" cy="729406"/>
            </a:xfrm>
            <a:prstGeom prst="leftBrac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矩形 56">
                  <a:extLst>
                    <a:ext uri="{FF2B5EF4-FFF2-40B4-BE49-F238E27FC236}">
                      <a16:creationId xmlns:a16="http://schemas.microsoft.com/office/drawing/2014/main" id="{F0AD9FCE-F5A2-4863-90F1-2FA8B866F854}"/>
                    </a:ext>
                  </a:extLst>
                </p:cNvPr>
                <p:cNvSpPr/>
                <p:nvPr/>
              </p:nvSpPr>
              <p:spPr>
                <a:xfrm rot="5400000">
                  <a:off x="6002748" y="1490451"/>
                  <a:ext cx="678937" cy="283132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altLang="zh-CN" sz="2400" b="1" i="1" dirty="0">
                      <a:solidFill>
                        <a:srgbClr val="FF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α</a:t>
                  </a:r>
                  <a14:m>
                    <m:oMath xmlns:m="http://schemas.openxmlformats.org/officeDocument/2006/math">
                      <m:r>
                        <a:rPr lang="zh-CN" altLang="en-US" sz="24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𝜷</m:t>
                      </m:r>
                    </m:oMath>
                  </a14:m>
                  <a:r>
                    <a:rPr lang="en-US" altLang="zh-CN" sz="2400" b="1" baseline="30000" dirty="0">
                      <a:solidFill>
                        <a:srgbClr val="FF0000"/>
                      </a:solidFill>
                    </a:rPr>
                    <a:t>-</a:t>
                  </a:r>
                  <a:endParaRPr lang="zh-CN" altLang="en-US" sz="2400" b="1" baseline="300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57" name="矩形 56">
                  <a:extLst>
                    <a:ext uri="{FF2B5EF4-FFF2-40B4-BE49-F238E27FC236}">
                      <a16:creationId xmlns:a16="http://schemas.microsoft.com/office/drawing/2014/main" id="{F0AD9FCE-F5A2-4863-90F1-2FA8B866F8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6002748" y="1490451"/>
                  <a:ext cx="678937" cy="283132"/>
                </a:xfrm>
                <a:prstGeom prst="rect">
                  <a:avLst/>
                </a:prstGeom>
                <a:blipFill>
                  <a:blip r:embed="rId3"/>
                  <a:stretch>
                    <a:fillRect l="-13393" t="-10667" b="-30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8" name="矩形 7">
            <a:extLst>
              <a:ext uri="{FF2B5EF4-FFF2-40B4-BE49-F238E27FC236}">
                <a16:creationId xmlns:a16="http://schemas.microsoft.com/office/drawing/2014/main" id="{789A2B05-9552-458A-8561-C77F6D4B7B44}"/>
              </a:ext>
            </a:extLst>
          </p:cNvPr>
          <p:cNvSpPr/>
          <p:nvPr/>
        </p:nvSpPr>
        <p:spPr>
          <a:xfrm>
            <a:off x="302656" y="860704"/>
            <a:ext cx="2868661" cy="34220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eaLnBrk="1" hangingPunct="1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zh-CN" altLang="en-US" sz="2000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分析器的四种动作</a:t>
            </a:r>
            <a:endParaRPr lang="en-US" altLang="zh-CN" sz="2000" b="1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eaLnBrk="1" hangingPunct="1">
              <a:lnSpc>
                <a:spcPct val="120000"/>
              </a:lnSpc>
              <a:buFont typeface="Wingdings" panose="05000000000000000000" pitchFamily="2" charset="2"/>
              <a:buNone/>
            </a:pPr>
            <a:r>
              <a:rPr lang="en-US" altLang="zh-CN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1) </a:t>
            </a:r>
            <a:r>
              <a:rPr lang="zh-CN" altLang="en-US" b="1" dirty="0">
                <a:solidFill>
                  <a:srgbClr val="0070C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移入</a:t>
            </a:r>
            <a:r>
              <a:rPr lang="zh-CN" altLang="en-US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：将当前输入符号移入栈</a:t>
            </a:r>
          </a:p>
          <a:p>
            <a:pPr eaLnBrk="1" hangingPunct="1">
              <a:lnSpc>
                <a:spcPct val="120000"/>
              </a:lnSpc>
              <a:buNone/>
            </a:pPr>
            <a:r>
              <a:rPr lang="en-US" altLang="zh-CN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2) </a:t>
            </a:r>
            <a:r>
              <a:rPr lang="zh-CN" altLang="en-US" b="1" dirty="0">
                <a:solidFill>
                  <a:srgbClr val="0070C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归约</a:t>
            </a:r>
            <a:r>
              <a:rPr lang="zh-CN" altLang="en-US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：将栈顶的句柄（某产生式右部）替换为对应产生式的头部。</a:t>
            </a:r>
          </a:p>
          <a:p>
            <a:pPr eaLnBrk="1" hangingPunct="1">
              <a:lnSpc>
                <a:spcPct val="120000"/>
              </a:lnSpc>
              <a:buFont typeface="Wingdings" panose="05000000000000000000" pitchFamily="2" charset="2"/>
              <a:buNone/>
            </a:pPr>
            <a:r>
              <a:rPr lang="en-US" altLang="zh-CN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3) </a:t>
            </a:r>
            <a:r>
              <a:rPr lang="zh-CN" altLang="en-US" b="1" dirty="0">
                <a:solidFill>
                  <a:srgbClr val="0070C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接受</a:t>
            </a:r>
            <a:r>
              <a:rPr lang="zh-CN" altLang="en-US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：分析成功。</a:t>
            </a:r>
            <a:endParaRPr lang="en-US" altLang="zh-CN" b="1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eaLnBrk="1" hangingPunct="1">
              <a:lnSpc>
                <a:spcPct val="120000"/>
              </a:lnSpc>
              <a:buFont typeface="Wingdings" panose="05000000000000000000" pitchFamily="2" charset="2"/>
              <a:buNone/>
            </a:pPr>
            <a:r>
              <a:rPr lang="en-US" altLang="zh-CN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    </a:t>
            </a:r>
            <a:r>
              <a:rPr lang="zh-CN" altLang="en-US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格局：</a:t>
            </a:r>
            <a:r>
              <a:rPr lang="en-US" altLang="zh-CN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$S$</a:t>
            </a:r>
            <a:endParaRPr lang="zh-CN" altLang="en-US" b="1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eaLnBrk="1" hangingPunct="1">
              <a:lnSpc>
                <a:spcPct val="120000"/>
              </a:lnSpc>
              <a:buFont typeface="Wingdings" panose="05000000000000000000" pitchFamily="2" charset="2"/>
              <a:buNone/>
            </a:pPr>
            <a:r>
              <a:rPr lang="en-US" altLang="zh-CN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4) </a:t>
            </a:r>
            <a:r>
              <a:rPr lang="zh-CN" altLang="en-US" b="1" dirty="0">
                <a:solidFill>
                  <a:srgbClr val="0070C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出错</a:t>
            </a:r>
            <a:r>
              <a:rPr lang="zh-CN" altLang="en-US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：出错处理。表项无定义。</a:t>
            </a:r>
          </a:p>
        </p:txBody>
      </p:sp>
      <p:sp>
        <p:nvSpPr>
          <p:cNvPr id="60" name="对话气泡: 圆角矩形 59">
            <a:extLst>
              <a:ext uri="{FF2B5EF4-FFF2-40B4-BE49-F238E27FC236}">
                <a16:creationId xmlns:a16="http://schemas.microsoft.com/office/drawing/2014/main" id="{9B6B7DD0-CA29-4ABB-8359-906B6558C303}"/>
              </a:ext>
            </a:extLst>
          </p:cNvPr>
          <p:cNvSpPr/>
          <p:nvPr/>
        </p:nvSpPr>
        <p:spPr>
          <a:xfrm>
            <a:off x="7106162" y="2916137"/>
            <a:ext cx="1735182" cy="1019229"/>
          </a:xfrm>
          <a:prstGeom prst="wedgeRoundRectCallout">
            <a:avLst>
              <a:gd name="adj1" fmla="val -62563"/>
              <a:gd name="adj2" fmla="val 22725"/>
              <a:gd name="adj3" fmla="val 16667"/>
            </a:avLst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hangingPunct="1"/>
            <a:r>
              <a:rPr lang="zh-CN" altLang="en-US" sz="2000" b="1" dirty="0">
                <a:solidFill>
                  <a:srgbClr val="0070C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如何确定栈顶是否形成句柄？</a:t>
            </a:r>
          </a:p>
        </p:txBody>
      </p:sp>
      <p:sp>
        <p:nvSpPr>
          <p:cNvPr id="58" name="Text Box 9">
            <a:extLst>
              <a:ext uri="{FF2B5EF4-FFF2-40B4-BE49-F238E27FC236}">
                <a16:creationId xmlns:a16="http://schemas.microsoft.com/office/drawing/2014/main" id="{8AE601FB-B96A-4631-A404-A28A07C31F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15861" y="4403888"/>
            <a:ext cx="5190291" cy="40011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  <a:extLst/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 b="1">
                <a:solidFill>
                  <a:schemeClr val="tx1"/>
                </a:solidFill>
                <a:latin typeface="Tahoma" panose="020B0604030504040204" pitchFamily="34" charset="0"/>
                <a:ea typeface="楷体_GB2312" panose="02010609030101010101" pitchFamily="49" charset="-122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800" b="1">
                <a:solidFill>
                  <a:schemeClr val="tx1"/>
                </a:solidFill>
                <a:latin typeface="Tahoma" panose="020B0604030504040204" pitchFamily="34" charset="0"/>
                <a:ea typeface="楷体_GB2312" panose="02010609030101010101" pitchFamily="49" charset="-122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Tahoma" panose="020B0604030504040204" pitchFamily="34" charset="0"/>
                <a:ea typeface="楷体_GB2312" panose="02010609030101010101" pitchFamily="49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Tahoma" panose="020B0604030504040204" pitchFamily="34" charset="0"/>
                <a:ea typeface="楷体_GB2312" panose="02010609030101010101" pitchFamily="49" charset="-122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Tahoma" panose="020B0604030504040204" pitchFamily="34" charset="0"/>
                <a:ea typeface="楷体_GB2312" panose="02010609030101010101" pitchFamily="49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Tahoma" panose="020B0604030504040204" pitchFamily="34" charset="0"/>
                <a:ea typeface="楷体_GB2312" panose="02010609030101010101" pitchFamily="49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Tahoma" panose="020B0604030504040204" pitchFamily="34" charset="0"/>
                <a:ea typeface="楷体_GB2312" panose="02010609030101010101" pitchFamily="49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Tahoma" panose="020B0604030504040204" pitchFamily="34" charset="0"/>
                <a:ea typeface="楷体_GB2312" panose="02010609030101010101" pitchFamily="49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Tahoma" panose="020B0604030504040204" pitchFamily="34" charset="0"/>
                <a:ea typeface="楷体_GB2312" panose="02010609030101010101" pitchFamily="49" charset="-122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kumimoji="1" lang="zh-CN" altLang="en-US" sz="2000" dirty="0">
                <a:solidFill>
                  <a:srgbClr val="0070C0"/>
                </a:solidFill>
                <a:latin typeface="+mn-ea"/>
                <a:ea typeface="+mn-ea"/>
              </a:rPr>
              <a:t>格局</a:t>
            </a:r>
            <a:r>
              <a:rPr kumimoji="1" lang="zh-CN" altLang="en-US" sz="2000" dirty="0">
                <a:latin typeface="+mn-ea"/>
                <a:ea typeface="+mn-ea"/>
              </a:rPr>
              <a:t>：栈内容</a:t>
            </a:r>
            <a:r>
              <a:rPr lang="en-US" altLang="zh-CN" sz="20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α</a:t>
            </a:r>
            <a:r>
              <a:rPr kumimoji="1" lang="zh-CN" altLang="en-US" sz="2000" dirty="0">
                <a:latin typeface="+mn-ea"/>
                <a:ea typeface="+mn-ea"/>
              </a:rPr>
              <a:t> </a:t>
            </a:r>
            <a:r>
              <a:rPr kumimoji="1" lang="en-US" altLang="zh-CN" sz="2000" dirty="0">
                <a:latin typeface="+mn-ea"/>
                <a:ea typeface="+mn-ea"/>
              </a:rPr>
              <a:t>+</a:t>
            </a:r>
            <a:r>
              <a:rPr kumimoji="1" lang="zh-CN" altLang="en-US" sz="2000" dirty="0">
                <a:latin typeface="+mn-ea"/>
                <a:ea typeface="+mn-ea"/>
              </a:rPr>
              <a:t>剩余输入串</a:t>
            </a:r>
            <a:r>
              <a:rPr lang="en-US" altLang="zh-CN" sz="20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 </a:t>
            </a:r>
            <a:r>
              <a:rPr kumimoji="1" lang="zh-CN" altLang="en-US" sz="2000" dirty="0">
                <a:latin typeface="+mn-ea"/>
                <a:ea typeface="+mn-ea"/>
              </a:rPr>
              <a:t>＝ 规范句型</a:t>
            </a:r>
            <a:endParaRPr kumimoji="1" lang="en-US" altLang="zh-CN" sz="2000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054617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60" grpId="0" animBg="1"/>
      <p:bldP spid="5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3"/>
          <p:cNvSpPr>
            <a:spLocks noGrp="1" noChangeArrowheads="1"/>
          </p:cNvSpPr>
          <p:nvPr>
            <p:ph idx="1"/>
          </p:nvPr>
        </p:nvSpPr>
        <p:spPr>
          <a:xfrm>
            <a:off x="4357688" y="1263650"/>
            <a:ext cx="5927725" cy="3522663"/>
          </a:xfrm>
        </p:spPr>
        <p:txBody>
          <a:bodyPr anchor="ctr"/>
          <a:lstStyle/>
          <a:p>
            <a:pPr eaLnBrk="1" hangingPunct="1">
              <a:lnSpc>
                <a:spcPts val="4500"/>
              </a:lnSpc>
              <a:buFont typeface="Symbol" panose="05050102010706020507" pitchFamily="18" charset="2"/>
              <a:buNone/>
              <a:defRPr/>
            </a:pPr>
            <a:r>
              <a:rPr lang="en-US" altLang="zh-CN" sz="2800" dirty="0">
                <a:solidFill>
                  <a:schemeClr val="bg1">
                    <a:lumMod val="50000"/>
                  </a:schemeClr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4.1 </a:t>
            </a:r>
            <a:r>
              <a:rPr lang="zh-CN" altLang="en-US" sz="2800" dirty="0">
                <a:solidFill>
                  <a:schemeClr val="bg1">
                    <a:lumMod val="50000"/>
                  </a:schemeClr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自顶向下的分析</a:t>
            </a:r>
          </a:p>
          <a:p>
            <a:pPr eaLnBrk="1" hangingPunct="1">
              <a:lnSpc>
                <a:spcPts val="4500"/>
              </a:lnSpc>
              <a:buFont typeface="Symbol" panose="05050102010706020507" pitchFamily="18" charset="2"/>
              <a:buNone/>
              <a:defRPr/>
            </a:pPr>
            <a:r>
              <a:rPr lang="en-US" altLang="zh-CN" sz="2800" dirty="0">
                <a:solidFill>
                  <a:schemeClr val="bg1">
                    <a:lumMod val="50000"/>
                  </a:schemeClr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4.2 </a:t>
            </a:r>
            <a:r>
              <a:rPr lang="zh-CN" altLang="en-US" sz="2800" dirty="0">
                <a:solidFill>
                  <a:schemeClr val="bg1">
                    <a:lumMod val="50000"/>
                  </a:schemeClr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预测分析法</a:t>
            </a:r>
            <a:endParaRPr lang="en-US" altLang="zh-CN" sz="2800" dirty="0">
              <a:solidFill>
                <a:schemeClr val="bg1">
                  <a:lumMod val="50000"/>
                </a:schemeClr>
              </a:solidFill>
              <a:latin typeface="微软雅黑" pitchFamily="34" charset="-122"/>
              <a:ea typeface="微软雅黑" pitchFamily="34" charset="-122"/>
              <a:cs typeface="Times New Roman" pitchFamily="18" charset="0"/>
            </a:endParaRPr>
          </a:p>
          <a:p>
            <a:pPr eaLnBrk="1" hangingPunct="1">
              <a:lnSpc>
                <a:spcPts val="4500"/>
              </a:lnSpc>
              <a:buFont typeface="Symbol" panose="05050102010706020507" pitchFamily="18" charset="2"/>
              <a:buNone/>
              <a:defRPr/>
            </a:pPr>
            <a:r>
              <a:rPr lang="en-US" altLang="zh-CN" sz="2800" dirty="0">
                <a:solidFill>
                  <a:schemeClr val="bg1">
                    <a:lumMod val="50000"/>
                  </a:schemeClr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4.3 </a:t>
            </a:r>
            <a:r>
              <a:rPr lang="zh-CN" altLang="en-US" sz="2800" dirty="0">
                <a:solidFill>
                  <a:schemeClr val="bg1">
                    <a:lumMod val="50000"/>
                  </a:schemeClr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自底向上的分析</a:t>
            </a:r>
          </a:p>
          <a:p>
            <a:pPr eaLnBrk="1" hangingPunct="1">
              <a:lnSpc>
                <a:spcPts val="4500"/>
              </a:lnSpc>
              <a:buFont typeface="Symbol" panose="05050102010706020507" pitchFamily="18" charset="2"/>
              <a:buNone/>
              <a:defRPr/>
            </a:pPr>
            <a:r>
              <a:rPr lang="en-US" altLang="zh-CN" sz="28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4.4 LR</a:t>
            </a:r>
            <a:r>
              <a:rPr lang="zh-CN" altLang="en-US" sz="28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分析法</a:t>
            </a:r>
          </a:p>
          <a:p>
            <a:pPr eaLnBrk="1" hangingPunct="1">
              <a:lnSpc>
                <a:spcPts val="4500"/>
              </a:lnSpc>
              <a:buFont typeface="Symbol" panose="05050102010706020507" pitchFamily="18" charset="2"/>
              <a:buNone/>
              <a:defRPr/>
            </a:pPr>
            <a:r>
              <a:rPr lang="en-US" altLang="zh-CN" sz="2800" dirty="0">
                <a:solidFill>
                  <a:schemeClr val="bg1">
                    <a:lumMod val="50000"/>
                  </a:schemeClr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4.5 </a:t>
            </a:r>
            <a:r>
              <a:rPr lang="zh-CN" altLang="en-US" sz="2800" dirty="0">
                <a:solidFill>
                  <a:schemeClr val="bg1">
                    <a:lumMod val="50000"/>
                  </a:schemeClr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语法分析器自动生成工具</a:t>
            </a:r>
          </a:p>
        </p:txBody>
      </p:sp>
      <p:pic>
        <p:nvPicPr>
          <p:cNvPr id="27651" name="Picture 7" descr="E:\工大编译\ppt\制作\0330e9c554c768200000158fc50d53d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538" r="21837"/>
          <a:stretch>
            <a:fillRect/>
          </a:stretch>
        </p:blipFill>
        <p:spPr bwMode="auto">
          <a:xfrm>
            <a:off x="-6350" y="0"/>
            <a:ext cx="4295775" cy="5143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矩形 10"/>
          <p:cNvSpPr/>
          <p:nvPr/>
        </p:nvSpPr>
        <p:spPr>
          <a:xfrm>
            <a:off x="4143375" y="357188"/>
            <a:ext cx="1928813" cy="78581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2870" tIns="51435" rIns="102870" bIns="5143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4000" b="1" spc="600" dirty="0">
                <a:solidFill>
                  <a:prstClr val="white"/>
                </a:solidFill>
                <a:latin typeface="微软雅黑" pitchFamily="34" charset="-122"/>
                <a:ea typeface="微软雅黑" pitchFamily="34" charset="-122"/>
              </a:rPr>
              <a:t>提纲</a:t>
            </a:r>
            <a:endParaRPr lang="zh-CN" altLang="en-US" sz="1600" dirty="0">
              <a:solidFill>
                <a:prstClr val="black">
                  <a:lumMod val="85000"/>
                  <a:lumOff val="15000"/>
                </a:prstClr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8" name="Rectangle 3"/>
          <p:cNvSpPr>
            <a:spLocks noGrp="1" noChangeArrowheads="1"/>
          </p:cNvSpPr>
          <p:nvPr>
            <p:ph idx="1"/>
          </p:nvPr>
        </p:nvSpPr>
        <p:spPr>
          <a:xfrm>
            <a:off x="738992" y="958850"/>
            <a:ext cx="7701849" cy="3917156"/>
          </a:xfrm>
        </p:spPr>
        <p:txBody>
          <a:bodyPr/>
          <a:lstStyle/>
          <a:p>
            <a:pPr eaLnBrk="1" hangingPunct="1">
              <a:spcBef>
                <a:spcPts val="450"/>
              </a:spcBef>
              <a:buClr>
                <a:schemeClr val="tx2"/>
              </a:buClr>
              <a:buSzPct val="80000"/>
            </a:pPr>
            <a:r>
              <a:rPr lang="en-US" altLang="zh-CN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r>
              <a:rPr lang="zh-CN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分析技术是美国计算机科学家高德纳</a:t>
            </a:r>
            <a:r>
              <a:rPr lang="en-US" altLang="zh-C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(Donald Knuth)</a:t>
            </a:r>
            <a:r>
              <a:rPr lang="zh-CN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于1965年首先提出来的。</a:t>
            </a:r>
            <a:endParaRPr lang="en-US" altLang="zh-C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eaLnBrk="1" hangingPunct="1">
              <a:spcBef>
                <a:spcPts val="450"/>
              </a:spcBef>
              <a:buClr>
                <a:schemeClr val="tx2"/>
              </a:buClr>
              <a:buSzPct val="80000"/>
            </a:pPr>
            <a:r>
              <a:rPr lang="zh-CN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优点：适用范围广；分析速度快；报错准确。</a:t>
            </a:r>
            <a:endParaRPr lang="en-US" altLang="zh-C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eaLnBrk="1" hangingPunct="1">
              <a:spcBef>
                <a:spcPts val="450"/>
              </a:spcBef>
              <a:buClr>
                <a:schemeClr val="tx2"/>
              </a:buClr>
              <a:buSzPct val="80000"/>
            </a:pPr>
            <a:r>
              <a:rPr lang="en-US" altLang="zh-CN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r>
              <a: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分析方法是已知的</a:t>
            </a:r>
            <a:r>
              <a:rPr lang="zh-CN" altLang="en-US" sz="24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最通用的无回溯的</a:t>
            </a:r>
            <a:r>
              <a: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移进－归约分析方法；</a:t>
            </a:r>
            <a:endParaRPr lang="en-US" altLang="zh-C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eaLnBrk="1" hangingPunct="1">
              <a:spcBef>
                <a:spcPts val="450"/>
              </a:spcBef>
              <a:buClr>
                <a:schemeClr val="tx2"/>
              </a:buClr>
              <a:buSzPct val="80000"/>
            </a:pPr>
            <a:r>
              <a: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几乎所有描述</a:t>
            </a:r>
            <a:r>
              <a:rPr lang="zh-CN" altLang="en-US" sz="24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程序设计语言</a:t>
            </a:r>
            <a:r>
              <a: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的上下文无关文法，都能够构造</a:t>
            </a:r>
            <a:r>
              <a:rPr lang="en-US" altLang="zh-CN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r>
              <a: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语法分析器；</a:t>
            </a:r>
            <a:endParaRPr lang="en-US" altLang="zh-C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eaLnBrk="1" hangingPunct="1">
              <a:spcBef>
                <a:spcPts val="450"/>
              </a:spcBef>
              <a:buClr>
                <a:schemeClr val="tx2"/>
              </a:buClr>
              <a:buSzPct val="80000"/>
            </a:pPr>
            <a:r>
              <a: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可以使用</a:t>
            </a:r>
            <a:r>
              <a:rPr lang="en-US" altLang="zh-CN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r>
              <a: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分析法的文法类是可以使用</a:t>
            </a:r>
            <a:r>
              <a:rPr lang="en-US" altLang="zh-CN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LL</a:t>
            </a:r>
            <a:r>
              <a:rPr lang="zh-CN" altLang="en-US" sz="2400" dirty="0">
                <a:cs typeface="Times New Roman" panose="02020603050405020304" pitchFamily="18" charset="0"/>
              </a:rPr>
              <a:t>分析法</a:t>
            </a:r>
            <a:r>
              <a: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的文法类的</a:t>
            </a:r>
            <a:r>
              <a:rPr lang="zh-CN" altLang="en-US" sz="24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真超集</a:t>
            </a:r>
            <a:r>
              <a: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。</a:t>
            </a:r>
          </a:p>
        </p:txBody>
      </p:sp>
      <p:sp>
        <p:nvSpPr>
          <p:cNvPr id="6144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4.4 </a:t>
            </a:r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LR </a:t>
            </a:r>
            <a:r>
              <a:rPr lang="zh-CN" altLang="en-US" spc="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分析法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（状态法）</a:t>
            </a:r>
          </a:p>
        </p:txBody>
      </p:sp>
    </p:spTree>
    <p:extLst>
      <p:ext uri="{BB962C8B-B14F-4D97-AF65-F5344CB8AC3E}">
        <p14:creationId xmlns:p14="http://schemas.microsoft.com/office/powerpoint/2010/main" val="1784207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5971" name="Rectangle 3"/>
          <p:cNvSpPr>
            <a:spLocks noGrp="1" noChangeArrowheads="1"/>
          </p:cNvSpPr>
          <p:nvPr>
            <p:ph idx="1"/>
          </p:nvPr>
        </p:nvSpPr>
        <p:spPr>
          <a:xfrm>
            <a:off x="758583" y="915566"/>
            <a:ext cx="7557833" cy="3960440"/>
          </a:xfrm>
        </p:spPr>
        <p:txBody>
          <a:bodyPr/>
          <a:lstStyle/>
          <a:p>
            <a:pPr marL="0" indent="0" eaLnBrk="1" hangingPunct="1"/>
            <a:r>
              <a:rPr lang="en-US" altLang="zh-C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r>
              <a:rPr lang="en-US" altLang="zh-C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(k)</a:t>
            </a:r>
            <a:r>
              <a:rPr lang="zh-CN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分析法可分析</a:t>
            </a:r>
            <a:r>
              <a:rPr lang="en-US" altLang="zh-CN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r>
              <a:rPr lang="en-US" altLang="zh-C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(k)</a:t>
            </a:r>
            <a:r>
              <a:rPr lang="zh-CN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文法产生的语言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42875" lvl="1" indent="0" eaLnBrk="1" hangingPunct="1">
              <a:lnSpc>
                <a:spcPct val="120000"/>
              </a:lnSpc>
            </a:pPr>
            <a:r>
              <a:rPr lang="en-US" altLang="zh-C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r>
              <a:rPr lang="zh-CN" altLang="en-US" sz="2800" dirty="0">
                <a:cs typeface="Times New Roman" panose="02020603050405020304" pitchFamily="18" charset="0"/>
              </a:rPr>
              <a:t>从左到右扫描输入符号</a:t>
            </a:r>
          </a:p>
          <a:p>
            <a:pPr marL="485775" lvl="1" indent="-342900" eaLnBrk="1" hangingPunct="1">
              <a:lnSpc>
                <a:spcPct val="120000"/>
              </a:lnSpc>
            </a:pPr>
            <a:r>
              <a:rPr lang="en-US" altLang="zh-CN" sz="2800" i="1" dirty="0">
                <a:cs typeface="Times New Roman" panose="02020603050405020304" pitchFamily="18" charset="0"/>
              </a:rPr>
              <a:t>R</a:t>
            </a:r>
            <a:r>
              <a:rPr lang="en-US" altLang="zh-CN" sz="2800" dirty="0">
                <a:cs typeface="Times New Roman" panose="02020603050405020304" pitchFamily="18" charset="0"/>
              </a:rPr>
              <a:t> </a:t>
            </a:r>
            <a:r>
              <a:rPr lang="zh-CN" altLang="en-US" sz="2800" dirty="0">
                <a:cs typeface="Times New Roman" panose="02020603050405020304" pitchFamily="18" charset="0"/>
              </a:rPr>
              <a:t>：反向构造最右推导（最左归约）</a:t>
            </a:r>
          </a:p>
          <a:p>
            <a:pPr marL="142875" lvl="1" indent="0" eaLnBrk="1" hangingPunct="1">
              <a:lnSpc>
                <a:spcPct val="120000"/>
              </a:lnSpc>
            </a:pPr>
            <a:r>
              <a:rPr lang="en-US" altLang="zh-CN" sz="2800" dirty="0">
                <a:cs typeface="Times New Roman" panose="02020603050405020304" pitchFamily="18" charset="0"/>
              </a:rPr>
              <a:t> </a:t>
            </a:r>
            <a:r>
              <a:rPr lang="en-US" altLang="zh-CN" sz="2800" i="1" dirty="0">
                <a:cs typeface="Times New Roman" panose="02020603050405020304" pitchFamily="18" charset="0"/>
              </a:rPr>
              <a:t>k</a:t>
            </a:r>
            <a:r>
              <a:rPr lang="en-US" altLang="zh-CN" sz="2800" dirty="0">
                <a:cs typeface="Times New Roman" panose="02020603050405020304" pitchFamily="18" charset="0"/>
              </a:rPr>
              <a:t> </a:t>
            </a:r>
            <a:r>
              <a:rPr lang="zh-CN" altLang="en-US" sz="2800" dirty="0">
                <a:cs typeface="Times New Roman" panose="02020603050405020304" pitchFamily="18" charset="0"/>
              </a:rPr>
              <a:t>：超前读入</a:t>
            </a:r>
            <a:r>
              <a:rPr lang="en-US" altLang="zh-CN" sz="2800" dirty="0">
                <a:cs typeface="Times New Roman" panose="02020603050405020304" pitchFamily="18" charset="0"/>
              </a:rPr>
              <a:t>k</a:t>
            </a:r>
            <a:r>
              <a:rPr lang="zh-CN" altLang="en-US" sz="2800" dirty="0">
                <a:cs typeface="Times New Roman" panose="02020603050405020304" pitchFamily="18" charset="0"/>
              </a:rPr>
              <a:t>个符号，以便确定分析器的动作。</a:t>
            </a:r>
            <a:endParaRPr lang="en-US" altLang="zh-CN" sz="2800" dirty="0">
              <a:cs typeface="Times New Roman" panose="02020603050405020304" pitchFamily="18" charset="0"/>
            </a:endParaRPr>
          </a:p>
          <a:p>
            <a:pPr marL="890588" lvl="1" indent="-173038" eaLnBrk="1" hangingPunct="1">
              <a:defRPr/>
            </a:pPr>
            <a:r>
              <a:rPr lang="en-US" altLang="zh-CN" sz="2800" i="1" dirty="0">
                <a:ea typeface="楷体" pitchFamily="49" charset="-122"/>
                <a:cs typeface="Times New Roman" pitchFamily="18" charset="0"/>
              </a:rPr>
              <a:t> k</a:t>
            </a:r>
            <a:r>
              <a:rPr lang="en-US" altLang="zh-CN" sz="2800" dirty="0">
                <a:ea typeface="楷体" pitchFamily="49" charset="-122"/>
                <a:cs typeface="Times New Roman" pitchFamily="18" charset="0"/>
              </a:rPr>
              <a:t> = 0 </a:t>
            </a:r>
            <a:r>
              <a:rPr lang="zh-CN" altLang="en-US" sz="2800" dirty="0">
                <a:ea typeface="楷体" pitchFamily="49" charset="-122"/>
                <a:cs typeface="Times New Roman" pitchFamily="18" charset="0"/>
              </a:rPr>
              <a:t>和</a:t>
            </a:r>
            <a:r>
              <a:rPr lang="en-US" altLang="zh-CN" sz="2800" dirty="0">
                <a:ea typeface="楷体" pitchFamily="49" charset="-122"/>
                <a:cs typeface="Times New Roman" pitchFamily="18" charset="0"/>
              </a:rPr>
              <a:t> </a:t>
            </a:r>
            <a:r>
              <a:rPr lang="en-US" altLang="zh-CN" sz="2800" i="1" dirty="0">
                <a:ea typeface="楷体" pitchFamily="49" charset="-122"/>
                <a:cs typeface="Times New Roman" pitchFamily="18" charset="0"/>
              </a:rPr>
              <a:t>k</a:t>
            </a:r>
            <a:r>
              <a:rPr lang="en-US" altLang="zh-CN" sz="2800" dirty="0">
                <a:ea typeface="楷体" pitchFamily="49" charset="-122"/>
                <a:cs typeface="Times New Roman" pitchFamily="18" charset="0"/>
              </a:rPr>
              <a:t> = 1 </a:t>
            </a:r>
            <a:r>
              <a:rPr lang="zh-CN" altLang="en-US" sz="2800" dirty="0">
                <a:ea typeface="楷体" pitchFamily="49" charset="-122"/>
                <a:cs typeface="Times New Roman" pitchFamily="18" charset="0"/>
              </a:rPr>
              <a:t>这两种情况具有实践意义</a:t>
            </a:r>
            <a:endParaRPr lang="en-US" altLang="zh-CN" sz="2800" dirty="0">
              <a:ea typeface="楷体" pitchFamily="49" charset="-122"/>
              <a:cs typeface="Times New Roman" pitchFamily="18" charset="0"/>
            </a:endParaRPr>
          </a:p>
          <a:p>
            <a:pPr marL="984250" lvl="1" eaLnBrk="1" hangingPunct="1">
              <a:defRPr/>
            </a:pPr>
            <a:r>
              <a:rPr lang="zh-CN" altLang="en-US" sz="2800" dirty="0">
                <a:ea typeface="楷体" pitchFamily="49" charset="-122"/>
                <a:cs typeface="Times New Roman" pitchFamily="18" charset="0"/>
              </a:rPr>
              <a:t> 当省略</a:t>
            </a:r>
            <a:r>
              <a:rPr lang="en-US" altLang="zh-CN" sz="2800" dirty="0">
                <a:ea typeface="楷体" pitchFamily="49" charset="-122"/>
                <a:cs typeface="Times New Roman" pitchFamily="18" charset="0"/>
              </a:rPr>
              <a:t>(</a:t>
            </a:r>
            <a:r>
              <a:rPr lang="en-US" altLang="zh-CN" sz="2800" i="1" dirty="0">
                <a:ea typeface="楷体" pitchFamily="49" charset="-122"/>
                <a:cs typeface="Times New Roman" pitchFamily="18" charset="0"/>
              </a:rPr>
              <a:t>k</a:t>
            </a:r>
            <a:r>
              <a:rPr lang="en-US" altLang="zh-CN" sz="2800" dirty="0">
                <a:ea typeface="楷体" pitchFamily="49" charset="-122"/>
                <a:cs typeface="Times New Roman" pitchFamily="18" charset="0"/>
              </a:rPr>
              <a:t>)</a:t>
            </a:r>
            <a:r>
              <a:rPr lang="zh-CN" altLang="en-US" sz="2800" dirty="0">
                <a:ea typeface="楷体" pitchFamily="49" charset="-122"/>
                <a:cs typeface="Times New Roman" pitchFamily="18" charset="0"/>
              </a:rPr>
              <a:t>时，表示</a:t>
            </a:r>
            <a:r>
              <a:rPr lang="en-US" altLang="zh-CN" sz="2800" i="1" dirty="0">
                <a:ea typeface="楷体" pitchFamily="49" charset="-122"/>
                <a:cs typeface="Times New Roman" pitchFamily="18" charset="0"/>
              </a:rPr>
              <a:t>k</a:t>
            </a:r>
            <a:r>
              <a:rPr lang="en-US" altLang="zh-CN" sz="2800" dirty="0">
                <a:ea typeface="楷体" pitchFamily="49" charset="-122"/>
                <a:cs typeface="Times New Roman" pitchFamily="18" charset="0"/>
              </a:rPr>
              <a:t> =1 </a:t>
            </a:r>
            <a:r>
              <a:rPr lang="zh-CN" altLang="en-US" sz="2800" dirty="0">
                <a:solidFill>
                  <a:srgbClr val="0000FF"/>
                </a:solidFill>
                <a:cs typeface="Times New Roman" panose="02020603050405020304" pitchFamily="18" charset="0"/>
              </a:rPr>
              <a:t> </a:t>
            </a:r>
            <a:endParaRPr lang="zh-CN" altLang="en-US" sz="2800" dirty="0">
              <a:cs typeface="Times New Roman" panose="02020603050405020304" pitchFamily="18" charset="0"/>
            </a:endParaRPr>
          </a:p>
        </p:txBody>
      </p:sp>
      <p:sp>
        <p:nvSpPr>
          <p:cNvPr id="1235970" name="Rectangle 2"/>
          <p:cNvSpPr>
            <a:spLocks noGrp="1" noChangeArrowheads="1"/>
          </p:cNvSpPr>
          <p:nvPr>
            <p:ph type="title"/>
          </p:nvPr>
        </p:nvSpPr>
        <p:spPr/>
        <p:txBody>
          <a:bodyPr anchor="ctr"/>
          <a:lstStyle/>
          <a:p>
            <a:pPr eaLnBrk="1" hangingPunct="1"/>
            <a:r>
              <a:rPr lang="en-US" altLang="zh-CN" dirty="0">
                <a:latin typeface="Times New Roman" panose="02020603050405020304" pitchFamily="18" charset="0"/>
              </a:rPr>
              <a:t>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4.4 </a:t>
            </a:r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LR </a:t>
            </a:r>
            <a:r>
              <a:rPr lang="zh-CN" altLang="en-US" spc="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分析法</a:t>
            </a:r>
            <a:endParaRPr lang="zh-CN" altLang="en-US" dirty="0">
              <a:latin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59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2359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59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12359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1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59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12359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4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59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12359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59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12359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0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597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123597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35971" grpId="0" uiExpand="1" build="p" autoUpdateAnimBg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602" name="Rectangle 2"/>
          <p:cNvSpPr>
            <a:spLocks noGrp="1" noChangeArrowheads="1"/>
          </p:cNvSpPr>
          <p:nvPr>
            <p:ph idx="1"/>
          </p:nvPr>
        </p:nvSpPr>
        <p:spPr>
          <a:xfrm>
            <a:off x="4572001" y="212502"/>
            <a:ext cx="4608511" cy="4735512"/>
          </a:xfrm>
        </p:spPr>
        <p:txBody>
          <a:bodyPr lIns="92075" tIns="46038" rIns="92075" bIns="46038"/>
          <a:lstStyle/>
          <a:p>
            <a:pPr eaLnBrk="1" hangingPunct="1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zh-CN" altLang="en-US" sz="2000" b="1" dirty="0">
                <a:solidFill>
                  <a:srgbClr val="2D83F4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    栈             剩余输入</a:t>
            </a:r>
            <a:r>
              <a:rPr lang="en-US" altLang="zh-CN" sz="2000" b="1" dirty="0">
                <a:solidFill>
                  <a:srgbClr val="2D83F4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          </a:t>
            </a:r>
            <a:r>
              <a:rPr lang="zh-CN" altLang="en-US" sz="2000" b="1" dirty="0">
                <a:solidFill>
                  <a:srgbClr val="2D83F4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动作</a:t>
            </a:r>
            <a:endParaRPr lang="en-US" altLang="zh-CN" sz="2000" b="1" dirty="0">
              <a:solidFill>
                <a:srgbClr val="2D83F4"/>
              </a:solidFill>
              <a:latin typeface="华文楷体" panose="02010600040101010101" pitchFamily="2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ts val="2000"/>
              </a:lnSpc>
              <a:buFont typeface="Wingdings" panose="05000000000000000000" pitchFamily="2" charset="2"/>
              <a:buNone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 $</a:t>
            </a:r>
            <a:r>
              <a:rPr lang="zh-CN" altLang="en-US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	</a:t>
            </a:r>
            <a:r>
              <a:rPr lang="en-US" altLang="zh-CN" sz="2000" dirty="0">
                <a:cs typeface="Times New Roman" panose="02020603050405020304" pitchFamily="18" charset="0"/>
              </a:rPr>
              <a:t>      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id+(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id+id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 $</a:t>
            </a:r>
          </a:p>
          <a:p>
            <a:pPr eaLnBrk="1" hangingPunct="1">
              <a:lnSpc>
                <a:spcPts val="2000"/>
              </a:lnSpc>
              <a:buFont typeface="Wingdings" panose="05000000000000000000" pitchFamily="2" charset="2"/>
              <a:buNone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 $ id 	      +(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id+id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 $</a:t>
            </a:r>
            <a:r>
              <a:rPr lang="en-US" altLang="zh-CN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	</a:t>
            </a:r>
            <a:r>
              <a:rPr lang="zh-CN" altLang="en-US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移入</a:t>
            </a:r>
            <a:endParaRPr lang="en-US" altLang="zh-CN" sz="2000" b="1" dirty="0">
              <a:solidFill>
                <a:schemeClr val="tx1"/>
              </a:solidFill>
              <a:latin typeface="华文楷体" panose="02010600040101010101" pitchFamily="2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ts val="2000"/>
              </a:lnSpc>
              <a:buFont typeface="Wingdings" panose="05000000000000000000" pitchFamily="2" charset="2"/>
              <a:buNone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 $ 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      +(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id+id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 $ </a:t>
            </a:r>
            <a:r>
              <a:rPr lang="en-US" altLang="zh-CN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	</a:t>
            </a:r>
            <a:r>
              <a:rPr lang="zh-CN" altLang="en-US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归约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: </a:t>
            </a:r>
            <a:r>
              <a:rPr lang="en-US" altLang="zh-CN" sz="2000" b="1" i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→id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eaLnBrk="1" hangingPunct="1">
              <a:lnSpc>
                <a:spcPts val="2000"/>
              </a:lnSpc>
              <a:buFont typeface="Wingdings" panose="05000000000000000000" pitchFamily="2" charset="2"/>
              <a:buNone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 $ 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+          (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id+id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 $ </a:t>
            </a:r>
            <a:r>
              <a:rPr lang="en-US" altLang="zh-CN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	</a:t>
            </a:r>
            <a:r>
              <a:rPr lang="zh-CN" altLang="en-US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移入</a:t>
            </a:r>
            <a:endParaRPr lang="en-US" altLang="zh-CN" sz="2000" b="1" dirty="0">
              <a:solidFill>
                <a:schemeClr val="tx1"/>
              </a:solidFill>
              <a:latin typeface="华文楷体" panose="02010600040101010101" pitchFamily="2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ts val="2000"/>
              </a:lnSpc>
              <a:buFont typeface="Wingdings" panose="05000000000000000000" pitchFamily="2" charset="2"/>
              <a:buNone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 $ 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+(          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id+id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 $ </a:t>
            </a:r>
            <a:r>
              <a:rPr lang="en-US" altLang="zh-CN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	</a:t>
            </a:r>
            <a:r>
              <a:rPr lang="zh-CN" altLang="en-US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移入</a:t>
            </a:r>
            <a:endParaRPr lang="en-US" altLang="zh-CN" sz="2000" b="1" dirty="0">
              <a:solidFill>
                <a:schemeClr val="tx1"/>
              </a:solidFill>
              <a:latin typeface="华文楷体" panose="02010600040101010101" pitchFamily="2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ts val="2000"/>
              </a:lnSpc>
              <a:buFont typeface="Wingdings" panose="05000000000000000000" pitchFamily="2" charset="2"/>
              <a:buNone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 $ 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+(id          +id) $ </a:t>
            </a:r>
            <a:r>
              <a:rPr lang="en-US" altLang="zh-CN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	</a:t>
            </a:r>
            <a:r>
              <a:rPr lang="zh-CN" altLang="en-US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移入</a:t>
            </a:r>
            <a:endParaRPr lang="en-US" altLang="zh-CN" sz="2000" b="1" dirty="0">
              <a:solidFill>
                <a:schemeClr val="tx1"/>
              </a:solidFill>
              <a:latin typeface="华文楷体" panose="02010600040101010101" pitchFamily="2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ts val="2000"/>
              </a:lnSpc>
              <a:buFont typeface="Wingdings" panose="05000000000000000000" pitchFamily="2" charset="2"/>
              <a:buNone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 $ 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+(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       +id) $ </a:t>
            </a:r>
            <a:r>
              <a:rPr lang="en-US" altLang="zh-CN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	</a:t>
            </a:r>
            <a:r>
              <a:rPr lang="zh-CN" altLang="en-US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归约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: </a:t>
            </a:r>
            <a:r>
              <a:rPr lang="en-US" altLang="zh-CN" sz="2000" b="1" i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→id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eaLnBrk="1" hangingPunct="1">
              <a:lnSpc>
                <a:spcPts val="2000"/>
              </a:lnSpc>
              <a:buFont typeface="Wingdings" panose="05000000000000000000" pitchFamily="2" charset="2"/>
              <a:buNone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 $ 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+(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+           id) $ </a:t>
            </a:r>
            <a:r>
              <a:rPr lang="en-US" altLang="zh-CN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	</a:t>
            </a:r>
            <a:r>
              <a:rPr lang="zh-CN" altLang="en-US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移入</a:t>
            </a:r>
            <a:endParaRPr lang="en-US" altLang="zh-CN" sz="2000" b="1" dirty="0">
              <a:solidFill>
                <a:schemeClr val="tx1"/>
              </a:solidFill>
              <a:latin typeface="华文楷体" panose="02010600040101010101" pitchFamily="2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ts val="2000"/>
              </a:lnSpc>
              <a:buFont typeface="Wingdings" panose="05000000000000000000" pitchFamily="2" charset="2"/>
              <a:buNone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 $ 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+(</a:t>
            </a:r>
            <a:r>
              <a:rPr lang="en-US" altLang="zh-CN" sz="2000" b="1" i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+id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       ) $  </a:t>
            </a:r>
            <a:r>
              <a:rPr lang="en-US" altLang="zh-CN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	</a:t>
            </a:r>
            <a:r>
              <a:rPr lang="zh-CN" altLang="en-US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移入</a:t>
            </a:r>
            <a:endParaRPr lang="en-US" altLang="zh-CN" sz="2000" b="1" dirty="0">
              <a:solidFill>
                <a:schemeClr val="tx1"/>
              </a:solidFill>
              <a:latin typeface="华文楷体" panose="02010600040101010101" pitchFamily="2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ts val="2000"/>
              </a:lnSpc>
              <a:buFont typeface="Wingdings" panose="05000000000000000000" pitchFamily="2" charset="2"/>
              <a:buNone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 $ 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+(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+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	     ) $ </a:t>
            </a:r>
            <a:r>
              <a:rPr lang="en-US" altLang="zh-CN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	</a:t>
            </a:r>
            <a:r>
              <a:rPr lang="zh-CN" altLang="en-US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归约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: </a:t>
            </a:r>
            <a:r>
              <a:rPr lang="en-US" altLang="zh-CN" sz="2000" b="1" i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 err="1">
                <a:solidFill>
                  <a:schemeClr val="tx1"/>
                </a:solidFill>
                <a:cs typeface="Times New Roman" panose="02020603050405020304" pitchFamily="18" charset="0"/>
              </a:rPr>
              <a:t>→id</a:t>
            </a:r>
            <a:endParaRPr lang="en-US" altLang="zh-CN" sz="2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eaLnBrk="1" hangingPunct="1">
              <a:lnSpc>
                <a:spcPts val="2000"/>
              </a:lnSpc>
              <a:buFont typeface="Wingdings" panose="05000000000000000000" pitchFamily="2" charset="2"/>
              <a:buNone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 $ 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+(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 	     ) $ </a:t>
            </a:r>
            <a:r>
              <a:rPr lang="en-US" altLang="zh-CN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	</a:t>
            </a:r>
            <a:r>
              <a:rPr lang="zh-CN" altLang="en-US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归约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: 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→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+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</a:p>
          <a:p>
            <a:pPr eaLnBrk="1" hangingPunct="1">
              <a:lnSpc>
                <a:spcPts val="2000"/>
              </a:lnSpc>
              <a:buFont typeface="Wingdings" panose="05000000000000000000" pitchFamily="2" charset="2"/>
              <a:buNone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 $ 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+(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 	       $ </a:t>
            </a:r>
            <a:r>
              <a:rPr lang="en-US" altLang="zh-CN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	</a:t>
            </a:r>
            <a:r>
              <a:rPr lang="zh-CN" altLang="en-US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移入</a:t>
            </a:r>
            <a:endParaRPr lang="en-US" altLang="zh-CN" sz="2000" b="1" dirty="0">
              <a:solidFill>
                <a:schemeClr val="tx1"/>
              </a:solidFill>
              <a:latin typeface="华文楷体" panose="02010600040101010101" pitchFamily="2" charset="-122"/>
              <a:cs typeface="Times New Roman" panose="02020603050405020304" pitchFamily="18" charset="0"/>
            </a:endParaRPr>
          </a:p>
          <a:p>
            <a:pPr eaLnBrk="1" hangingPunct="1">
              <a:lnSpc>
                <a:spcPts val="2000"/>
              </a:lnSpc>
              <a:buFont typeface="Wingdings" panose="05000000000000000000" pitchFamily="2" charset="2"/>
              <a:buNone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 $ 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+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	       $ </a:t>
            </a:r>
            <a:r>
              <a:rPr lang="en-US" altLang="zh-CN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	</a:t>
            </a:r>
            <a:r>
              <a:rPr lang="zh-CN" altLang="en-US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归约</a:t>
            </a:r>
            <a:r>
              <a:rPr lang="en-US" altLang="zh-CN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: 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→(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)</a:t>
            </a:r>
          </a:p>
          <a:p>
            <a:pPr eaLnBrk="1" hangingPunct="1">
              <a:lnSpc>
                <a:spcPts val="2000"/>
              </a:lnSpc>
              <a:buFont typeface="Wingdings" panose="05000000000000000000" pitchFamily="2" charset="2"/>
              <a:buNone/>
            </a:pP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 $ 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    	       $ </a:t>
            </a:r>
            <a:r>
              <a:rPr lang="en-US" altLang="zh-CN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	</a:t>
            </a:r>
            <a:r>
              <a:rPr lang="zh-CN" altLang="en-US" sz="20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归约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: 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→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  <a:r>
              <a:rPr lang="en-US" altLang="zh-CN" sz="2000" b="1" dirty="0">
                <a:solidFill>
                  <a:schemeClr val="tx1"/>
                </a:solidFill>
                <a:cs typeface="Times New Roman" panose="02020603050405020304" pitchFamily="18" charset="0"/>
              </a:rPr>
              <a:t>+</a:t>
            </a:r>
            <a:r>
              <a:rPr lang="en-US" altLang="zh-CN" sz="2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E</a:t>
            </a:r>
          </a:p>
        </p:txBody>
      </p:sp>
      <p:sp>
        <p:nvSpPr>
          <p:cNvPr id="13315" name="标题 8"/>
          <p:cNvSpPr>
            <a:spLocks noGrp="1"/>
          </p:cNvSpPr>
          <p:nvPr>
            <p:ph type="title"/>
          </p:nvPr>
        </p:nvSpPr>
        <p:spPr>
          <a:xfrm>
            <a:off x="755650" y="268288"/>
            <a:ext cx="3888358" cy="575270"/>
          </a:xfrm>
        </p:spPr>
        <p:txBody>
          <a:bodyPr/>
          <a:lstStyle/>
          <a:p>
            <a:pPr eaLnBrk="1" hangingPunct="1"/>
            <a:r>
              <a:rPr lang="zh-CN" altLang="en-US" spc="300" dirty="0">
                <a:cs typeface="Times New Roman" pitchFamily="18" charset="0"/>
              </a:rPr>
              <a:t>移入</a:t>
            </a:r>
            <a:r>
              <a:rPr lang="en-US" altLang="zh-CN" spc="300" dirty="0">
                <a:cs typeface="Times New Roman" pitchFamily="18" charset="0"/>
              </a:rPr>
              <a:t>-</a:t>
            </a:r>
            <a:r>
              <a:rPr lang="zh-CN" altLang="en-US" spc="300" dirty="0">
                <a:cs typeface="Times New Roman" pitchFamily="18" charset="0"/>
              </a:rPr>
              <a:t>归约分析栈中的内容有什么特点？</a:t>
            </a:r>
            <a:endParaRPr lang="zh-CN" altLang="en-US" sz="28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416554" y="3747685"/>
            <a:ext cx="1529586" cy="1200329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defRPr/>
            </a:pPr>
            <a:r>
              <a:rPr lang="zh-CN" altLang="en-US" b="1" dirty="0">
                <a:solidFill>
                  <a:srgbClr val="000000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文法</a:t>
            </a:r>
            <a:endParaRPr lang="en-US" altLang="zh-CN" b="1" dirty="0">
              <a:solidFill>
                <a:srgbClr val="000000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>
              <a:defRPr/>
            </a:pPr>
            <a:r>
              <a:rPr lang="en-US" altLang="zh-CN" b="1" dirty="0">
                <a:solidFill>
                  <a:srgbClr val="000000"/>
                </a:solidFill>
                <a:latin typeface="宋体" panose="0201060003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① </a:t>
            </a:r>
            <a:r>
              <a:rPr lang="en-US" altLang="zh-CN" b="1" i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E </a:t>
            </a:r>
            <a:r>
              <a:rPr lang="en-US" altLang="zh-CN" b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→ </a:t>
            </a:r>
            <a:r>
              <a:rPr lang="en-US" altLang="zh-CN" b="1" i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E</a:t>
            </a:r>
            <a:r>
              <a:rPr lang="en-US" altLang="zh-CN" b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+</a:t>
            </a:r>
            <a:r>
              <a:rPr lang="en-US" altLang="zh-CN" b="1" i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E </a:t>
            </a:r>
            <a:endParaRPr lang="en-US" altLang="zh-CN" b="1" dirty="0">
              <a:solidFill>
                <a:srgbClr val="000000"/>
              </a:solidFill>
              <a:latin typeface="Times New Roman" panose="02020603050405020304" pitchFamily="18" charset="0"/>
              <a:ea typeface="楷体_GB2312"/>
              <a:cs typeface="Times New Roman" panose="02020603050405020304" pitchFamily="18" charset="0"/>
            </a:endParaRPr>
          </a:p>
          <a:p>
            <a:pPr>
              <a:defRPr/>
            </a:pPr>
            <a:r>
              <a:rPr lang="en-US" altLang="zh-CN" b="1" dirty="0">
                <a:solidFill>
                  <a:srgbClr val="000000"/>
                </a:solidFill>
                <a:latin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en-US" altLang="zh-CN" b="1" i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E </a:t>
            </a:r>
            <a:r>
              <a:rPr lang="en-US" altLang="zh-CN" b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→ (</a:t>
            </a:r>
            <a:r>
              <a:rPr lang="en-US" altLang="zh-CN" b="1" i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E</a:t>
            </a:r>
            <a:r>
              <a:rPr lang="en-US" altLang="zh-CN" b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) </a:t>
            </a:r>
          </a:p>
          <a:p>
            <a:pPr>
              <a:defRPr/>
            </a:pPr>
            <a:r>
              <a:rPr lang="en-US" altLang="zh-CN" b="1" dirty="0">
                <a:solidFill>
                  <a:srgbClr val="000000"/>
                </a:solidFill>
                <a:latin typeface="宋体" panose="02010600030101010101" pitchFamily="2" charset="-122"/>
                <a:cs typeface="Times New Roman" panose="02020603050405020304" pitchFamily="18" charset="0"/>
              </a:rPr>
              <a:t>③ </a:t>
            </a:r>
            <a:r>
              <a:rPr lang="en-US" altLang="zh-CN" b="1" i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E </a:t>
            </a:r>
            <a:r>
              <a:rPr lang="en-US" altLang="zh-CN" b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→ id</a:t>
            </a:r>
            <a:endParaRPr lang="zh-CN" altLang="en-US" b="1" dirty="0">
              <a:solidFill>
                <a:srgbClr val="000000"/>
              </a:solidFill>
              <a:ea typeface="楷体_GB2312"/>
              <a:cs typeface="楷体_GB2312"/>
            </a:endParaRPr>
          </a:p>
        </p:txBody>
      </p:sp>
      <p:sp>
        <p:nvSpPr>
          <p:cNvPr id="31" name="Rectangle 3">
            <a:extLst>
              <a:ext uri="{FF2B5EF4-FFF2-40B4-BE49-F238E27FC236}">
                <a16:creationId xmlns:a16="http://schemas.microsoft.com/office/drawing/2014/main" id="{4D07ABA3-A7C9-497E-9548-083DD57942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8174" y="1131590"/>
            <a:ext cx="4019810" cy="22322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273050" indent="-273050" algn="l" rtl="0" eaLnBrk="0" fontAlgn="base" hangingPunct="0">
              <a:spcBef>
                <a:spcPct val="2000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defRPr sz="2400" b="1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1pPr>
            <a:lvl2pPr marL="576263" indent="-273050" algn="l" rtl="0" eaLnBrk="0" fontAlgn="base" hangingPunct="0">
              <a:spcBef>
                <a:spcPct val="2000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defRPr sz="2200" b="1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2pPr>
            <a:lvl3pPr marL="855663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defRPr sz="2000" b="1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3pPr>
            <a:lvl4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defRPr sz="2000" b="1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4pPr>
            <a:lvl5pPr marL="1462088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Tx/>
              <a:buSzPct val="100000"/>
              <a:buFont typeface="Wingdings" panose="05000000000000000000" pitchFamily="2" charset="2"/>
              <a:buChar char="Ø"/>
              <a:defRPr sz="1600" b="1" kern="1200" baseline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+mn-cs"/>
              </a:defRPr>
            </a:lvl5pPr>
            <a:lvl6pPr marL="1783080" indent="-228600" algn="l" defTabSz="914400" rtl="0" eaLnBrk="1" latinLnBrk="0" hangingPunct="1">
              <a:spcBef>
                <a:spcPts val="384"/>
              </a:spcBef>
              <a:buClr>
                <a:schemeClr val="accent1"/>
              </a:buClr>
              <a:buFont typeface="Symbol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103120" indent="-228600" algn="l" defTabSz="914400" rtl="0" eaLnBrk="1" latinLnBrk="0" hangingPunct="1">
              <a:spcBef>
                <a:spcPts val="384"/>
              </a:spcBef>
              <a:buClr>
                <a:schemeClr val="accent1"/>
              </a:buClr>
              <a:buFont typeface="Symbol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423160" indent="-228600" algn="l" defTabSz="914400" rtl="0" eaLnBrk="1" latinLnBrk="0" hangingPunct="1">
              <a:spcBef>
                <a:spcPts val="384"/>
              </a:spcBef>
              <a:buClr>
                <a:schemeClr val="accent1"/>
              </a:buClr>
              <a:buFont typeface="Symbol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743200" indent="-228600" algn="l" defTabSz="914400" rtl="0" eaLnBrk="1" latinLnBrk="0" hangingPunct="1">
              <a:spcBef>
                <a:spcPts val="384"/>
              </a:spcBef>
              <a:buClr>
                <a:schemeClr val="accent1"/>
              </a:buClr>
              <a:buFont typeface="Symbol" pitchFamily="18" charset="2"/>
              <a:buChar char="*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buClr>
                <a:schemeClr val="tx1"/>
              </a:buClr>
            </a:pPr>
            <a:r>
              <a:rPr lang="zh-CN" altLang="en-US" sz="2200" dirty="0">
                <a:solidFill>
                  <a:srgbClr val="FF0000"/>
                </a:solidFill>
                <a:latin typeface="楷体" panose="02010609060101010101" pitchFamily="49" charset="-122"/>
                <a:cs typeface="楷体_GB2312"/>
              </a:rPr>
              <a:t>活前缀（可行前缀）</a:t>
            </a:r>
            <a:r>
              <a:rPr lang="zh-CN" altLang="en-US" sz="2200" dirty="0">
                <a:latin typeface="楷体" panose="02010609060101010101" pitchFamily="49" charset="-122"/>
                <a:cs typeface="楷体_GB2312"/>
              </a:rPr>
              <a:t>：不包含</a:t>
            </a:r>
            <a:r>
              <a:rPr lang="zh-CN" altLang="en-US" sz="2200" dirty="0">
                <a:solidFill>
                  <a:srgbClr val="0070C0"/>
                </a:solidFill>
                <a:latin typeface="楷体" panose="02010609060101010101" pitchFamily="49" charset="-122"/>
                <a:cs typeface="楷体_GB2312"/>
              </a:rPr>
              <a:t>句柄右侧符号的</a:t>
            </a:r>
            <a:r>
              <a:rPr lang="zh-CN" altLang="en-US" sz="2200" dirty="0">
                <a:latin typeface="楷体" panose="02010609060101010101" pitchFamily="49" charset="-122"/>
                <a:cs typeface="楷体_GB2312"/>
              </a:rPr>
              <a:t>规范句型的</a:t>
            </a:r>
            <a:r>
              <a:rPr lang="zh-CN" altLang="en-US" sz="2200" dirty="0">
                <a:solidFill>
                  <a:srgbClr val="0070C0"/>
                </a:solidFill>
                <a:latin typeface="楷体" panose="02010609060101010101" pitchFamily="49" charset="-122"/>
                <a:cs typeface="楷体_GB2312"/>
              </a:rPr>
              <a:t>前缀</a:t>
            </a:r>
            <a:endParaRPr lang="en-US" altLang="zh-CN" sz="2200" dirty="0">
              <a:solidFill>
                <a:srgbClr val="0070C0"/>
              </a:solidFill>
              <a:latin typeface="楷体" panose="02010609060101010101" pitchFamily="49" charset="-122"/>
              <a:cs typeface="楷体_GB2312"/>
            </a:endParaRPr>
          </a:p>
          <a:p>
            <a:pPr eaLnBrk="1" hangingPunct="1">
              <a:buClr>
                <a:schemeClr val="tx1"/>
              </a:buClr>
            </a:pPr>
            <a:r>
              <a:rPr lang="zh-CN" altLang="en-US" sz="2200" dirty="0">
                <a:latin typeface="楷体" panose="02010609060101010101" pitchFamily="49" charset="-122"/>
                <a:cs typeface="Times New Roman" panose="02020603050405020304" pitchFamily="18" charset="0"/>
              </a:rPr>
              <a:t>规范句型所有</a:t>
            </a:r>
            <a:r>
              <a:rPr lang="zh-CN" altLang="en-US" sz="2200" dirty="0">
                <a:solidFill>
                  <a:srgbClr val="0070C0"/>
                </a:solidFill>
                <a:latin typeface="楷体" panose="02010609060101010101" pitchFamily="49" charset="-122"/>
                <a:cs typeface="Times New Roman" panose="02020603050405020304" pitchFamily="18" charset="0"/>
              </a:rPr>
              <a:t>活前缀构成正则语言</a:t>
            </a:r>
            <a:endParaRPr lang="en-US" altLang="zh-CN" sz="2200" dirty="0">
              <a:solidFill>
                <a:srgbClr val="0070C0"/>
              </a:solidFill>
              <a:latin typeface="楷体" panose="02010609060101010101" pitchFamily="49" charset="-122"/>
              <a:cs typeface="Times New Roman" panose="02020603050405020304" pitchFamily="18" charset="0"/>
            </a:endParaRPr>
          </a:p>
          <a:p>
            <a:pPr eaLnBrk="1" hangingPunct="1">
              <a:buClr>
                <a:schemeClr val="tx1"/>
              </a:buClr>
            </a:pPr>
            <a:r>
              <a:rPr lang="en-US" altLang="zh-CN" sz="2200" dirty="0">
                <a:solidFill>
                  <a:srgbClr val="0070C0"/>
                </a:solidFill>
                <a:cs typeface="Times New Roman" panose="02020603050405020304" pitchFamily="18" charset="0"/>
              </a:rPr>
              <a:t>DFA+</a:t>
            </a:r>
            <a:r>
              <a:rPr lang="zh-CN" altLang="en-US" sz="2200" dirty="0">
                <a:solidFill>
                  <a:srgbClr val="0070C0"/>
                </a:solidFill>
                <a:cs typeface="Times New Roman" panose="02020603050405020304" pitchFamily="18" charset="0"/>
              </a:rPr>
              <a:t>栈来识别和管理活前缀</a:t>
            </a:r>
            <a:endParaRPr lang="en-US" altLang="zh-CN" sz="2200" dirty="0">
              <a:solidFill>
                <a:srgbClr val="0070C0"/>
              </a:solidFill>
              <a:cs typeface="Times New Roman" panose="02020603050405020304" pitchFamily="18" charset="0"/>
            </a:endParaRP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51B54692-71EE-4815-A4CD-BFC2E7F5F370}"/>
              </a:ext>
            </a:extLst>
          </p:cNvPr>
          <p:cNvGrpSpPr/>
          <p:nvPr/>
        </p:nvGrpSpPr>
        <p:grpSpPr>
          <a:xfrm>
            <a:off x="3464004" y="627534"/>
            <a:ext cx="1468036" cy="4176464"/>
            <a:chOff x="3103964" y="987574"/>
            <a:chExt cx="1468036" cy="3816424"/>
          </a:xfrm>
        </p:grpSpPr>
        <p:sp>
          <p:nvSpPr>
            <p:cNvPr id="11" name="左大括号 10">
              <a:extLst>
                <a:ext uri="{FF2B5EF4-FFF2-40B4-BE49-F238E27FC236}">
                  <a16:creationId xmlns:a16="http://schemas.microsoft.com/office/drawing/2014/main" id="{3205B910-D9CC-45AA-AA06-30E13882B208}"/>
                </a:ext>
              </a:extLst>
            </p:cNvPr>
            <p:cNvSpPr/>
            <p:nvPr/>
          </p:nvSpPr>
          <p:spPr>
            <a:xfrm>
              <a:off x="4139952" y="987574"/>
              <a:ext cx="432048" cy="3816424"/>
            </a:xfrm>
            <a:prstGeom prst="leftBrace">
              <a:avLst>
                <a:gd name="adj1" fmla="val 8333"/>
                <a:gd name="adj2" fmla="val 51839"/>
              </a:avLst>
            </a:prstGeom>
            <a:ln w="1905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2AB4270F-0BE8-4BBC-83BE-6C9521E797A8}"/>
                </a:ext>
              </a:extLst>
            </p:cNvPr>
            <p:cNvSpPr/>
            <p:nvPr/>
          </p:nvSpPr>
          <p:spPr>
            <a:xfrm>
              <a:off x="3103964" y="2764185"/>
              <a:ext cx="1107996" cy="42186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zh-CN" altLang="en-US" sz="2400" b="1" dirty="0">
                  <a:solidFill>
                    <a:srgbClr val="FF0000"/>
                  </a:solidFill>
                  <a:latin typeface="+mn-ea"/>
                  <a:ea typeface="+mn-ea"/>
                  <a:cs typeface="楷体_GB2312"/>
                </a:rPr>
                <a:t>活前缀</a:t>
              </a:r>
              <a:endParaRPr lang="zh-CN" altLang="en-US" sz="2400" b="1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</p:grpSp>
      <p:sp>
        <p:nvSpPr>
          <p:cNvPr id="36" name="AutoShape 17">
            <a:extLst>
              <a:ext uri="{FF2B5EF4-FFF2-40B4-BE49-F238E27FC236}">
                <a16:creationId xmlns:a16="http://schemas.microsoft.com/office/drawing/2014/main" id="{ECF7C3D2-E48E-4682-A4A9-EB650A7265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3728" y="3747685"/>
            <a:ext cx="2409838" cy="1200329"/>
          </a:xfrm>
          <a:prstGeom prst="wedgeRoundRectCallout">
            <a:avLst>
              <a:gd name="adj1" fmla="val 26260"/>
              <a:gd name="adj2" fmla="val -85900"/>
              <a:gd name="adj3" fmla="val 16667"/>
            </a:avLst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fontAlgn="auto" hangingPunct="1">
              <a:spcBef>
                <a:spcPct val="30000"/>
              </a:spcBef>
              <a:spcAft>
                <a:spcPts val="0"/>
              </a:spcAft>
              <a:defRPr/>
            </a:pPr>
            <a:r>
              <a:rPr lang="zh-CN" altLang="en-US" sz="2000" b="1" kern="0" dirty="0">
                <a:solidFill>
                  <a:srgbClr val="00000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对</a:t>
            </a:r>
            <a:r>
              <a:rPr lang="zh-CN" altLang="en-US" sz="2000" b="1" kern="0" dirty="0">
                <a:solidFill>
                  <a:srgbClr val="FF000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句柄</a:t>
            </a:r>
            <a:r>
              <a:rPr lang="zh-CN" altLang="en-US" sz="2000" b="1" kern="0" dirty="0">
                <a:solidFill>
                  <a:srgbClr val="00000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的识别就转变成为对规范句型</a:t>
            </a:r>
            <a:r>
              <a:rPr lang="zh-CN" altLang="en-US" sz="2000" b="1" kern="0" dirty="0">
                <a:solidFill>
                  <a:srgbClr val="FF000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活前缀</a:t>
            </a:r>
            <a:r>
              <a:rPr lang="zh-CN" altLang="en-US" sz="2000" b="1" kern="0" dirty="0">
                <a:solidFill>
                  <a:srgbClr val="00000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的识别</a:t>
            </a:r>
            <a:endParaRPr lang="en-US" altLang="zh-CN" sz="2000" b="1" kern="0" dirty="0">
              <a:solidFill>
                <a:srgbClr val="000000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96402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uiExpand="1" build="p"/>
      <p:bldP spid="3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 lIns="92075" tIns="46038" rIns="92075" bIns="46038"/>
          <a:lstStyle/>
          <a:p>
            <a:pPr eaLnBrk="1" hangingPunct="1"/>
            <a:r>
              <a:rPr lang="en-US" altLang="zh-CN" sz="3000" i="1" dirty="0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LR </a:t>
            </a:r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分析器的总体结构</a:t>
            </a:r>
          </a:p>
        </p:txBody>
      </p:sp>
      <p:sp>
        <p:nvSpPr>
          <p:cNvPr id="43011" name="Rectangle 3"/>
          <p:cNvSpPr>
            <a:spLocks noChangeArrowheads="1"/>
          </p:cNvSpPr>
          <p:nvPr/>
        </p:nvSpPr>
        <p:spPr bwMode="auto">
          <a:xfrm>
            <a:off x="3731317" y="1157593"/>
            <a:ext cx="3001169" cy="642938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  <p:txBody>
          <a:bodyPr wrap="none" lIns="92075" tIns="46038" rIns="92075" bIns="46038"/>
          <a:lstStyle/>
          <a:p>
            <a:pPr>
              <a:defRPr/>
            </a:pPr>
            <a:r>
              <a:rPr kumimoji="1" lang="en-US" altLang="zh-CN" sz="3200" b="1" i="1" dirty="0">
                <a:latin typeface="Times New Roman" pitchFamily="18" charset="0"/>
              </a:rPr>
              <a:t>a</a:t>
            </a:r>
            <a:r>
              <a:rPr kumimoji="1" lang="en-US" altLang="zh-CN" sz="3200" b="1" i="1" baseline="-25000" dirty="0">
                <a:latin typeface="Times New Roman" pitchFamily="18" charset="0"/>
              </a:rPr>
              <a:t>1</a:t>
            </a:r>
            <a:r>
              <a:rPr kumimoji="1" lang="en-US" altLang="zh-CN" sz="3200" b="1" i="1" dirty="0">
                <a:latin typeface="Times New Roman" pitchFamily="18" charset="0"/>
              </a:rPr>
              <a:t> … a</a:t>
            </a:r>
            <a:r>
              <a:rPr kumimoji="1" lang="en-US" altLang="zh-CN" sz="3200" b="1" i="1" baseline="-25000" dirty="0">
                <a:latin typeface="Times New Roman" pitchFamily="18" charset="0"/>
              </a:rPr>
              <a:t>i</a:t>
            </a:r>
            <a:r>
              <a:rPr kumimoji="1" lang="en-US" altLang="zh-CN" sz="3200" b="1" i="1" dirty="0">
                <a:latin typeface="Times New Roman" pitchFamily="18" charset="0"/>
              </a:rPr>
              <a:t> … a</a:t>
            </a:r>
            <a:r>
              <a:rPr kumimoji="1" lang="en-US" altLang="zh-CN" sz="3200" b="1" i="1" baseline="-25000" dirty="0">
                <a:latin typeface="Times New Roman" pitchFamily="18" charset="0"/>
              </a:rPr>
              <a:t>n</a:t>
            </a:r>
            <a:r>
              <a:rPr kumimoji="1" lang="en-US" altLang="zh-CN" sz="3200" b="1" i="1" dirty="0">
                <a:latin typeface="Times New Roman" pitchFamily="18" charset="0"/>
              </a:rPr>
              <a:t>  </a:t>
            </a:r>
            <a:r>
              <a:rPr kumimoji="1" lang="en-US" altLang="zh-CN" sz="3200" b="1" dirty="0">
                <a:latin typeface="Times New Roman" pitchFamily="18" charset="0"/>
              </a:rPr>
              <a:t>$</a:t>
            </a:r>
          </a:p>
        </p:txBody>
      </p:sp>
      <p:sp>
        <p:nvSpPr>
          <p:cNvPr id="43012" name="Rectangle 4"/>
          <p:cNvSpPr>
            <a:spLocks noChangeArrowheads="1"/>
          </p:cNvSpPr>
          <p:nvPr/>
        </p:nvSpPr>
        <p:spPr bwMode="auto">
          <a:xfrm>
            <a:off x="3643312" y="2352675"/>
            <a:ext cx="2513013" cy="92868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0" tIns="46038" rIns="92075" bIns="46038" anchor="ctr"/>
          <a:lstStyle/>
          <a:p>
            <a:pPr algn="ctr">
              <a:defRPr/>
            </a:pPr>
            <a:r>
              <a:rPr kumimoji="1" lang="en-US" altLang="zh-CN" sz="2800" b="1" i="1" dirty="0">
                <a:latin typeface="Times New Roman" pitchFamily="18" charset="0"/>
              </a:rPr>
              <a:t>LR</a:t>
            </a:r>
            <a:r>
              <a:rPr kumimoji="1" lang="zh-CN" altLang="en-US" sz="2800" b="1" dirty="0">
                <a:latin typeface="楷体" pitchFamily="49" charset="-122"/>
                <a:ea typeface="楷体" pitchFamily="49" charset="-122"/>
              </a:rPr>
              <a:t>分析</a:t>
            </a:r>
            <a:endParaRPr kumimoji="1" lang="en-US" altLang="zh-CN" sz="2800" b="1" dirty="0">
              <a:latin typeface="楷体" pitchFamily="49" charset="-122"/>
              <a:ea typeface="楷体" pitchFamily="49" charset="-122"/>
            </a:endParaRPr>
          </a:p>
          <a:p>
            <a:pPr algn="ctr">
              <a:defRPr/>
            </a:pPr>
            <a:r>
              <a:rPr kumimoji="1" lang="zh-CN" altLang="en-US" sz="2800" b="1" dirty="0">
                <a:latin typeface="楷体" pitchFamily="49" charset="-122"/>
                <a:ea typeface="楷体" pitchFamily="49" charset="-122"/>
              </a:rPr>
              <a:t>主控程序</a:t>
            </a:r>
          </a:p>
        </p:txBody>
      </p:sp>
      <p:sp>
        <p:nvSpPr>
          <p:cNvPr id="43013" name="Rectangle 5"/>
          <p:cNvSpPr>
            <a:spLocks noChangeArrowheads="1"/>
          </p:cNvSpPr>
          <p:nvPr/>
        </p:nvSpPr>
        <p:spPr bwMode="auto">
          <a:xfrm>
            <a:off x="2935634" y="4042719"/>
            <a:ext cx="1943100" cy="67627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92075" tIns="46038" rIns="92075" bIns="46038"/>
          <a:lstStyle/>
          <a:p>
            <a:pPr algn="ctr">
              <a:lnSpc>
                <a:spcPts val="2500"/>
              </a:lnSpc>
              <a:defRPr/>
            </a:pPr>
            <a:r>
              <a:rPr kumimoji="1" lang="zh-CN" altLang="en-US" sz="2400" b="1" dirty="0">
                <a:solidFill>
                  <a:srgbClr val="FF0000"/>
                </a:solidFill>
                <a:latin typeface="楷体" pitchFamily="49" charset="-122"/>
                <a:ea typeface="楷体" pitchFamily="49" charset="-122"/>
              </a:rPr>
              <a:t>动作表</a:t>
            </a:r>
          </a:p>
          <a:p>
            <a:pPr algn="ctr">
              <a:lnSpc>
                <a:spcPts val="2500"/>
              </a:lnSpc>
              <a:defRPr/>
            </a:pPr>
            <a:r>
              <a:rPr kumimoji="1" lang="en-US" altLang="zh-CN" sz="2400" b="1" dirty="0">
                <a:solidFill>
                  <a:srgbClr val="FF0000"/>
                </a:solidFill>
                <a:latin typeface="Times New Roman" pitchFamily="18" charset="0"/>
              </a:rPr>
              <a:t>ACTION</a:t>
            </a:r>
          </a:p>
        </p:txBody>
      </p:sp>
      <p:sp>
        <p:nvSpPr>
          <p:cNvPr id="43014" name="Rectangle 6"/>
          <p:cNvSpPr>
            <a:spLocks noChangeArrowheads="1"/>
          </p:cNvSpPr>
          <p:nvPr/>
        </p:nvSpPr>
        <p:spPr bwMode="auto">
          <a:xfrm>
            <a:off x="4896197" y="4042719"/>
            <a:ext cx="1927225" cy="67627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92075" tIns="46038" rIns="92075" bIns="46038"/>
          <a:lstStyle/>
          <a:p>
            <a:pPr algn="ctr">
              <a:lnSpc>
                <a:spcPts val="2500"/>
              </a:lnSpc>
              <a:defRPr/>
            </a:pPr>
            <a:r>
              <a:rPr kumimoji="1" lang="zh-CN" altLang="en-US" sz="2400" b="1">
                <a:solidFill>
                  <a:srgbClr val="FF0000"/>
                </a:solidFill>
                <a:latin typeface="楷体" pitchFamily="49" charset="-122"/>
                <a:ea typeface="楷体" pitchFamily="49" charset="-122"/>
              </a:rPr>
              <a:t>转移表</a:t>
            </a:r>
          </a:p>
          <a:p>
            <a:pPr algn="ctr">
              <a:lnSpc>
                <a:spcPts val="2500"/>
              </a:lnSpc>
              <a:defRPr/>
            </a:pPr>
            <a:r>
              <a:rPr kumimoji="1" lang="en-US" altLang="zh-CN" sz="2400" b="1">
                <a:solidFill>
                  <a:srgbClr val="FF0000"/>
                </a:solidFill>
                <a:latin typeface="Times New Roman" pitchFamily="18" charset="0"/>
              </a:rPr>
              <a:t>GOTO</a:t>
            </a:r>
          </a:p>
        </p:txBody>
      </p:sp>
      <p:sp>
        <p:nvSpPr>
          <p:cNvPr id="32775" name="Rectangle 7"/>
          <p:cNvSpPr>
            <a:spLocks noChangeArrowheads="1"/>
          </p:cNvSpPr>
          <p:nvPr/>
        </p:nvSpPr>
        <p:spPr bwMode="auto">
          <a:xfrm>
            <a:off x="7092950" y="2623939"/>
            <a:ext cx="1979613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/>
            <a:r>
              <a:rPr kumimoji="1" lang="zh-CN" altLang="en-US" sz="2800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产生式序列</a:t>
            </a:r>
          </a:p>
        </p:txBody>
      </p:sp>
      <p:sp>
        <p:nvSpPr>
          <p:cNvPr id="32776" name="Rectangle 8"/>
          <p:cNvSpPr>
            <a:spLocks noChangeArrowheads="1"/>
          </p:cNvSpPr>
          <p:nvPr/>
        </p:nvSpPr>
        <p:spPr bwMode="auto">
          <a:xfrm>
            <a:off x="860574" y="1275606"/>
            <a:ext cx="1983234" cy="477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2075" tIns="46038" rIns="92075" bIns="46038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r>
              <a:rPr kumimoji="1" lang="zh-CN" altLang="en-US" sz="2500" b="1" dirty="0">
                <a:solidFill>
                  <a:srgbClr val="0070C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状态/符号栈</a:t>
            </a:r>
          </a:p>
        </p:txBody>
      </p:sp>
      <p:sp>
        <p:nvSpPr>
          <p:cNvPr id="32777" name="Rectangle 9"/>
          <p:cNvSpPr>
            <a:spLocks noChangeArrowheads="1"/>
          </p:cNvSpPr>
          <p:nvPr/>
        </p:nvSpPr>
        <p:spPr bwMode="auto">
          <a:xfrm>
            <a:off x="2715112" y="864132"/>
            <a:ext cx="2216150" cy="4623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r>
              <a:rPr kumimoji="1" lang="zh-CN" altLang="en-US" sz="2400" b="1" dirty="0">
                <a:latin typeface="华文楷体 (正文)"/>
                <a:ea typeface="楷体" panose="02010609060101010101" pitchFamily="49" charset="-122"/>
              </a:rPr>
              <a:t>输入缓冲区</a:t>
            </a:r>
          </a:p>
        </p:txBody>
      </p:sp>
      <p:sp>
        <p:nvSpPr>
          <p:cNvPr id="32778" name="Rectangle 11"/>
          <p:cNvSpPr>
            <a:spLocks noChangeArrowheads="1"/>
          </p:cNvSpPr>
          <p:nvPr/>
        </p:nvSpPr>
        <p:spPr bwMode="auto">
          <a:xfrm>
            <a:off x="2734022" y="3906194"/>
            <a:ext cx="4286250" cy="928687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/>
          </a:p>
        </p:txBody>
      </p:sp>
      <p:sp>
        <p:nvSpPr>
          <p:cNvPr id="32779" name="Rectangle 12"/>
          <p:cNvSpPr>
            <a:spLocks noChangeArrowheads="1"/>
          </p:cNvSpPr>
          <p:nvPr/>
        </p:nvSpPr>
        <p:spPr bwMode="auto">
          <a:xfrm>
            <a:off x="7088667" y="4070338"/>
            <a:ext cx="1492250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46038" rIns="92075" bIns="46038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r>
              <a:rPr kumimoji="1" lang="zh-CN" altLang="en-US" sz="2800" b="1" dirty="0">
                <a:latin typeface="楷体" panose="02010609060101010101" pitchFamily="49" charset="-122"/>
                <a:ea typeface="楷体" panose="02010609060101010101" pitchFamily="49" charset="-122"/>
              </a:rPr>
              <a:t>分析表</a:t>
            </a:r>
          </a:p>
        </p:txBody>
      </p:sp>
      <p:sp>
        <p:nvSpPr>
          <p:cNvPr id="43020" name="Rectangle 13"/>
          <p:cNvSpPr>
            <a:spLocks noChangeArrowheads="1"/>
          </p:cNvSpPr>
          <p:nvPr/>
        </p:nvSpPr>
        <p:spPr bwMode="auto">
          <a:xfrm>
            <a:off x="887699" y="1736774"/>
            <a:ext cx="693553" cy="26765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lIns="92075" tIns="46038" rIns="92075" bIns="46038" anchor="ctr"/>
          <a:lstStyle/>
          <a:p>
            <a:pPr algn="ctr">
              <a:lnSpc>
                <a:spcPct val="90000"/>
              </a:lnSpc>
              <a:defRPr/>
            </a:pPr>
            <a:r>
              <a:rPr kumimoji="1" lang="en-US" altLang="zh-CN" sz="2400" b="1" i="1" dirty="0" err="1">
                <a:latin typeface="Times New Roman" pitchFamily="18" charset="0"/>
              </a:rPr>
              <a:t>S</a:t>
            </a:r>
            <a:r>
              <a:rPr kumimoji="1" lang="en-US" altLang="zh-CN" sz="3200" b="1" i="1" baseline="-25000" dirty="0" err="1">
                <a:latin typeface="Times New Roman" pitchFamily="18" charset="0"/>
              </a:rPr>
              <a:t>m</a:t>
            </a:r>
            <a:endParaRPr kumimoji="1" lang="en-US" altLang="zh-CN" sz="2400" b="1" i="1" dirty="0">
              <a:latin typeface="Times New Roman" pitchFamily="18" charset="0"/>
            </a:endParaRPr>
          </a:p>
          <a:p>
            <a:pPr algn="ctr">
              <a:lnSpc>
                <a:spcPct val="90000"/>
              </a:lnSpc>
              <a:defRPr/>
            </a:pPr>
            <a:r>
              <a:rPr kumimoji="1" lang="en-US" altLang="zh-CN" sz="2400" b="1" i="1" dirty="0">
                <a:latin typeface="Times New Roman" pitchFamily="18" charset="0"/>
              </a:rPr>
              <a:t>S</a:t>
            </a:r>
            <a:r>
              <a:rPr kumimoji="1" lang="en-US" altLang="zh-CN" sz="3200" b="1" i="1" baseline="-25000" dirty="0">
                <a:latin typeface="Times New Roman" pitchFamily="18" charset="0"/>
              </a:rPr>
              <a:t>m</a:t>
            </a:r>
            <a:r>
              <a:rPr kumimoji="1" lang="en-US" altLang="zh-CN" sz="3200" b="1" baseline="-25000" dirty="0">
                <a:latin typeface="Times New Roman" pitchFamily="18" charset="0"/>
              </a:rPr>
              <a:t>-1</a:t>
            </a:r>
            <a:endParaRPr kumimoji="1" lang="en-US" altLang="zh-CN" sz="2400" b="1" dirty="0">
              <a:latin typeface="Times New Roman" pitchFamily="18" charset="0"/>
            </a:endParaRPr>
          </a:p>
          <a:p>
            <a:pPr algn="ctr">
              <a:lnSpc>
                <a:spcPct val="90000"/>
              </a:lnSpc>
              <a:defRPr/>
            </a:pPr>
            <a:r>
              <a:rPr kumimoji="1" lang="en-US" altLang="zh-CN" sz="2400" b="1" i="1" dirty="0">
                <a:latin typeface="Times New Roman" pitchFamily="18" charset="0"/>
              </a:rPr>
              <a:t>…</a:t>
            </a:r>
          </a:p>
          <a:p>
            <a:pPr algn="ctr">
              <a:lnSpc>
                <a:spcPct val="90000"/>
              </a:lnSpc>
              <a:defRPr/>
            </a:pPr>
            <a:r>
              <a:rPr kumimoji="1" lang="en-US" altLang="zh-CN" sz="2400" b="1" i="1" dirty="0">
                <a:latin typeface="Times New Roman" pitchFamily="18" charset="0"/>
              </a:rPr>
              <a:t>…</a:t>
            </a:r>
          </a:p>
          <a:p>
            <a:pPr algn="ctr">
              <a:lnSpc>
                <a:spcPct val="90000"/>
              </a:lnSpc>
              <a:defRPr/>
            </a:pPr>
            <a:r>
              <a:rPr kumimoji="1" lang="en-US" altLang="zh-CN" sz="2400" b="1" i="1" dirty="0">
                <a:latin typeface="Times New Roman" pitchFamily="18" charset="0"/>
              </a:rPr>
              <a:t>…</a:t>
            </a:r>
          </a:p>
          <a:p>
            <a:pPr algn="ctr">
              <a:lnSpc>
                <a:spcPct val="90000"/>
              </a:lnSpc>
              <a:defRPr/>
            </a:pPr>
            <a:r>
              <a:rPr kumimoji="1" lang="en-US" altLang="zh-CN" sz="2400" b="1" i="1" dirty="0">
                <a:latin typeface="Times New Roman" pitchFamily="18" charset="0"/>
              </a:rPr>
              <a:t>S</a:t>
            </a:r>
            <a:r>
              <a:rPr kumimoji="1" lang="en-US" altLang="zh-CN" sz="2400" b="1" baseline="-25000" dirty="0">
                <a:latin typeface="Times New Roman" pitchFamily="18" charset="0"/>
              </a:rPr>
              <a:t>1</a:t>
            </a:r>
            <a:endParaRPr kumimoji="1" lang="en-US" altLang="zh-CN" sz="2400" b="1" dirty="0">
              <a:latin typeface="Times New Roman" pitchFamily="18" charset="0"/>
            </a:endParaRPr>
          </a:p>
          <a:p>
            <a:pPr algn="ctr">
              <a:lnSpc>
                <a:spcPct val="90000"/>
              </a:lnSpc>
              <a:defRPr/>
            </a:pPr>
            <a:r>
              <a:rPr kumimoji="1" lang="en-US" altLang="zh-CN" sz="2400" b="1" i="1" dirty="0">
                <a:solidFill>
                  <a:srgbClr val="FF0000"/>
                </a:solidFill>
                <a:latin typeface="Times New Roman" pitchFamily="18" charset="0"/>
              </a:rPr>
              <a:t>S</a:t>
            </a:r>
            <a:r>
              <a:rPr kumimoji="1" lang="en-US" altLang="zh-CN" sz="3200" b="1" baseline="-25000" dirty="0">
                <a:solidFill>
                  <a:srgbClr val="FF0000"/>
                </a:solidFill>
                <a:latin typeface="Times New Roman" pitchFamily="18" charset="0"/>
              </a:rPr>
              <a:t>0</a:t>
            </a:r>
          </a:p>
        </p:txBody>
      </p:sp>
      <p:sp>
        <p:nvSpPr>
          <p:cNvPr id="43022" name="AutoShape 15"/>
          <p:cNvSpPr>
            <a:spLocks noChangeArrowheads="1"/>
          </p:cNvSpPr>
          <p:nvPr/>
        </p:nvSpPr>
        <p:spPr bwMode="auto">
          <a:xfrm rot="10800000">
            <a:off x="2476579" y="2720942"/>
            <a:ext cx="1143000" cy="285750"/>
          </a:xfrm>
          <a:prstGeom prst="rightArrow">
            <a:avLst>
              <a:gd name="adj1" fmla="val 50000"/>
              <a:gd name="adj2" fmla="val 75000"/>
            </a:avLst>
          </a:prstGeom>
          <a:solidFill>
            <a:schemeClr val="accent5">
              <a:lumMod val="60000"/>
              <a:lumOff val="40000"/>
            </a:schemeClr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pPr eaLnBrk="1" hangingPunct="1">
              <a:defRPr/>
            </a:pPr>
            <a:endParaRPr lang="zh-CN" altLang="en-US"/>
          </a:p>
        </p:txBody>
      </p:sp>
      <p:sp>
        <p:nvSpPr>
          <p:cNvPr id="43023" name="AutoShape 16"/>
          <p:cNvSpPr>
            <a:spLocks noChangeArrowheads="1"/>
          </p:cNvSpPr>
          <p:nvPr/>
        </p:nvSpPr>
        <p:spPr bwMode="auto">
          <a:xfrm rot="10800000">
            <a:off x="4716016" y="1859756"/>
            <a:ext cx="381000" cy="457200"/>
          </a:xfrm>
          <a:prstGeom prst="downArrow">
            <a:avLst>
              <a:gd name="adj1" fmla="val 50000"/>
              <a:gd name="adj2" fmla="val 40000"/>
            </a:avLst>
          </a:prstGeom>
          <a:solidFill>
            <a:schemeClr val="accent5">
              <a:lumMod val="60000"/>
              <a:lumOff val="40000"/>
            </a:schemeClr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vert="eaVert" wrap="none" anchor="ctr"/>
          <a:lstStyle/>
          <a:p>
            <a:pPr eaLnBrk="1" hangingPunct="1">
              <a:defRPr/>
            </a:pPr>
            <a:endParaRPr lang="zh-CN" altLang="en-US"/>
          </a:p>
        </p:txBody>
      </p:sp>
      <p:sp>
        <p:nvSpPr>
          <p:cNvPr id="43024" name="AutoShape 17"/>
          <p:cNvSpPr>
            <a:spLocks noChangeArrowheads="1"/>
          </p:cNvSpPr>
          <p:nvPr/>
        </p:nvSpPr>
        <p:spPr bwMode="auto">
          <a:xfrm rot="10800000">
            <a:off x="3734147" y="3291831"/>
            <a:ext cx="304800" cy="542925"/>
          </a:xfrm>
          <a:prstGeom prst="upArrow">
            <a:avLst>
              <a:gd name="adj1" fmla="val 50000"/>
              <a:gd name="adj2" fmla="val 75000"/>
            </a:avLst>
          </a:prstGeom>
          <a:solidFill>
            <a:schemeClr val="accent5">
              <a:lumMod val="60000"/>
              <a:lumOff val="40000"/>
            </a:schemeClr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vert="eaVert" wrap="none" anchor="ctr"/>
          <a:lstStyle/>
          <a:p>
            <a:pPr eaLnBrk="1" hangingPunct="1">
              <a:defRPr/>
            </a:pPr>
            <a:endParaRPr lang="zh-CN" altLang="en-US"/>
          </a:p>
        </p:txBody>
      </p:sp>
      <p:sp>
        <p:nvSpPr>
          <p:cNvPr id="43026" name="AutoShape 19"/>
          <p:cNvSpPr>
            <a:spLocks noChangeArrowheads="1"/>
          </p:cNvSpPr>
          <p:nvPr/>
        </p:nvSpPr>
        <p:spPr bwMode="auto">
          <a:xfrm>
            <a:off x="6227763" y="2719189"/>
            <a:ext cx="915987" cy="285750"/>
          </a:xfrm>
          <a:prstGeom prst="rightArrow">
            <a:avLst>
              <a:gd name="adj1" fmla="val 50000"/>
              <a:gd name="adj2" fmla="val 85007"/>
            </a:avLst>
          </a:prstGeom>
          <a:solidFill>
            <a:schemeClr val="accent5">
              <a:lumMod val="60000"/>
              <a:lumOff val="40000"/>
            </a:schemeClr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pPr eaLnBrk="1" hangingPunct="1">
              <a:defRPr/>
            </a:pPr>
            <a:endParaRPr lang="zh-CN" altLang="en-US"/>
          </a:p>
        </p:txBody>
      </p:sp>
      <p:sp>
        <p:nvSpPr>
          <p:cNvPr id="19" name="AutoShape 17"/>
          <p:cNvSpPr>
            <a:spLocks noChangeArrowheads="1"/>
          </p:cNvSpPr>
          <p:nvPr/>
        </p:nvSpPr>
        <p:spPr bwMode="auto">
          <a:xfrm rot="10800000">
            <a:off x="5715347" y="3291831"/>
            <a:ext cx="304800" cy="542925"/>
          </a:xfrm>
          <a:prstGeom prst="upArrow">
            <a:avLst>
              <a:gd name="adj1" fmla="val 50000"/>
              <a:gd name="adj2" fmla="val 75000"/>
            </a:avLst>
          </a:prstGeom>
          <a:solidFill>
            <a:schemeClr val="accent5">
              <a:lumMod val="60000"/>
              <a:lumOff val="40000"/>
            </a:schemeClr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vert="eaVert" wrap="none" anchor="ctr"/>
          <a:lstStyle/>
          <a:p>
            <a:pPr eaLnBrk="1" hangingPunct="1">
              <a:defRPr/>
            </a:pPr>
            <a:endParaRPr lang="zh-CN" altLang="en-US"/>
          </a:p>
        </p:txBody>
      </p:sp>
      <p:grpSp>
        <p:nvGrpSpPr>
          <p:cNvPr id="20" name="组合 19">
            <a:extLst>
              <a:ext uri="{FF2B5EF4-FFF2-40B4-BE49-F238E27FC236}">
                <a16:creationId xmlns:a16="http://schemas.microsoft.com/office/drawing/2014/main" id="{FA6F6E51-9E33-48C7-9252-8B9D66D7E950}"/>
              </a:ext>
            </a:extLst>
          </p:cNvPr>
          <p:cNvGrpSpPr/>
          <p:nvPr/>
        </p:nvGrpSpPr>
        <p:grpSpPr>
          <a:xfrm>
            <a:off x="4914851" y="780779"/>
            <a:ext cx="1191952" cy="562858"/>
            <a:chOff x="6164398" y="1534021"/>
            <a:chExt cx="417707" cy="562858"/>
          </a:xfrm>
        </p:grpSpPr>
        <p:sp>
          <p:nvSpPr>
            <p:cNvPr id="21" name="左大括号 20">
              <a:extLst>
                <a:ext uri="{FF2B5EF4-FFF2-40B4-BE49-F238E27FC236}">
                  <a16:creationId xmlns:a16="http://schemas.microsoft.com/office/drawing/2014/main" id="{80E73C3D-35D4-4D2E-8497-1F539E2F5858}"/>
                </a:ext>
              </a:extLst>
            </p:cNvPr>
            <p:cNvSpPr/>
            <p:nvPr/>
          </p:nvSpPr>
          <p:spPr bwMode="auto">
            <a:xfrm rot="5400000">
              <a:off x="6255928" y="1807066"/>
              <a:ext cx="198283" cy="381344"/>
            </a:xfrm>
            <a:prstGeom prst="leftBrac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B9A448CF-CB7E-454D-A389-5F399E02F6FB}"/>
                </a:ext>
              </a:extLst>
            </p:cNvPr>
            <p:cNvSpPr/>
            <p:nvPr/>
          </p:nvSpPr>
          <p:spPr>
            <a:xfrm>
              <a:off x="6267255" y="1534021"/>
              <a:ext cx="314850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2400" b="1" i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w</a:t>
              </a:r>
              <a:endParaRPr lang="zh-CN" altLang="en-US" sz="2400" baseline="300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B6724F1C-0168-43A5-8B91-8F0014AA0A87}"/>
              </a:ext>
            </a:extLst>
          </p:cNvPr>
          <p:cNvGrpSpPr/>
          <p:nvPr/>
        </p:nvGrpSpPr>
        <p:grpSpPr>
          <a:xfrm rot="16200000">
            <a:off x="-528279" y="2710544"/>
            <a:ext cx="2145639" cy="518717"/>
            <a:chOff x="5484478" y="1578162"/>
            <a:chExt cx="1251299" cy="518717"/>
          </a:xfrm>
        </p:grpSpPr>
        <p:sp>
          <p:nvSpPr>
            <p:cNvPr id="24" name="左大括号 23">
              <a:extLst>
                <a:ext uri="{FF2B5EF4-FFF2-40B4-BE49-F238E27FC236}">
                  <a16:creationId xmlns:a16="http://schemas.microsoft.com/office/drawing/2014/main" id="{AE1E4619-1355-454B-927E-D5036B739D46}"/>
                </a:ext>
              </a:extLst>
            </p:cNvPr>
            <p:cNvSpPr/>
            <p:nvPr/>
          </p:nvSpPr>
          <p:spPr bwMode="auto">
            <a:xfrm rot="5400000">
              <a:off x="6029107" y="1390208"/>
              <a:ext cx="162042" cy="1251299"/>
            </a:xfrm>
            <a:prstGeom prst="leftBrac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FEE2D1D6-8403-445B-A20B-537150FBD1B7}"/>
                </a:ext>
              </a:extLst>
            </p:cNvPr>
            <p:cNvSpPr/>
            <p:nvPr/>
          </p:nvSpPr>
          <p:spPr>
            <a:xfrm rot="5400000">
              <a:off x="5903691" y="1656930"/>
              <a:ext cx="426771" cy="26923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2400" b="1" i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α</a:t>
              </a:r>
              <a:endParaRPr lang="zh-CN" altLang="en-US" sz="2400" b="1" baseline="30000" dirty="0">
                <a:solidFill>
                  <a:srgbClr val="FF0000"/>
                </a:solidFill>
              </a:endParaRPr>
            </a:p>
          </p:txBody>
        </p:sp>
      </p:grpSp>
      <p:sp>
        <p:nvSpPr>
          <p:cNvPr id="29" name="Rectangle 14">
            <a:extLst>
              <a:ext uri="{FF2B5EF4-FFF2-40B4-BE49-F238E27FC236}">
                <a16:creationId xmlns:a16="http://schemas.microsoft.com/office/drawing/2014/main" id="{33D27B57-3DEB-4122-8E03-EB3AC5F945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5874" y="1736774"/>
            <a:ext cx="753877" cy="2681288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wrap="none" lIns="92075" tIns="46038" rIns="92075" bIns="46038"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>
              <a:lnSpc>
                <a:spcPct val="90000"/>
              </a:lnSpc>
              <a:defRPr/>
            </a:pPr>
            <a:r>
              <a:rPr kumimoji="1" lang="en-US" altLang="zh-CN" sz="2400" b="1" i="1" dirty="0" err="1">
                <a:latin typeface="Times New Roman" panose="02020603050405020304" pitchFamily="18" charset="0"/>
              </a:rPr>
              <a:t>X</a:t>
            </a:r>
            <a:r>
              <a:rPr kumimoji="1" lang="en-US" altLang="zh-CN" sz="3200" b="1" i="1" baseline="-25000" dirty="0" err="1">
                <a:latin typeface="Times New Roman" panose="02020603050405020304" pitchFamily="18" charset="0"/>
              </a:rPr>
              <a:t>m</a:t>
            </a:r>
            <a:endParaRPr kumimoji="1" lang="en-US" altLang="zh-CN" sz="2400" b="1" i="1" dirty="0">
              <a:latin typeface="Times New Roman" panose="02020603050405020304" pitchFamily="18" charset="0"/>
            </a:endParaRPr>
          </a:p>
          <a:p>
            <a:pPr algn="ctr">
              <a:lnSpc>
                <a:spcPct val="90000"/>
              </a:lnSpc>
              <a:defRPr/>
            </a:pPr>
            <a:r>
              <a:rPr kumimoji="1" lang="en-US" altLang="zh-CN" sz="2400" b="1" i="1" dirty="0">
                <a:latin typeface="Times New Roman" panose="02020603050405020304" pitchFamily="18" charset="0"/>
              </a:rPr>
              <a:t>X</a:t>
            </a:r>
            <a:r>
              <a:rPr kumimoji="1" lang="en-US" altLang="zh-CN" sz="3200" b="1" i="1" baseline="-25000" dirty="0">
                <a:latin typeface="Times New Roman" panose="02020603050405020304" pitchFamily="18" charset="0"/>
              </a:rPr>
              <a:t>m</a:t>
            </a:r>
            <a:r>
              <a:rPr kumimoji="1" lang="en-US" altLang="zh-CN" sz="3200" b="1" baseline="-25000" dirty="0">
                <a:latin typeface="Times New Roman" panose="02020603050405020304" pitchFamily="18" charset="0"/>
              </a:rPr>
              <a:t>-1</a:t>
            </a:r>
            <a:endParaRPr kumimoji="1" lang="en-US" altLang="zh-CN" sz="2400" b="1" dirty="0">
              <a:latin typeface="Times New Roman" panose="02020603050405020304" pitchFamily="18" charset="0"/>
            </a:endParaRPr>
          </a:p>
          <a:p>
            <a:pPr algn="ctr">
              <a:lnSpc>
                <a:spcPct val="90000"/>
              </a:lnSpc>
              <a:defRPr/>
            </a:pPr>
            <a:r>
              <a:rPr kumimoji="1" lang="en-US" altLang="zh-CN" sz="2400" b="1" i="1" dirty="0">
                <a:latin typeface="Times New Roman" panose="02020603050405020304" pitchFamily="18" charset="0"/>
              </a:rPr>
              <a:t>…</a:t>
            </a:r>
          </a:p>
          <a:p>
            <a:pPr algn="ctr">
              <a:lnSpc>
                <a:spcPct val="90000"/>
              </a:lnSpc>
              <a:defRPr/>
            </a:pPr>
            <a:r>
              <a:rPr kumimoji="1" lang="en-US" altLang="zh-CN" sz="2400" b="1" i="1" dirty="0">
                <a:latin typeface="Times New Roman" panose="02020603050405020304" pitchFamily="18" charset="0"/>
              </a:rPr>
              <a:t>…</a:t>
            </a:r>
          </a:p>
          <a:p>
            <a:pPr algn="ctr">
              <a:lnSpc>
                <a:spcPct val="90000"/>
              </a:lnSpc>
              <a:defRPr/>
            </a:pPr>
            <a:r>
              <a:rPr kumimoji="1" lang="en-US" altLang="zh-CN" sz="2400" b="1" i="1" dirty="0">
                <a:latin typeface="Times New Roman" panose="02020603050405020304" pitchFamily="18" charset="0"/>
              </a:rPr>
              <a:t>…</a:t>
            </a:r>
          </a:p>
          <a:p>
            <a:pPr algn="ctr">
              <a:lnSpc>
                <a:spcPct val="90000"/>
              </a:lnSpc>
              <a:defRPr/>
            </a:pPr>
            <a:r>
              <a:rPr kumimoji="1" lang="en-US" altLang="zh-CN" sz="2400" b="1" i="1" dirty="0">
                <a:latin typeface="Times New Roman" panose="02020603050405020304" pitchFamily="18" charset="0"/>
              </a:rPr>
              <a:t>X</a:t>
            </a:r>
            <a:r>
              <a:rPr kumimoji="1" lang="en-US" altLang="zh-CN" sz="2400" b="1" baseline="-25000" dirty="0">
                <a:latin typeface="Times New Roman" panose="02020603050405020304" pitchFamily="18" charset="0"/>
              </a:rPr>
              <a:t>1</a:t>
            </a:r>
            <a:endParaRPr kumimoji="1" lang="en-US" altLang="zh-CN" sz="2400" b="1" dirty="0">
              <a:latin typeface="Times New Roman" panose="02020603050405020304" pitchFamily="18" charset="0"/>
            </a:endParaRPr>
          </a:p>
          <a:p>
            <a:pPr algn="ctr">
              <a:defRPr/>
            </a:pPr>
            <a:r>
              <a:rPr kumimoji="1" lang="en-US" altLang="zh-CN" sz="2400" b="1" dirty="0">
                <a:solidFill>
                  <a:srgbClr val="FF0000"/>
                </a:solidFill>
                <a:latin typeface="Times New Roman" panose="02020603050405020304" pitchFamily="18" charset="0"/>
              </a:rPr>
              <a:t>$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Text Box 19"/>
          <p:cNvSpPr txBox="1">
            <a:spLocks noChangeArrowheads="1"/>
          </p:cNvSpPr>
          <p:nvPr/>
        </p:nvSpPr>
        <p:spPr bwMode="auto">
          <a:xfrm>
            <a:off x="539750" y="2571750"/>
            <a:ext cx="2743200" cy="442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lnSpc>
                <a:spcPct val="95000"/>
              </a:lnSpc>
            </a:pPr>
            <a:endParaRPr kumimoji="1" lang="zh-CN" altLang="en-US" sz="2400">
              <a:latin typeface="楷体_GB2312"/>
              <a:ea typeface="楷体_GB2312"/>
              <a:cs typeface="楷体_GB2312"/>
            </a:endParaRPr>
          </a:p>
        </p:txBody>
      </p:sp>
      <p:sp>
        <p:nvSpPr>
          <p:cNvPr id="34819" name="标题 1"/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en-US" altLang="zh-CN" sz="3000" i="1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LR </a:t>
            </a:r>
            <a:r>
              <a:rPr lang="zh-CN" altLang="zh-CN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分析表</a:t>
            </a:r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的结构</a:t>
            </a:r>
          </a:p>
        </p:txBody>
      </p:sp>
      <p:sp>
        <p:nvSpPr>
          <p:cNvPr id="34820" name="Rectangle 21"/>
          <p:cNvSpPr txBox="1">
            <a:spLocks noChangeArrowheads="1"/>
          </p:cNvSpPr>
          <p:nvPr/>
        </p:nvSpPr>
        <p:spPr bwMode="auto">
          <a:xfrm>
            <a:off x="400050" y="857251"/>
            <a:ext cx="3314700" cy="171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20000"/>
              </a:spcBef>
              <a:buSzPct val="100000"/>
              <a:buFont typeface="Wingdings" panose="05000000000000000000" pitchFamily="2" charset="2"/>
              <a:buChar char="Ø"/>
            </a:pPr>
            <a:r>
              <a:rPr lang="zh-CN" altLang="en-US" sz="2500" b="1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例：</a:t>
            </a:r>
            <a:r>
              <a:rPr lang="zh-CN" altLang="en-US" sz="2500" b="1" dirty="0">
                <a:latin typeface="楷体" panose="02010609060101010101" pitchFamily="49" charset="-122"/>
                <a:ea typeface="楷体" panose="02010609060101010101" pitchFamily="49" charset="-122"/>
                <a:cs typeface="楷体_GB2312"/>
              </a:rPr>
              <a:t>文法</a:t>
            </a:r>
            <a:endParaRPr lang="en-US" altLang="zh-CN" sz="2500" b="1" dirty="0">
              <a:latin typeface="楷体" panose="02010609060101010101" pitchFamily="49" charset="-122"/>
              <a:ea typeface="楷体" panose="02010609060101010101" pitchFamily="49" charset="-122"/>
              <a:cs typeface="楷体_GB2312"/>
            </a:endParaRPr>
          </a:p>
          <a:p>
            <a:pPr lvl="2" eaLnBrk="1" hangingPunct="1">
              <a:lnSpc>
                <a:spcPct val="90000"/>
              </a:lnSpc>
              <a:spcBef>
                <a:spcPct val="20000"/>
              </a:spcBef>
              <a:buClr>
                <a:schemeClr val="folHlink"/>
              </a:buClr>
              <a:buSzPct val="50000"/>
            </a:pPr>
            <a:r>
              <a:rPr lang="en-US" altLang="zh-CN" sz="2500" b="1" dirty="0">
                <a:latin typeface="宋体" panose="02010600030101010101" pitchFamily="2" charset="-122"/>
              </a:rPr>
              <a:t>① </a:t>
            </a:r>
            <a:r>
              <a:rPr lang="en-US" altLang="zh-CN" sz="2500" b="1" i="1" dirty="0">
                <a:latin typeface="Times New Roman" panose="02020603050405020304" pitchFamily="18" charset="0"/>
                <a:ea typeface="楷体_GB2312"/>
                <a:cs typeface="楷体_GB2312"/>
              </a:rPr>
              <a:t>S</a:t>
            </a:r>
            <a:r>
              <a:rPr lang="en-US" altLang="zh-CN" sz="2500" b="1" dirty="0">
                <a:latin typeface="Times New Roman" panose="02020603050405020304" pitchFamily="18" charset="0"/>
                <a:ea typeface="楷体_GB2312"/>
                <a:cs typeface="楷体_GB2312"/>
              </a:rPr>
              <a:t>→</a:t>
            </a:r>
            <a:r>
              <a:rPr lang="en-US" altLang="zh-CN" sz="2500" b="1" i="1" dirty="0">
                <a:latin typeface="Times New Roman" panose="02020603050405020304" pitchFamily="18" charset="0"/>
                <a:ea typeface="楷体_GB2312"/>
                <a:cs typeface="楷体_GB2312"/>
              </a:rPr>
              <a:t>BB</a:t>
            </a:r>
          </a:p>
          <a:p>
            <a:pPr lvl="2" eaLnBrk="1" hangingPunct="1">
              <a:lnSpc>
                <a:spcPct val="90000"/>
              </a:lnSpc>
              <a:spcBef>
                <a:spcPct val="20000"/>
              </a:spcBef>
              <a:buClr>
                <a:schemeClr val="folHlink"/>
              </a:buClr>
              <a:buSzPct val="50000"/>
            </a:pPr>
            <a:r>
              <a:rPr lang="en-US" altLang="zh-CN" sz="2500" b="1" dirty="0">
                <a:latin typeface="Simsun" panose="02010600030101010101" pitchFamily="2" charset="-122"/>
                <a:ea typeface="Simsun" panose="02010600030101010101" pitchFamily="2" charset="-122"/>
              </a:rPr>
              <a:t>② </a:t>
            </a:r>
            <a:r>
              <a:rPr lang="en-US" altLang="zh-CN" sz="2500" b="1" i="1" dirty="0" err="1">
                <a:latin typeface="Times New Roman" panose="02020603050405020304" pitchFamily="18" charset="0"/>
                <a:ea typeface="楷体_GB2312"/>
                <a:cs typeface="楷体_GB2312"/>
              </a:rPr>
              <a:t>B</a:t>
            </a:r>
            <a:r>
              <a:rPr lang="en-US" altLang="zh-CN" sz="2500" b="1" dirty="0" err="1">
                <a:latin typeface="Times New Roman" panose="02020603050405020304" pitchFamily="18" charset="0"/>
                <a:ea typeface="楷体_GB2312"/>
                <a:cs typeface="楷体_GB2312"/>
              </a:rPr>
              <a:t>→</a:t>
            </a:r>
            <a:r>
              <a:rPr lang="en-US" altLang="zh-CN" sz="2500" b="1" i="1" dirty="0" err="1">
                <a:latin typeface="Times New Roman" panose="02020603050405020304" pitchFamily="18" charset="0"/>
                <a:ea typeface="楷体_GB2312"/>
                <a:cs typeface="楷体_GB2312"/>
              </a:rPr>
              <a:t>aB</a:t>
            </a:r>
            <a:endParaRPr lang="en-US" altLang="zh-CN" sz="2500" b="1" i="1" dirty="0">
              <a:latin typeface="Times New Roman" panose="02020603050405020304" pitchFamily="18" charset="0"/>
              <a:ea typeface="楷体_GB2312"/>
              <a:cs typeface="楷体_GB2312"/>
            </a:endParaRPr>
          </a:p>
          <a:p>
            <a:pPr lvl="2" eaLnBrk="1" hangingPunct="1">
              <a:lnSpc>
                <a:spcPct val="90000"/>
              </a:lnSpc>
              <a:spcBef>
                <a:spcPct val="20000"/>
              </a:spcBef>
              <a:buClr>
                <a:schemeClr val="folHlink"/>
              </a:buClr>
              <a:buSzPct val="50000"/>
            </a:pPr>
            <a:r>
              <a:rPr lang="en-US" altLang="zh-CN" sz="2500" b="1" dirty="0">
                <a:latin typeface="宋体" panose="02010600030101010101" pitchFamily="2" charset="-122"/>
              </a:rPr>
              <a:t>③ </a:t>
            </a:r>
            <a:r>
              <a:rPr lang="en-US" altLang="zh-CN" sz="2500" b="1" i="1" dirty="0" err="1">
                <a:latin typeface="Times New Roman" panose="02020603050405020304" pitchFamily="18" charset="0"/>
                <a:ea typeface="楷体_GB2312"/>
                <a:cs typeface="楷体_GB2312"/>
              </a:rPr>
              <a:t>B</a:t>
            </a:r>
            <a:r>
              <a:rPr lang="en-US" altLang="zh-CN" sz="2500" b="1" dirty="0" err="1">
                <a:latin typeface="Times New Roman" panose="02020603050405020304" pitchFamily="18" charset="0"/>
                <a:ea typeface="楷体_GB2312"/>
                <a:cs typeface="楷体_GB2312"/>
              </a:rPr>
              <a:t>→</a:t>
            </a:r>
            <a:r>
              <a:rPr lang="en-US" altLang="zh-CN" sz="2500" b="1" i="1" dirty="0" err="1">
                <a:latin typeface="Times New Roman" panose="02020603050405020304" pitchFamily="18" charset="0"/>
                <a:ea typeface="楷体_GB2312"/>
                <a:cs typeface="楷体_GB2312"/>
              </a:rPr>
              <a:t>b</a:t>
            </a:r>
            <a:endParaRPr lang="en-US" altLang="zh-CN" sz="2500" b="1" i="1" dirty="0">
              <a:latin typeface="Times New Roman" panose="02020603050405020304" pitchFamily="18" charset="0"/>
              <a:ea typeface="楷体_GB2312"/>
              <a:cs typeface="楷体_GB2312"/>
            </a:endParaRPr>
          </a:p>
        </p:txBody>
      </p:sp>
      <p:graphicFrame>
        <p:nvGraphicFramePr>
          <p:cNvPr id="22" name="Group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8377845"/>
              </p:ext>
            </p:extLst>
          </p:nvPr>
        </p:nvGraphicFramePr>
        <p:xfrm>
          <a:off x="4214812" y="538548"/>
          <a:ext cx="4389439" cy="3329346"/>
        </p:xfrm>
        <a:graphic>
          <a:graphicData uri="http://schemas.openxmlformats.org/drawingml/2006/table">
            <a:tbl>
              <a:tblPr/>
              <a:tblGrid>
                <a:gridCol w="9413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6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17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65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26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305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1014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华文楷体" pitchFamily="2" charset="-122"/>
                          <a:ea typeface="华文楷体" pitchFamily="2" charset="-122"/>
                          <a:cs typeface="Times New Roman" pitchFamily="18" charset="0"/>
                        </a:rPr>
                        <a:t>状态</a:t>
                      </a:r>
                    </a:p>
                  </a:txBody>
                  <a:tcPr marL="91447" marR="91447" marT="34257" marB="34257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" pitchFamily="49" charset="-122"/>
                        </a:rPr>
                        <a:t>ACTION</a:t>
                      </a:r>
                      <a:endParaRPr kumimoji="0" lang="zh-CN" altLang="en-US" sz="1800" b="1" i="1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" pitchFamily="49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" pitchFamily="49" charset="-122"/>
                        </a:rPr>
                        <a:t>GOTO</a:t>
                      </a:r>
                      <a:endParaRPr kumimoji="0" lang="zh-CN" altLang="en-US" sz="1800" b="1" i="1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" pitchFamily="49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6887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0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a</a:t>
                      </a:r>
                      <a:endParaRPr kumimoji="0" lang="zh-CN" altLang="en-US" sz="2000" b="1" i="1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0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" pitchFamily="49" charset="-122"/>
                        </a:rPr>
                        <a:t>b</a:t>
                      </a:r>
                      <a:endParaRPr kumimoji="0" lang="zh-CN" altLang="en-US" sz="2000" b="1" i="1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" pitchFamily="49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$ </a:t>
                      </a: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0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" pitchFamily="49" charset="-122"/>
                        </a:rPr>
                        <a:t>S</a:t>
                      </a:r>
                      <a:endParaRPr kumimoji="0" lang="zh-CN" altLang="en-US" sz="2000" b="1" i="1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" pitchFamily="49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000" b="1" i="1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B</a:t>
                      </a:r>
                      <a:endParaRPr kumimoji="0" lang="zh-CN" altLang="en-US" sz="2000" b="1" i="1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6887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</a:t>
                      </a: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s3</a:t>
                      </a: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s4</a:t>
                      </a:r>
                      <a:endParaRPr kumimoji="0" lang="zh-CN" altLang="en-US" sz="20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1</a:t>
                      </a: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2</a:t>
                      </a: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6887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1</a:t>
                      </a: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0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0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acc</a:t>
                      </a: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6887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2</a:t>
                      </a: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s3</a:t>
                      </a: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s4</a:t>
                      </a: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5</a:t>
                      </a: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6887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3</a:t>
                      </a: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s3</a:t>
                      </a: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folHlink"/>
                          </a:solidFill>
                          <a:effectLst/>
                          <a:latin typeface="宋体" pitchFamily="2" charset="-122"/>
                          <a:ea typeface="华文楷体" pitchFamily="2" charset="-122"/>
                          <a:cs typeface="Times New Roman" pitchFamily="18" charset="0"/>
                        </a:rPr>
                        <a:t> </a:t>
                      </a: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s4</a:t>
                      </a:r>
                      <a:endParaRPr kumimoji="0" lang="zh-CN" altLang="en-US" sz="20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6</a:t>
                      </a: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6887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4</a:t>
                      </a: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r3</a:t>
                      </a:r>
                      <a:endParaRPr kumimoji="0" lang="zh-CN" altLang="en-US" sz="20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r3</a:t>
                      </a:r>
                      <a:endParaRPr kumimoji="0" lang="zh-CN" altLang="en-US" sz="20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r3</a:t>
                      </a: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6887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5</a:t>
                      </a: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r1</a:t>
                      </a:r>
                      <a:endParaRPr kumimoji="0" lang="zh-CN" altLang="en-US" sz="20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r1</a:t>
                      </a:r>
                      <a:endParaRPr kumimoji="0" lang="zh-CN" altLang="en-US" sz="20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r1</a:t>
                      </a: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6887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6</a:t>
                      </a: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r2</a:t>
                      </a: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r2</a:t>
                      </a:r>
                      <a:endParaRPr kumimoji="0" lang="zh-CN" altLang="en-US" sz="20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r2</a:t>
                      </a: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" name="矩形 1">
            <a:extLst>
              <a:ext uri="{FF2B5EF4-FFF2-40B4-BE49-F238E27FC236}">
                <a16:creationId xmlns:a16="http://schemas.microsoft.com/office/drawing/2014/main" id="{77A713FF-1B09-48D2-9E57-073651190CC0}"/>
              </a:ext>
            </a:extLst>
          </p:cNvPr>
          <p:cNvSpPr/>
          <p:nvPr/>
        </p:nvSpPr>
        <p:spPr>
          <a:xfrm>
            <a:off x="251520" y="2643759"/>
            <a:ext cx="3744416" cy="122413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 algn="ctr">
              <a:buFont typeface="Wingdings" panose="05000000000000000000" pitchFamily="2" charset="2"/>
              <a:buChar char="Ø"/>
            </a:pPr>
            <a:r>
              <a:rPr lang="zh-CN" altLang="en-US" sz="2200" b="1" dirty="0">
                <a:solidFill>
                  <a:schemeClr val="tx1"/>
                </a:solidFill>
              </a:rPr>
              <a:t>不同的</a:t>
            </a:r>
            <a:r>
              <a:rPr lang="en-US" altLang="zh-CN" sz="2200" b="1" dirty="0">
                <a:solidFill>
                  <a:schemeClr val="tx1"/>
                </a:solidFill>
              </a:rPr>
              <a:t>LR(k)</a:t>
            </a:r>
            <a:r>
              <a:rPr lang="zh-CN" altLang="en-US" sz="2200" b="1" dirty="0">
                <a:solidFill>
                  <a:schemeClr val="tx1"/>
                </a:solidFill>
              </a:rPr>
              <a:t>分析法，表项的构建方法不同，但结构相同，分析过程相同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1B5D1D9-8FFC-43EC-BF46-C56CA1BF550E}"/>
              </a:ext>
            </a:extLst>
          </p:cNvPr>
          <p:cNvSpPr txBox="1"/>
          <p:nvPr/>
        </p:nvSpPr>
        <p:spPr>
          <a:xfrm>
            <a:off x="5364088" y="92916"/>
            <a:ext cx="17281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2000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itchFamily="18" charset="0"/>
              </a:rPr>
              <a:t>动作表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457F4A7-03BC-409E-A73D-6AC5B76E6D16}"/>
              </a:ext>
            </a:extLst>
          </p:cNvPr>
          <p:cNvSpPr txBox="1"/>
          <p:nvPr/>
        </p:nvSpPr>
        <p:spPr>
          <a:xfrm>
            <a:off x="6949970" y="92916"/>
            <a:ext cx="17281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2000" b="1" dirty="0">
                <a:solidFill>
                  <a:srgbClr val="0070C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itchFamily="18" charset="0"/>
              </a:rPr>
              <a:t>转移表</a:t>
            </a:r>
          </a:p>
        </p:txBody>
      </p:sp>
      <p:sp>
        <p:nvSpPr>
          <p:cNvPr id="25606" name="AutoShape 20"/>
          <p:cNvSpPr>
            <a:spLocks noChangeArrowheads="1"/>
          </p:cNvSpPr>
          <p:nvPr/>
        </p:nvSpPr>
        <p:spPr bwMode="auto">
          <a:xfrm>
            <a:off x="539750" y="3997778"/>
            <a:ext cx="8064698" cy="915948"/>
          </a:xfrm>
          <a:prstGeom prst="wedgeRoundRectCallout">
            <a:avLst>
              <a:gd name="adj1" fmla="val 21088"/>
              <a:gd name="adj2" fmla="val -72561"/>
              <a:gd name="adj3" fmla="val 16667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/>
          <a:lstStyle/>
          <a:p>
            <a:pPr eaLnBrk="1" hangingPunct="1">
              <a:defRPr/>
            </a:pPr>
            <a:r>
              <a:rPr kumimoji="1" lang="en-US" altLang="zh-CN" sz="2200" b="1" i="1" dirty="0" err="1">
                <a:solidFill>
                  <a:srgbClr val="FF0000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sn</a:t>
            </a:r>
            <a:r>
              <a:rPr kumimoji="1" lang="zh-CN" altLang="en-US" sz="2200" b="1" dirty="0">
                <a:solidFill>
                  <a:srgbClr val="FF0000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：</a:t>
            </a:r>
            <a:r>
              <a:rPr kumimoji="1" lang="zh-CN" altLang="en-US" sz="2200" b="1" dirty="0">
                <a:solidFill>
                  <a:srgbClr val="FF0000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itchFamily="18" charset="0"/>
              </a:rPr>
              <a:t>移入动作</a:t>
            </a:r>
            <a:r>
              <a:rPr kumimoji="1" lang="en-US" altLang="zh-CN" sz="2200" b="1" dirty="0">
                <a:solidFill>
                  <a:srgbClr val="FF0000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(shift action)</a:t>
            </a:r>
            <a:r>
              <a:rPr kumimoji="1" lang="zh-CN" altLang="en-US" sz="2200" b="1" dirty="0">
                <a:latin typeface="Times New Roman" pitchFamily="18" charset="0"/>
                <a:ea typeface="楷体_GB2312"/>
                <a:cs typeface="Times New Roman" pitchFamily="18" charset="0"/>
              </a:rPr>
              <a:t>，</a:t>
            </a:r>
            <a:r>
              <a:rPr kumimoji="1" lang="zh-CN" altLang="en-US" sz="2200" b="1" dirty="0">
                <a:latin typeface="楷体" pitchFamily="49" charset="-122"/>
                <a:ea typeface="楷体" pitchFamily="49" charset="-122"/>
                <a:cs typeface="Times New Roman" pitchFamily="18" charset="0"/>
              </a:rPr>
              <a:t>将</a:t>
            </a:r>
            <a:r>
              <a:rPr kumimoji="1" lang="zh-CN" altLang="en-US" sz="2200" b="1" dirty="0">
                <a:solidFill>
                  <a:srgbClr val="0070C0"/>
                </a:solidFill>
                <a:latin typeface="楷体" pitchFamily="49" charset="-122"/>
                <a:ea typeface="楷体" pitchFamily="49" charset="-122"/>
                <a:cs typeface="Times New Roman" pitchFamily="18" charset="0"/>
              </a:rPr>
              <a:t>状态</a:t>
            </a:r>
            <a:r>
              <a:rPr lang="en-US" altLang="zh-CN" sz="2200" b="1" i="1" dirty="0">
                <a:solidFill>
                  <a:srgbClr val="0070C0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n</a:t>
            </a:r>
            <a:r>
              <a:rPr lang="en-US" altLang="zh-CN" sz="2200" b="1" dirty="0">
                <a:solidFill>
                  <a:srgbClr val="0070C0"/>
                </a:solidFill>
                <a:latin typeface="+mn-ea"/>
                <a:ea typeface="+mn-ea"/>
                <a:cs typeface="Times New Roman" pitchFamily="18" charset="0"/>
              </a:rPr>
              <a:t>(</a:t>
            </a:r>
            <a:r>
              <a:rPr lang="zh-CN" altLang="en-US" sz="2200" b="1" dirty="0">
                <a:solidFill>
                  <a:srgbClr val="0070C0"/>
                </a:solidFill>
                <a:latin typeface="+mn-ea"/>
                <a:ea typeface="+mn-ea"/>
                <a:cs typeface="Times New Roman" pitchFamily="18" charset="0"/>
              </a:rPr>
              <a:t>代表当前输入符号</a:t>
            </a:r>
            <a:r>
              <a:rPr lang="en-US" altLang="zh-CN" sz="2200" b="1" dirty="0">
                <a:solidFill>
                  <a:srgbClr val="0070C0"/>
                </a:solidFill>
                <a:latin typeface="+mn-ea"/>
                <a:ea typeface="+mn-ea"/>
                <a:cs typeface="Times New Roman" pitchFamily="18" charset="0"/>
              </a:rPr>
              <a:t>) </a:t>
            </a:r>
            <a:r>
              <a:rPr kumimoji="1" lang="zh-CN" altLang="en-US" sz="2200" b="1" dirty="0">
                <a:solidFill>
                  <a:srgbClr val="0070C0"/>
                </a:solidFill>
                <a:latin typeface="楷体" pitchFamily="49" charset="-122"/>
                <a:ea typeface="楷体" pitchFamily="49" charset="-122"/>
                <a:cs typeface="Times New Roman" pitchFamily="18" charset="0"/>
              </a:rPr>
              <a:t>移入栈</a:t>
            </a:r>
          </a:p>
          <a:p>
            <a:pPr eaLnBrk="1" hangingPunct="1">
              <a:defRPr/>
            </a:pPr>
            <a:r>
              <a:rPr kumimoji="1" lang="en-US" altLang="zh-CN" sz="2200" b="1" i="1" dirty="0" err="1">
                <a:solidFill>
                  <a:srgbClr val="FF0000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rn</a:t>
            </a:r>
            <a:r>
              <a:rPr kumimoji="1" lang="zh-CN" altLang="en-US" sz="2200" b="1" dirty="0">
                <a:solidFill>
                  <a:srgbClr val="FF0000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：</a:t>
            </a:r>
            <a:r>
              <a:rPr kumimoji="1" lang="zh-CN" altLang="en-US" sz="2200" b="1" dirty="0">
                <a:solidFill>
                  <a:srgbClr val="FF0000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itchFamily="18" charset="0"/>
              </a:rPr>
              <a:t>归约动作</a:t>
            </a:r>
            <a:r>
              <a:rPr kumimoji="1" lang="en-US" altLang="zh-CN" sz="2200" b="1" dirty="0">
                <a:solidFill>
                  <a:srgbClr val="FF0000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(reduce action)</a:t>
            </a:r>
            <a:r>
              <a:rPr kumimoji="1" lang="zh-CN" altLang="en-US" sz="2200" b="1" dirty="0">
                <a:latin typeface="Times New Roman" pitchFamily="18" charset="0"/>
                <a:ea typeface="楷体_GB2312"/>
                <a:cs typeface="Times New Roman" pitchFamily="18" charset="0"/>
              </a:rPr>
              <a:t>，</a:t>
            </a:r>
            <a:r>
              <a:rPr kumimoji="1" lang="zh-CN" altLang="en-US" sz="2200" b="1" dirty="0">
                <a:latin typeface="华文楷体" panose="02010600040101010101" pitchFamily="2" charset="-122"/>
                <a:ea typeface="华文楷体" panose="02010600040101010101" pitchFamily="2" charset="-122"/>
                <a:cs typeface="Times New Roman" pitchFamily="18" charset="0"/>
              </a:rPr>
              <a:t>用第</a:t>
            </a:r>
            <a:r>
              <a:rPr lang="en-US" altLang="zh-CN" sz="2200" b="1" i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n</a:t>
            </a:r>
            <a:r>
              <a:rPr kumimoji="1" lang="zh-CN" altLang="en-US" sz="2200" b="1" dirty="0">
                <a:latin typeface="华文楷体" panose="02010600040101010101" pitchFamily="2" charset="-122"/>
                <a:ea typeface="华文楷体" panose="02010600040101010101" pitchFamily="2" charset="-122"/>
                <a:cs typeface="Times New Roman" pitchFamily="18" charset="0"/>
              </a:rPr>
              <a:t>个产生式进行</a:t>
            </a:r>
            <a:r>
              <a:rPr kumimoji="1" lang="zh-CN" altLang="en-US" sz="2200" b="1" dirty="0">
                <a:solidFill>
                  <a:srgbClr val="0070C0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itchFamily="18" charset="0"/>
              </a:rPr>
              <a:t>归约</a:t>
            </a:r>
            <a:endParaRPr kumimoji="1" lang="en-US" altLang="zh-CN" sz="2200" b="1" dirty="0">
              <a:solidFill>
                <a:srgbClr val="0070C0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Times New Roman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56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560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Text Box 19"/>
          <p:cNvSpPr txBox="1">
            <a:spLocks noChangeArrowheads="1"/>
          </p:cNvSpPr>
          <p:nvPr/>
        </p:nvSpPr>
        <p:spPr bwMode="auto">
          <a:xfrm>
            <a:off x="539750" y="2571750"/>
            <a:ext cx="2743200" cy="442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lnSpc>
                <a:spcPct val="95000"/>
              </a:lnSpc>
            </a:pPr>
            <a:endParaRPr kumimoji="1" lang="zh-CN" altLang="en-US" sz="2400">
              <a:solidFill>
                <a:srgbClr val="000000"/>
              </a:solidFill>
              <a:latin typeface="楷体_GB2312"/>
              <a:ea typeface="楷体_GB2312"/>
              <a:cs typeface="楷体_GB2312"/>
            </a:endParaRPr>
          </a:p>
        </p:txBody>
      </p:sp>
      <p:sp>
        <p:nvSpPr>
          <p:cNvPr id="36867" name="标题 1"/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en-US" altLang="zh-CN" sz="3000" i="1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LR </a:t>
            </a:r>
            <a:r>
              <a:rPr lang="zh-CN" altLang="zh-CN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分析表</a:t>
            </a:r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的结构</a:t>
            </a:r>
          </a:p>
        </p:txBody>
      </p:sp>
      <p:sp>
        <p:nvSpPr>
          <p:cNvPr id="36868" name="Rectangle 21"/>
          <p:cNvSpPr txBox="1">
            <a:spLocks noChangeArrowheads="1"/>
          </p:cNvSpPr>
          <p:nvPr/>
        </p:nvSpPr>
        <p:spPr bwMode="auto">
          <a:xfrm>
            <a:off x="400050" y="857250"/>
            <a:ext cx="3314700" cy="3286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20000"/>
              </a:spcBef>
              <a:buSzPct val="100000"/>
              <a:buFont typeface="Wingdings" panose="05000000000000000000" pitchFamily="2" charset="2"/>
              <a:buChar char="Ø"/>
            </a:pPr>
            <a:r>
              <a:rPr lang="zh-CN" altLang="en-US" sz="2500" b="1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例</a:t>
            </a:r>
            <a:endParaRPr lang="en-US" altLang="zh-CN" sz="2500" b="1">
              <a:solidFill>
                <a:srgbClr val="000000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lvl="1" eaLnBrk="1" hangingPunct="1">
              <a:lnSpc>
                <a:spcPct val="90000"/>
              </a:lnSpc>
              <a:spcBef>
                <a:spcPct val="20000"/>
              </a:spcBef>
              <a:buSzPct val="100000"/>
              <a:buFont typeface="Wingdings" panose="05000000000000000000" pitchFamily="2" charset="2"/>
              <a:buChar char="Ø"/>
            </a:pPr>
            <a:r>
              <a:rPr lang="zh-CN" altLang="en-US" sz="2500" b="1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楷体_GB2312"/>
              </a:rPr>
              <a:t>文法</a:t>
            </a:r>
            <a:endParaRPr lang="en-US" altLang="zh-CN" sz="2500" b="1">
              <a:solidFill>
                <a:srgbClr val="000000"/>
              </a:solidFill>
              <a:latin typeface="楷体" panose="02010609060101010101" pitchFamily="49" charset="-122"/>
              <a:ea typeface="楷体" panose="02010609060101010101" pitchFamily="49" charset="-122"/>
              <a:cs typeface="楷体_GB2312"/>
            </a:endParaRPr>
          </a:p>
          <a:p>
            <a:pPr lvl="2" eaLnBrk="1" hangingPunct="1">
              <a:lnSpc>
                <a:spcPct val="90000"/>
              </a:lnSpc>
              <a:spcBef>
                <a:spcPct val="20000"/>
              </a:spcBef>
              <a:buClr>
                <a:srgbClr val="5EAEFF"/>
              </a:buClr>
              <a:buSzPct val="50000"/>
            </a:pPr>
            <a:r>
              <a:rPr lang="en-US" altLang="zh-CN" sz="2500" b="1">
                <a:solidFill>
                  <a:srgbClr val="000000"/>
                </a:solidFill>
                <a:latin typeface="宋体" panose="02010600030101010101" pitchFamily="2" charset="-122"/>
              </a:rPr>
              <a:t>① </a:t>
            </a:r>
            <a:r>
              <a:rPr lang="en-US" altLang="zh-CN" sz="2500" b="1" i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S</a:t>
            </a:r>
            <a:r>
              <a:rPr lang="en-US" altLang="zh-CN" sz="2500" b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→</a:t>
            </a:r>
            <a:r>
              <a:rPr lang="en-US" altLang="zh-CN" sz="2500" b="1" i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BB</a:t>
            </a:r>
          </a:p>
          <a:p>
            <a:pPr lvl="2" eaLnBrk="1" hangingPunct="1">
              <a:lnSpc>
                <a:spcPct val="90000"/>
              </a:lnSpc>
              <a:spcBef>
                <a:spcPct val="20000"/>
              </a:spcBef>
              <a:buClr>
                <a:srgbClr val="5EAEFF"/>
              </a:buClr>
              <a:buSzPct val="50000"/>
            </a:pPr>
            <a:r>
              <a:rPr lang="en-US" altLang="zh-CN" sz="2500" b="1">
                <a:solidFill>
                  <a:srgbClr val="000000"/>
                </a:solidFill>
                <a:latin typeface="Simsun" panose="02010600030101010101" pitchFamily="2" charset="-122"/>
                <a:ea typeface="Simsun" panose="02010600030101010101" pitchFamily="2" charset="-122"/>
              </a:rPr>
              <a:t>② </a:t>
            </a:r>
            <a:r>
              <a:rPr lang="en-US" altLang="zh-CN" sz="2500" b="1" i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B</a:t>
            </a:r>
            <a:r>
              <a:rPr lang="en-US" altLang="zh-CN" sz="2500" b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→</a:t>
            </a:r>
            <a:r>
              <a:rPr lang="en-US" altLang="zh-CN" sz="2500" b="1" i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aB</a:t>
            </a:r>
          </a:p>
          <a:p>
            <a:pPr lvl="2" eaLnBrk="1" hangingPunct="1">
              <a:lnSpc>
                <a:spcPct val="90000"/>
              </a:lnSpc>
              <a:spcBef>
                <a:spcPct val="20000"/>
              </a:spcBef>
              <a:buClr>
                <a:srgbClr val="5EAEFF"/>
              </a:buClr>
              <a:buSzPct val="50000"/>
            </a:pPr>
            <a:r>
              <a:rPr lang="en-US" altLang="zh-CN" sz="2500" b="1">
                <a:solidFill>
                  <a:srgbClr val="000000"/>
                </a:solidFill>
                <a:latin typeface="宋体" panose="02010600030101010101" pitchFamily="2" charset="-122"/>
              </a:rPr>
              <a:t>③ </a:t>
            </a:r>
            <a:r>
              <a:rPr lang="en-US" altLang="zh-CN" sz="2500" b="1" i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B</a:t>
            </a:r>
            <a:r>
              <a:rPr lang="en-US" altLang="zh-CN" sz="2500" b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→</a:t>
            </a:r>
            <a:r>
              <a:rPr lang="en-US" altLang="zh-CN" sz="2500" b="1" i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b</a:t>
            </a:r>
          </a:p>
          <a:p>
            <a:pPr lvl="1" eaLnBrk="1" hangingPunct="1">
              <a:lnSpc>
                <a:spcPct val="90000"/>
              </a:lnSpc>
              <a:spcBef>
                <a:spcPct val="20000"/>
              </a:spcBef>
              <a:buClr>
                <a:srgbClr val="0080FF"/>
              </a:buClr>
              <a:buSzPct val="55000"/>
              <a:buFont typeface="Wingdings" panose="05000000000000000000" pitchFamily="2" charset="2"/>
              <a:buChar char="n"/>
            </a:pPr>
            <a:endParaRPr lang="zh-CN" altLang="en-US" sz="2400" b="1">
              <a:solidFill>
                <a:srgbClr val="00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graphicFrame>
        <p:nvGraphicFramePr>
          <p:cNvPr id="22" name="Group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1948232"/>
              </p:ext>
            </p:extLst>
          </p:nvPr>
        </p:nvGraphicFramePr>
        <p:xfrm>
          <a:off x="4214813" y="123825"/>
          <a:ext cx="4318000" cy="3603666"/>
        </p:xfrm>
        <a:graphic>
          <a:graphicData uri="http://schemas.openxmlformats.org/drawingml/2006/table">
            <a:tbl>
              <a:tblPr/>
              <a:tblGrid>
                <a:gridCol w="9286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4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29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35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07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310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25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华文楷体" pitchFamily="2" charset="-122"/>
                          <a:ea typeface="华文楷体" pitchFamily="2" charset="-122"/>
                          <a:cs typeface="Times New Roman" pitchFamily="18" charset="0"/>
                        </a:rPr>
                        <a:t>状态</a:t>
                      </a:r>
                    </a:p>
                  </a:txBody>
                  <a:tcPr marL="91447" marR="91447" marT="34257" marB="34257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" pitchFamily="49" charset="-122"/>
                        </a:rPr>
                        <a:t>ACTION</a:t>
                      </a:r>
                      <a:endParaRPr kumimoji="0" lang="zh-CN" altLang="en-US" sz="20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" pitchFamily="49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" pitchFamily="49" charset="-122"/>
                        </a:rPr>
                        <a:t>GOTO</a:t>
                      </a:r>
                      <a:endParaRPr kumimoji="0" lang="zh-CN" altLang="en-US" sz="20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" pitchFamily="49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3789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1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a</a:t>
                      </a:r>
                      <a:endParaRPr kumimoji="0" lang="zh-CN" altLang="en-US" sz="2200" b="1" i="1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" pitchFamily="49" charset="-122"/>
                        </a:rPr>
                        <a:t>b</a:t>
                      </a:r>
                      <a:endParaRPr kumimoji="0" lang="zh-CN" altLang="en-US" sz="22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" pitchFamily="49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$ 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" pitchFamily="49" charset="-122"/>
                        </a:rPr>
                        <a:t>S</a:t>
                      </a:r>
                      <a:endParaRPr kumimoji="0" lang="zh-CN" altLang="en-US" sz="22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" pitchFamily="49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1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B</a:t>
                      </a:r>
                      <a:endParaRPr kumimoji="0" lang="zh-CN" altLang="en-US" sz="2200" b="1" i="1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378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</a:t>
                      </a:r>
                      <a:endParaRPr kumimoji="0" lang="zh-CN" altLang="en-US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s3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s4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1</a:t>
                      </a:r>
                      <a:endParaRPr kumimoji="0" lang="zh-CN" altLang="en-US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2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378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1</a:t>
                      </a:r>
                      <a:endParaRPr kumimoji="0" lang="zh-CN" altLang="en-US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acc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78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2</a:t>
                      </a:r>
                      <a:endParaRPr kumimoji="0" lang="zh-CN" altLang="en-US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s3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s4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5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378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3</a:t>
                      </a:r>
                      <a:endParaRPr kumimoji="0" lang="zh-CN" altLang="en-US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s3</a:t>
                      </a: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folHlink"/>
                          </a:solidFill>
                          <a:effectLst/>
                          <a:latin typeface="宋体" pitchFamily="2" charset="-122"/>
                          <a:ea typeface="华文楷体" pitchFamily="2" charset="-122"/>
                          <a:cs typeface="Times New Roman" pitchFamily="18" charset="0"/>
                        </a:rPr>
                        <a:t> 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s4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6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378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4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r3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r3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r3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378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5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r1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r1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r1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378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6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r2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r2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r2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Rectangle 3"/>
          <p:cNvSpPr>
            <a:spLocks noGrp="1" noChangeArrowheads="1"/>
          </p:cNvSpPr>
          <p:nvPr>
            <p:ph idx="1"/>
          </p:nvPr>
        </p:nvSpPr>
        <p:spPr>
          <a:xfrm>
            <a:off x="4211638" y="3721100"/>
            <a:ext cx="3671887" cy="1082675"/>
          </a:xfrm>
        </p:spPr>
        <p:txBody>
          <a:bodyPr lIns="92075" tIns="46038" rIns="92075" bIns="46038"/>
          <a:lstStyle/>
          <a:p>
            <a:pPr eaLnBrk="1" hangingPunct="1">
              <a:lnSpc>
                <a:spcPts val="3500"/>
              </a:lnSpc>
              <a:buFont typeface="Wingdings" panose="05000000000000000000" pitchFamily="2" charset="2"/>
              <a:buNone/>
            </a:pPr>
            <a:r>
              <a:rPr lang="zh-CN" altLang="en-US" b="1" dirty="0">
                <a:solidFill>
                  <a:srgbClr val="2D83F4"/>
                </a:solidFill>
                <a:latin typeface="楷体" panose="02010609060101010101" pitchFamily="49" charset="-122"/>
                <a:cs typeface="Times New Roman" panose="02020603050405020304" pitchFamily="18" charset="0"/>
              </a:rPr>
              <a:t>栈    剩余输入</a:t>
            </a:r>
          </a:p>
          <a:p>
            <a:pPr eaLnBrk="1" hangingPunct="1">
              <a:lnSpc>
                <a:spcPts val="2500"/>
              </a:lnSpc>
              <a:spcBef>
                <a:spcPct val="0"/>
              </a:spcBef>
              <a:buFont typeface="Wingdings" panose="05000000000000000000" pitchFamily="2" charset="2"/>
              <a:buNone/>
            </a:pPr>
            <a:r>
              <a:rPr lang="zh-CN" altLang="en-US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0</a:t>
            </a:r>
          </a:p>
          <a:p>
            <a:pPr eaLnBrk="1" hangingPunct="1">
              <a:lnSpc>
                <a:spcPts val="2500"/>
              </a:lnSpc>
              <a:spcBef>
                <a:spcPct val="0"/>
              </a:spcBef>
              <a:buFont typeface="Wingdings" panose="05000000000000000000" pitchFamily="2" charset="2"/>
              <a:buNone/>
            </a:pPr>
            <a:r>
              <a:rPr lang="en-US" altLang="zh-CN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$</a:t>
            </a:r>
            <a:r>
              <a:rPr lang="zh-CN" altLang="en-US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          </a:t>
            </a:r>
            <a:r>
              <a:rPr lang="en-US" altLang="zh-CN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            </a:t>
            </a:r>
            <a:r>
              <a:rPr lang="en-US" altLang="zh-CN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$</a:t>
            </a:r>
            <a:endParaRPr lang="en-US" altLang="zh-CN" b="1" i="1" dirty="0">
              <a:solidFill>
                <a:schemeClr val="tx1"/>
              </a:solidFill>
              <a:ea typeface="楷体_GB2312"/>
              <a:cs typeface="Times New Roman" panose="02020603050405020304" pitchFamily="18" charset="0"/>
            </a:endParaRPr>
          </a:p>
        </p:txBody>
      </p:sp>
      <p:sp>
        <p:nvSpPr>
          <p:cNvPr id="8" name="矩形 7"/>
          <p:cNvSpPr>
            <a:spLocks noChangeArrowheads="1"/>
          </p:cNvSpPr>
          <p:nvPr/>
        </p:nvSpPr>
        <p:spPr bwMode="auto">
          <a:xfrm>
            <a:off x="4427538" y="4164013"/>
            <a:ext cx="374650" cy="423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73050" indent="-2730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0"/>
              </a:spcBef>
              <a:buClr>
                <a:srgbClr val="31B6FD"/>
              </a:buClr>
              <a:buFontTx/>
              <a:buNone/>
            </a:pPr>
            <a:r>
              <a:rPr lang="en-US" altLang="zh-CN" b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4</a:t>
            </a:r>
            <a:r>
              <a:rPr lang="en-US" altLang="zh-CN" i="1">
                <a:solidFill>
                  <a:srgbClr val="073E87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 </a:t>
            </a:r>
            <a:endParaRPr lang="zh-CN" altLang="en-US" sz="2800">
              <a:solidFill>
                <a:srgbClr val="000000"/>
              </a:solidFill>
              <a:latin typeface="Tahoma" panose="020B0604030504040204" pitchFamily="34" charset="0"/>
              <a:ea typeface="楷体_GB2312"/>
              <a:cs typeface="Times New Roman" panose="02020603050405020304" pitchFamily="18" charset="0"/>
            </a:endParaRPr>
          </a:p>
        </p:txBody>
      </p:sp>
      <p:sp>
        <p:nvSpPr>
          <p:cNvPr id="9" name="矩形 8"/>
          <p:cNvSpPr>
            <a:spLocks noChangeArrowheads="1"/>
          </p:cNvSpPr>
          <p:nvPr/>
        </p:nvSpPr>
        <p:spPr bwMode="auto">
          <a:xfrm>
            <a:off x="5813425" y="4443413"/>
            <a:ext cx="338138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r>
              <a:rPr lang="en-US" altLang="zh-CN" sz="2400" b="1" i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b</a:t>
            </a:r>
            <a:endParaRPr lang="zh-CN" altLang="en-US" sz="2800" b="1">
              <a:solidFill>
                <a:srgbClr val="000000"/>
              </a:solidFill>
              <a:ea typeface="楷体_GB2312"/>
              <a:cs typeface="Times New Roman" panose="02020603050405020304" pitchFamily="18" charset="0"/>
            </a:endParaRPr>
          </a:p>
        </p:txBody>
      </p:sp>
      <p:sp>
        <p:nvSpPr>
          <p:cNvPr id="10" name="矩形 9"/>
          <p:cNvSpPr>
            <a:spLocks noChangeArrowheads="1"/>
          </p:cNvSpPr>
          <p:nvPr/>
        </p:nvSpPr>
        <p:spPr bwMode="auto">
          <a:xfrm>
            <a:off x="5630863" y="4443413"/>
            <a:ext cx="339725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r>
              <a:rPr lang="en-US" altLang="zh-CN" sz="2400" b="1" i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a</a:t>
            </a:r>
            <a:endParaRPr lang="zh-CN" altLang="en-US" sz="2800" b="1">
              <a:solidFill>
                <a:srgbClr val="000000"/>
              </a:solidFill>
              <a:ea typeface="楷体_GB2312"/>
              <a:cs typeface="Times New Roman" panose="02020603050405020304" pitchFamily="18" charset="0"/>
            </a:endParaRPr>
          </a:p>
        </p:txBody>
      </p:sp>
      <p:sp>
        <p:nvSpPr>
          <p:cNvPr id="11" name="矩形 10"/>
          <p:cNvSpPr>
            <a:spLocks noChangeArrowheads="1"/>
          </p:cNvSpPr>
          <p:nvPr/>
        </p:nvSpPr>
        <p:spPr bwMode="auto">
          <a:xfrm>
            <a:off x="5437188" y="4443413"/>
            <a:ext cx="338137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r>
              <a:rPr lang="en-US" altLang="zh-CN" sz="2400" b="1" i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b</a:t>
            </a:r>
            <a:endParaRPr lang="zh-CN" altLang="en-US" sz="2800" b="1">
              <a:solidFill>
                <a:srgbClr val="000000"/>
              </a:solidFill>
              <a:ea typeface="楷体_GB2312"/>
              <a:cs typeface="Times New Roman" panose="02020603050405020304" pitchFamily="18" charset="0"/>
            </a:endParaRPr>
          </a:p>
        </p:txBody>
      </p:sp>
      <p:sp>
        <p:nvSpPr>
          <p:cNvPr id="12" name="矩形 11"/>
          <p:cNvSpPr>
            <a:spLocks noChangeArrowheads="1"/>
          </p:cNvSpPr>
          <p:nvPr/>
        </p:nvSpPr>
        <p:spPr bwMode="auto">
          <a:xfrm>
            <a:off x="4411663" y="4443413"/>
            <a:ext cx="390525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r>
              <a:rPr lang="en-US" altLang="zh-CN" sz="2400" b="1" i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B</a:t>
            </a:r>
            <a:endParaRPr lang="zh-CN" altLang="en-US" b="1" dirty="0">
              <a:solidFill>
                <a:srgbClr val="000000"/>
              </a:solidFill>
              <a:ea typeface="楷体_GB2312"/>
              <a:cs typeface="Times New Roman" panose="02020603050405020304" pitchFamily="18" charset="0"/>
            </a:endParaRPr>
          </a:p>
        </p:txBody>
      </p:sp>
      <p:sp>
        <p:nvSpPr>
          <p:cNvPr id="6" name="矩形 5"/>
          <p:cNvSpPr>
            <a:spLocks noChangeArrowheads="1"/>
          </p:cNvSpPr>
          <p:nvPr/>
        </p:nvSpPr>
        <p:spPr bwMode="auto">
          <a:xfrm>
            <a:off x="842963" y="4543425"/>
            <a:ext cx="2033587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342900" indent="-3429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marL="0" lvl="1" eaLnBrk="1" hangingPunct="1">
              <a:spcBef>
                <a:spcPct val="30000"/>
              </a:spcBef>
            </a:pPr>
            <a:r>
              <a:rPr lang="zh-CN" altLang="en-US" sz="2500" b="1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输入  </a:t>
            </a:r>
            <a:r>
              <a:rPr lang="en-US" altLang="zh-CN" sz="2500" b="1" i="1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</a:rPr>
              <a:t>b  a   b</a:t>
            </a:r>
            <a:endParaRPr lang="en-US" altLang="zh-CN" sz="2500" b="1" i="1">
              <a:solidFill>
                <a:srgbClr val="000000"/>
              </a:solidFill>
              <a:latin typeface="Times New Roman" panose="02020603050405020304" pitchFamily="18" charset="0"/>
              <a:ea typeface="楷体_GB2312"/>
              <a:cs typeface="楷体_GB2312"/>
            </a:endParaRPr>
          </a:p>
        </p:txBody>
      </p:sp>
      <p:grpSp>
        <p:nvGrpSpPr>
          <p:cNvPr id="2" name="Group 78"/>
          <p:cNvGrpSpPr>
            <a:grpSpLocks/>
          </p:cNvGrpSpPr>
          <p:nvPr/>
        </p:nvGrpSpPr>
        <p:grpSpPr bwMode="auto">
          <a:xfrm>
            <a:off x="1835150" y="3994150"/>
            <a:ext cx="357188" cy="557213"/>
            <a:chOff x="975" y="3041"/>
            <a:chExt cx="225" cy="741"/>
          </a:xfrm>
        </p:grpSpPr>
        <p:sp>
          <p:nvSpPr>
            <p:cNvPr id="19" name="Line 79"/>
            <p:cNvSpPr>
              <a:spLocks noChangeShapeType="1"/>
            </p:cNvSpPr>
            <p:nvPr/>
          </p:nvSpPr>
          <p:spPr bwMode="auto">
            <a:xfrm flipH="1" flipV="1">
              <a:off x="1066" y="3543"/>
              <a:ext cx="0" cy="239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92075" tIns="46038" rIns="92075" bIns="46038"/>
            <a:lstStyle/>
            <a:p>
              <a:pPr>
                <a:defRPr/>
              </a:pPr>
              <a:endParaRPr lang="zh-CN" altLang="en-US">
                <a:solidFill>
                  <a:schemeClr val="tx2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6946" name="Rectangle 80"/>
            <p:cNvSpPr>
              <a:spLocks noChangeArrowheads="1"/>
            </p:cNvSpPr>
            <p:nvPr/>
          </p:nvSpPr>
          <p:spPr bwMode="auto">
            <a:xfrm>
              <a:off x="975" y="3041"/>
              <a:ext cx="225" cy="54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lnSpc>
                  <a:spcPct val="110000"/>
                </a:lnSpc>
                <a:spcBef>
                  <a:spcPct val="20000"/>
                </a:spcBef>
                <a:buClr>
                  <a:srgbClr val="5EAEFF"/>
                </a:buClr>
                <a:buSzPct val="75000"/>
                <a:buFont typeface="Monotype Sorts"/>
                <a:buNone/>
              </a:pPr>
              <a:r>
                <a:rPr kumimoji="1" lang="en-US" altLang="zh-CN" sz="2000" b="1" i="1">
                  <a:latin typeface="Times New Roman" panose="02020603050405020304" pitchFamily="18" charset="0"/>
                </a:rPr>
                <a:t>B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 nodeType="clickPar">
                      <p:stCondLst>
                        <p:cond delay="indefinite"/>
                      </p:stCondLst>
                      <p:childTnLst>
                        <p:par>
                          <p:cTn id="4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4" presetID="35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8.33333E-7 -1.97531E-6 L -0.11389 -0.00586 " pathEditMode="relative" rAng="0" ptsTypes="AA">
                                      <p:cBhvr>
                                        <p:cTn id="45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694" y="-30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47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 nodeType="clickPar">
                      <p:stCondLst>
                        <p:cond delay="indefinite"/>
                      </p:stCondLst>
                      <p:childTnLst>
                        <p:par>
                          <p:cTn id="5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53" presetClass="exit" presetSubtype="32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2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6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7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 nodeType="clickPar">
                      <p:stCondLst>
                        <p:cond delay="indefinite"/>
                      </p:stCondLst>
                      <p:childTnLst>
                        <p:par>
                          <p:cTn id="7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8" grpId="0"/>
      <p:bldP spid="8" grpId="1"/>
      <p:bldP spid="9" grpId="0"/>
      <p:bldP spid="10" grpId="0"/>
      <p:bldP spid="11" grpId="0"/>
      <p:bldP spid="11" grpId="1"/>
      <p:bldP spid="11" grpId="2"/>
      <p:bldP spid="12" grpId="0"/>
      <p:bldP spid="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Text Box 19"/>
          <p:cNvSpPr txBox="1">
            <a:spLocks noChangeArrowheads="1"/>
          </p:cNvSpPr>
          <p:nvPr/>
        </p:nvSpPr>
        <p:spPr bwMode="auto">
          <a:xfrm>
            <a:off x="539750" y="2571750"/>
            <a:ext cx="2743200" cy="442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lnSpc>
                <a:spcPct val="95000"/>
              </a:lnSpc>
            </a:pPr>
            <a:endParaRPr kumimoji="1" lang="zh-CN" altLang="en-US" sz="2400">
              <a:solidFill>
                <a:srgbClr val="000000"/>
              </a:solidFill>
              <a:latin typeface="楷体_GB2312"/>
              <a:ea typeface="楷体_GB2312"/>
              <a:cs typeface="楷体_GB2312"/>
            </a:endParaRPr>
          </a:p>
        </p:txBody>
      </p:sp>
      <p:sp>
        <p:nvSpPr>
          <p:cNvPr id="38915" name="标题 1"/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en-US" altLang="zh-CN" sz="3000" i="1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LR </a:t>
            </a:r>
            <a:r>
              <a:rPr lang="zh-CN" altLang="zh-CN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分析表</a:t>
            </a:r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的结构</a:t>
            </a:r>
          </a:p>
        </p:txBody>
      </p:sp>
      <p:sp>
        <p:nvSpPr>
          <p:cNvPr id="38916" name="Rectangle 21"/>
          <p:cNvSpPr txBox="1">
            <a:spLocks noChangeArrowheads="1"/>
          </p:cNvSpPr>
          <p:nvPr/>
        </p:nvSpPr>
        <p:spPr bwMode="auto">
          <a:xfrm>
            <a:off x="400050" y="857250"/>
            <a:ext cx="3314700" cy="3286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20000"/>
              </a:spcBef>
              <a:buSzPct val="100000"/>
              <a:buFont typeface="Wingdings" panose="05000000000000000000" pitchFamily="2" charset="2"/>
              <a:buChar char="Ø"/>
            </a:pPr>
            <a:r>
              <a:rPr lang="zh-CN" altLang="en-US" sz="2500" b="1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例</a:t>
            </a:r>
            <a:endParaRPr lang="en-US" altLang="zh-CN" sz="2500" b="1">
              <a:solidFill>
                <a:srgbClr val="000000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lvl="1" eaLnBrk="1" hangingPunct="1">
              <a:lnSpc>
                <a:spcPct val="90000"/>
              </a:lnSpc>
              <a:spcBef>
                <a:spcPct val="20000"/>
              </a:spcBef>
              <a:buSzPct val="100000"/>
              <a:buFont typeface="Wingdings" panose="05000000000000000000" pitchFamily="2" charset="2"/>
              <a:buChar char="Ø"/>
            </a:pPr>
            <a:r>
              <a:rPr lang="zh-CN" altLang="en-US" sz="2500" b="1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楷体_GB2312"/>
              </a:rPr>
              <a:t>文法</a:t>
            </a:r>
            <a:endParaRPr lang="en-US" altLang="zh-CN" sz="2500" b="1">
              <a:solidFill>
                <a:srgbClr val="000000"/>
              </a:solidFill>
              <a:latin typeface="楷体" panose="02010609060101010101" pitchFamily="49" charset="-122"/>
              <a:ea typeface="楷体" panose="02010609060101010101" pitchFamily="49" charset="-122"/>
              <a:cs typeface="楷体_GB2312"/>
            </a:endParaRPr>
          </a:p>
          <a:p>
            <a:pPr lvl="2" eaLnBrk="1" hangingPunct="1">
              <a:lnSpc>
                <a:spcPct val="90000"/>
              </a:lnSpc>
              <a:spcBef>
                <a:spcPct val="20000"/>
              </a:spcBef>
              <a:buClr>
                <a:srgbClr val="5EAEFF"/>
              </a:buClr>
              <a:buSzPct val="50000"/>
            </a:pPr>
            <a:r>
              <a:rPr lang="en-US" altLang="zh-CN" sz="2500" b="1">
                <a:solidFill>
                  <a:srgbClr val="000000"/>
                </a:solidFill>
                <a:latin typeface="宋体" panose="02010600030101010101" pitchFamily="2" charset="-122"/>
              </a:rPr>
              <a:t>① </a:t>
            </a:r>
            <a:r>
              <a:rPr lang="en-US" altLang="zh-CN" sz="2500" b="1" i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S</a:t>
            </a:r>
            <a:r>
              <a:rPr lang="en-US" altLang="zh-CN" sz="2500" b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→</a:t>
            </a:r>
            <a:r>
              <a:rPr lang="en-US" altLang="zh-CN" sz="2500" b="1" i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BB</a:t>
            </a:r>
          </a:p>
          <a:p>
            <a:pPr lvl="2" eaLnBrk="1" hangingPunct="1">
              <a:lnSpc>
                <a:spcPct val="90000"/>
              </a:lnSpc>
              <a:spcBef>
                <a:spcPct val="20000"/>
              </a:spcBef>
              <a:buClr>
                <a:srgbClr val="5EAEFF"/>
              </a:buClr>
              <a:buSzPct val="50000"/>
            </a:pPr>
            <a:r>
              <a:rPr lang="en-US" altLang="zh-CN" sz="2500" b="1">
                <a:solidFill>
                  <a:srgbClr val="000000"/>
                </a:solidFill>
                <a:latin typeface="Simsun" panose="02010600030101010101" pitchFamily="2" charset="-122"/>
                <a:ea typeface="Simsun" panose="02010600030101010101" pitchFamily="2" charset="-122"/>
              </a:rPr>
              <a:t>② </a:t>
            </a:r>
            <a:r>
              <a:rPr lang="en-US" altLang="zh-CN" sz="2500" b="1" i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B</a:t>
            </a:r>
            <a:r>
              <a:rPr lang="en-US" altLang="zh-CN" sz="2500" b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→</a:t>
            </a:r>
            <a:r>
              <a:rPr lang="en-US" altLang="zh-CN" sz="2500" b="1" i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aB</a:t>
            </a:r>
          </a:p>
          <a:p>
            <a:pPr lvl="2" eaLnBrk="1" hangingPunct="1">
              <a:lnSpc>
                <a:spcPct val="90000"/>
              </a:lnSpc>
              <a:spcBef>
                <a:spcPct val="20000"/>
              </a:spcBef>
              <a:buClr>
                <a:srgbClr val="5EAEFF"/>
              </a:buClr>
              <a:buSzPct val="50000"/>
            </a:pPr>
            <a:r>
              <a:rPr lang="en-US" altLang="zh-CN" sz="2500" b="1">
                <a:solidFill>
                  <a:srgbClr val="000000"/>
                </a:solidFill>
                <a:latin typeface="宋体" panose="02010600030101010101" pitchFamily="2" charset="-122"/>
              </a:rPr>
              <a:t>③ </a:t>
            </a:r>
            <a:r>
              <a:rPr lang="en-US" altLang="zh-CN" sz="2500" b="1" i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B</a:t>
            </a:r>
            <a:r>
              <a:rPr lang="en-US" altLang="zh-CN" sz="2500" b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→</a:t>
            </a:r>
            <a:r>
              <a:rPr lang="en-US" altLang="zh-CN" sz="2500" b="1" i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b</a:t>
            </a:r>
          </a:p>
          <a:p>
            <a:pPr lvl="1" eaLnBrk="1" hangingPunct="1">
              <a:lnSpc>
                <a:spcPct val="90000"/>
              </a:lnSpc>
              <a:spcBef>
                <a:spcPct val="20000"/>
              </a:spcBef>
              <a:buClr>
                <a:srgbClr val="0080FF"/>
              </a:buClr>
              <a:buSzPct val="55000"/>
              <a:buFont typeface="Wingdings" panose="05000000000000000000" pitchFamily="2" charset="2"/>
              <a:buChar char="n"/>
            </a:pPr>
            <a:endParaRPr lang="zh-CN" altLang="en-US" sz="2400" b="1">
              <a:solidFill>
                <a:srgbClr val="00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38917" name="Rectangle 3"/>
          <p:cNvSpPr>
            <a:spLocks noGrp="1" noChangeArrowheads="1"/>
          </p:cNvSpPr>
          <p:nvPr>
            <p:ph idx="1"/>
          </p:nvPr>
        </p:nvSpPr>
        <p:spPr>
          <a:xfrm>
            <a:off x="4211638" y="3721100"/>
            <a:ext cx="3671887" cy="1082675"/>
          </a:xfrm>
        </p:spPr>
        <p:txBody>
          <a:bodyPr lIns="92075" tIns="46038" rIns="92075" bIns="46038"/>
          <a:lstStyle/>
          <a:p>
            <a:pPr eaLnBrk="1" hangingPunct="1">
              <a:lnSpc>
                <a:spcPts val="3500"/>
              </a:lnSpc>
              <a:buFont typeface="Wingdings" panose="05000000000000000000" pitchFamily="2" charset="2"/>
              <a:buNone/>
            </a:pPr>
            <a:r>
              <a:rPr lang="zh-CN" altLang="en-US" b="1" dirty="0">
                <a:solidFill>
                  <a:srgbClr val="2D83F4"/>
                </a:solidFill>
                <a:latin typeface="楷体" panose="02010609060101010101" pitchFamily="49" charset="-122"/>
                <a:cs typeface="Times New Roman" panose="02020603050405020304" pitchFamily="18" charset="0"/>
              </a:rPr>
              <a:t>栈    剩余输入</a:t>
            </a:r>
          </a:p>
          <a:p>
            <a:pPr eaLnBrk="1" hangingPunct="1">
              <a:lnSpc>
                <a:spcPts val="2500"/>
              </a:lnSpc>
              <a:spcBef>
                <a:spcPct val="0"/>
              </a:spcBef>
              <a:buFont typeface="Wingdings" panose="05000000000000000000" pitchFamily="2" charset="2"/>
              <a:buNone/>
            </a:pPr>
            <a:r>
              <a:rPr lang="zh-CN" altLang="en-US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0</a:t>
            </a:r>
          </a:p>
          <a:p>
            <a:pPr eaLnBrk="1" hangingPunct="1">
              <a:lnSpc>
                <a:spcPts val="2500"/>
              </a:lnSpc>
              <a:spcBef>
                <a:spcPct val="0"/>
              </a:spcBef>
              <a:buFont typeface="Wingdings" panose="05000000000000000000" pitchFamily="2" charset="2"/>
              <a:buNone/>
            </a:pPr>
            <a:r>
              <a:rPr lang="en-US" altLang="zh-CN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$</a:t>
            </a:r>
            <a:r>
              <a:rPr lang="zh-CN" altLang="en-US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          </a:t>
            </a:r>
            <a:r>
              <a:rPr lang="en-US" altLang="zh-CN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            </a:t>
            </a:r>
            <a:r>
              <a:rPr lang="en-US" altLang="zh-CN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$</a:t>
            </a:r>
            <a:endParaRPr lang="en-US" altLang="zh-CN" b="1" i="1" dirty="0">
              <a:solidFill>
                <a:schemeClr val="tx1"/>
              </a:solidFill>
              <a:ea typeface="楷体_GB2312"/>
              <a:cs typeface="Times New Roman" panose="02020603050405020304" pitchFamily="18" charset="0"/>
            </a:endParaRPr>
          </a:p>
          <a:p>
            <a:pPr eaLnBrk="1" hangingPunct="1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None/>
            </a:pPr>
            <a:endParaRPr lang="en-US" altLang="zh-CN" sz="600" dirty="0">
              <a:ea typeface="楷体_GB2312"/>
              <a:cs typeface="Times New Roman" panose="02020603050405020304" pitchFamily="18" charset="0"/>
            </a:endParaRPr>
          </a:p>
          <a:p>
            <a:pPr eaLnBrk="1" hangingPunct="1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None/>
            </a:pPr>
            <a:endParaRPr lang="en-US" altLang="zh-CN" sz="1600" dirty="0">
              <a:ea typeface="楷体_GB2312"/>
              <a:cs typeface="Times New Roman" panose="02020603050405020304" pitchFamily="18" charset="0"/>
            </a:endParaRPr>
          </a:p>
        </p:txBody>
      </p:sp>
      <p:sp>
        <p:nvSpPr>
          <p:cNvPr id="9" name="矩形 8"/>
          <p:cNvSpPr>
            <a:spLocks noChangeArrowheads="1"/>
          </p:cNvSpPr>
          <p:nvPr/>
        </p:nvSpPr>
        <p:spPr bwMode="auto">
          <a:xfrm>
            <a:off x="5813425" y="4443413"/>
            <a:ext cx="338138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r>
              <a:rPr lang="en-US" altLang="zh-CN" sz="2400" b="1" i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b</a:t>
            </a:r>
            <a:endParaRPr lang="zh-CN" altLang="en-US" sz="2800" b="1">
              <a:solidFill>
                <a:srgbClr val="000000"/>
              </a:solidFill>
              <a:ea typeface="楷体_GB2312"/>
              <a:cs typeface="Times New Roman" panose="02020603050405020304" pitchFamily="18" charset="0"/>
            </a:endParaRPr>
          </a:p>
        </p:txBody>
      </p:sp>
      <p:sp>
        <p:nvSpPr>
          <p:cNvPr id="10" name="矩形 9"/>
          <p:cNvSpPr>
            <a:spLocks noChangeArrowheads="1"/>
          </p:cNvSpPr>
          <p:nvPr/>
        </p:nvSpPr>
        <p:spPr bwMode="auto">
          <a:xfrm>
            <a:off x="5630863" y="4443413"/>
            <a:ext cx="339725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r>
              <a:rPr lang="en-US" altLang="zh-CN" sz="2400" b="1" i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a</a:t>
            </a:r>
            <a:endParaRPr lang="zh-CN" altLang="en-US" sz="2800" b="1">
              <a:solidFill>
                <a:srgbClr val="000000"/>
              </a:solidFill>
              <a:ea typeface="楷体_GB2312"/>
              <a:cs typeface="Times New Roman" panose="02020603050405020304" pitchFamily="18" charset="0"/>
            </a:endParaRPr>
          </a:p>
        </p:txBody>
      </p:sp>
      <p:sp>
        <p:nvSpPr>
          <p:cNvPr id="38920" name="矩形 11"/>
          <p:cNvSpPr>
            <a:spLocks noChangeArrowheads="1"/>
          </p:cNvSpPr>
          <p:nvPr/>
        </p:nvSpPr>
        <p:spPr bwMode="auto">
          <a:xfrm>
            <a:off x="4411663" y="4443413"/>
            <a:ext cx="390525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r>
              <a:rPr lang="en-US" altLang="zh-CN" sz="2400" b="1" i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B</a:t>
            </a:r>
            <a:endParaRPr lang="zh-CN" altLang="en-US" b="1">
              <a:solidFill>
                <a:srgbClr val="000000"/>
              </a:solidFill>
              <a:ea typeface="楷体_GB2312"/>
              <a:cs typeface="Times New Roman" panose="02020603050405020304" pitchFamily="18" charset="0"/>
            </a:endParaRPr>
          </a:p>
        </p:txBody>
      </p:sp>
      <p:sp>
        <p:nvSpPr>
          <p:cNvPr id="13" name="矩形 12"/>
          <p:cNvSpPr>
            <a:spLocks noChangeArrowheads="1"/>
          </p:cNvSpPr>
          <p:nvPr/>
        </p:nvSpPr>
        <p:spPr bwMode="auto">
          <a:xfrm>
            <a:off x="4427538" y="4125913"/>
            <a:ext cx="339725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r>
              <a:rPr lang="en-US" altLang="zh-CN" sz="2400" b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2</a:t>
            </a:r>
            <a:endParaRPr lang="zh-CN" altLang="en-US" b="1">
              <a:solidFill>
                <a:srgbClr val="000000"/>
              </a:solidFill>
              <a:ea typeface="楷体_GB2312"/>
              <a:cs typeface="Times New Roman" panose="02020603050405020304" pitchFamily="18" charset="0"/>
            </a:endParaRPr>
          </a:p>
        </p:txBody>
      </p:sp>
      <p:sp>
        <p:nvSpPr>
          <p:cNvPr id="14" name="矩形 13"/>
          <p:cNvSpPr>
            <a:spLocks noChangeArrowheads="1"/>
          </p:cNvSpPr>
          <p:nvPr/>
        </p:nvSpPr>
        <p:spPr bwMode="auto">
          <a:xfrm>
            <a:off x="4665663" y="4125913"/>
            <a:ext cx="338137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r>
              <a:rPr lang="en-US" altLang="zh-CN" sz="2400" b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3</a:t>
            </a:r>
            <a:endParaRPr lang="zh-CN" altLang="en-US" b="1">
              <a:solidFill>
                <a:srgbClr val="000000"/>
              </a:solidFill>
              <a:ea typeface="楷体_GB2312"/>
              <a:cs typeface="Times New Roman" panose="02020603050405020304" pitchFamily="18" charset="0"/>
            </a:endParaRPr>
          </a:p>
        </p:txBody>
      </p:sp>
      <p:sp>
        <p:nvSpPr>
          <p:cNvPr id="15" name="矩形 14"/>
          <p:cNvSpPr>
            <a:spLocks noChangeArrowheads="1"/>
          </p:cNvSpPr>
          <p:nvPr/>
        </p:nvSpPr>
        <p:spPr bwMode="auto">
          <a:xfrm>
            <a:off x="4881563" y="4125913"/>
            <a:ext cx="338137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r>
              <a:rPr lang="en-US" altLang="zh-CN" sz="2400" b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4</a:t>
            </a:r>
            <a:endParaRPr lang="zh-CN" altLang="en-US" b="1">
              <a:solidFill>
                <a:srgbClr val="000000"/>
              </a:solidFill>
              <a:ea typeface="楷体_GB2312"/>
              <a:cs typeface="Times New Roman" panose="02020603050405020304" pitchFamily="18" charset="0"/>
            </a:endParaRPr>
          </a:p>
        </p:txBody>
      </p:sp>
      <p:graphicFrame>
        <p:nvGraphicFramePr>
          <p:cNvPr id="17" name="Group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9094554"/>
              </p:ext>
            </p:extLst>
          </p:nvPr>
        </p:nvGraphicFramePr>
        <p:xfrm>
          <a:off x="4214813" y="123825"/>
          <a:ext cx="4318000" cy="3603666"/>
        </p:xfrm>
        <a:graphic>
          <a:graphicData uri="http://schemas.openxmlformats.org/drawingml/2006/table">
            <a:tbl>
              <a:tblPr/>
              <a:tblGrid>
                <a:gridCol w="9286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4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29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35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07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310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25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华文楷体" pitchFamily="2" charset="-122"/>
                          <a:ea typeface="华文楷体" pitchFamily="2" charset="-122"/>
                          <a:cs typeface="Times New Roman" pitchFamily="18" charset="0"/>
                        </a:rPr>
                        <a:t>状态</a:t>
                      </a:r>
                    </a:p>
                  </a:txBody>
                  <a:tcPr marL="91447" marR="91447" marT="34257" marB="34257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" pitchFamily="49" charset="-122"/>
                        </a:rPr>
                        <a:t>ACTION</a:t>
                      </a:r>
                      <a:endParaRPr kumimoji="0" lang="zh-CN" altLang="en-US" sz="20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" pitchFamily="49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" pitchFamily="49" charset="-122"/>
                        </a:rPr>
                        <a:t>GOTO</a:t>
                      </a:r>
                      <a:endParaRPr kumimoji="0" lang="zh-CN" altLang="en-US" sz="20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" pitchFamily="49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3789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1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a</a:t>
                      </a:r>
                      <a:endParaRPr kumimoji="0" lang="zh-CN" altLang="en-US" sz="2200" b="1" i="1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" pitchFamily="49" charset="-122"/>
                        </a:rPr>
                        <a:t>b</a:t>
                      </a:r>
                      <a:endParaRPr kumimoji="0" lang="zh-CN" altLang="en-US" sz="22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" pitchFamily="49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$ 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" pitchFamily="49" charset="-122"/>
                        </a:rPr>
                        <a:t>S</a:t>
                      </a:r>
                      <a:endParaRPr kumimoji="0" lang="zh-CN" altLang="en-US" sz="22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" pitchFamily="49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1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B</a:t>
                      </a:r>
                      <a:endParaRPr kumimoji="0" lang="zh-CN" altLang="en-US" sz="2200" b="1" i="1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378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s3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s4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1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2</a:t>
                      </a:r>
                      <a:endParaRPr kumimoji="0" lang="zh-CN" altLang="en-US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378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1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acc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78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2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s3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s4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5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378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3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s3</a:t>
                      </a: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folHlink"/>
                          </a:solidFill>
                          <a:effectLst/>
                          <a:latin typeface="宋体" pitchFamily="2" charset="-122"/>
                          <a:ea typeface="华文楷体" pitchFamily="2" charset="-122"/>
                          <a:cs typeface="Times New Roman" pitchFamily="18" charset="0"/>
                        </a:rPr>
                        <a:t> 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s4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6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378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4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r3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r3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r3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378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5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r1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r1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r1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378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6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r2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r2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r2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8992" name="矩形 15"/>
          <p:cNvSpPr>
            <a:spLocks noChangeArrowheads="1"/>
          </p:cNvSpPr>
          <p:nvPr/>
        </p:nvSpPr>
        <p:spPr bwMode="auto">
          <a:xfrm>
            <a:off x="842963" y="4543425"/>
            <a:ext cx="2033587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342900" indent="-3429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marL="0" lvl="1" eaLnBrk="1" hangingPunct="1">
              <a:spcBef>
                <a:spcPct val="30000"/>
              </a:spcBef>
            </a:pPr>
            <a:r>
              <a:rPr lang="zh-CN" altLang="en-US" sz="2500" b="1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输入  </a:t>
            </a:r>
            <a:r>
              <a:rPr lang="en-US" altLang="zh-CN" sz="2500" b="1" i="1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</a:rPr>
              <a:t>b  a   b</a:t>
            </a:r>
            <a:endParaRPr lang="en-US" altLang="zh-CN" sz="2500" b="1" i="1">
              <a:solidFill>
                <a:srgbClr val="000000"/>
              </a:solidFill>
              <a:latin typeface="Times New Roman" panose="02020603050405020304" pitchFamily="18" charset="0"/>
              <a:ea typeface="楷体_GB2312"/>
              <a:cs typeface="楷体_GB2312"/>
            </a:endParaRPr>
          </a:p>
        </p:txBody>
      </p:sp>
      <p:grpSp>
        <p:nvGrpSpPr>
          <p:cNvPr id="38993" name="Group 78"/>
          <p:cNvGrpSpPr>
            <a:grpSpLocks/>
          </p:cNvGrpSpPr>
          <p:nvPr/>
        </p:nvGrpSpPr>
        <p:grpSpPr bwMode="auto">
          <a:xfrm>
            <a:off x="1835150" y="3994150"/>
            <a:ext cx="357188" cy="557213"/>
            <a:chOff x="975" y="3041"/>
            <a:chExt cx="225" cy="741"/>
          </a:xfrm>
        </p:grpSpPr>
        <p:sp>
          <p:nvSpPr>
            <p:cNvPr id="19" name="Line 79"/>
            <p:cNvSpPr>
              <a:spLocks noChangeShapeType="1"/>
            </p:cNvSpPr>
            <p:nvPr/>
          </p:nvSpPr>
          <p:spPr bwMode="auto">
            <a:xfrm flipH="1" flipV="1">
              <a:off x="1066" y="3543"/>
              <a:ext cx="0" cy="239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92075" tIns="46038" rIns="92075" bIns="46038"/>
            <a:lstStyle/>
            <a:p>
              <a:pPr>
                <a:defRPr/>
              </a:pPr>
              <a:endParaRPr lang="zh-CN" altLang="en-US">
                <a:solidFill>
                  <a:schemeClr val="tx2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8998" name="Rectangle 80"/>
            <p:cNvSpPr>
              <a:spLocks noChangeArrowheads="1"/>
            </p:cNvSpPr>
            <p:nvPr/>
          </p:nvSpPr>
          <p:spPr bwMode="auto">
            <a:xfrm>
              <a:off x="975" y="3041"/>
              <a:ext cx="225" cy="54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lnSpc>
                  <a:spcPct val="110000"/>
                </a:lnSpc>
                <a:spcBef>
                  <a:spcPct val="20000"/>
                </a:spcBef>
                <a:buClr>
                  <a:srgbClr val="5EAEFF"/>
                </a:buClr>
                <a:buSzPct val="75000"/>
                <a:buFont typeface="Monotype Sorts"/>
                <a:buNone/>
              </a:pPr>
              <a:r>
                <a:rPr kumimoji="1" lang="en-US" altLang="zh-CN" sz="2000" b="1" i="1">
                  <a:latin typeface="Times New Roman" panose="02020603050405020304" pitchFamily="18" charset="0"/>
                </a:rPr>
                <a:t>B</a:t>
              </a:r>
            </a:p>
          </p:txBody>
        </p:sp>
      </p:grpSp>
      <p:grpSp>
        <p:nvGrpSpPr>
          <p:cNvPr id="18" name="Group 78"/>
          <p:cNvGrpSpPr>
            <a:grpSpLocks/>
          </p:cNvGrpSpPr>
          <p:nvPr/>
        </p:nvGrpSpPr>
        <p:grpSpPr bwMode="auto">
          <a:xfrm>
            <a:off x="2555875" y="4032250"/>
            <a:ext cx="357188" cy="555625"/>
            <a:chOff x="975" y="3041"/>
            <a:chExt cx="225" cy="741"/>
          </a:xfrm>
        </p:grpSpPr>
        <p:sp>
          <p:nvSpPr>
            <p:cNvPr id="20" name="Line 79"/>
            <p:cNvSpPr>
              <a:spLocks noChangeShapeType="1"/>
            </p:cNvSpPr>
            <p:nvPr/>
          </p:nvSpPr>
          <p:spPr bwMode="auto">
            <a:xfrm flipH="1" flipV="1">
              <a:off x="1066" y="3543"/>
              <a:ext cx="0" cy="239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92075" tIns="46038" rIns="92075" bIns="46038"/>
            <a:lstStyle/>
            <a:p>
              <a:pPr>
                <a:defRPr/>
              </a:pPr>
              <a:endParaRPr lang="zh-CN" altLang="en-US">
                <a:solidFill>
                  <a:schemeClr val="tx2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8996" name="Rectangle 80"/>
            <p:cNvSpPr>
              <a:spLocks noChangeArrowheads="1"/>
            </p:cNvSpPr>
            <p:nvPr/>
          </p:nvSpPr>
          <p:spPr bwMode="auto">
            <a:xfrm>
              <a:off x="975" y="3041"/>
              <a:ext cx="225" cy="54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lnSpc>
                  <a:spcPct val="110000"/>
                </a:lnSpc>
                <a:spcBef>
                  <a:spcPct val="20000"/>
                </a:spcBef>
                <a:buClr>
                  <a:srgbClr val="5EAEFF"/>
                </a:buClr>
                <a:buSzPct val="75000"/>
                <a:buFont typeface="Monotype Sorts"/>
                <a:buNone/>
              </a:pPr>
              <a:r>
                <a:rPr kumimoji="1" lang="en-US" altLang="zh-CN" sz="2000" b="1" i="1">
                  <a:latin typeface="Times New Roman" panose="02020603050405020304" pitchFamily="18" charset="0"/>
                </a:rPr>
                <a:t>B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35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E-6 -1.97531E-6 L -0.10921 -0.00278 " pathEditMode="relative" rAng="0" ptsTypes="AA">
                                      <p:cBhvr>
                                        <p:cTn id="1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469" y="-1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 nodeType="clickPar">
                      <p:stCondLst>
                        <p:cond delay="indefinite"/>
                      </p:stCondLst>
                      <p:childTnLst>
                        <p:par>
                          <p:cTn id="2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2" presetID="35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1.97531E-6 L -0.10695 -0.00278 " pathEditMode="relative" rAng="0" ptsTypes="AA">
                                      <p:cBhvr>
                                        <p:cTn id="2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347" y="-1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2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 nodeType="clickPar">
                      <p:stCondLst>
                        <p:cond delay="indefinite"/>
                      </p:stCondLst>
                      <p:childTnLst>
                        <p:par>
                          <p:cTn id="3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53" presetClass="exit" presetSubtype="32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5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9" grpId="1"/>
      <p:bldP spid="10" grpId="0"/>
      <p:bldP spid="13" grpId="0"/>
      <p:bldP spid="14" grpId="0"/>
      <p:bldP spid="15" grpId="0"/>
      <p:bldP spid="15" grpId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Text Box 19"/>
          <p:cNvSpPr txBox="1">
            <a:spLocks noChangeArrowheads="1"/>
          </p:cNvSpPr>
          <p:nvPr/>
        </p:nvSpPr>
        <p:spPr bwMode="auto">
          <a:xfrm>
            <a:off x="539750" y="2571750"/>
            <a:ext cx="2743200" cy="442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lnSpc>
                <a:spcPct val="95000"/>
              </a:lnSpc>
            </a:pPr>
            <a:endParaRPr kumimoji="1" lang="zh-CN" altLang="en-US" sz="2400">
              <a:solidFill>
                <a:srgbClr val="000000"/>
              </a:solidFill>
              <a:latin typeface="楷体_GB2312"/>
              <a:ea typeface="楷体_GB2312"/>
              <a:cs typeface="楷体_GB2312"/>
            </a:endParaRPr>
          </a:p>
        </p:txBody>
      </p:sp>
      <p:sp>
        <p:nvSpPr>
          <p:cNvPr id="40963" name="标题 1"/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en-US" altLang="zh-CN" sz="3000" i="1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LR </a:t>
            </a:r>
            <a:r>
              <a:rPr lang="zh-CN" altLang="zh-CN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分析表</a:t>
            </a:r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的结构</a:t>
            </a:r>
          </a:p>
        </p:txBody>
      </p:sp>
      <p:sp>
        <p:nvSpPr>
          <p:cNvPr id="40964" name="Rectangle 21"/>
          <p:cNvSpPr txBox="1">
            <a:spLocks noChangeArrowheads="1"/>
          </p:cNvSpPr>
          <p:nvPr/>
        </p:nvSpPr>
        <p:spPr bwMode="auto">
          <a:xfrm>
            <a:off x="400050" y="857250"/>
            <a:ext cx="3314700" cy="3286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20000"/>
              </a:spcBef>
              <a:buSzPct val="100000"/>
              <a:buFont typeface="Wingdings" panose="05000000000000000000" pitchFamily="2" charset="2"/>
              <a:buChar char="Ø"/>
            </a:pPr>
            <a:r>
              <a:rPr lang="zh-CN" altLang="en-US" sz="2500" b="1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例</a:t>
            </a:r>
            <a:endParaRPr lang="en-US" altLang="zh-CN" sz="2500" b="1">
              <a:solidFill>
                <a:srgbClr val="000000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lvl="1" eaLnBrk="1" hangingPunct="1">
              <a:lnSpc>
                <a:spcPct val="90000"/>
              </a:lnSpc>
              <a:spcBef>
                <a:spcPct val="20000"/>
              </a:spcBef>
              <a:buSzPct val="100000"/>
              <a:buFont typeface="Wingdings" panose="05000000000000000000" pitchFamily="2" charset="2"/>
              <a:buChar char="Ø"/>
            </a:pPr>
            <a:r>
              <a:rPr lang="zh-CN" altLang="en-US" sz="2500" b="1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楷体_GB2312"/>
              </a:rPr>
              <a:t>文法</a:t>
            </a:r>
            <a:endParaRPr lang="en-US" altLang="zh-CN" sz="2500" b="1">
              <a:solidFill>
                <a:srgbClr val="000000"/>
              </a:solidFill>
              <a:latin typeface="楷体" panose="02010609060101010101" pitchFamily="49" charset="-122"/>
              <a:ea typeface="楷体" panose="02010609060101010101" pitchFamily="49" charset="-122"/>
              <a:cs typeface="楷体_GB2312"/>
            </a:endParaRPr>
          </a:p>
          <a:p>
            <a:pPr lvl="2" eaLnBrk="1" hangingPunct="1">
              <a:lnSpc>
                <a:spcPct val="90000"/>
              </a:lnSpc>
              <a:spcBef>
                <a:spcPct val="20000"/>
              </a:spcBef>
              <a:buClr>
                <a:srgbClr val="5EAEFF"/>
              </a:buClr>
              <a:buSzPct val="50000"/>
            </a:pPr>
            <a:r>
              <a:rPr lang="en-US" altLang="zh-CN" sz="2500" b="1">
                <a:solidFill>
                  <a:srgbClr val="000000"/>
                </a:solidFill>
                <a:latin typeface="宋体" panose="02010600030101010101" pitchFamily="2" charset="-122"/>
              </a:rPr>
              <a:t>① </a:t>
            </a:r>
            <a:r>
              <a:rPr lang="en-US" altLang="zh-CN" sz="2500" b="1" i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S</a:t>
            </a:r>
            <a:r>
              <a:rPr lang="en-US" altLang="zh-CN" sz="2500" b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→</a:t>
            </a:r>
            <a:r>
              <a:rPr lang="en-US" altLang="zh-CN" sz="2500" b="1" i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BB</a:t>
            </a:r>
          </a:p>
          <a:p>
            <a:pPr lvl="2" eaLnBrk="1" hangingPunct="1">
              <a:lnSpc>
                <a:spcPct val="90000"/>
              </a:lnSpc>
              <a:spcBef>
                <a:spcPct val="20000"/>
              </a:spcBef>
              <a:buClr>
                <a:srgbClr val="5EAEFF"/>
              </a:buClr>
              <a:buSzPct val="50000"/>
            </a:pPr>
            <a:r>
              <a:rPr lang="en-US" altLang="zh-CN" sz="2500" b="1">
                <a:solidFill>
                  <a:srgbClr val="000000"/>
                </a:solidFill>
                <a:latin typeface="Simsun" panose="02010600030101010101" pitchFamily="2" charset="-122"/>
                <a:ea typeface="Simsun" panose="02010600030101010101" pitchFamily="2" charset="-122"/>
              </a:rPr>
              <a:t>② </a:t>
            </a:r>
            <a:r>
              <a:rPr lang="en-US" altLang="zh-CN" sz="2500" b="1" i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B</a:t>
            </a:r>
            <a:r>
              <a:rPr lang="en-US" altLang="zh-CN" sz="2500" b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→</a:t>
            </a:r>
            <a:r>
              <a:rPr lang="en-US" altLang="zh-CN" sz="2500" b="1" i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aB</a:t>
            </a:r>
          </a:p>
          <a:p>
            <a:pPr lvl="2" eaLnBrk="1" hangingPunct="1">
              <a:lnSpc>
                <a:spcPct val="90000"/>
              </a:lnSpc>
              <a:spcBef>
                <a:spcPct val="20000"/>
              </a:spcBef>
              <a:buClr>
                <a:srgbClr val="5EAEFF"/>
              </a:buClr>
              <a:buSzPct val="50000"/>
            </a:pPr>
            <a:r>
              <a:rPr lang="en-US" altLang="zh-CN" sz="2500" b="1">
                <a:solidFill>
                  <a:srgbClr val="000000"/>
                </a:solidFill>
                <a:latin typeface="宋体" panose="02010600030101010101" pitchFamily="2" charset="-122"/>
              </a:rPr>
              <a:t>③ </a:t>
            </a:r>
            <a:r>
              <a:rPr lang="en-US" altLang="zh-CN" sz="2500" b="1" i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B</a:t>
            </a:r>
            <a:r>
              <a:rPr lang="en-US" altLang="zh-CN" sz="2500" b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→</a:t>
            </a:r>
            <a:r>
              <a:rPr lang="en-US" altLang="zh-CN" sz="2500" b="1" i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b</a:t>
            </a:r>
          </a:p>
          <a:p>
            <a:pPr lvl="1" eaLnBrk="1" hangingPunct="1">
              <a:lnSpc>
                <a:spcPct val="90000"/>
              </a:lnSpc>
              <a:spcBef>
                <a:spcPct val="20000"/>
              </a:spcBef>
              <a:buClr>
                <a:srgbClr val="0080FF"/>
              </a:buClr>
              <a:buSzPct val="55000"/>
              <a:buFont typeface="Wingdings" panose="05000000000000000000" pitchFamily="2" charset="2"/>
              <a:buChar char="n"/>
            </a:pPr>
            <a:endParaRPr lang="zh-CN" altLang="en-US" sz="2400" b="1">
              <a:solidFill>
                <a:srgbClr val="00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40965" name="Rectangle 3"/>
          <p:cNvSpPr>
            <a:spLocks noGrp="1" noChangeArrowheads="1"/>
          </p:cNvSpPr>
          <p:nvPr>
            <p:ph idx="1"/>
          </p:nvPr>
        </p:nvSpPr>
        <p:spPr>
          <a:xfrm>
            <a:off x="4211638" y="3721100"/>
            <a:ext cx="3671887" cy="1082675"/>
          </a:xfrm>
        </p:spPr>
        <p:txBody>
          <a:bodyPr lIns="92075" tIns="46038" rIns="92075" bIns="46038"/>
          <a:lstStyle/>
          <a:p>
            <a:pPr eaLnBrk="1" hangingPunct="1">
              <a:lnSpc>
                <a:spcPts val="3500"/>
              </a:lnSpc>
              <a:buFont typeface="Wingdings" panose="05000000000000000000" pitchFamily="2" charset="2"/>
              <a:buNone/>
            </a:pPr>
            <a:r>
              <a:rPr lang="zh-CN" altLang="en-US" b="1" dirty="0">
                <a:solidFill>
                  <a:srgbClr val="2D83F4"/>
                </a:solidFill>
                <a:latin typeface="楷体" panose="02010609060101010101" pitchFamily="49" charset="-122"/>
                <a:cs typeface="Times New Roman" panose="02020603050405020304" pitchFamily="18" charset="0"/>
              </a:rPr>
              <a:t>栈    剩余输入</a:t>
            </a:r>
          </a:p>
          <a:p>
            <a:pPr eaLnBrk="1" hangingPunct="1">
              <a:lnSpc>
                <a:spcPts val="2500"/>
              </a:lnSpc>
              <a:spcBef>
                <a:spcPct val="0"/>
              </a:spcBef>
              <a:buFont typeface="Wingdings" panose="05000000000000000000" pitchFamily="2" charset="2"/>
              <a:buNone/>
            </a:pPr>
            <a:r>
              <a:rPr lang="zh-CN" altLang="en-US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0</a:t>
            </a:r>
          </a:p>
          <a:p>
            <a:pPr eaLnBrk="1" hangingPunct="1">
              <a:lnSpc>
                <a:spcPts val="2500"/>
              </a:lnSpc>
              <a:spcBef>
                <a:spcPct val="0"/>
              </a:spcBef>
              <a:buFont typeface="Wingdings" panose="05000000000000000000" pitchFamily="2" charset="2"/>
              <a:buNone/>
            </a:pPr>
            <a:r>
              <a:rPr lang="en-US" altLang="zh-CN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$</a:t>
            </a:r>
            <a:r>
              <a:rPr lang="zh-CN" altLang="en-US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          </a:t>
            </a:r>
            <a:r>
              <a:rPr lang="en-US" altLang="zh-CN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            </a:t>
            </a:r>
            <a:r>
              <a:rPr lang="en-US" altLang="zh-CN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$</a:t>
            </a:r>
            <a:endParaRPr lang="en-US" altLang="zh-CN" b="1" i="1" dirty="0">
              <a:solidFill>
                <a:schemeClr val="tx1"/>
              </a:solidFill>
              <a:ea typeface="楷体_GB2312"/>
              <a:cs typeface="Times New Roman" panose="02020603050405020304" pitchFamily="18" charset="0"/>
            </a:endParaRPr>
          </a:p>
          <a:p>
            <a:pPr eaLnBrk="1" hangingPunct="1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None/>
            </a:pPr>
            <a:endParaRPr lang="en-US" altLang="zh-CN" sz="600" dirty="0">
              <a:ea typeface="楷体_GB2312"/>
              <a:cs typeface="Times New Roman" panose="02020603050405020304" pitchFamily="18" charset="0"/>
            </a:endParaRPr>
          </a:p>
          <a:p>
            <a:pPr eaLnBrk="1" hangingPunct="1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None/>
            </a:pPr>
            <a:endParaRPr lang="en-US" altLang="zh-CN" sz="1600" dirty="0">
              <a:ea typeface="楷体_GB2312"/>
              <a:cs typeface="Times New Roman" panose="02020603050405020304" pitchFamily="18" charset="0"/>
            </a:endParaRPr>
          </a:p>
        </p:txBody>
      </p:sp>
      <p:sp>
        <p:nvSpPr>
          <p:cNvPr id="9" name="矩形 8"/>
          <p:cNvSpPr>
            <a:spLocks noChangeArrowheads="1"/>
          </p:cNvSpPr>
          <p:nvPr/>
        </p:nvSpPr>
        <p:spPr bwMode="auto">
          <a:xfrm>
            <a:off x="4859338" y="4443413"/>
            <a:ext cx="390525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r>
              <a:rPr lang="en-US" altLang="zh-CN" sz="2400" b="1" i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B</a:t>
            </a:r>
            <a:endParaRPr lang="zh-CN" altLang="en-US" sz="2800" b="1">
              <a:solidFill>
                <a:srgbClr val="000000"/>
              </a:solidFill>
              <a:ea typeface="楷体_GB2312"/>
              <a:cs typeface="Times New Roman" panose="02020603050405020304" pitchFamily="18" charset="0"/>
            </a:endParaRPr>
          </a:p>
        </p:txBody>
      </p:sp>
      <p:sp>
        <p:nvSpPr>
          <p:cNvPr id="10" name="矩形 9"/>
          <p:cNvSpPr>
            <a:spLocks noChangeArrowheads="1"/>
          </p:cNvSpPr>
          <p:nvPr/>
        </p:nvSpPr>
        <p:spPr bwMode="auto">
          <a:xfrm>
            <a:off x="4643438" y="4443413"/>
            <a:ext cx="339725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r>
              <a:rPr lang="en-US" altLang="zh-CN" sz="2400" b="1" i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a</a:t>
            </a:r>
            <a:endParaRPr lang="zh-CN" altLang="en-US" sz="2800" b="1">
              <a:solidFill>
                <a:srgbClr val="000000"/>
              </a:solidFill>
              <a:ea typeface="楷体_GB2312"/>
              <a:cs typeface="Times New Roman" panose="02020603050405020304" pitchFamily="18" charset="0"/>
            </a:endParaRPr>
          </a:p>
        </p:txBody>
      </p:sp>
      <p:sp>
        <p:nvSpPr>
          <p:cNvPr id="40968" name="矩形 11"/>
          <p:cNvSpPr>
            <a:spLocks noChangeArrowheads="1"/>
          </p:cNvSpPr>
          <p:nvPr/>
        </p:nvSpPr>
        <p:spPr bwMode="auto">
          <a:xfrm>
            <a:off x="4411663" y="4443413"/>
            <a:ext cx="390525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r>
              <a:rPr lang="en-US" altLang="zh-CN" sz="2400" b="1" i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B</a:t>
            </a:r>
            <a:endParaRPr lang="zh-CN" altLang="en-US" b="1">
              <a:solidFill>
                <a:srgbClr val="000000"/>
              </a:solidFill>
              <a:ea typeface="楷体_GB2312"/>
              <a:cs typeface="Times New Roman" panose="02020603050405020304" pitchFamily="18" charset="0"/>
            </a:endParaRPr>
          </a:p>
        </p:txBody>
      </p:sp>
      <p:sp>
        <p:nvSpPr>
          <p:cNvPr id="40969" name="矩形 12"/>
          <p:cNvSpPr>
            <a:spLocks noChangeArrowheads="1"/>
          </p:cNvSpPr>
          <p:nvPr/>
        </p:nvSpPr>
        <p:spPr bwMode="auto">
          <a:xfrm>
            <a:off x="4427538" y="4125913"/>
            <a:ext cx="339725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r>
              <a:rPr lang="en-US" altLang="zh-CN" sz="2400" b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2</a:t>
            </a:r>
            <a:endParaRPr lang="zh-CN" altLang="en-US" b="1">
              <a:solidFill>
                <a:srgbClr val="000000"/>
              </a:solidFill>
              <a:ea typeface="楷体_GB2312"/>
              <a:cs typeface="Times New Roman" panose="02020603050405020304" pitchFamily="18" charset="0"/>
            </a:endParaRPr>
          </a:p>
        </p:txBody>
      </p:sp>
      <p:sp>
        <p:nvSpPr>
          <p:cNvPr id="14" name="矩形 13"/>
          <p:cNvSpPr>
            <a:spLocks noChangeArrowheads="1"/>
          </p:cNvSpPr>
          <p:nvPr/>
        </p:nvSpPr>
        <p:spPr bwMode="auto">
          <a:xfrm>
            <a:off x="4665663" y="4125913"/>
            <a:ext cx="338137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r>
              <a:rPr lang="en-US" altLang="zh-CN" sz="2400" b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3</a:t>
            </a:r>
            <a:endParaRPr lang="zh-CN" altLang="en-US" b="1">
              <a:solidFill>
                <a:srgbClr val="000000"/>
              </a:solidFill>
              <a:ea typeface="楷体_GB2312"/>
              <a:cs typeface="Times New Roman" panose="02020603050405020304" pitchFamily="18" charset="0"/>
            </a:endParaRPr>
          </a:p>
        </p:txBody>
      </p:sp>
      <p:sp>
        <p:nvSpPr>
          <p:cNvPr id="16" name="矩形 15"/>
          <p:cNvSpPr>
            <a:spLocks noChangeArrowheads="1"/>
          </p:cNvSpPr>
          <p:nvPr/>
        </p:nvSpPr>
        <p:spPr bwMode="auto">
          <a:xfrm>
            <a:off x="4881563" y="4125913"/>
            <a:ext cx="338137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r>
              <a:rPr lang="en-US" altLang="zh-CN" sz="2400" b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6</a:t>
            </a:r>
            <a:endParaRPr lang="zh-CN" altLang="en-US" b="1">
              <a:solidFill>
                <a:srgbClr val="000000"/>
              </a:solidFill>
              <a:ea typeface="楷体_GB2312"/>
              <a:cs typeface="Times New Roman" panose="02020603050405020304" pitchFamily="18" charset="0"/>
            </a:endParaRPr>
          </a:p>
        </p:txBody>
      </p:sp>
      <p:graphicFrame>
        <p:nvGraphicFramePr>
          <p:cNvPr id="18" name="Group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3719699"/>
              </p:ext>
            </p:extLst>
          </p:nvPr>
        </p:nvGraphicFramePr>
        <p:xfrm>
          <a:off x="4214813" y="123825"/>
          <a:ext cx="4318000" cy="3603666"/>
        </p:xfrm>
        <a:graphic>
          <a:graphicData uri="http://schemas.openxmlformats.org/drawingml/2006/table">
            <a:tbl>
              <a:tblPr/>
              <a:tblGrid>
                <a:gridCol w="9286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4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29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35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07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310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25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华文楷体" pitchFamily="2" charset="-122"/>
                          <a:ea typeface="华文楷体" pitchFamily="2" charset="-122"/>
                          <a:cs typeface="Times New Roman" pitchFamily="18" charset="0"/>
                        </a:rPr>
                        <a:t>状态</a:t>
                      </a:r>
                    </a:p>
                  </a:txBody>
                  <a:tcPr marL="91447" marR="91447" marT="34257" marB="34257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" pitchFamily="49" charset="-122"/>
                        </a:rPr>
                        <a:t>ACTION</a:t>
                      </a:r>
                      <a:endParaRPr kumimoji="0" lang="zh-CN" altLang="en-US" sz="20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" pitchFamily="49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" pitchFamily="49" charset="-122"/>
                        </a:rPr>
                        <a:t>GOTO</a:t>
                      </a:r>
                      <a:endParaRPr kumimoji="0" lang="zh-CN" altLang="en-US" sz="20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" pitchFamily="49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3789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1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a</a:t>
                      </a:r>
                      <a:endParaRPr kumimoji="0" lang="zh-CN" altLang="en-US" sz="2200" b="1" i="1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" pitchFamily="49" charset="-122"/>
                        </a:rPr>
                        <a:t>b</a:t>
                      </a:r>
                      <a:endParaRPr kumimoji="0" lang="zh-CN" altLang="en-US" sz="22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" pitchFamily="49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$ 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" pitchFamily="49" charset="-122"/>
                        </a:rPr>
                        <a:t>S</a:t>
                      </a:r>
                      <a:endParaRPr kumimoji="0" lang="zh-CN" altLang="en-US" sz="22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" pitchFamily="49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1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B</a:t>
                      </a:r>
                      <a:endParaRPr kumimoji="0" lang="zh-CN" altLang="en-US" sz="2200" b="1" i="1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378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s3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s4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1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2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378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1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acc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78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2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s3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s4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5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378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3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s3</a:t>
                      </a: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folHlink"/>
                          </a:solidFill>
                          <a:effectLst/>
                          <a:latin typeface="宋体" pitchFamily="2" charset="-122"/>
                          <a:ea typeface="华文楷体" pitchFamily="2" charset="-122"/>
                          <a:cs typeface="Times New Roman" pitchFamily="18" charset="0"/>
                        </a:rPr>
                        <a:t> 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s4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6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378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4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r3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r3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r3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378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5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r1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r1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r1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378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6</a:t>
                      </a:r>
                      <a:endParaRPr kumimoji="0" lang="zh-CN" altLang="en-US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r2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r2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r2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1040" name="矩形 12"/>
          <p:cNvSpPr>
            <a:spLocks noChangeArrowheads="1"/>
          </p:cNvSpPr>
          <p:nvPr/>
        </p:nvSpPr>
        <p:spPr bwMode="auto">
          <a:xfrm>
            <a:off x="842963" y="4543425"/>
            <a:ext cx="2033587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342900" indent="-3429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marL="0" lvl="1" eaLnBrk="1" hangingPunct="1">
              <a:spcBef>
                <a:spcPct val="30000"/>
              </a:spcBef>
            </a:pPr>
            <a:r>
              <a:rPr lang="zh-CN" altLang="en-US" sz="2500" b="1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输入  </a:t>
            </a:r>
            <a:r>
              <a:rPr lang="en-US" altLang="zh-CN" sz="2500" b="1" i="1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</a:rPr>
              <a:t>b  a   b</a:t>
            </a:r>
            <a:endParaRPr lang="en-US" altLang="zh-CN" sz="2500" b="1" i="1">
              <a:solidFill>
                <a:srgbClr val="000000"/>
              </a:solidFill>
              <a:latin typeface="Times New Roman" panose="02020603050405020304" pitchFamily="18" charset="0"/>
              <a:ea typeface="楷体_GB2312"/>
              <a:cs typeface="楷体_GB2312"/>
            </a:endParaRPr>
          </a:p>
        </p:txBody>
      </p:sp>
      <p:grpSp>
        <p:nvGrpSpPr>
          <p:cNvPr id="41041" name="Group 78"/>
          <p:cNvGrpSpPr>
            <a:grpSpLocks/>
          </p:cNvGrpSpPr>
          <p:nvPr/>
        </p:nvGrpSpPr>
        <p:grpSpPr bwMode="auto">
          <a:xfrm>
            <a:off x="1835150" y="3994150"/>
            <a:ext cx="357188" cy="557213"/>
            <a:chOff x="975" y="3041"/>
            <a:chExt cx="225" cy="741"/>
          </a:xfrm>
        </p:grpSpPr>
        <p:sp>
          <p:nvSpPr>
            <p:cNvPr id="17" name="Line 79"/>
            <p:cNvSpPr>
              <a:spLocks noChangeShapeType="1"/>
            </p:cNvSpPr>
            <p:nvPr/>
          </p:nvSpPr>
          <p:spPr bwMode="auto">
            <a:xfrm flipH="1" flipV="1">
              <a:off x="1066" y="3543"/>
              <a:ext cx="0" cy="239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92075" tIns="46038" rIns="92075" bIns="46038"/>
            <a:lstStyle/>
            <a:p>
              <a:pPr>
                <a:defRPr/>
              </a:pPr>
              <a:endParaRPr lang="zh-CN" altLang="en-US">
                <a:solidFill>
                  <a:schemeClr val="tx2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41050" name="Rectangle 80"/>
            <p:cNvSpPr>
              <a:spLocks noChangeArrowheads="1"/>
            </p:cNvSpPr>
            <p:nvPr/>
          </p:nvSpPr>
          <p:spPr bwMode="auto">
            <a:xfrm>
              <a:off x="975" y="3041"/>
              <a:ext cx="225" cy="54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lnSpc>
                  <a:spcPct val="110000"/>
                </a:lnSpc>
                <a:spcBef>
                  <a:spcPct val="20000"/>
                </a:spcBef>
                <a:buClr>
                  <a:srgbClr val="5EAEFF"/>
                </a:buClr>
                <a:buSzPct val="75000"/>
                <a:buFont typeface="Monotype Sorts"/>
                <a:buNone/>
              </a:pPr>
              <a:r>
                <a:rPr kumimoji="1" lang="en-US" altLang="zh-CN" sz="2000" b="1" i="1">
                  <a:latin typeface="Times New Roman" panose="02020603050405020304" pitchFamily="18" charset="0"/>
                </a:rPr>
                <a:t>B</a:t>
              </a:r>
            </a:p>
          </p:txBody>
        </p:sp>
      </p:grpSp>
      <p:grpSp>
        <p:nvGrpSpPr>
          <p:cNvPr id="41042" name="Group 78"/>
          <p:cNvGrpSpPr>
            <a:grpSpLocks/>
          </p:cNvGrpSpPr>
          <p:nvPr/>
        </p:nvGrpSpPr>
        <p:grpSpPr bwMode="auto">
          <a:xfrm>
            <a:off x="2555875" y="4032250"/>
            <a:ext cx="357188" cy="555625"/>
            <a:chOff x="975" y="3041"/>
            <a:chExt cx="225" cy="741"/>
          </a:xfrm>
        </p:grpSpPr>
        <p:sp>
          <p:nvSpPr>
            <p:cNvPr id="21" name="Line 79"/>
            <p:cNvSpPr>
              <a:spLocks noChangeShapeType="1"/>
            </p:cNvSpPr>
            <p:nvPr/>
          </p:nvSpPr>
          <p:spPr bwMode="auto">
            <a:xfrm flipH="1" flipV="1">
              <a:off x="1066" y="3543"/>
              <a:ext cx="0" cy="239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92075" tIns="46038" rIns="92075" bIns="46038"/>
            <a:lstStyle/>
            <a:p>
              <a:pPr>
                <a:defRPr/>
              </a:pPr>
              <a:endParaRPr lang="zh-CN" altLang="en-US">
                <a:solidFill>
                  <a:schemeClr val="tx2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41048" name="Rectangle 80"/>
            <p:cNvSpPr>
              <a:spLocks noChangeArrowheads="1"/>
            </p:cNvSpPr>
            <p:nvPr/>
          </p:nvSpPr>
          <p:spPr bwMode="auto">
            <a:xfrm>
              <a:off x="975" y="3041"/>
              <a:ext cx="225" cy="54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lnSpc>
                  <a:spcPct val="110000"/>
                </a:lnSpc>
                <a:spcBef>
                  <a:spcPct val="20000"/>
                </a:spcBef>
                <a:buClr>
                  <a:srgbClr val="5EAEFF"/>
                </a:buClr>
                <a:buSzPct val="75000"/>
                <a:buFont typeface="Monotype Sorts"/>
                <a:buNone/>
              </a:pPr>
              <a:r>
                <a:rPr kumimoji="1" lang="en-US" altLang="zh-CN" sz="2000" b="1" i="1">
                  <a:latin typeface="Times New Roman" panose="02020603050405020304" pitchFamily="18" charset="0"/>
                </a:rPr>
                <a:t>B</a:t>
              </a:r>
            </a:p>
          </p:txBody>
        </p:sp>
      </p:grpSp>
      <p:grpSp>
        <p:nvGrpSpPr>
          <p:cNvPr id="20" name="Group 84"/>
          <p:cNvGrpSpPr>
            <a:grpSpLocks/>
          </p:cNvGrpSpPr>
          <p:nvPr/>
        </p:nvGrpSpPr>
        <p:grpSpPr bwMode="auto">
          <a:xfrm>
            <a:off x="2174875" y="3524250"/>
            <a:ext cx="525463" cy="1063625"/>
            <a:chOff x="1292" y="2662"/>
            <a:chExt cx="331" cy="1417"/>
          </a:xfrm>
        </p:grpSpPr>
        <p:sp>
          <p:nvSpPr>
            <p:cNvPr id="22" name="Line 68"/>
            <p:cNvSpPr>
              <a:spLocks noChangeShapeType="1"/>
            </p:cNvSpPr>
            <p:nvPr/>
          </p:nvSpPr>
          <p:spPr bwMode="auto">
            <a:xfrm flipH="1" flipV="1">
              <a:off x="1404" y="3123"/>
              <a:ext cx="219" cy="2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92075" tIns="46038" rIns="92075" bIns="46038"/>
            <a:lstStyle/>
            <a:p>
              <a:pPr>
                <a:defRPr/>
              </a:pPr>
              <a:endParaRPr lang="zh-CN" altLang="en-US">
                <a:solidFill>
                  <a:schemeClr val="tx2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23" name="Line 69"/>
            <p:cNvSpPr>
              <a:spLocks noChangeShapeType="1"/>
            </p:cNvSpPr>
            <p:nvPr/>
          </p:nvSpPr>
          <p:spPr bwMode="auto">
            <a:xfrm flipH="1" flipV="1">
              <a:off x="1374" y="3184"/>
              <a:ext cx="8" cy="895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92075" tIns="46038" rIns="92075" bIns="46038"/>
            <a:lstStyle/>
            <a:p>
              <a:pPr>
                <a:defRPr/>
              </a:pPr>
              <a:endParaRPr lang="zh-CN" altLang="en-US">
                <a:solidFill>
                  <a:schemeClr val="tx2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41046" name="Rectangle 71"/>
            <p:cNvSpPr>
              <a:spLocks noChangeArrowheads="1"/>
            </p:cNvSpPr>
            <p:nvPr/>
          </p:nvSpPr>
          <p:spPr bwMode="auto">
            <a:xfrm>
              <a:off x="1292" y="2662"/>
              <a:ext cx="225" cy="54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lnSpc>
                  <a:spcPct val="110000"/>
                </a:lnSpc>
                <a:spcBef>
                  <a:spcPct val="20000"/>
                </a:spcBef>
                <a:buClr>
                  <a:srgbClr val="5EAEFF"/>
                </a:buClr>
                <a:buSzPct val="75000"/>
                <a:buFont typeface="Monotype Sorts"/>
                <a:buNone/>
              </a:pPr>
              <a:r>
                <a:rPr kumimoji="1" lang="en-US" altLang="zh-CN" sz="2000" b="1" i="1">
                  <a:latin typeface="Times New Roman" panose="02020603050405020304" pitchFamily="18" charset="0"/>
                </a:rPr>
                <a:t>B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 nodeType="clickPar">
                      <p:stCondLst>
                        <p:cond delay="indefinite"/>
                      </p:stCondLst>
                      <p:childTnLst>
                        <p:par>
                          <p:cTn id="2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xit" presetSubtype="32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5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7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5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9" grpId="1"/>
      <p:bldP spid="10" grpId="0"/>
      <p:bldP spid="14" grpId="0"/>
      <p:bldP spid="16" grpId="0"/>
      <p:bldP spid="16" grpId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Text Box 19"/>
          <p:cNvSpPr txBox="1">
            <a:spLocks noChangeArrowheads="1"/>
          </p:cNvSpPr>
          <p:nvPr/>
        </p:nvSpPr>
        <p:spPr bwMode="auto">
          <a:xfrm>
            <a:off x="539750" y="2571750"/>
            <a:ext cx="2743200" cy="442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lnSpc>
                <a:spcPct val="95000"/>
              </a:lnSpc>
            </a:pPr>
            <a:endParaRPr kumimoji="1" lang="zh-CN" altLang="en-US" sz="2400">
              <a:solidFill>
                <a:srgbClr val="000000"/>
              </a:solidFill>
              <a:latin typeface="楷体_GB2312"/>
              <a:ea typeface="楷体_GB2312"/>
              <a:cs typeface="楷体_GB2312"/>
            </a:endParaRPr>
          </a:p>
        </p:txBody>
      </p:sp>
      <p:sp>
        <p:nvSpPr>
          <p:cNvPr id="43011" name="标题 1"/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en-US" altLang="zh-CN" sz="3000" i="1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LR </a:t>
            </a:r>
            <a:r>
              <a:rPr lang="zh-CN" altLang="zh-CN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分析表</a:t>
            </a:r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的结构</a:t>
            </a:r>
          </a:p>
        </p:txBody>
      </p:sp>
      <p:sp>
        <p:nvSpPr>
          <p:cNvPr id="43012" name="Rectangle 21"/>
          <p:cNvSpPr txBox="1">
            <a:spLocks noChangeArrowheads="1"/>
          </p:cNvSpPr>
          <p:nvPr/>
        </p:nvSpPr>
        <p:spPr bwMode="auto">
          <a:xfrm>
            <a:off x="400050" y="857250"/>
            <a:ext cx="3314700" cy="3286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20000"/>
              </a:spcBef>
              <a:buSzPct val="100000"/>
              <a:buFont typeface="Wingdings" panose="05000000000000000000" pitchFamily="2" charset="2"/>
              <a:buChar char="Ø"/>
            </a:pPr>
            <a:r>
              <a:rPr lang="zh-CN" altLang="en-US" sz="2500" b="1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例</a:t>
            </a:r>
            <a:endParaRPr lang="en-US" altLang="zh-CN" sz="2500" b="1">
              <a:solidFill>
                <a:srgbClr val="000000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lvl="1" eaLnBrk="1" hangingPunct="1">
              <a:lnSpc>
                <a:spcPct val="90000"/>
              </a:lnSpc>
              <a:spcBef>
                <a:spcPct val="20000"/>
              </a:spcBef>
              <a:buSzPct val="100000"/>
              <a:buFont typeface="Wingdings" panose="05000000000000000000" pitchFamily="2" charset="2"/>
              <a:buChar char="Ø"/>
            </a:pPr>
            <a:r>
              <a:rPr lang="zh-CN" altLang="en-US" sz="2500" b="1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楷体_GB2312"/>
              </a:rPr>
              <a:t>文法</a:t>
            </a:r>
            <a:endParaRPr lang="en-US" altLang="zh-CN" sz="2500" b="1">
              <a:solidFill>
                <a:srgbClr val="000000"/>
              </a:solidFill>
              <a:latin typeface="楷体" panose="02010609060101010101" pitchFamily="49" charset="-122"/>
              <a:ea typeface="楷体" panose="02010609060101010101" pitchFamily="49" charset="-122"/>
              <a:cs typeface="楷体_GB2312"/>
            </a:endParaRPr>
          </a:p>
          <a:p>
            <a:pPr lvl="2" eaLnBrk="1" hangingPunct="1">
              <a:lnSpc>
                <a:spcPct val="90000"/>
              </a:lnSpc>
              <a:spcBef>
                <a:spcPct val="20000"/>
              </a:spcBef>
              <a:buClr>
                <a:srgbClr val="5EAEFF"/>
              </a:buClr>
              <a:buSzPct val="50000"/>
            </a:pPr>
            <a:r>
              <a:rPr lang="en-US" altLang="zh-CN" sz="2500" b="1">
                <a:solidFill>
                  <a:srgbClr val="000000"/>
                </a:solidFill>
                <a:latin typeface="宋体" panose="02010600030101010101" pitchFamily="2" charset="-122"/>
              </a:rPr>
              <a:t>① </a:t>
            </a:r>
            <a:r>
              <a:rPr lang="en-US" altLang="zh-CN" sz="2500" b="1" i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S</a:t>
            </a:r>
            <a:r>
              <a:rPr lang="en-US" altLang="zh-CN" sz="2500" b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→</a:t>
            </a:r>
            <a:r>
              <a:rPr lang="en-US" altLang="zh-CN" sz="2500" b="1" i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BB</a:t>
            </a:r>
          </a:p>
          <a:p>
            <a:pPr lvl="2" eaLnBrk="1" hangingPunct="1">
              <a:lnSpc>
                <a:spcPct val="90000"/>
              </a:lnSpc>
              <a:spcBef>
                <a:spcPct val="20000"/>
              </a:spcBef>
              <a:buClr>
                <a:srgbClr val="5EAEFF"/>
              </a:buClr>
              <a:buSzPct val="50000"/>
            </a:pPr>
            <a:r>
              <a:rPr lang="en-US" altLang="zh-CN" sz="2500" b="1">
                <a:solidFill>
                  <a:srgbClr val="000000"/>
                </a:solidFill>
                <a:latin typeface="Simsun" panose="02010600030101010101" pitchFamily="2" charset="-122"/>
                <a:ea typeface="Simsun" panose="02010600030101010101" pitchFamily="2" charset="-122"/>
              </a:rPr>
              <a:t>② </a:t>
            </a:r>
            <a:r>
              <a:rPr lang="en-US" altLang="zh-CN" sz="2500" b="1" i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B</a:t>
            </a:r>
            <a:r>
              <a:rPr lang="en-US" altLang="zh-CN" sz="2500" b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→</a:t>
            </a:r>
            <a:r>
              <a:rPr lang="en-US" altLang="zh-CN" sz="2500" b="1" i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aB</a:t>
            </a:r>
          </a:p>
          <a:p>
            <a:pPr lvl="2" eaLnBrk="1" hangingPunct="1">
              <a:lnSpc>
                <a:spcPct val="90000"/>
              </a:lnSpc>
              <a:spcBef>
                <a:spcPct val="20000"/>
              </a:spcBef>
              <a:buClr>
                <a:srgbClr val="5EAEFF"/>
              </a:buClr>
              <a:buSzPct val="50000"/>
            </a:pPr>
            <a:r>
              <a:rPr lang="en-US" altLang="zh-CN" sz="2500" b="1">
                <a:solidFill>
                  <a:srgbClr val="000000"/>
                </a:solidFill>
                <a:latin typeface="宋体" panose="02010600030101010101" pitchFamily="2" charset="-122"/>
              </a:rPr>
              <a:t>③ </a:t>
            </a:r>
            <a:r>
              <a:rPr lang="en-US" altLang="zh-CN" sz="2500" b="1" i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B</a:t>
            </a:r>
            <a:r>
              <a:rPr lang="en-US" altLang="zh-CN" sz="2500" b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→</a:t>
            </a:r>
            <a:r>
              <a:rPr lang="en-US" altLang="zh-CN" sz="2500" b="1" i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b</a:t>
            </a:r>
          </a:p>
          <a:p>
            <a:pPr lvl="1" eaLnBrk="1" hangingPunct="1">
              <a:lnSpc>
                <a:spcPct val="90000"/>
              </a:lnSpc>
              <a:spcBef>
                <a:spcPct val="20000"/>
              </a:spcBef>
              <a:buClr>
                <a:srgbClr val="0080FF"/>
              </a:buClr>
              <a:buSzPct val="55000"/>
              <a:buFont typeface="Wingdings" panose="05000000000000000000" pitchFamily="2" charset="2"/>
              <a:buChar char="n"/>
            </a:pPr>
            <a:endParaRPr lang="zh-CN" altLang="en-US" sz="2400" b="1">
              <a:solidFill>
                <a:srgbClr val="00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43013" name="Rectangle 3"/>
          <p:cNvSpPr>
            <a:spLocks noGrp="1" noChangeArrowheads="1"/>
          </p:cNvSpPr>
          <p:nvPr>
            <p:ph idx="1"/>
          </p:nvPr>
        </p:nvSpPr>
        <p:spPr>
          <a:xfrm>
            <a:off x="4211638" y="3721100"/>
            <a:ext cx="3671887" cy="1082675"/>
          </a:xfrm>
        </p:spPr>
        <p:txBody>
          <a:bodyPr lIns="92075" tIns="46038" rIns="92075" bIns="46038"/>
          <a:lstStyle/>
          <a:p>
            <a:pPr eaLnBrk="1" hangingPunct="1">
              <a:lnSpc>
                <a:spcPts val="3500"/>
              </a:lnSpc>
              <a:buFont typeface="Wingdings" panose="05000000000000000000" pitchFamily="2" charset="2"/>
              <a:buNone/>
            </a:pPr>
            <a:r>
              <a:rPr lang="zh-CN" altLang="en-US" b="1" dirty="0">
                <a:solidFill>
                  <a:srgbClr val="2D83F4"/>
                </a:solidFill>
                <a:latin typeface="楷体" panose="02010609060101010101" pitchFamily="49" charset="-122"/>
                <a:cs typeface="Times New Roman" panose="02020603050405020304" pitchFamily="18" charset="0"/>
              </a:rPr>
              <a:t>栈    剩余输入</a:t>
            </a:r>
          </a:p>
          <a:p>
            <a:pPr eaLnBrk="1" hangingPunct="1">
              <a:lnSpc>
                <a:spcPts val="2500"/>
              </a:lnSpc>
              <a:spcBef>
                <a:spcPct val="0"/>
              </a:spcBef>
              <a:buFont typeface="Wingdings" panose="05000000000000000000" pitchFamily="2" charset="2"/>
              <a:buNone/>
            </a:pPr>
            <a:r>
              <a:rPr lang="zh-CN" altLang="en-US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0</a:t>
            </a:r>
          </a:p>
          <a:p>
            <a:pPr eaLnBrk="1" hangingPunct="1">
              <a:lnSpc>
                <a:spcPts val="2500"/>
              </a:lnSpc>
              <a:spcBef>
                <a:spcPct val="0"/>
              </a:spcBef>
              <a:buFont typeface="Wingdings" panose="05000000000000000000" pitchFamily="2" charset="2"/>
              <a:buNone/>
            </a:pPr>
            <a:r>
              <a:rPr lang="en-US" altLang="zh-CN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$</a:t>
            </a:r>
            <a:r>
              <a:rPr lang="zh-CN" altLang="en-US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          </a:t>
            </a:r>
            <a:r>
              <a:rPr lang="en-US" altLang="zh-CN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            </a:t>
            </a:r>
            <a:r>
              <a:rPr lang="en-US" altLang="zh-CN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$</a:t>
            </a:r>
            <a:endParaRPr lang="en-US" altLang="zh-CN" b="1" i="1" dirty="0">
              <a:solidFill>
                <a:schemeClr val="tx1"/>
              </a:solidFill>
              <a:ea typeface="楷体_GB2312"/>
              <a:cs typeface="Times New Roman" panose="02020603050405020304" pitchFamily="18" charset="0"/>
            </a:endParaRPr>
          </a:p>
          <a:p>
            <a:pPr eaLnBrk="1" hangingPunct="1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None/>
            </a:pPr>
            <a:endParaRPr lang="en-US" altLang="zh-CN" sz="600" dirty="0">
              <a:ea typeface="楷体_GB2312"/>
              <a:cs typeface="Times New Roman" panose="02020603050405020304" pitchFamily="18" charset="0"/>
            </a:endParaRPr>
          </a:p>
          <a:p>
            <a:pPr eaLnBrk="1" hangingPunct="1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None/>
            </a:pPr>
            <a:endParaRPr lang="en-US" altLang="zh-CN" sz="1600" dirty="0">
              <a:ea typeface="楷体_GB2312"/>
              <a:cs typeface="Times New Roman" panose="02020603050405020304" pitchFamily="18" charset="0"/>
            </a:endParaRPr>
          </a:p>
        </p:txBody>
      </p:sp>
      <p:sp>
        <p:nvSpPr>
          <p:cNvPr id="9" name="矩形 8"/>
          <p:cNvSpPr>
            <a:spLocks noChangeArrowheads="1"/>
          </p:cNvSpPr>
          <p:nvPr/>
        </p:nvSpPr>
        <p:spPr bwMode="auto">
          <a:xfrm>
            <a:off x="4686300" y="4443413"/>
            <a:ext cx="390525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r>
              <a:rPr lang="en-US" altLang="zh-CN" sz="2400" b="1" i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B</a:t>
            </a:r>
            <a:endParaRPr lang="zh-CN" altLang="en-US" sz="2800" b="1">
              <a:solidFill>
                <a:srgbClr val="000000"/>
              </a:solidFill>
              <a:ea typeface="楷体_GB2312"/>
              <a:cs typeface="Times New Roman" panose="02020603050405020304" pitchFamily="18" charset="0"/>
            </a:endParaRPr>
          </a:p>
        </p:txBody>
      </p:sp>
      <p:sp>
        <p:nvSpPr>
          <p:cNvPr id="12" name="矩形 11"/>
          <p:cNvSpPr>
            <a:spLocks noChangeArrowheads="1"/>
          </p:cNvSpPr>
          <p:nvPr/>
        </p:nvSpPr>
        <p:spPr bwMode="auto">
          <a:xfrm>
            <a:off x="4411663" y="4443413"/>
            <a:ext cx="390525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r>
              <a:rPr lang="en-US" altLang="zh-CN" sz="2400" b="1" i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B</a:t>
            </a:r>
            <a:endParaRPr lang="zh-CN" altLang="en-US" b="1">
              <a:solidFill>
                <a:srgbClr val="000000"/>
              </a:solidFill>
              <a:ea typeface="楷体_GB2312"/>
              <a:cs typeface="Times New Roman" panose="02020603050405020304" pitchFamily="18" charset="0"/>
            </a:endParaRPr>
          </a:p>
        </p:txBody>
      </p:sp>
      <p:sp>
        <p:nvSpPr>
          <p:cNvPr id="13" name="矩形 12"/>
          <p:cNvSpPr>
            <a:spLocks noChangeArrowheads="1"/>
          </p:cNvSpPr>
          <p:nvPr/>
        </p:nvSpPr>
        <p:spPr bwMode="auto">
          <a:xfrm>
            <a:off x="4427538" y="4125913"/>
            <a:ext cx="339725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r>
              <a:rPr lang="en-US" altLang="zh-CN" sz="2400" b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2</a:t>
            </a:r>
            <a:endParaRPr lang="zh-CN" altLang="en-US" b="1">
              <a:solidFill>
                <a:srgbClr val="000000"/>
              </a:solidFill>
              <a:ea typeface="楷体_GB2312"/>
              <a:cs typeface="Times New Roman" panose="02020603050405020304" pitchFamily="18" charset="0"/>
            </a:endParaRPr>
          </a:p>
        </p:txBody>
      </p:sp>
      <p:sp>
        <p:nvSpPr>
          <p:cNvPr id="16" name="矩形 15"/>
          <p:cNvSpPr>
            <a:spLocks noChangeArrowheads="1"/>
          </p:cNvSpPr>
          <p:nvPr/>
        </p:nvSpPr>
        <p:spPr bwMode="auto">
          <a:xfrm>
            <a:off x="4706938" y="4125913"/>
            <a:ext cx="339725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r>
              <a:rPr lang="en-US" altLang="zh-CN" sz="2400" b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5</a:t>
            </a:r>
            <a:endParaRPr lang="zh-CN" altLang="en-US" b="1">
              <a:solidFill>
                <a:srgbClr val="000000"/>
              </a:solidFill>
              <a:ea typeface="楷体_GB2312"/>
              <a:cs typeface="Times New Roman" panose="02020603050405020304" pitchFamily="18" charset="0"/>
            </a:endParaRPr>
          </a:p>
        </p:txBody>
      </p:sp>
      <p:graphicFrame>
        <p:nvGraphicFramePr>
          <p:cNvPr id="17" name="Group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7548777"/>
              </p:ext>
            </p:extLst>
          </p:nvPr>
        </p:nvGraphicFramePr>
        <p:xfrm>
          <a:off x="4214813" y="123825"/>
          <a:ext cx="4318000" cy="3603666"/>
        </p:xfrm>
        <a:graphic>
          <a:graphicData uri="http://schemas.openxmlformats.org/drawingml/2006/table">
            <a:tbl>
              <a:tblPr/>
              <a:tblGrid>
                <a:gridCol w="9286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4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29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35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07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310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25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华文楷体" pitchFamily="2" charset="-122"/>
                          <a:ea typeface="华文楷体" pitchFamily="2" charset="-122"/>
                          <a:cs typeface="Times New Roman" pitchFamily="18" charset="0"/>
                        </a:rPr>
                        <a:t>状态</a:t>
                      </a:r>
                    </a:p>
                  </a:txBody>
                  <a:tcPr marL="91447" marR="91447" marT="34257" marB="34257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" pitchFamily="49" charset="-122"/>
                        </a:rPr>
                        <a:t>ACTION</a:t>
                      </a:r>
                      <a:endParaRPr kumimoji="0" lang="zh-CN" altLang="en-US" sz="20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" pitchFamily="49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" pitchFamily="49" charset="-122"/>
                        </a:rPr>
                        <a:t>GOTO</a:t>
                      </a:r>
                      <a:endParaRPr kumimoji="0" lang="zh-CN" altLang="en-US" sz="20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" pitchFamily="49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3789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1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a</a:t>
                      </a:r>
                      <a:endParaRPr kumimoji="0" lang="zh-CN" altLang="en-US" sz="2200" b="1" i="1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" pitchFamily="49" charset="-122"/>
                        </a:rPr>
                        <a:t>b</a:t>
                      </a:r>
                      <a:endParaRPr kumimoji="0" lang="zh-CN" altLang="en-US" sz="22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" pitchFamily="49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$ 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" pitchFamily="49" charset="-122"/>
                        </a:rPr>
                        <a:t>S</a:t>
                      </a:r>
                      <a:endParaRPr kumimoji="0" lang="zh-CN" altLang="en-US" sz="22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" pitchFamily="49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1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B</a:t>
                      </a:r>
                      <a:endParaRPr kumimoji="0" lang="zh-CN" altLang="en-US" sz="2200" b="1" i="1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378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s3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s4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1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2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378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1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acc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78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2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s3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s4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5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378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3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s3</a:t>
                      </a: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folHlink"/>
                          </a:solidFill>
                          <a:effectLst/>
                          <a:latin typeface="宋体" pitchFamily="2" charset="-122"/>
                          <a:ea typeface="华文楷体" pitchFamily="2" charset="-122"/>
                          <a:cs typeface="Times New Roman" pitchFamily="18" charset="0"/>
                        </a:rPr>
                        <a:t> 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s4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6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378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4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r3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r3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r3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378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5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r1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r1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r1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378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6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r2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r2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r2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3086" name="矩形 10"/>
          <p:cNvSpPr>
            <a:spLocks noChangeArrowheads="1"/>
          </p:cNvSpPr>
          <p:nvPr/>
        </p:nvSpPr>
        <p:spPr bwMode="auto">
          <a:xfrm>
            <a:off x="842963" y="4543425"/>
            <a:ext cx="2033587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342900" indent="-3429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marL="0" lvl="1" eaLnBrk="1" hangingPunct="1">
              <a:spcBef>
                <a:spcPct val="30000"/>
              </a:spcBef>
            </a:pPr>
            <a:r>
              <a:rPr lang="zh-CN" altLang="en-US" sz="2500" b="1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输入  </a:t>
            </a:r>
            <a:r>
              <a:rPr lang="en-US" altLang="zh-CN" sz="2500" b="1" i="1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</a:rPr>
              <a:t>b  a   b</a:t>
            </a:r>
            <a:endParaRPr lang="en-US" altLang="zh-CN" sz="2500" b="1" i="1">
              <a:solidFill>
                <a:srgbClr val="000000"/>
              </a:solidFill>
              <a:latin typeface="Times New Roman" panose="02020603050405020304" pitchFamily="18" charset="0"/>
              <a:ea typeface="楷体_GB2312"/>
              <a:cs typeface="楷体_GB2312"/>
            </a:endParaRPr>
          </a:p>
        </p:txBody>
      </p:sp>
      <p:grpSp>
        <p:nvGrpSpPr>
          <p:cNvPr id="43087" name="Group 78"/>
          <p:cNvGrpSpPr>
            <a:grpSpLocks/>
          </p:cNvGrpSpPr>
          <p:nvPr/>
        </p:nvGrpSpPr>
        <p:grpSpPr bwMode="auto">
          <a:xfrm>
            <a:off x="1835150" y="3994150"/>
            <a:ext cx="357188" cy="557213"/>
            <a:chOff x="975" y="3041"/>
            <a:chExt cx="225" cy="741"/>
          </a:xfrm>
        </p:grpSpPr>
        <p:sp>
          <p:nvSpPr>
            <p:cNvPr id="15" name="Line 79"/>
            <p:cNvSpPr>
              <a:spLocks noChangeShapeType="1"/>
            </p:cNvSpPr>
            <p:nvPr/>
          </p:nvSpPr>
          <p:spPr bwMode="auto">
            <a:xfrm flipH="1" flipV="1">
              <a:off x="1066" y="3543"/>
              <a:ext cx="0" cy="239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92075" tIns="46038" rIns="92075" bIns="46038"/>
            <a:lstStyle/>
            <a:p>
              <a:pPr>
                <a:defRPr/>
              </a:pPr>
              <a:endParaRPr lang="zh-CN" altLang="en-US">
                <a:solidFill>
                  <a:schemeClr val="tx2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43100" name="Rectangle 80"/>
            <p:cNvSpPr>
              <a:spLocks noChangeArrowheads="1"/>
            </p:cNvSpPr>
            <p:nvPr/>
          </p:nvSpPr>
          <p:spPr bwMode="auto">
            <a:xfrm>
              <a:off x="975" y="3041"/>
              <a:ext cx="225" cy="54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lnSpc>
                  <a:spcPct val="110000"/>
                </a:lnSpc>
                <a:spcBef>
                  <a:spcPct val="20000"/>
                </a:spcBef>
                <a:buClr>
                  <a:srgbClr val="5EAEFF"/>
                </a:buClr>
                <a:buSzPct val="75000"/>
                <a:buFont typeface="Monotype Sorts"/>
                <a:buNone/>
              </a:pPr>
              <a:r>
                <a:rPr kumimoji="1" lang="en-US" altLang="zh-CN" sz="2000" b="1" i="1">
                  <a:latin typeface="Times New Roman" panose="02020603050405020304" pitchFamily="18" charset="0"/>
                </a:rPr>
                <a:t>B</a:t>
              </a:r>
            </a:p>
          </p:txBody>
        </p:sp>
      </p:grpSp>
      <p:grpSp>
        <p:nvGrpSpPr>
          <p:cNvPr id="43088" name="Group 78"/>
          <p:cNvGrpSpPr>
            <a:grpSpLocks/>
          </p:cNvGrpSpPr>
          <p:nvPr/>
        </p:nvGrpSpPr>
        <p:grpSpPr bwMode="auto">
          <a:xfrm>
            <a:off x="2555875" y="4032250"/>
            <a:ext cx="357188" cy="555625"/>
            <a:chOff x="975" y="3041"/>
            <a:chExt cx="225" cy="741"/>
          </a:xfrm>
        </p:grpSpPr>
        <p:sp>
          <p:nvSpPr>
            <p:cNvPr id="20" name="Line 79"/>
            <p:cNvSpPr>
              <a:spLocks noChangeShapeType="1"/>
            </p:cNvSpPr>
            <p:nvPr/>
          </p:nvSpPr>
          <p:spPr bwMode="auto">
            <a:xfrm flipH="1" flipV="1">
              <a:off x="1066" y="3543"/>
              <a:ext cx="0" cy="239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92075" tIns="46038" rIns="92075" bIns="46038"/>
            <a:lstStyle/>
            <a:p>
              <a:pPr>
                <a:defRPr/>
              </a:pPr>
              <a:endParaRPr lang="zh-CN" altLang="en-US">
                <a:solidFill>
                  <a:schemeClr val="tx2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43098" name="Rectangle 80"/>
            <p:cNvSpPr>
              <a:spLocks noChangeArrowheads="1"/>
            </p:cNvSpPr>
            <p:nvPr/>
          </p:nvSpPr>
          <p:spPr bwMode="auto">
            <a:xfrm>
              <a:off x="975" y="3041"/>
              <a:ext cx="225" cy="54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lnSpc>
                  <a:spcPct val="110000"/>
                </a:lnSpc>
                <a:spcBef>
                  <a:spcPct val="20000"/>
                </a:spcBef>
                <a:buClr>
                  <a:srgbClr val="5EAEFF"/>
                </a:buClr>
                <a:buSzPct val="75000"/>
                <a:buFont typeface="Monotype Sorts"/>
                <a:buNone/>
              </a:pPr>
              <a:r>
                <a:rPr kumimoji="1" lang="en-US" altLang="zh-CN" sz="2000" b="1" i="1">
                  <a:latin typeface="Times New Roman" panose="02020603050405020304" pitchFamily="18" charset="0"/>
                </a:rPr>
                <a:t>B</a:t>
              </a:r>
            </a:p>
          </p:txBody>
        </p:sp>
      </p:grpSp>
      <p:grpSp>
        <p:nvGrpSpPr>
          <p:cNvPr id="43089" name="Group 84"/>
          <p:cNvGrpSpPr>
            <a:grpSpLocks/>
          </p:cNvGrpSpPr>
          <p:nvPr/>
        </p:nvGrpSpPr>
        <p:grpSpPr bwMode="auto">
          <a:xfrm>
            <a:off x="2174875" y="3524250"/>
            <a:ext cx="525463" cy="1063625"/>
            <a:chOff x="1292" y="2662"/>
            <a:chExt cx="331" cy="1417"/>
          </a:xfrm>
        </p:grpSpPr>
        <p:sp>
          <p:nvSpPr>
            <p:cNvPr id="23" name="Line 68"/>
            <p:cNvSpPr>
              <a:spLocks noChangeShapeType="1"/>
            </p:cNvSpPr>
            <p:nvPr/>
          </p:nvSpPr>
          <p:spPr bwMode="auto">
            <a:xfrm flipH="1" flipV="1">
              <a:off x="1404" y="3123"/>
              <a:ext cx="219" cy="2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92075" tIns="46038" rIns="92075" bIns="46038"/>
            <a:lstStyle/>
            <a:p>
              <a:pPr>
                <a:defRPr/>
              </a:pPr>
              <a:endParaRPr lang="zh-CN" altLang="en-US">
                <a:solidFill>
                  <a:schemeClr val="tx2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24" name="Line 69"/>
            <p:cNvSpPr>
              <a:spLocks noChangeShapeType="1"/>
            </p:cNvSpPr>
            <p:nvPr/>
          </p:nvSpPr>
          <p:spPr bwMode="auto">
            <a:xfrm flipH="1" flipV="1">
              <a:off x="1374" y="3184"/>
              <a:ext cx="8" cy="895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92075" tIns="46038" rIns="92075" bIns="46038"/>
            <a:lstStyle/>
            <a:p>
              <a:pPr>
                <a:defRPr/>
              </a:pPr>
              <a:endParaRPr lang="zh-CN" altLang="en-US">
                <a:solidFill>
                  <a:schemeClr val="tx2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43096" name="Rectangle 71"/>
            <p:cNvSpPr>
              <a:spLocks noChangeArrowheads="1"/>
            </p:cNvSpPr>
            <p:nvPr/>
          </p:nvSpPr>
          <p:spPr bwMode="auto">
            <a:xfrm>
              <a:off x="1292" y="2662"/>
              <a:ext cx="225" cy="54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lnSpc>
                  <a:spcPct val="110000"/>
                </a:lnSpc>
                <a:spcBef>
                  <a:spcPct val="20000"/>
                </a:spcBef>
                <a:buClr>
                  <a:srgbClr val="5EAEFF"/>
                </a:buClr>
                <a:buSzPct val="75000"/>
                <a:buFont typeface="Monotype Sorts"/>
                <a:buNone/>
              </a:pPr>
              <a:r>
                <a:rPr kumimoji="1" lang="en-US" altLang="zh-CN" sz="2000" b="1" i="1">
                  <a:latin typeface="Times New Roman" panose="02020603050405020304" pitchFamily="18" charset="0"/>
                </a:rPr>
                <a:t>B</a:t>
              </a:r>
            </a:p>
          </p:txBody>
        </p:sp>
      </p:grpSp>
      <p:grpSp>
        <p:nvGrpSpPr>
          <p:cNvPr id="22" name="Group 84"/>
          <p:cNvGrpSpPr>
            <a:grpSpLocks/>
          </p:cNvGrpSpPr>
          <p:nvPr/>
        </p:nvGrpSpPr>
        <p:grpSpPr bwMode="auto">
          <a:xfrm>
            <a:off x="1906588" y="3076575"/>
            <a:ext cx="328612" cy="857250"/>
            <a:chOff x="1292" y="2662"/>
            <a:chExt cx="207" cy="1142"/>
          </a:xfrm>
        </p:grpSpPr>
        <p:sp>
          <p:nvSpPr>
            <p:cNvPr id="25" name="Line 68"/>
            <p:cNvSpPr>
              <a:spLocks noChangeShapeType="1"/>
            </p:cNvSpPr>
            <p:nvPr/>
          </p:nvSpPr>
          <p:spPr bwMode="auto">
            <a:xfrm flipH="1" flipV="1">
              <a:off x="1404" y="3123"/>
              <a:ext cx="95" cy="17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92075" tIns="46038" rIns="92075" bIns="46038"/>
            <a:lstStyle/>
            <a:p>
              <a:pPr>
                <a:defRPr/>
              </a:pPr>
              <a:endParaRPr lang="zh-CN" altLang="en-US">
                <a:solidFill>
                  <a:schemeClr val="tx2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26" name="Line 69"/>
            <p:cNvSpPr>
              <a:spLocks noChangeShapeType="1"/>
            </p:cNvSpPr>
            <p:nvPr/>
          </p:nvSpPr>
          <p:spPr bwMode="auto">
            <a:xfrm flipV="1">
              <a:off x="1347" y="3184"/>
              <a:ext cx="27" cy="62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92075" tIns="46038" rIns="92075" bIns="46038"/>
            <a:lstStyle/>
            <a:p>
              <a:pPr>
                <a:defRPr/>
              </a:pPr>
              <a:endParaRPr lang="zh-CN" altLang="en-US">
                <a:solidFill>
                  <a:schemeClr val="tx2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43093" name="Rectangle 71"/>
            <p:cNvSpPr>
              <a:spLocks noChangeArrowheads="1"/>
            </p:cNvSpPr>
            <p:nvPr/>
          </p:nvSpPr>
          <p:spPr bwMode="auto">
            <a:xfrm>
              <a:off x="1292" y="2662"/>
              <a:ext cx="207" cy="54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lnSpc>
                  <a:spcPct val="110000"/>
                </a:lnSpc>
                <a:spcBef>
                  <a:spcPct val="20000"/>
                </a:spcBef>
                <a:buClr>
                  <a:srgbClr val="5EAEFF"/>
                </a:buClr>
                <a:buSzPct val="75000"/>
                <a:buFont typeface="Monotype Sorts"/>
                <a:buNone/>
              </a:pPr>
              <a:r>
                <a:rPr kumimoji="1" lang="en-US" altLang="zh-CN" sz="2000" b="1" i="1">
                  <a:latin typeface="Times New Roman" panose="02020603050405020304" pitchFamily="18" charset="0"/>
                </a:rPr>
                <a:t>S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 nodeType="clickPar">
                      <p:stCondLst>
                        <p:cond delay="indefinite"/>
                      </p:stCondLst>
                      <p:childTnLst>
                        <p:par>
                          <p:cTn id="2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xit" presetSubtype="32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5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5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9" grpId="1"/>
      <p:bldP spid="12" grpId="0"/>
      <p:bldP spid="13" grpId="0"/>
      <p:bldP spid="16" grpId="0"/>
      <p:bldP spid="16" grpId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Text Box 19"/>
          <p:cNvSpPr txBox="1">
            <a:spLocks noChangeArrowheads="1"/>
          </p:cNvSpPr>
          <p:nvPr/>
        </p:nvSpPr>
        <p:spPr bwMode="auto">
          <a:xfrm>
            <a:off x="539750" y="2571750"/>
            <a:ext cx="2743200" cy="442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lnSpc>
                <a:spcPct val="95000"/>
              </a:lnSpc>
            </a:pPr>
            <a:endParaRPr kumimoji="1" lang="zh-CN" altLang="en-US" sz="2400">
              <a:solidFill>
                <a:srgbClr val="000000"/>
              </a:solidFill>
              <a:latin typeface="楷体_GB2312"/>
              <a:ea typeface="楷体_GB2312"/>
              <a:cs typeface="楷体_GB2312"/>
            </a:endParaRPr>
          </a:p>
        </p:txBody>
      </p:sp>
      <p:sp>
        <p:nvSpPr>
          <p:cNvPr id="45059" name="标题 1"/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en-US" altLang="zh-CN" sz="3000" i="1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LR </a:t>
            </a:r>
            <a:r>
              <a:rPr lang="zh-CN" altLang="zh-CN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分析表</a:t>
            </a:r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的结构</a:t>
            </a:r>
          </a:p>
        </p:txBody>
      </p:sp>
      <p:sp>
        <p:nvSpPr>
          <p:cNvPr id="45060" name="Rectangle 21"/>
          <p:cNvSpPr txBox="1">
            <a:spLocks noChangeArrowheads="1"/>
          </p:cNvSpPr>
          <p:nvPr/>
        </p:nvSpPr>
        <p:spPr bwMode="auto">
          <a:xfrm>
            <a:off x="400050" y="857250"/>
            <a:ext cx="3314700" cy="3286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90000"/>
              </a:lnSpc>
              <a:spcBef>
                <a:spcPct val="20000"/>
              </a:spcBef>
              <a:buSzPct val="100000"/>
              <a:buFont typeface="Wingdings" panose="05000000000000000000" pitchFamily="2" charset="2"/>
              <a:buChar char="Ø"/>
            </a:pPr>
            <a:r>
              <a:rPr lang="zh-CN" altLang="en-US" sz="2500" b="1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例</a:t>
            </a:r>
            <a:endParaRPr lang="en-US" altLang="zh-CN" sz="2500" b="1">
              <a:solidFill>
                <a:srgbClr val="000000"/>
              </a:solidFill>
              <a:latin typeface="楷体" panose="02010609060101010101" pitchFamily="49" charset="-122"/>
              <a:ea typeface="楷体" panose="02010609060101010101" pitchFamily="49" charset="-122"/>
              <a:cs typeface="Times New Roman" panose="02020603050405020304" pitchFamily="18" charset="0"/>
            </a:endParaRPr>
          </a:p>
          <a:p>
            <a:pPr lvl="1" eaLnBrk="1" hangingPunct="1">
              <a:lnSpc>
                <a:spcPct val="90000"/>
              </a:lnSpc>
              <a:spcBef>
                <a:spcPct val="20000"/>
              </a:spcBef>
              <a:buSzPct val="100000"/>
              <a:buFont typeface="Wingdings" panose="05000000000000000000" pitchFamily="2" charset="2"/>
              <a:buChar char="Ø"/>
            </a:pPr>
            <a:r>
              <a:rPr lang="zh-CN" altLang="en-US" sz="2500" b="1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楷体_GB2312"/>
              </a:rPr>
              <a:t>文法</a:t>
            </a:r>
            <a:endParaRPr lang="en-US" altLang="zh-CN" sz="2500" b="1">
              <a:solidFill>
                <a:srgbClr val="000000"/>
              </a:solidFill>
              <a:latin typeface="楷体" panose="02010609060101010101" pitchFamily="49" charset="-122"/>
              <a:ea typeface="楷体" panose="02010609060101010101" pitchFamily="49" charset="-122"/>
              <a:cs typeface="楷体_GB2312"/>
            </a:endParaRPr>
          </a:p>
          <a:p>
            <a:pPr lvl="2" eaLnBrk="1" hangingPunct="1">
              <a:lnSpc>
                <a:spcPct val="90000"/>
              </a:lnSpc>
              <a:spcBef>
                <a:spcPct val="20000"/>
              </a:spcBef>
              <a:buClr>
                <a:srgbClr val="5EAEFF"/>
              </a:buClr>
              <a:buSzPct val="50000"/>
            </a:pPr>
            <a:r>
              <a:rPr lang="en-US" altLang="zh-CN" sz="2500" b="1">
                <a:solidFill>
                  <a:srgbClr val="000000"/>
                </a:solidFill>
                <a:latin typeface="宋体" panose="02010600030101010101" pitchFamily="2" charset="-122"/>
              </a:rPr>
              <a:t>① </a:t>
            </a:r>
            <a:r>
              <a:rPr lang="en-US" altLang="zh-CN" sz="2500" b="1" i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S</a:t>
            </a:r>
            <a:r>
              <a:rPr lang="en-US" altLang="zh-CN" sz="2500" b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→</a:t>
            </a:r>
            <a:r>
              <a:rPr lang="en-US" altLang="zh-CN" sz="2500" b="1" i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BB</a:t>
            </a:r>
          </a:p>
          <a:p>
            <a:pPr lvl="2" eaLnBrk="1" hangingPunct="1">
              <a:lnSpc>
                <a:spcPct val="90000"/>
              </a:lnSpc>
              <a:spcBef>
                <a:spcPct val="20000"/>
              </a:spcBef>
              <a:buClr>
                <a:srgbClr val="5EAEFF"/>
              </a:buClr>
              <a:buSzPct val="50000"/>
            </a:pPr>
            <a:r>
              <a:rPr lang="en-US" altLang="zh-CN" sz="2500" b="1">
                <a:solidFill>
                  <a:srgbClr val="000000"/>
                </a:solidFill>
                <a:latin typeface="Simsun" panose="02010600030101010101" pitchFamily="2" charset="-122"/>
                <a:ea typeface="Simsun" panose="02010600030101010101" pitchFamily="2" charset="-122"/>
              </a:rPr>
              <a:t>② </a:t>
            </a:r>
            <a:r>
              <a:rPr lang="en-US" altLang="zh-CN" sz="2500" b="1" i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B</a:t>
            </a:r>
            <a:r>
              <a:rPr lang="en-US" altLang="zh-CN" sz="2500" b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→</a:t>
            </a:r>
            <a:r>
              <a:rPr lang="en-US" altLang="zh-CN" sz="2500" b="1" i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aB</a:t>
            </a:r>
          </a:p>
          <a:p>
            <a:pPr lvl="2" eaLnBrk="1" hangingPunct="1">
              <a:lnSpc>
                <a:spcPct val="90000"/>
              </a:lnSpc>
              <a:spcBef>
                <a:spcPct val="20000"/>
              </a:spcBef>
              <a:buClr>
                <a:srgbClr val="5EAEFF"/>
              </a:buClr>
              <a:buSzPct val="50000"/>
            </a:pPr>
            <a:r>
              <a:rPr lang="en-US" altLang="zh-CN" sz="2500" b="1">
                <a:solidFill>
                  <a:srgbClr val="000000"/>
                </a:solidFill>
                <a:latin typeface="宋体" panose="02010600030101010101" pitchFamily="2" charset="-122"/>
              </a:rPr>
              <a:t>③ </a:t>
            </a:r>
            <a:r>
              <a:rPr lang="en-US" altLang="zh-CN" sz="2500" b="1" i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B</a:t>
            </a:r>
            <a:r>
              <a:rPr lang="en-US" altLang="zh-CN" sz="2500" b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→</a:t>
            </a:r>
            <a:r>
              <a:rPr lang="en-US" altLang="zh-CN" sz="2500" b="1" i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b</a:t>
            </a:r>
          </a:p>
          <a:p>
            <a:pPr lvl="1" eaLnBrk="1" hangingPunct="1">
              <a:lnSpc>
                <a:spcPct val="90000"/>
              </a:lnSpc>
              <a:spcBef>
                <a:spcPct val="20000"/>
              </a:spcBef>
              <a:buClr>
                <a:srgbClr val="0080FF"/>
              </a:buClr>
              <a:buSzPct val="55000"/>
              <a:buFont typeface="Wingdings" panose="05000000000000000000" pitchFamily="2" charset="2"/>
              <a:buChar char="n"/>
            </a:pPr>
            <a:endParaRPr lang="zh-CN" altLang="en-US" sz="2400" b="1">
              <a:solidFill>
                <a:srgbClr val="00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45061" name="Rectangle 3"/>
          <p:cNvSpPr>
            <a:spLocks noGrp="1" noChangeArrowheads="1"/>
          </p:cNvSpPr>
          <p:nvPr>
            <p:ph idx="1"/>
          </p:nvPr>
        </p:nvSpPr>
        <p:spPr>
          <a:xfrm>
            <a:off x="4211638" y="3721100"/>
            <a:ext cx="3671887" cy="1082675"/>
          </a:xfrm>
        </p:spPr>
        <p:txBody>
          <a:bodyPr lIns="92075" tIns="46038" rIns="92075" bIns="46038"/>
          <a:lstStyle/>
          <a:p>
            <a:pPr eaLnBrk="1" hangingPunct="1">
              <a:lnSpc>
                <a:spcPts val="3500"/>
              </a:lnSpc>
              <a:buFont typeface="Wingdings" panose="05000000000000000000" pitchFamily="2" charset="2"/>
              <a:buNone/>
            </a:pPr>
            <a:r>
              <a:rPr lang="zh-CN" altLang="en-US" b="1" dirty="0">
                <a:solidFill>
                  <a:srgbClr val="2D83F4"/>
                </a:solidFill>
                <a:latin typeface="楷体" panose="02010609060101010101" pitchFamily="49" charset="-122"/>
                <a:cs typeface="Times New Roman" panose="02020603050405020304" pitchFamily="18" charset="0"/>
              </a:rPr>
              <a:t>栈    剩余输入</a:t>
            </a:r>
          </a:p>
          <a:p>
            <a:pPr eaLnBrk="1" hangingPunct="1">
              <a:lnSpc>
                <a:spcPts val="2500"/>
              </a:lnSpc>
              <a:spcBef>
                <a:spcPct val="0"/>
              </a:spcBef>
              <a:buFont typeface="Wingdings" panose="05000000000000000000" pitchFamily="2" charset="2"/>
              <a:buNone/>
            </a:pPr>
            <a:r>
              <a:rPr lang="zh-CN" altLang="en-US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0</a:t>
            </a:r>
          </a:p>
          <a:p>
            <a:pPr eaLnBrk="1" hangingPunct="1">
              <a:lnSpc>
                <a:spcPts val="2500"/>
              </a:lnSpc>
              <a:spcBef>
                <a:spcPct val="0"/>
              </a:spcBef>
              <a:buFont typeface="Wingdings" panose="05000000000000000000" pitchFamily="2" charset="2"/>
              <a:buNone/>
            </a:pPr>
            <a:r>
              <a:rPr lang="en-US" altLang="zh-CN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$</a:t>
            </a:r>
            <a:r>
              <a:rPr lang="zh-CN" altLang="en-US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          </a:t>
            </a:r>
            <a:r>
              <a:rPr lang="en-US" altLang="zh-CN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            </a:t>
            </a:r>
            <a:r>
              <a:rPr lang="en-US" altLang="zh-CN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$</a:t>
            </a:r>
            <a:endParaRPr lang="en-US" altLang="zh-CN" b="1" i="1" dirty="0">
              <a:solidFill>
                <a:schemeClr val="tx1"/>
              </a:solidFill>
              <a:ea typeface="楷体_GB2312"/>
              <a:cs typeface="Times New Roman" panose="02020603050405020304" pitchFamily="18" charset="0"/>
            </a:endParaRPr>
          </a:p>
          <a:p>
            <a:pPr eaLnBrk="1" hangingPunct="1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None/>
            </a:pPr>
            <a:endParaRPr lang="en-US" altLang="zh-CN" sz="600" dirty="0">
              <a:ea typeface="楷体_GB2312"/>
              <a:cs typeface="Times New Roman" panose="02020603050405020304" pitchFamily="18" charset="0"/>
            </a:endParaRPr>
          </a:p>
          <a:p>
            <a:pPr eaLnBrk="1" hangingPunct="1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None/>
            </a:pPr>
            <a:endParaRPr lang="en-US" altLang="zh-CN" sz="1600" dirty="0">
              <a:ea typeface="楷体_GB2312"/>
              <a:cs typeface="Times New Roman" panose="02020603050405020304" pitchFamily="18" charset="0"/>
            </a:endParaRPr>
          </a:p>
        </p:txBody>
      </p:sp>
      <p:sp>
        <p:nvSpPr>
          <p:cNvPr id="9" name="矩形 8"/>
          <p:cNvSpPr>
            <a:spLocks noChangeArrowheads="1"/>
          </p:cNvSpPr>
          <p:nvPr/>
        </p:nvSpPr>
        <p:spPr bwMode="auto">
          <a:xfrm>
            <a:off x="4427538" y="4443413"/>
            <a:ext cx="357187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r>
              <a:rPr lang="en-US" altLang="zh-CN" sz="2400" b="1" i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S</a:t>
            </a:r>
            <a:endParaRPr lang="zh-CN" altLang="en-US" sz="2800" b="1">
              <a:solidFill>
                <a:srgbClr val="000000"/>
              </a:solidFill>
              <a:ea typeface="楷体_GB2312"/>
              <a:cs typeface="Times New Roman" panose="02020603050405020304" pitchFamily="18" charset="0"/>
            </a:endParaRPr>
          </a:p>
        </p:txBody>
      </p:sp>
      <p:sp>
        <p:nvSpPr>
          <p:cNvPr id="16" name="矩形 15"/>
          <p:cNvSpPr>
            <a:spLocks noChangeArrowheads="1"/>
          </p:cNvSpPr>
          <p:nvPr/>
        </p:nvSpPr>
        <p:spPr bwMode="auto">
          <a:xfrm>
            <a:off x="4449763" y="4125913"/>
            <a:ext cx="338137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r>
              <a:rPr lang="en-US" altLang="zh-CN" sz="2400" b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1</a:t>
            </a:r>
            <a:endParaRPr lang="zh-CN" altLang="en-US" b="1">
              <a:solidFill>
                <a:srgbClr val="000000"/>
              </a:solidFill>
              <a:ea typeface="楷体_GB2312"/>
              <a:cs typeface="Times New Roman" panose="02020603050405020304" pitchFamily="18" charset="0"/>
            </a:endParaRPr>
          </a:p>
        </p:txBody>
      </p:sp>
      <p:graphicFrame>
        <p:nvGraphicFramePr>
          <p:cNvPr id="14" name="Group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5648505"/>
              </p:ext>
            </p:extLst>
          </p:nvPr>
        </p:nvGraphicFramePr>
        <p:xfrm>
          <a:off x="4214813" y="123825"/>
          <a:ext cx="4318000" cy="3603666"/>
        </p:xfrm>
        <a:graphic>
          <a:graphicData uri="http://schemas.openxmlformats.org/drawingml/2006/table">
            <a:tbl>
              <a:tblPr/>
              <a:tblGrid>
                <a:gridCol w="9286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4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29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35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07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310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25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华文楷体" pitchFamily="2" charset="-122"/>
                          <a:ea typeface="华文楷体" pitchFamily="2" charset="-122"/>
                          <a:cs typeface="Times New Roman" pitchFamily="18" charset="0"/>
                        </a:rPr>
                        <a:t>状态</a:t>
                      </a:r>
                    </a:p>
                  </a:txBody>
                  <a:tcPr marL="91447" marR="91447" marT="34257" marB="34257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" pitchFamily="49" charset="-122"/>
                        </a:rPr>
                        <a:t>ACTION</a:t>
                      </a:r>
                      <a:endParaRPr kumimoji="0" lang="zh-CN" altLang="en-US" sz="20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" pitchFamily="49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" pitchFamily="49" charset="-122"/>
                        </a:rPr>
                        <a:t>GOTO</a:t>
                      </a:r>
                      <a:endParaRPr kumimoji="0" lang="zh-CN" altLang="en-US" sz="20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" pitchFamily="49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3789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1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a</a:t>
                      </a:r>
                      <a:endParaRPr kumimoji="0" lang="zh-CN" altLang="en-US" sz="2200" b="1" i="1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" pitchFamily="49" charset="-122"/>
                        </a:rPr>
                        <a:t>b</a:t>
                      </a:r>
                      <a:endParaRPr kumimoji="0" lang="zh-CN" altLang="en-US" sz="22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" pitchFamily="49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$ </a:t>
                      </a:r>
                      <a:endParaRPr kumimoji="0" lang="zh-CN" altLang="en-US" sz="22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" pitchFamily="49" charset="-122"/>
                        </a:rPr>
                        <a:t>S</a:t>
                      </a:r>
                      <a:endParaRPr kumimoji="0" lang="zh-CN" altLang="en-US" sz="22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" pitchFamily="49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1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B</a:t>
                      </a:r>
                      <a:endParaRPr kumimoji="0" lang="zh-CN" altLang="en-US" sz="2200" b="1" i="1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378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s3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s4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1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2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378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1</a:t>
                      </a:r>
                      <a:endParaRPr kumimoji="0" lang="zh-CN" altLang="en-US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acc</a:t>
                      </a:r>
                      <a:endParaRPr kumimoji="0" lang="zh-CN" altLang="en-US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78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2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s3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s4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5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378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3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s3</a:t>
                      </a: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folHlink"/>
                          </a:solidFill>
                          <a:effectLst/>
                          <a:latin typeface="宋体" pitchFamily="2" charset="-122"/>
                          <a:ea typeface="华文楷体" pitchFamily="2" charset="-122"/>
                          <a:cs typeface="Times New Roman" pitchFamily="18" charset="0"/>
                        </a:rPr>
                        <a:t> 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s4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6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378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4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r3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r3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r3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378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5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r1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r1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r1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378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6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r2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r2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r2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7" marR="91447" marT="34257" marB="3425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5132" name="矩形 9"/>
          <p:cNvSpPr>
            <a:spLocks noChangeArrowheads="1"/>
          </p:cNvSpPr>
          <p:nvPr/>
        </p:nvSpPr>
        <p:spPr bwMode="auto">
          <a:xfrm>
            <a:off x="842963" y="4543425"/>
            <a:ext cx="2033587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342900" indent="-3429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marL="0" lvl="1" eaLnBrk="1" hangingPunct="1">
              <a:spcBef>
                <a:spcPct val="30000"/>
              </a:spcBef>
            </a:pPr>
            <a:r>
              <a:rPr lang="zh-CN" altLang="en-US" sz="2500" b="1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输入  </a:t>
            </a:r>
            <a:r>
              <a:rPr lang="en-US" altLang="zh-CN" sz="2500" b="1" i="1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</a:rPr>
              <a:t>b  a   b</a:t>
            </a:r>
            <a:endParaRPr lang="en-US" altLang="zh-CN" sz="2500" b="1" i="1">
              <a:solidFill>
                <a:srgbClr val="000000"/>
              </a:solidFill>
              <a:latin typeface="Times New Roman" panose="02020603050405020304" pitchFamily="18" charset="0"/>
              <a:ea typeface="楷体_GB2312"/>
              <a:cs typeface="楷体_GB2312"/>
            </a:endParaRPr>
          </a:p>
        </p:txBody>
      </p:sp>
      <p:grpSp>
        <p:nvGrpSpPr>
          <p:cNvPr id="45133" name="Group 78"/>
          <p:cNvGrpSpPr>
            <a:grpSpLocks/>
          </p:cNvGrpSpPr>
          <p:nvPr/>
        </p:nvGrpSpPr>
        <p:grpSpPr bwMode="auto">
          <a:xfrm>
            <a:off x="1835150" y="3994150"/>
            <a:ext cx="357188" cy="557213"/>
            <a:chOff x="975" y="3041"/>
            <a:chExt cx="225" cy="741"/>
          </a:xfrm>
        </p:grpSpPr>
        <p:sp>
          <p:nvSpPr>
            <p:cNvPr id="12" name="Line 79"/>
            <p:cNvSpPr>
              <a:spLocks noChangeShapeType="1"/>
            </p:cNvSpPr>
            <p:nvPr/>
          </p:nvSpPr>
          <p:spPr bwMode="auto">
            <a:xfrm flipH="1" flipV="1">
              <a:off x="1066" y="3543"/>
              <a:ext cx="0" cy="239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92075" tIns="46038" rIns="92075" bIns="46038"/>
            <a:lstStyle/>
            <a:p>
              <a:pPr>
                <a:defRPr/>
              </a:pPr>
              <a:endParaRPr lang="zh-CN" altLang="en-US">
                <a:solidFill>
                  <a:schemeClr val="tx2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45146" name="Rectangle 80"/>
            <p:cNvSpPr>
              <a:spLocks noChangeArrowheads="1"/>
            </p:cNvSpPr>
            <p:nvPr/>
          </p:nvSpPr>
          <p:spPr bwMode="auto">
            <a:xfrm>
              <a:off x="975" y="3041"/>
              <a:ext cx="225" cy="54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lnSpc>
                  <a:spcPct val="110000"/>
                </a:lnSpc>
                <a:spcBef>
                  <a:spcPct val="20000"/>
                </a:spcBef>
                <a:buClr>
                  <a:srgbClr val="5EAEFF"/>
                </a:buClr>
                <a:buSzPct val="75000"/>
                <a:buFont typeface="Monotype Sorts"/>
                <a:buNone/>
              </a:pPr>
              <a:r>
                <a:rPr kumimoji="1" lang="en-US" altLang="zh-CN" sz="2000" b="1" i="1">
                  <a:latin typeface="Times New Roman" panose="02020603050405020304" pitchFamily="18" charset="0"/>
                </a:rPr>
                <a:t>B</a:t>
              </a:r>
            </a:p>
          </p:txBody>
        </p:sp>
      </p:grpSp>
      <p:grpSp>
        <p:nvGrpSpPr>
          <p:cNvPr id="45134" name="Group 78"/>
          <p:cNvGrpSpPr>
            <a:grpSpLocks/>
          </p:cNvGrpSpPr>
          <p:nvPr/>
        </p:nvGrpSpPr>
        <p:grpSpPr bwMode="auto">
          <a:xfrm>
            <a:off x="2555875" y="4032250"/>
            <a:ext cx="357188" cy="555625"/>
            <a:chOff x="975" y="3041"/>
            <a:chExt cx="225" cy="741"/>
          </a:xfrm>
        </p:grpSpPr>
        <p:sp>
          <p:nvSpPr>
            <p:cNvPr id="17" name="Line 79"/>
            <p:cNvSpPr>
              <a:spLocks noChangeShapeType="1"/>
            </p:cNvSpPr>
            <p:nvPr/>
          </p:nvSpPr>
          <p:spPr bwMode="auto">
            <a:xfrm flipH="1" flipV="1">
              <a:off x="1066" y="3543"/>
              <a:ext cx="0" cy="239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92075" tIns="46038" rIns="92075" bIns="46038"/>
            <a:lstStyle/>
            <a:p>
              <a:pPr>
                <a:defRPr/>
              </a:pPr>
              <a:endParaRPr lang="zh-CN" altLang="en-US">
                <a:solidFill>
                  <a:schemeClr val="tx2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45144" name="Rectangle 80"/>
            <p:cNvSpPr>
              <a:spLocks noChangeArrowheads="1"/>
            </p:cNvSpPr>
            <p:nvPr/>
          </p:nvSpPr>
          <p:spPr bwMode="auto">
            <a:xfrm>
              <a:off x="975" y="3041"/>
              <a:ext cx="225" cy="54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lnSpc>
                  <a:spcPct val="110000"/>
                </a:lnSpc>
                <a:spcBef>
                  <a:spcPct val="20000"/>
                </a:spcBef>
                <a:buClr>
                  <a:srgbClr val="5EAEFF"/>
                </a:buClr>
                <a:buSzPct val="75000"/>
                <a:buFont typeface="Monotype Sorts"/>
                <a:buNone/>
              </a:pPr>
              <a:r>
                <a:rPr kumimoji="1" lang="en-US" altLang="zh-CN" sz="2000" b="1" i="1">
                  <a:latin typeface="Times New Roman" panose="02020603050405020304" pitchFamily="18" charset="0"/>
                </a:rPr>
                <a:t>B</a:t>
              </a:r>
            </a:p>
          </p:txBody>
        </p:sp>
      </p:grpSp>
      <p:grpSp>
        <p:nvGrpSpPr>
          <p:cNvPr id="45135" name="Group 84"/>
          <p:cNvGrpSpPr>
            <a:grpSpLocks/>
          </p:cNvGrpSpPr>
          <p:nvPr/>
        </p:nvGrpSpPr>
        <p:grpSpPr bwMode="auto">
          <a:xfrm>
            <a:off x="2174875" y="3524250"/>
            <a:ext cx="525463" cy="1063625"/>
            <a:chOff x="1292" y="2662"/>
            <a:chExt cx="331" cy="1417"/>
          </a:xfrm>
        </p:grpSpPr>
        <p:sp>
          <p:nvSpPr>
            <p:cNvPr id="20" name="Line 68"/>
            <p:cNvSpPr>
              <a:spLocks noChangeShapeType="1"/>
            </p:cNvSpPr>
            <p:nvPr/>
          </p:nvSpPr>
          <p:spPr bwMode="auto">
            <a:xfrm flipH="1" flipV="1">
              <a:off x="1404" y="3123"/>
              <a:ext cx="219" cy="2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92075" tIns="46038" rIns="92075" bIns="46038"/>
            <a:lstStyle/>
            <a:p>
              <a:pPr>
                <a:defRPr/>
              </a:pPr>
              <a:endParaRPr lang="zh-CN" altLang="en-US">
                <a:solidFill>
                  <a:schemeClr val="tx2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21" name="Line 69"/>
            <p:cNvSpPr>
              <a:spLocks noChangeShapeType="1"/>
            </p:cNvSpPr>
            <p:nvPr/>
          </p:nvSpPr>
          <p:spPr bwMode="auto">
            <a:xfrm flipH="1" flipV="1">
              <a:off x="1374" y="3184"/>
              <a:ext cx="8" cy="895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92075" tIns="46038" rIns="92075" bIns="46038"/>
            <a:lstStyle/>
            <a:p>
              <a:pPr>
                <a:defRPr/>
              </a:pPr>
              <a:endParaRPr lang="zh-CN" altLang="en-US">
                <a:solidFill>
                  <a:schemeClr val="tx2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45142" name="Rectangle 71"/>
            <p:cNvSpPr>
              <a:spLocks noChangeArrowheads="1"/>
            </p:cNvSpPr>
            <p:nvPr/>
          </p:nvSpPr>
          <p:spPr bwMode="auto">
            <a:xfrm>
              <a:off x="1292" y="2662"/>
              <a:ext cx="225" cy="54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lnSpc>
                  <a:spcPct val="110000"/>
                </a:lnSpc>
                <a:spcBef>
                  <a:spcPct val="20000"/>
                </a:spcBef>
                <a:buClr>
                  <a:srgbClr val="5EAEFF"/>
                </a:buClr>
                <a:buSzPct val="75000"/>
                <a:buFont typeface="Monotype Sorts"/>
                <a:buNone/>
              </a:pPr>
              <a:r>
                <a:rPr kumimoji="1" lang="en-US" altLang="zh-CN" sz="2000" b="1" i="1" dirty="0">
                  <a:latin typeface="Times New Roman" panose="02020603050405020304" pitchFamily="18" charset="0"/>
                </a:rPr>
                <a:t>B</a:t>
              </a:r>
            </a:p>
          </p:txBody>
        </p:sp>
      </p:grpSp>
      <p:grpSp>
        <p:nvGrpSpPr>
          <p:cNvPr id="45136" name="Group 84"/>
          <p:cNvGrpSpPr>
            <a:grpSpLocks/>
          </p:cNvGrpSpPr>
          <p:nvPr/>
        </p:nvGrpSpPr>
        <p:grpSpPr bwMode="auto">
          <a:xfrm>
            <a:off x="1906588" y="3076575"/>
            <a:ext cx="328612" cy="857250"/>
            <a:chOff x="1292" y="2662"/>
            <a:chExt cx="207" cy="1142"/>
          </a:xfrm>
        </p:grpSpPr>
        <p:sp>
          <p:nvSpPr>
            <p:cNvPr id="24" name="Line 68"/>
            <p:cNvSpPr>
              <a:spLocks noChangeShapeType="1"/>
            </p:cNvSpPr>
            <p:nvPr/>
          </p:nvSpPr>
          <p:spPr bwMode="auto">
            <a:xfrm flipH="1" flipV="1">
              <a:off x="1404" y="3123"/>
              <a:ext cx="95" cy="17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92075" tIns="46038" rIns="92075" bIns="46038"/>
            <a:lstStyle/>
            <a:p>
              <a:pPr>
                <a:defRPr/>
              </a:pPr>
              <a:endParaRPr lang="zh-CN" altLang="en-US">
                <a:solidFill>
                  <a:schemeClr val="tx2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25" name="Line 69"/>
            <p:cNvSpPr>
              <a:spLocks noChangeShapeType="1"/>
            </p:cNvSpPr>
            <p:nvPr/>
          </p:nvSpPr>
          <p:spPr bwMode="auto">
            <a:xfrm flipV="1">
              <a:off x="1347" y="3184"/>
              <a:ext cx="27" cy="62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92075" tIns="46038" rIns="92075" bIns="46038"/>
            <a:lstStyle/>
            <a:p>
              <a:pPr>
                <a:defRPr/>
              </a:pPr>
              <a:endParaRPr lang="zh-CN" altLang="en-US">
                <a:solidFill>
                  <a:schemeClr val="tx2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45139" name="Rectangle 71"/>
            <p:cNvSpPr>
              <a:spLocks noChangeArrowheads="1"/>
            </p:cNvSpPr>
            <p:nvPr/>
          </p:nvSpPr>
          <p:spPr bwMode="auto">
            <a:xfrm>
              <a:off x="1292" y="2662"/>
              <a:ext cx="207" cy="54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lnSpc>
                  <a:spcPct val="110000"/>
                </a:lnSpc>
                <a:spcBef>
                  <a:spcPct val="20000"/>
                </a:spcBef>
                <a:buClr>
                  <a:srgbClr val="5EAEFF"/>
                </a:buClr>
                <a:buSzPct val="75000"/>
                <a:buFont typeface="Monotype Sorts"/>
                <a:buNone/>
              </a:pPr>
              <a:r>
                <a:rPr kumimoji="1" lang="en-US" altLang="zh-CN" sz="2000" b="1" i="1">
                  <a:latin typeface="Times New Roman" panose="02020603050405020304" pitchFamily="18" charset="0"/>
                </a:rPr>
                <a:t>S</a:t>
              </a:r>
            </a:p>
          </p:txBody>
        </p:sp>
      </p:grpSp>
      <p:sp>
        <p:nvSpPr>
          <p:cNvPr id="2" name="矩形 1">
            <a:extLst>
              <a:ext uri="{FF2B5EF4-FFF2-40B4-BE49-F238E27FC236}">
                <a16:creationId xmlns:a16="http://schemas.microsoft.com/office/drawing/2014/main" id="{F66F104D-0F55-40CD-AD20-C2D033245651}"/>
              </a:ext>
            </a:extLst>
          </p:cNvPr>
          <p:cNvSpPr/>
          <p:nvPr/>
        </p:nvSpPr>
        <p:spPr>
          <a:xfrm>
            <a:off x="6911435" y="4476839"/>
            <a:ext cx="1468978" cy="3951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chemeClr val="tx1"/>
                </a:solidFill>
              </a:rPr>
              <a:t>分析 成功！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6" grpId="0"/>
      <p:bldP spid="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en-US" altLang="zh-CN" sz="3000" i="1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LR </a:t>
            </a:r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分析器的工作过程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楷体_GB2312"/>
            </a:endParaRPr>
          </a:p>
        </p:txBody>
      </p:sp>
      <p:sp>
        <p:nvSpPr>
          <p:cNvPr id="11" name="Text Box 8"/>
          <p:cNvSpPr txBox="1">
            <a:spLocks noChangeArrowheads="1"/>
          </p:cNvSpPr>
          <p:nvPr/>
        </p:nvSpPr>
        <p:spPr bwMode="auto">
          <a:xfrm>
            <a:off x="611560" y="2928938"/>
            <a:ext cx="7246565" cy="412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lnSpc>
                <a:spcPts val="2500"/>
              </a:lnSpc>
              <a:spcBef>
                <a:spcPct val="20000"/>
              </a:spcBef>
              <a:buClr>
                <a:srgbClr val="073E87"/>
              </a:buClr>
              <a:buSzPct val="75000"/>
              <a:buFont typeface="Monotype Sorts"/>
              <a:buNone/>
            </a:pPr>
            <a:r>
              <a:rPr kumimoji="1" lang="en-US" altLang="zh-CN" sz="2500" b="1" dirty="0">
                <a:solidFill>
                  <a:srgbClr val="000000"/>
                </a:solidFill>
                <a:latin typeface="宋体" panose="02010600030101010101" pitchFamily="2" charset="-122"/>
              </a:rPr>
              <a:t>①</a:t>
            </a:r>
            <a:r>
              <a:rPr kumimoji="1" lang="zh-CN" altLang="en-US" sz="2500" b="1" dirty="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如果</a:t>
            </a:r>
            <a:r>
              <a:rPr kumimoji="1" lang="en-US" altLang="zh-CN" sz="2500" b="1" dirty="0">
                <a:solidFill>
                  <a:srgbClr val="FF0000"/>
                </a:solidFill>
                <a:latin typeface="Times New Roman" panose="02020603050405020304" pitchFamily="18" charset="0"/>
              </a:rPr>
              <a:t>ACTION [</a:t>
            </a:r>
            <a:r>
              <a:rPr kumimoji="1" lang="en-US" altLang="zh-CN" sz="2500" b="1" i="1" dirty="0" err="1">
                <a:solidFill>
                  <a:srgbClr val="FF0000"/>
                </a:solidFill>
                <a:latin typeface="Times New Roman" panose="02020603050405020304" pitchFamily="18" charset="0"/>
              </a:rPr>
              <a:t>s</a:t>
            </a:r>
            <a:r>
              <a:rPr kumimoji="1" lang="en-US" altLang="zh-CN" sz="2500" b="1" i="1" baseline="-25000" dirty="0" err="1">
                <a:solidFill>
                  <a:srgbClr val="FF0000"/>
                </a:solidFill>
                <a:latin typeface="Times New Roman" panose="02020603050405020304" pitchFamily="18" charset="0"/>
              </a:rPr>
              <a:t>m</a:t>
            </a:r>
            <a:r>
              <a:rPr kumimoji="1" lang="en-US" altLang="zh-CN" sz="2500" b="1" dirty="0">
                <a:solidFill>
                  <a:srgbClr val="FF0000"/>
                </a:solidFill>
                <a:latin typeface="Times New Roman" panose="02020603050405020304" pitchFamily="18" charset="0"/>
              </a:rPr>
              <a:t>, </a:t>
            </a:r>
            <a:r>
              <a:rPr kumimoji="1" lang="en-US" altLang="zh-CN" sz="2500" b="1" i="1" dirty="0">
                <a:solidFill>
                  <a:srgbClr val="FF0000"/>
                </a:solidFill>
                <a:latin typeface="Times New Roman" panose="02020603050405020304" pitchFamily="18" charset="0"/>
              </a:rPr>
              <a:t>a</a:t>
            </a:r>
            <a:r>
              <a:rPr kumimoji="1" lang="en-US" altLang="zh-CN" sz="2500" b="1" i="1" baseline="-25000" dirty="0">
                <a:solidFill>
                  <a:srgbClr val="FF0000"/>
                </a:solidFill>
                <a:latin typeface="Times New Roman" panose="02020603050405020304" pitchFamily="18" charset="0"/>
              </a:rPr>
              <a:t>i</a:t>
            </a:r>
            <a:r>
              <a:rPr kumimoji="1" lang="en-US" altLang="zh-CN" sz="2500" b="1" dirty="0">
                <a:solidFill>
                  <a:srgbClr val="FF0000"/>
                </a:solidFill>
                <a:latin typeface="Times New Roman" panose="02020603050405020304" pitchFamily="18" charset="0"/>
              </a:rPr>
              <a:t>]= </a:t>
            </a:r>
            <a:r>
              <a:rPr kumimoji="1" lang="en-US" altLang="zh-CN" sz="2500" b="1" dirty="0" err="1">
                <a:solidFill>
                  <a:srgbClr val="FF0000"/>
                </a:solidFill>
                <a:latin typeface="Times New Roman" panose="02020603050405020304" pitchFamily="18" charset="0"/>
              </a:rPr>
              <a:t>s</a:t>
            </a:r>
            <a:r>
              <a:rPr kumimoji="1" lang="en-US" altLang="zh-CN" sz="2500" b="1" i="1" dirty="0" err="1">
                <a:solidFill>
                  <a:srgbClr val="FF0000"/>
                </a:solidFill>
                <a:latin typeface="Times New Roman" panose="02020603050405020304" pitchFamily="18" charset="0"/>
              </a:rPr>
              <a:t>x</a:t>
            </a:r>
            <a:r>
              <a:rPr kumimoji="1" lang="zh-CN" altLang="en-US" sz="2500" b="1" dirty="0">
                <a:solidFill>
                  <a:srgbClr val="000000"/>
                </a:solidFill>
                <a:latin typeface="宋体" panose="02010600030101010101" pitchFamily="2" charset="-122"/>
              </a:rPr>
              <a:t>，</a:t>
            </a:r>
            <a:r>
              <a:rPr kumimoji="1" lang="zh-CN" altLang="en-US" sz="2500" b="1" dirty="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那么格局变为：</a:t>
            </a:r>
          </a:p>
        </p:txBody>
      </p:sp>
      <p:sp>
        <p:nvSpPr>
          <p:cNvPr id="5" name="矩形 4"/>
          <p:cNvSpPr/>
          <p:nvPr/>
        </p:nvSpPr>
        <p:spPr>
          <a:xfrm>
            <a:off x="2902619" y="3560737"/>
            <a:ext cx="3757613" cy="81121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>
            <a:spAutoFit/>
          </a:bodyPr>
          <a:lstStyle/>
          <a:p>
            <a:pPr>
              <a:lnSpc>
                <a:spcPts val="2500"/>
              </a:lnSpc>
              <a:buClr>
                <a:srgbClr val="073E87"/>
              </a:buClr>
              <a:buSzPct val="75000"/>
              <a:defRPr/>
            </a:pPr>
            <a:r>
              <a:rPr kumimoji="1" lang="en-US" altLang="zh-CN" sz="25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s</a:t>
            </a:r>
            <a:r>
              <a:rPr kumimoji="1" lang="en-US" altLang="zh-CN" sz="2500" b="1" baseline="-25000" dirty="0">
                <a:solidFill>
                  <a:prstClr val="black"/>
                </a:solidFill>
                <a:latin typeface="Times New Roman" panose="02020603050405020304" pitchFamily="18" charset="0"/>
              </a:rPr>
              <a:t>0</a:t>
            </a:r>
            <a:r>
              <a:rPr kumimoji="1" lang="en-US" altLang="zh-CN" sz="25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s</a:t>
            </a:r>
            <a:r>
              <a:rPr kumimoji="1" lang="en-US" altLang="zh-CN" sz="2500" b="1" baseline="-25000" dirty="0">
                <a:solidFill>
                  <a:prstClr val="black"/>
                </a:solidFill>
                <a:latin typeface="Times New Roman" panose="02020603050405020304" pitchFamily="18" charset="0"/>
              </a:rPr>
              <a:t>1</a:t>
            </a:r>
            <a:r>
              <a:rPr kumimoji="1" lang="en-US" altLang="zh-CN" sz="25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… </a:t>
            </a:r>
            <a:r>
              <a:rPr kumimoji="1" lang="en-US" altLang="zh-CN" sz="2500" b="1" i="1" dirty="0" err="1">
                <a:solidFill>
                  <a:prstClr val="black"/>
                </a:solidFill>
                <a:latin typeface="Times New Roman" panose="02020603050405020304" pitchFamily="18" charset="0"/>
              </a:rPr>
              <a:t>s</a:t>
            </a:r>
            <a:r>
              <a:rPr kumimoji="1" lang="en-US" altLang="zh-CN" sz="2500" b="1" i="1" baseline="-25000" dirty="0" err="1">
                <a:solidFill>
                  <a:prstClr val="black"/>
                </a:solidFill>
                <a:latin typeface="Times New Roman" panose="02020603050405020304" pitchFamily="18" charset="0"/>
              </a:rPr>
              <a:t>m</a:t>
            </a:r>
            <a:r>
              <a:rPr kumimoji="1" lang="en-US" altLang="zh-CN" sz="2500" b="1" i="1" baseline="-25000" dirty="0">
                <a:solidFill>
                  <a:prstClr val="black"/>
                </a:solidFill>
                <a:latin typeface="Times New Roman" panose="02020603050405020304" pitchFamily="18" charset="0"/>
              </a:rPr>
              <a:t> </a:t>
            </a:r>
            <a:r>
              <a:rPr kumimoji="1" lang="en-US" altLang="zh-CN" sz="2500" b="1" i="1" dirty="0">
                <a:solidFill>
                  <a:srgbClr val="FF0000"/>
                </a:solidFill>
                <a:latin typeface="Times New Roman" panose="02020603050405020304" pitchFamily="18" charset="0"/>
              </a:rPr>
              <a:t>x</a:t>
            </a:r>
            <a:r>
              <a:rPr kumimoji="1" lang="en-US" altLang="zh-CN" sz="2500" b="1" i="1" baseline="-25000" dirty="0">
                <a:solidFill>
                  <a:prstClr val="black"/>
                </a:solidFill>
                <a:latin typeface="Times New Roman" panose="02020603050405020304" pitchFamily="18" charset="0"/>
              </a:rPr>
              <a:t> </a:t>
            </a:r>
            <a:endParaRPr kumimoji="1" lang="en-US" altLang="zh-CN" sz="2500" b="1" i="1" dirty="0">
              <a:solidFill>
                <a:prstClr val="black"/>
              </a:solidFill>
              <a:latin typeface="Times New Roman" panose="02020603050405020304" pitchFamily="18" charset="0"/>
            </a:endParaRPr>
          </a:p>
          <a:p>
            <a:pPr>
              <a:lnSpc>
                <a:spcPts val="2500"/>
              </a:lnSpc>
              <a:spcBef>
                <a:spcPct val="20000"/>
              </a:spcBef>
              <a:buClr>
                <a:srgbClr val="073E87"/>
              </a:buClr>
              <a:buSzPct val="75000"/>
              <a:defRPr/>
            </a:pPr>
            <a:r>
              <a:rPr kumimoji="1" lang="en-US" altLang="zh-CN" sz="2500" b="1" dirty="0">
                <a:solidFill>
                  <a:prstClr val="black"/>
                </a:solidFill>
                <a:latin typeface="Times New Roman" panose="02020603050405020304" pitchFamily="18" charset="0"/>
              </a:rPr>
              <a:t>$</a:t>
            </a:r>
            <a:r>
              <a:rPr kumimoji="1" lang="en-US" altLang="zh-CN" sz="25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X</a:t>
            </a:r>
            <a:r>
              <a:rPr kumimoji="1" lang="en-US" altLang="zh-CN" sz="2500" b="1" baseline="-25000" dirty="0">
                <a:solidFill>
                  <a:prstClr val="black"/>
                </a:solidFill>
                <a:latin typeface="Times New Roman" panose="02020603050405020304" pitchFamily="18" charset="0"/>
              </a:rPr>
              <a:t>1</a:t>
            </a:r>
            <a:r>
              <a:rPr kumimoji="1" lang="en-US" altLang="zh-CN" sz="25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…</a:t>
            </a:r>
            <a:r>
              <a:rPr kumimoji="1" lang="en-US" altLang="zh-CN" sz="2500" b="1" i="1" dirty="0" err="1">
                <a:solidFill>
                  <a:prstClr val="black"/>
                </a:solidFill>
                <a:latin typeface="Times New Roman" panose="02020603050405020304" pitchFamily="18" charset="0"/>
              </a:rPr>
              <a:t>X</a:t>
            </a:r>
            <a:r>
              <a:rPr kumimoji="1" lang="en-US" altLang="zh-CN" sz="2500" b="1" i="1" baseline="-25000" dirty="0" err="1">
                <a:solidFill>
                  <a:prstClr val="black"/>
                </a:solidFill>
                <a:latin typeface="Times New Roman" panose="02020603050405020304" pitchFamily="18" charset="0"/>
              </a:rPr>
              <a:t>m</a:t>
            </a:r>
            <a:r>
              <a:rPr kumimoji="1" lang="en-US" altLang="zh-CN" sz="2500" b="1" i="1" dirty="0" err="1">
                <a:solidFill>
                  <a:srgbClr val="FF0000"/>
                </a:solidFill>
                <a:latin typeface="Times New Roman" panose="02020603050405020304" pitchFamily="18" charset="0"/>
              </a:rPr>
              <a:t>a</a:t>
            </a:r>
            <a:r>
              <a:rPr kumimoji="1" lang="en-US" altLang="zh-CN" sz="2500" b="1" i="1" baseline="-25000" dirty="0" err="1">
                <a:solidFill>
                  <a:srgbClr val="FF0000"/>
                </a:solidFill>
                <a:latin typeface="Times New Roman" panose="02020603050405020304" pitchFamily="18" charset="0"/>
              </a:rPr>
              <a:t>i</a:t>
            </a:r>
            <a:r>
              <a:rPr kumimoji="1" lang="en-US" altLang="zh-CN" sz="2500" b="1" i="1" baseline="-25000" dirty="0">
                <a:solidFill>
                  <a:srgbClr val="FF0000"/>
                </a:solidFill>
                <a:latin typeface="Times New Roman" panose="02020603050405020304" pitchFamily="18" charset="0"/>
              </a:rPr>
              <a:t> </a:t>
            </a:r>
            <a:r>
              <a:rPr kumimoji="1" lang="en-US" altLang="zh-CN" sz="2500" b="1" i="1" baseline="-25000" dirty="0">
                <a:solidFill>
                  <a:prstClr val="black"/>
                </a:solidFill>
                <a:latin typeface="Times New Roman" panose="02020603050405020304" pitchFamily="18" charset="0"/>
              </a:rPr>
              <a:t>                </a:t>
            </a:r>
            <a:r>
              <a:rPr kumimoji="1" lang="en-US" altLang="zh-CN" sz="25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a</a:t>
            </a:r>
            <a:r>
              <a:rPr kumimoji="1" lang="en-US" altLang="zh-CN" sz="2500" b="1" i="1" baseline="-25000" dirty="0">
                <a:solidFill>
                  <a:prstClr val="black"/>
                </a:solidFill>
                <a:latin typeface="Times New Roman" panose="02020603050405020304" pitchFamily="18" charset="0"/>
              </a:rPr>
              <a:t>i+</a:t>
            </a:r>
            <a:r>
              <a:rPr kumimoji="1" lang="en-US" altLang="zh-CN" sz="2500" b="1" baseline="-25000" dirty="0">
                <a:solidFill>
                  <a:prstClr val="black"/>
                </a:solidFill>
                <a:latin typeface="Times New Roman" panose="02020603050405020304" pitchFamily="18" charset="0"/>
              </a:rPr>
              <a:t>1</a:t>
            </a:r>
            <a:r>
              <a:rPr kumimoji="1" lang="en-US" altLang="zh-CN" sz="25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…a</a:t>
            </a:r>
            <a:r>
              <a:rPr kumimoji="1" lang="en-US" altLang="zh-CN" sz="2500" b="1" i="1" baseline="-25000" dirty="0">
                <a:solidFill>
                  <a:prstClr val="black"/>
                </a:solidFill>
                <a:latin typeface="Times New Roman" panose="02020603050405020304" pitchFamily="18" charset="0"/>
              </a:rPr>
              <a:t>n</a:t>
            </a:r>
            <a:r>
              <a:rPr kumimoji="1" lang="en-US" altLang="zh-CN" sz="2500" b="1" dirty="0">
                <a:solidFill>
                  <a:prstClr val="black"/>
                </a:solidFill>
                <a:latin typeface="Times New Roman" panose="02020603050405020304" pitchFamily="18" charset="0"/>
              </a:rPr>
              <a:t> $</a:t>
            </a:r>
            <a:endParaRPr lang="zh-CN" altLang="en-US" dirty="0"/>
          </a:p>
        </p:txBody>
      </p:sp>
      <p:sp>
        <p:nvSpPr>
          <p:cNvPr id="13" name="Text Box 3"/>
          <p:cNvSpPr txBox="1">
            <a:spLocks noChangeArrowheads="1"/>
          </p:cNvSpPr>
          <p:nvPr/>
        </p:nvSpPr>
        <p:spPr bwMode="auto">
          <a:xfrm>
            <a:off x="498475" y="798513"/>
            <a:ext cx="7931150" cy="477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20000"/>
              </a:spcBef>
              <a:buSzPct val="100000"/>
              <a:buFont typeface="Wingdings" panose="05000000000000000000" pitchFamily="2" charset="2"/>
              <a:buChar char="Ø"/>
            </a:pPr>
            <a:r>
              <a:rPr kumimoji="1" lang="zh-CN" altLang="en-US" sz="2500" b="1" dirty="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初始化</a:t>
            </a:r>
          </a:p>
        </p:txBody>
      </p:sp>
      <p:sp>
        <p:nvSpPr>
          <p:cNvPr id="14" name="Text Box 4"/>
          <p:cNvSpPr txBox="1">
            <a:spLocks noChangeArrowheads="1"/>
          </p:cNvSpPr>
          <p:nvPr/>
        </p:nvSpPr>
        <p:spPr bwMode="auto">
          <a:xfrm>
            <a:off x="496957" y="1643063"/>
            <a:ext cx="8504168" cy="477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20000"/>
              </a:spcBef>
              <a:buSzPct val="100000"/>
              <a:buFont typeface="Wingdings" panose="05000000000000000000" pitchFamily="2" charset="2"/>
              <a:buChar char="Ø"/>
            </a:pPr>
            <a:r>
              <a:rPr kumimoji="1" lang="zh-CN" altLang="en-US" sz="2500" b="1" dirty="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一般情况下</a:t>
            </a:r>
          </a:p>
        </p:txBody>
      </p:sp>
      <p:sp>
        <p:nvSpPr>
          <p:cNvPr id="15" name="矩形 14"/>
          <p:cNvSpPr/>
          <p:nvPr/>
        </p:nvSpPr>
        <p:spPr>
          <a:xfrm>
            <a:off x="2902619" y="1022350"/>
            <a:ext cx="3757613" cy="685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>
            <a:spAutoFit/>
          </a:bodyPr>
          <a:lstStyle/>
          <a:p>
            <a:pPr>
              <a:lnSpc>
                <a:spcPts val="2000"/>
              </a:lnSpc>
              <a:buClr>
                <a:srgbClr val="073E87"/>
              </a:buClr>
              <a:buSzPct val="75000"/>
              <a:defRPr/>
            </a:pPr>
            <a:r>
              <a:rPr kumimoji="1" lang="en-US" altLang="zh-CN" sz="24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s</a:t>
            </a:r>
            <a:r>
              <a:rPr kumimoji="1" lang="en-US" altLang="zh-CN" sz="2400" b="1" baseline="-25000" dirty="0">
                <a:solidFill>
                  <a:prstClr val="black"/>
                </a:solidFill>
                <a:latin typeface="Times New Roman" panose="02020603050405020304" pitchFamily="18" charset="0"/>
              </a:rPr>
              <a:t>0</a:t>
            </a:r>
          </a:p>
          <a:p>
            <a:pPr>
              <a:lnSpc>
                <a:spcPts val="2000"/>
              </a:lnSpc>
              <a:spcBef>
                <a:spcPct val="20000"/>
              </a:spcBef>
              <a:buClr>
                <a:srgbClr val="073E87"/>
              </a:buClr>
              <a:buSzPct val="75000"/>
              <a:defRPr/>
            </a:pPr>
            <a:r>
              <a:rPr kumimoji="1" lang="en-US" altLang="zh-CN" sz="2400" b="1" dirty="0">
                <a:solidFill>
                  <a:prstClr val="black"/>
                </a:solidFill>
                <a:latin typeface="Times New Roman" panose="02020603050405020304" pitchFamily="18" charset="0"/>
              </a:rPr>
              <a:t>$</a:t>
            </a:r>
            <a:r>
              <a:rPr kumimoji="1" lang="en-US" altLang="zh-CN" sz="2400" b="1" i="1" baseline="-25000" dirty="0">
                <a:solidFill>
                  <a:prstClr val="black"/>
                </a:solidFill>
                <a:latin typeface="Times New Roman" panose="02020603050405020304" pitchFamily="18" charset="0"/>
              </a:rPr>
              <a:t>	                          </a:t>
            </a:r>
            <a:r>
              <a:rPr kumimoji="1" lang="en-US" altLang="zh-CN" sz="24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a</a:t>
            </a:r>
            <a:r>
              <a:rPr kumimoji="1" lang="en-US" altLang="zh-CN" sz="2400" b="1" baseline="-25000" dirty="0">
                <a:solidFill>
                  <a:prstClr val="black"/>
                </a:solidFill>
                <a:latin typeface="Times New Roman" panose="02020603050405020304" pitchFamily="18" charset="0"/>
              </a:rPr>
              <a:t>1</a:t>
            </a:r>
            <a:r>
              <a:rPr kumimoji="1" lang="en-US" altLang="zh-CN" sz="24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a</a:t>
            </a:r>
            <a:r>
              <a:rPr kumimoji="1" lang="en-US" altLang="zh-CN" sz="2400" b="1" baseline="-25000" dirty="0">
                <a:solidFill>
                  <a:prstClr val="black"/>
                </a:solidFill>
                <a:latin typeface="Times New Roman" panose="02020603050405020304" pitchFamily="18" charset="0"/>
              </a:rPr>
              <a:t>2</a:t>
            </a:r>
            <a:r>
              <a:rPr kumimoji="1" lang="en-US" altLang="zh-CN" sz="24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…a</a:t>
            </a:r>
            <a:r>
              <a:rPr kumimoji="1" lang="en-US" altLang="zh-CN" sz="2400" b="1" i="1" baseline="-25000" dirty="0">
                <a:solidFill>
                  <a:prstClr val="black"/>
                </a:solidFill>
                <a:latin typeface="Times New Roman" panose="02020603050405020304" pitchFamily="18" charset="0"/>
              </a:rPr>
              <a:t>n</a:t>
            </a:r>
            <a:r>
              <a:rPr kumimoji="1" lang="en-US" altLang="zh-CN" sz="2400" b="1" dirty="0">
                <a:solidFill>
                  <a:prstClr val="black"/>
                </a:solidFill>
                <a:latin typeface="Times New Roman" panose="02020603050405020304" pitchFamily="18" charset="0"/>
              </a:rPr>
              <a:t> $</a:t>
            </a:r>
            <a:endParaRPr lang="zh-CN" altLang="en-US" dirty="0"/>
          </a:p>
        </p:txBody>
      </p:sp>
      <p:sp>
        <p:nvSpPr>
          <p:cNvPr id="16" name="矩形 15"/>
          <p:cNvSpPr/>
          <p:nvPr/>
        </p:nvSpPr>
        <p:spPr>
          <a:xfrm>
            <a:off x="2902619" y="2029966"/>
            <a:ext cx="3757613" cy="685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>
            <a:spAutoFit/>
          </a:bodyPr>
          <a:lstStyle/>
          <a:p>
            <a:pPr>
              <a:lnSpc>
                <a:spcPts val="2000"/>
              </a:lnSpc>
              <a:buClr>
                <a:srgbClr val="073E87"/>
              </a:buClr>
              <a:buSzPct val="75000"/>
              <a:defRPr/>
            </a:pPr>
            <a:r>
              <a:rPr kumimoji="1" lang="en-US" altLang="zh-CN" sz="24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s</a:t>
            </a:r>
            <a:r>
              <a:rPr kumimoji="1" lang="en-US" altLang="zh-CN" sz="2400" b="1" baseline="-25000" dirty="0">
                <a:solidFill>
                  <a:prstClr val="black"/>
                </a:solidFill>
                <a:latin typeface="Times New Roman" panose="02020603050405020304" pitchFamily="18" charset="0"/>
              </a:rPr>
              <a:t>0</a:t>
            </a:r>
            <a:r>
              <a:rPr kumimoji="1" lang="en-US" altLang="zh-CN" sz="24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s</a:t>
            </a:r>
            <a:r>
              <a:rPr kumimoji="1" lang="en-US" altLang="zh-CN" sz="2400" b="1" baseline="-25000" dirty="0">
                <a:solidFill>
                  <a:prstClr val="black"/>
                </a:solidFill>
                <a:latin typeface="Times New Roman" panose="02020603050405020304" pitchFamily="18" charset="0"/>
              </a:rPr>
              <a:t>1</a:t>
            </a:r>
            <a:r>
              <a:rPr kumimoji="1" lang="en-US" altLang="zh-CN" sz="24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… </a:t>
            </a:r>
            <a:r>
              <a:rPr kumimoji="1" lang="en-US" altLang="zh-CN" sz="2400" b="1" i="1" dirty="0" err="1">
                <a:solidFill>
                  <a:prstClr val="black"/>
                </a:solidFill>
                <a:latin typeface="Times New Roman" panose="02020603050405020304" pitchFamily="18" charset="0"/>
              </a:rPr>
              <a:t>s</a:t>
            </a:r>
            <a:r>
              <a:rPr kumimoji="1" lang="en-US" altLang="zh-CN" sz="2400" b="1" i="1" baseline="-25000" dirty="0" err="1">
                <a:solidFill>
                  <a:prstClr val="black"/>
                </a:solidFill>
                <a:latin typeface="Times New Roman" panose="02020603050405020304" pitchFamily="18" charset="0"/>
              </a:rPr>
              <a:t>m</a:t>
            </a:r>
            <a:endParaRPr kumimoji="1" lang="en-US" altLang="zh-CN" sz="800" b="1" i="1" baseline="-25000" dirty="0">
              <a:solidFill>
                <a:prstClr val="black"/>
              </a:solidFill>
              <a:latin typeface="Times New Roman" panose="02020603050405020304" pitchFamily="18" charset="0"/>
            </a:endParaRPr>
          </a:p>
          <a:p>
            <a:pPr>
              <a:lnSpc>
                <a:spcPts val="2000"/>
              </a:lnSpc>
              <a:spcBef>
                <a:spcPct val="20000"/>
              </a:spcBef>
              <a:buClr>
                <a:srgbClr val="073E87"/>
              </a:buClr>
              <a:buSzPct val="75000"/>
              <a:defRPr/>
            </a:pPr>
            <a:r>
              <a:rPr kumimoji="1" lang="en-US" altLang="zh-CN" sz="2400" b="1" dirty="0">
                <a:solidFill>
                  <a:prstClr val="black"/>
                </a:solidFill>
                <a:latin typeface="Times New Roman" panose="02020603050405020304" pitchFamily="18" charset="0"/>
              </a:rPr>
              <a:t>$</a:t>
            </a:r>
            <a:r>
              <a:rPr kumimoji="1" lang="en-US" altLang="zh-CN" sz="24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X</a:t>
            </a:r>
            <a:r>
              <a:rPr kumimoji="1" lang="en-US" altLang="zh-CN" sz="2400" b="1" baseline="-25000" dirty="0">
                <a:solidFill>
                  <a:prstClr val="black"/>
                </a:solidFill>
                <a:latin typeface="Times New Roman" panose="02020603050405020304" pitchFamily="18" charset="0"/>
              </a:rPr>
              <a:t>1</a:t>
            </a:r>
            <a:r>
              <a:rPr kumimoji="1" lang="en-US" altLang="zh-CN" sz="24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…</a:t>
            </a:r>
            <a:r>
              <a:rPr kumimoji="1" lang="en-US" altLang="zh-CN" sz="2400" b="1" i="1" dirty="0" err="1">
                <a:solidFill>
                  <a:prstClr val="black"/>
                </a:solidFill>
                <a:latin typeface="Times New Roman" panose="02020603050405020304" pitchFamily="18" charset="0"/>
              </a:rPr>
              <a:t>X</a:t>
            </a:r>
            <a:r>
              <a:rPr kumimoji="1" lang="en-US" altLang="zh-CN" sz="2400" b="1" i="1" baseline="-25000" dirty="0" err="1">
                <a:solidFill>
                  <a:prstClr val="black"/>
                </a:solidFill>
                <a:latin typeface="Times New Roman" panose="02020603050405020304" pitchFamily="18" charset="0"/>
              </a:rPr>
              <a:t>m</a:t>
            </a:r>
            <a:r>
              <a:rPr kumimoji="1" lang="en-US" altLang="zh-CN" sz="2400" b="1" i="1" baseline="-25000" dirty="0">
                <a:solidFill>
                  <a:prstClr val="black"/>
                </a:solidFill>
                <a:latin typeface="Times New Roman" panose="02020603050405020304" pitchFamily="18" charset="0"/>
              </a:rPr>
              <a:t>                   </a:t>
            </a:r>
            <a:r>
              <a:rPr kumimoji="1" lang="en-US" altLang="zh-CN" sz="24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a</a:t>
            </a:r>
            <a:r>
              <a:rPr kumimoji="1" lang="en-US" altLang="zh-CN" sz="2400" b="1" i="1" baseline="-25000" dirty="0">
                <a:solidFill>
                  <a:prstClr val="black"/>
                </a:solidFill>
                <a:latin typeface="Times New Roman" panose="02020603050405020304" pitchFamily="18" charset="0"/>
              </a:rPr>
              <a:t>i</a:t>
            </a:r>
            <a:r>
              <a:rPr kumimoji="1" lang="en-US" altLang="zh-CN" sz="24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a</a:t>
            </a:r>
            <a:r>
              <a:rPr kumimoji="1" lang="en-US" altLang="zh-CN" sz="2400" b="1" i="1" baseline="-25000" dirty="0">
                <a:solidFill>
                  <a:prstClr val="black"/>
                </a:solidFill>
                <a:latin typeface="Times New Roman" panose="02020603050405020304" pitchFamily="18" charset="0"/>
              </a:rPr>
              <a:t>i+</a:t>
            </a:r>
            <a:r>
              <a:rPr kumimoji="1" lang="en-US" altLang="zh-CN" sz="2400" b="1" baseline="-25000" dirty="0">
                <a:solidFill>
                  <a:prstClr val="black"/>
                </a:solidFill>
                <a:latin typeface="Times New Roman" panose="02020603050405020304" pitchFamily="18" charset="0"/>
              </a:rPr>
              <a:t>1</a:t>
            </a:r>
            <a:r>
              <a:rPr kumimoji="1" lang="en-US" altLang="zh-CN" sz="24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…a</a:t>
            </a:r>
            <a:r>
              <a:rPr kumimoji="1" lang="en-US" altLang="zh-CN" sz="2400" b="1" i="1" baseline="-25000" dirty="0">
                <a:solidFill>
                  <a:prstClr val="black"/>
                </a:solidFill>
                <a:latin typeface="Times New Roman" panose="02020603050405020304" pitchFamily="18" charset="0"/>
              </a:rPr>
              <a:t>n</a:t>
            </a:r>
            <a:r>
              <a:rPr kumimoji="1" lang="en-US" altLang="zh-CN" sz="2400" b="1" dirty="0">
                <a:solidFill>
                  <a:prstClr val="black"/>
                </a:solidFill>
                <a:latin typeface="Times New Roman" panose="02020603050405020304" pitchFamily="18" charset="0"/>
              </a:rPr>
              <a:t> $</a:t>
            </a:r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53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2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4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7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uild="allAtOnce" autoUpdateAnimBg="0"/>
      <p:bldP spid="5" grpId="0" animBg="1"/>
      <p:bldP spid="5" grpId="1" animBg="1"/>
      <p:bldP spid="13" grpId="0"/>
      <p:bldP spid="14" grpId="0"/>
      <p:bldP spid="15" grpId="0" animBg="1"/>
      <p:bldP spid="1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4262" name="Text Box 6"/>
          <p:cNvSpPr txBox="1">
            <a:spLocks noChangeArrowheads="1"/>
          </p:cNvSpPr>
          <p:nvPr/>
        </p:nvSpPr>
        <p:spPr bwMode="auto">
          <a:xfrm>
            <a:off x="684213" y="2896800"/>
            <a:ext cx="8316912" cy="13311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50000"/>
              </a:spcBef>
            </a:pPr>
            <a:r>
              <a:rPr kumimoji="1" lang="en-US" altLang="zh-CN" sz="23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②</a:t>
            </a:r>
            <a:r>
              <a:rPr kumimoji="1" lang="zh-CN" altLang="en-US" sz="2300" b="1" dirty="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如果</a:t>
            </a:r>
            <a:r>
              <a:rPr kumimoji="1" lang="en-US" altLang="zh-CN" sz="2300" b="1" dirty="0">
                <a:solidFill>
                  <a:srgbClr val="FF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ACTION</a:t>
            </a:r>
            <a:r>
              <a:rPr kumimoji="1" lang="en-US" altLang="zh-CN" sz="2300" b="1" dirty="0">
                <a:solidFill>
                  <a:srgbClr val="FF0000"/>
                </a:solidFill>
                <a:latin typeface="Times New Roman" panose="02020603050405020304" pitchFamily="18" charset="0"/>
              </a:rPr>
              <a:t>[</a:t>
            </a:r>
            <a:r>
              <a:rPr kumimoji="1" lang="en-US" altLang="zh-CN" sz="2300" b="1" i="1" dirty="0" err="1">
                <a:solidFill>
                  <a:srgbClr val="FF0000"/>
                </a:solidFill>
                <a:latin typeface="Times New Roman" panose="02020603050405020304" pitchFamily="18" charset="0"/>
              </a:rPr>
              <a:t>s</a:t>
            </a:r>
            <a:r>
              <a:rPr kumimoji="1" lang="en-US" altLang="zh-CN" sz="2300" b="1" i="1" baseline="-25000" dirty="0" err="1">
                <a:solidFill>
                  <a:srgbClr val="FF0000"/>
                </a:solidFill>
                <a:latin typeface="Times New Roman" panose="02020603050405020304" pitchFamily="18" charset="0"/>
              </a:rPr>
              <a:t>m</a:t>
            </a:r>
            <a:r>
              <a:rPr kumimoji="1" lang="en-US" altLang="zh-CN" sz="2300" b="1" i="1" baseline="-25000" dirty="0">
                <a:solidFill>
                  <a:srgbClr val="FF0000"/>
                </a:solidFill>
                <a:latin typeface="Times New Roman" panose="02020603050405020304" pitchFamily="18" charset="0"/>
              </a:rPr>
              <a:t> </a:t>
            </a:r>
            <a:r>
              <a:rPr kumimoji="1" lang="en-US" altLang="zh-CN" sz="2300" b="1" dirty="0">
                <a:solidFill>
                  <a:srgbClr val="FF0000"/>
                </a:solidFill>
                <a:latin typeface="Times New Roman" panose="02020603050405020304" pitchFamily="18" charset="0"/>
              </a:rPr>
              <a:t>, </a:t>
            </a:r>
            <a:r>
              <a:rPr kumimoji="1" lang="en-US" altLang="zh-CN" sz="2300" b="1" i="1" dirty="0">
                <a:solidFill>
                  <a:srgbClr val="FF0000"/>
                </a:solidFill>
                <a:latin typeface="Times New Roman" panose="02020603050405020304" pitchFamily="18" charset="0"/>
              </a:rPr>
              <a:t>a</a:t>
            </a:r>
            <a:r>
              <a:rPr kumimoji="1" lang="en-US" altLang="zh-CN" sz="2300" b="1" i="1" baseline="-25000" dirty="0">
                <a:solidFill>
                  <a:srgbClr val="FF0000"/>
                </a:solidFill>
                <a:latin typeface="Times New Roman" panose="02020603050405020304" pitchFamily="18" charset="0"/>
              </a:rPr>
              <a:t>i</a:t>
            </a:r>
            <a:r>
              <a:rPr kumimoji="1" lang="en-US" altLang="zh-CN" sz="2300" b="1" dirty="0">
                <a:solidFill>
                  <a:srgbClr val="FF0000"/>
                </a:solidFill>
                <a:latin typeface="Times New Roman" panose="02020603050405020304" pitchFamily="18" charset="0"/>
              </a:rPr>
              <a:t>]= </a:t>
            </a:r>
            <a:r>
              <a:rPr kumimoji="1" lang="en-US" altLang="zh-CN" sz="2300" b="1" dirty="0" err="1">
                <a:solidFill>
                  <a:srgbClr val="FF0000"/>
                </a:solidFill>
                <a:latin typeface="Times New Roman" panose="02020603050405020304" pitchFamily="18" charset="0"/>
              </a:rPr>
              <a:t>rx</a:t>
            </a:r>
            <a:r>
              <a:rPr kumimoji="1" lang="en-US" altLang="zh-CN" sz="2300" b="1" dirty="0">
                <a:solidFill>
                  <a:srgbClr val="FF0000"/>
                </a:solidFill>
                <a:latin typeface="Times New Roman" panose="02020603050405020304" pitchFamily="18" charset="0"/>
              </a:rPr>
              <a:t> </a:t>
            </a:r>
            <a:r>
              <a:rPr kumimoji="1" lang="zh-CN" altLang="en-US" sz="2300" b="1" dirty="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表示用第</a:t>
            </a:r>
            <a:r>
              <a:rPr kumimoji="1" lang="en-US" altLang="zh-CN" sz="2300" b="1" i="1" dirty="0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</a:rPr>
              <a:t>x</a:t>
            </a:r>
            <a:r>
              <a:rPr kumimoji="1" lang="zh-CN" altLang="en-US" sz="2300" b="1" dirty="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个产生式</a:t>
            </a:r>
            <a:r>
              <a:rPr kumimoji="1" lang="en-US" altLang="zh-CN" sz="2300" b="1" i="1" dirty="0" err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A</a:t>
            </a:r>
            <a:r>
              <a:rPr kumimoji="1" lang="en-US" altLang="zh-CN" sz="2300" b="1" dirty="0" err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→</a:t>
            </a:r>
            <a:r>
              <a:rPr kumimoji="1" lang="en-US" altLang="zh-CN" sz="2300" b="1" i="1" dirty="0" err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X</a:t>
            </a:r>
            <a:r>
              <a:rPr kumimoji="1" lang="en-US" altLang="zh-CN" sz="2300" b="1" i="1" baseline="-25000" dirty="0" err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m</a:t>
            </a:r>
            <a:r>
              <a:rPr kumimoji="1" lang="en-US" altLang="zh-CN" sz="2300" b="1" baseline="-25000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-(</a:t>
            </a:r>
            <a:r>
              <a:rPr kumimoji="1" lang="en-US" altLang="zh-CN" sz="2300" b="1" i="1" baseline="-25000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k</a:t>
            </a:r>
            <a:r>
              <a:rPr kumimoji="1" lang="en-US" altLang="zh-CN" sz="2300" b="1" baseline="-25000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-1)</a:t>
            </a:r>
            <a:r>
              <a:rPr kumimoji="1" lang="en-US" altLang="zh-CN" sz="2300" b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…</a:t>
            </a:r>
            <a:r>
              <a:rPr kumimoji="1" lang="en-US" altLang="zh-CN" sz="2300" b="1" i="1" dirty="0" err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X</a:t>
            </a:r>
            <a:r>
              <a:rPr kumimoji="1" lang="en-US" altLang="zh-CN" sz="2300" b="1" i="1" baseline="-25000" dirty="0" err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m</a:t>
            </a:r>
            <a:r>
              <a:rPr kumimoji="1" lang="en-US" altLang="zh-CN" sz="2300" b="1" i="1" baseline="-25000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    </a:t>
            </a:r>
            <a:r>
              <a:rPr kumimoji="1" lang="en-US" altLang="zh-CN" sz="2300" b="1" i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    </a:t>
            </a:r>
          </a:p>
          <a:p>
            <a:pPr>
              <a:spcBef>
                <a:spcPct val="50000"/>
              </a:spcBef>
            </a:pPr>
            <a:r>
              <a:rPr kumimoji="1" lang="zh-CN" altLang="en-US" sz="2300" b="1" dirty="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进行归约，</a:t>
            </a:r>
            <a:r>
              <a:rPr kumimoji="1" lang="zh-CN" altLang="en-US" sz="2300" b="1" dirty="0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设</a:t>
            </a:r>
            <a:r>
              <a:rPr kumimoji="1" lang="en-US" altLang="zh-CN" sz="2300" b="1" dirty="0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|</a:t>
            </a:r>
            <a:r>
              <a:rPr kumimoji="1" lang="en-US" altLang="zh-CN" sz="2300" b="1" i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 </a:t>
            </a:r>
            <a:r>
              <a:rPr kumimoji="1" lang="en-US" altLang="zh-CN" sz="2300" b="1" i="1" dirty="0" err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X</a:t>
            </a:r>
            <a:r>
              <a:rPr kumimoji="1" lang="en-US" altLang="zh-CN" sz="2300" b="1" i="1" baseline="-25000" dirty="0" err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m</a:t>
            </a:r>
            <a:r>
              <a:rPr kumimoji="1" lang="en-US" altLang="zh-CN" sz="2300" b="1" baseline="-25000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-(</a:t>
            </a:r>
            <a:r>
              <a:rPr kumimoji="1" lang="en-US" altLang="zh-CN" sz="2300" b="1" i="1" baseline="-25000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k</a:t>
            </a:r>
            <a:r>
              <a:rPr kumimoji="1" lang="en-US" altLang="zh-CN" sz="2300" b="1" baseline="-25000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-1)</a:t>
            </a:r>
            <a:r>
              <a:rPr kumimoji="1" lang="en-US" altLang="zh-CN" sz="2300" b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…</a:t>
            </a:r>
            <a:r>
              <a:rPr kumimoji="1" lang="en-US" altLang="zh-CN" sz="2300" b="1" i="1" dirty="0" err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X</a:t>
            </a:r>
            <a:r>
              <a:rPr kumimoji="1" lang="en-US" altLang="zh-CN" sz="2300" b="1" i="1" baseline="-25000" dirty="0" err="1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m</a:t>
            </a:r>
            <a:r>
              <a:rPr kumimoji="1" lang="en-US" altLang="zh-CN" sz="2300" b="1" i="1" baseline="-25000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 </a:t>
            </a:r>
            <a:r>
              <a:rPr kumimoji="1" lang="en-US" altLang="zh-CN" sz="2300" b="1" dirty="0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| = </a:t>
            </a:r>
            <a:r>
              <a:rPr kumimoji="1" lang="en-US" altLang="zh-CN" sz="2300" b="1" i="1" dirty="0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k</a:t>
            </a:r>
            <a:r>
              <a:rPr kumimoji="1" lang="en-US" altLang="zh-CN" sz="2300" b="1" dirty="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,</a:t>
            </a:r>
            <a:r>
              <a:rPr kumimoji="1" lang="zh-CN" altLang="en-US" sz="2300" b="1" dirty="0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如果</a:t>
            </a:r>
            <a:r>
              <a:rPr kumimoji="1" lang="en-US" altLang="zh-CN" sz="2300" b="1" dirty="0">
                <a:solidFill>
                  <a:srgbClr val="FF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GOTO[</a:t>
            </a:r>
            <a:r>
              <a:rPr kumimoji="1" lang="en-US" altLang="zh-CN" sz="2300" b="1" i="1" dirty="0" err="1">
                <a:solidFill>
                  <a:srgbClr val="FF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s</a:t>
            </a:r>
            <a:r>
              <a:rPr kumimoji="1" lang="en-US" altLang="zh-CN" sz="2300" b="1" i="1" baseline="-25000" dirty="0" err="1">
                <a:solidFill>
                  <a:srgbClr val="FF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m</a:t>
            </a:r>
            <a:r>
              <a:rPr kumimoji="1" lang="en-US" altLang="zh-CN" sz="2300" b="1" baseline="-25000" dirty="0">
                <a:solidFill>
                  <a:srgbClr val="FF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-</a:t>
            </a:r>
            <a:r>
              <a:rPr kumimoji="1" lang="en-US" altLang="zh-CN" sz="2300" b="1" i="1" baseline="-25000" dirty="0">
                <a:solidFill>
                  <a:srgbClr val="FF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k </a:t>
            </a:r>
            <a:r>
              <a:rPr kumimoji="1" lang="en-US" altLang="zh-CN" sz="2300" b="1" dirty="0">
                <a:solidFill>
                  <a:srgbClr val="FF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, </a:t>
            </a:r>
            <a:r>
              <a:rPr kumimoji="1" lang="en-US" altLang="zh-CN" sz="2300" b="1" i="1" dirty="0">
                <a:solidFill>
                  <a:srgbClr val="FF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A</a:t>
            </a:r>
            <a:r>
              <a:rPr kumimoji="1" lang="en-US" altLang="zh-CN" sz="2300" b="1" dirty="0">
                <a:solidFill>
                  <a:srgbClr val="FF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]=</a:t>
            </a:r>
            <a:r>
              <a:rPr kumimoji="1" lang="en-US" altLang="zh-CN" sz="2300" b="1" i="1" dirty="0">
                <a:solidFill>
                  <a:srgbClr val="FF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y</a:t>
            </a:r>
            <a:r>
              <a:rPr kumimoji="1" lang="zh-CN" altLang="en-US" sz="2300" b="1" dirty="0">
                <a:solidFill>
                  <a:srgbClr val="00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，那么格局变为：</a:t>
            </a:r>
            <a:endParaRPr kumimoji="1" lang="en-US" altLang="zh-CN" sz="2300" b="1" dirty="0">
              <a:solidFill>
                <a:srgbClr val="000000"/>
              </a:solidFill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49157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en-US" altLang="zh-CN" sz="3000" i="1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LR </a:t>
            </a:r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分析器的工作过程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楷体_GB2312"/>
            </a:endParaRPr>
          </a:p>
        </p:txBody>
      </p:sp>
      <p:sp>
        <p:nvSpPr>
          <p:cNvPr id="49158" name="Text Box 3"/>
          <p:cNvSpPr txBox="1">
            <a:spLocks noChangeArrowheads="1"/>
          </p:cNvSpPr>
          <p:nvPr/>
        </p:nvSpPr>
        <p:spPr bwMode="auto">
          <a:xfrm>
            <a:off x="428625" y="798513"/>
            <a:ext cx="8001000" cy="477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20000"/>
              </a:spcBef>
              <a:buSzPct val="100000"/>
              <a:buFont typeface="Wingdings" panose="05000000000000000000" pitchFamily="2" charset="2"/>
              <a:buChar char="Ø"/>
            </a:pPr>
            <a:r>
              <a:rPr kumimoji="1" lang="zh-CN" altLang="en-US" sz="2500" b="1" dirty="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初始化</a:t>
            </a:r>
          </a:p>
        </p:txBody>
      </p:sp>
      <p:sp>
        <p:nvSpPr>
          <p:cNvPr id="49159" name="Text Box 4"/>
          <p:cNvSpPr txBox="1">
            <a:spLocks noChangeArrowheads="1"/>
          </p:cNvSpPr>
          <p:nvPr/>
        </p:nvSpPr>
        <p:spPr bwMode="auto">
          <a:xfrm>
            <a:off x="466725" y="1643063"/>
            <a:ext cx="8534400" cy="477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20000"/>
              </a:spcBef>
              <a:buSzPct val="100000"/>
              <a:buFont typeface="Wingdings" panose="05000000000000000000" pitchFamily="2" charset="2"/>
              <a:buChar char="Ø"/>
            </a:pPr>
            <a:r>
              <a:rPr kumimoji="1" lang="zh-CN" altLang="en-US" sz="2500" b="1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一般情况下</a:t>
            </a:r>
          </a:p>
        </p:txBody>
      </p:sp>
      <p:sp>
        <p:nvSpPr>
          <p:cNvPr id="2" name="矩形 1"/>
          <p:cNvSpPr/>
          <p:nvPr/>
        </p:nvSpPr>
        <p:spPr>
          <a:xfrm>
            <a:off x="2902619" y="1022350"/>
            <a:ext cx="3757613" cy="685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>
            <a:spAutoFit/>
          </a:bodyPr>
          <a:lstStyle/>
          <a:p>
            <a:pPr>
              <a:lnSpc>
                <a:spcPts val="2000"/>
              </a:lnSpc>
              <a:buClr>
                <a:srgbClr val="073E87"/>
              </a:buClr>
              <a:buSzPct val="75000"/>
              <a:defRPr/>
            </a:pPr>
            <a:r>
              <a:rPr kumimoji="1" lang="en-US" altLang="zh-CN" sz="24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s</a:t>
            </a:r>
            <a:r>
              <a:rPr kumimoji="1" lang="en-US" altLang="zh-CN" sz="2400" b="1" baseline="-25000" dirty="0">
                <a:solidFill>
                  <a:prstClr val="black"/>
                </a:solidFill>
                <a:latin typeface="Times New Roman" panose="02020603050405020304" pitchFamily="18" charset="0"/>
              </a:rPr>
              <a:t>0</a:t>
            </a:r>
          </a:p>
          <a:p>
            <a:pPr>
              <a:lnSpc>
                <a:spcPts val="2000"/>
              </a:lnSpc>
              <a:spcBef>
                <a:spcPct val="20000"/>
              </a:spcBef>
              <a:buClr>
                <a:srgbClr val="073E87"/>
              </a:buClr>
              <a:buSzPct val="75000"/>
              <a:defRPr/>
            </a:pPr>
            <a:r>
              <a:rPr kumimoji="1" lang="en-US" altLang="zh-CN" sz="2400" b="1" dirty="0">
                <a:solidFill>
                  <a:prstClr val="black"/>
                </a:solidFill>
                <a:latin typeface="Times New Roman" panose="02020603050405020304" pitchFamily="18" charset="0"/>
              </a:rPr>
              <a:t>$</a:t>
            </a:r>
            <a:r>
              <a:rPr kumimoji="1" lang="en-US" altLang="zh-CN" sz="2400" b="1" i="1" baseline="-25000" dirty="0">
                <a:solidFill>
                  <a:prstClr val="black"/>
                </a:solidFill>
                <a:latin typeface="Times New Roman" panose="02020603050405020304" pitchFamily="18" charset="0"/>
              </a:rPr>
              <a:t>	                          </a:t>
            </a:r>
            <a:r>
              <a:rPr kumimoji="1" lang="en-US" altLang="zh-CN" sz="24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a</a:t>
            </a:r>
            <a:r>
              <a:rPr kumimoji="1" lang="en-US" altLang="zh-CN" sz="2400" b="1" baseline="-25000" dirty="0">
                <a:solidFill>
                  <a:prstClr val="black"/>
                </a:solidFill>
                <a:latin typeface="Times New Roman" panose="02020603050405020304" pitchFamily="18" charset="0"/>
              </a:rPr>
              <a:t>1</a:t>
            </a:r>
            <a:r>
              <a:rPr kumimoji="1" lang="en-US" altLang="zh-CN" sz="24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a</a:t>
            </a:r>
            <a:r>
              <a:rPr kumimoji="1" lang="en-US" altLang="zh-CN" sz="2400" b="1" baseline="-25000" dirty="0">
                <a:solidFill>
                  <a:prstClr val="black"/>
                </a:solidFill>
                <a:latin typeface="Times New Roman" panose="02020603050405020304" pitchFamily="18" charset="0"/>
              </a:rPr>
              <a:t>2</a:t>
            </a:r>
            <a:r>
              <a:rPr kumimoji="1" lang="en-US" altLang="zh-CN" sz="24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…a</a:t>
            </a:r>
            <a:r>
              <a:rPr kumimoji="1" lang="en-US" altLang="zh-CN" sz="2400" b="1" i="1" baseline="-25000" dirty="0">
                <a:solidFill>
                  <a:prstClr val="black"/>
                </a:solidFill>
                <a:latin typeface="Times New Roman" panose="02020603050405020304" pitchFamily="18" charset="0"/>
              </a:rPr>
              <a:t>n</a:t>
            </a:r>
            <a:r>
              <a:rPr kumimoji="1" lang="en-US" altLang="zh-CN" sz="2400" b="1" dirty="0">
                <a:solidFill>
                  <a:prstClr val="black"/>
                </a:solidFill>
                <a:latin typeface="Times New Roman" panose="02020603050405020304" pitchFamily="18" charset="0"/>
              </a:rPr>
              <a:t> $</a:t>
            </a:r>
            <a:endParaRPr lang="zh-CN" altLang="en-US" dirty="0"/>
          </a:p>
        </p:txBody>
      </p:sp>
      <p:sp>
        <p:nvSpPr>
          <p:cNvPr id="3" name="矩形 2"/>
          <p:cNvSpPr/>
          <p:nvPr/>
        </p:nvSpPr>
        <p:spPr>
          <a:xfrm>
            <a:off x="2902619" y="2029966"/>
            <a:ext cx="3757613" cy="685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>
            <a:spAutoFit/>
          </a:bodyPr>
          <a:lstStyle/>
          <a:p>
            <a:pPr>
              <a:lnSpc>
                <a:spcPts val="2000"/>
              </a:lnSpc>
              <a:buClr>
                <a:srgbClr val="073E87"/>
              </a:buClr>
              <a:buSzPct val="75000"/>
              <a:defRPr/>
            </a:pPr>
            <a:r>
              <a:rPr kumimoji="1" lang="en-US" altLang="zh-CN" sz="24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s</a:t>
            </a:r>
            <a:r>
              <a:rPr kumimoji="1" lang="en-US" altLang="zh-CN" sz="2400" b="1" baseline="-25000" dirty="0">
                <a:solidFill>
                  <a:prstClr val="black"/>
                </a:solidFill>
                <a:latin typeface="Times New Roman" panose="02020603050405020304" pitchFamily="18" charset="0"/>
              </a:rPr>
              <a:t>0</a:t>
            </a:r>
            <a:r>
              <a:rPr kumimoji="1" lang="en-US" altLang="zh-CN" sz="24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s</a:t>
            </a:r>
            <a:r>
              <a:rPr kumimoji="1" lang="en-US" altLang="zh-CN" sz="2400" b="1" baseline="-25000" dirty="0">
                <a:solidFill>
                  <a:prstClr val="black"/>
                </a:solidFill>
                <a:latin typeface="Times New Roman" panose="02020603050405020304" pitchFamily="18" charset="0"/>
              </a:rPr>
              <a:t>1</a:t>
            </a:r>
            <a:r>
              <a:rPr kumimoji="1" lang="en-US" altLang="zh-CN" sz="24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… </a:t>
            </a:r>
            <a:r>
              <a:rPr kumimoji="1" lang="en-US" altLang="zh-CN" sz="2400" b="1" i="1" dirty="0" err="1">
                <a:solidFill>
                  <a:prstClr val="black"/>
                </a:solidFill>
                <a:latin typeface="Times New Roman" panose="02020603050405020304" pitchFamily="18" charset="0"/>
              </a:rPr>
              <a:t>s</a:t>
            </a:r>
            <a:r>
              <a:rPr kumimoji="1" lang="en-US" altLang="zh-CN" sz="2400" b="1" i="1" baseline="-25000" dirty="0" err="1">
                <a:solidFill>
                  <a:prstClr val="black"/>
                </a:solidFill>
                <a:latin typeface="Times New Roman" panose="02020603050405020304" pitchFamily="18" charset="0"/>
              </a:rPr>
              <a:t>m</a:t>
            </a:r>
            <a:endParaRPr kumimoji="1" lang="en-US" altLang="zh-CN" sz="800" b="1" i="1" baseline="-25000" dirty="0">
              <a:solidFill>
                <a:prstClr val="black"/>
              </a:solidFill>
              <a:latin typeface="Times New Roman" panose="02020603050405020304" pitchFamily="18" charset="0"/>
            </a:endParaRPr>
          </a:p>
          <a:p>
            <a:pPr>
              <a:lnSpc>
                <a:spcPts val="2000"/>
              </a:lnSpc>
              <a:spcBef>
                <a:spcPct val="20000"/>
              </a:spcBef>
              <a:buClr>
                <a:srgbClr val="073E87"/>
              </a:buClr>
              <a:buSzPct val="75000"/>
              <a:defRPr/>
            </a:pPr>
            <a:r>
              <a:rPr kumimoji="1" lang="en-US" altLang="zh-CN" sz="2400" b="1" dirty="0">
                <a:solidFill>
                  <a:prstClr val="black"/>
                </a:solidFill>
                <a:latin typeface="Times New Roman" panose="02020603050405020304" pitchFamily="18" charset="0"/>
              </a:rPr>
              <a:t>$</a:t>
            </a:r>
            <a:r>
              <a:rPr kumimoji="1" lang="en-US" altLang="zh-CN" sz="24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X</a:t>
            </a:r>
            <a:r>
              <a:rPr kumimoji="1" lang="en-US" altLang="zh-CN" sz="2400" b="1" baseline="-25000" dirty="0">
                <a:solidFill>
                  <a:prstClr val="black"/>
                </a:solidFill>
                <a:latin typeface="Times New Roman" panose="02020603050405020304" pitchFamily="18" charset="0"/>
              </a:rPr>
              <a:t>1</a:t>
            </a:r>
            <a:r>
              <a:rPr kumimoji="1" lang="en-US" altLang="zh-CN" sz="24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…</a:t>
            </a:r>
            <a:r>
              <a:rPr kumimoji="1" lang="en-US" altLang="zh-CN" sz="2400" b="1" i="1" dirty="0" err="1">
                <a:solidFill>
                  <a:prstClr val="black"/>
                </a:solidFill>
                <a:latin typeface="Times New Roman" panose="02020603050405020304" pitchFamily="18" charset="0"/>
              </a:rPr>
              <a:t>X</a:t>
            </a:r>
            <a:r>
              <a:rPr kumimoji="1" lang="en-US" altLang="zh-CN" sz="2400" b="1" i="1" baseline="-25000" dirty="0" err="1">
                <a:solidFill>
                  <a:prstClr val="black"/>
                </a:solidFill>
                <a:latin typeface="Times New Roman" panose="02020603050405020304" pitchFamily="18" charset="0"/>
              </a:rPr>
              <a:t>m</a:t>
            </a:r>
            <a:r>
              <a:rPr kumimoji="1" lang="en-US" altLang="zh-CN" sz="2400" b="1" i="1" baseline="-25000" dirty="0">
                <a:solidFill>
                  <a:prstClr val="black"/>
                </a:solidFill>
                <a:latin typeface="Times New Roman" panose="02020603050405020304" pitchFamily="18" charset="0"/>
              </a:rPr>
              <a:t>                   </a:t>
            </a:r>
            <a:r>
              <a:rPr kumimoji="1" lang="en-US" altLang="zh-CN" sz="24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a</a:t>
            </a:r>
            <a:r>
              <a:rPr kumimoji="1" lang="en-US" altLang="zh-CN" sz="2400" b="1" i="1" baseline="-25000" dirty="0">
                <a:solidFill>
                  <a:prstClr val="black"/>
                </a:solidFill>
                <a:latin typeface="Times New Roman" panose="02020603050405020304" pitchFamily="18" charset="0"/>
              </a:rPr>
              <a:t>i</a:t>
            </a:r>
            <a:r>
              <a:rPr kumimoji="1" lang="en-US" altLang="zh-CN" sz="24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a</a:t>
            </a:r>
            <a:r>
              <a:rPr kumimoji="1" lang="en-US" altLang="zh-CN" sz="2400" b="1" i="1" baseline="-25000" dirty="0">
                <a:solidFill>
                  <a:prstClr val="black"/>
                </a:solidFill>
                <a:latin typeface="Times New Roman" panose="02020603050405020304" pitchFamily="18" charset="0"/>
              </a:rPr>
              <a:t>i+</a:t>
            </a:r>
            <a:r>
              <a:rPr kumimoji="1" lang="en-US" altLang="zh-CN" sz="2400" b="1" baseline="-25000" dirty="0">
                <a:solidFill>
                  <a:prstClr val="black"/>
                </a:solidFill>
                <a:latin typeface="Times New Roman" panose="02020603050405020304" pitchFamily="18" charset="0"/>
              </a:rPr>
              <a:t>1</a:t>
            </a:r>
            <a:r>
              <a:rPr kumimoji="1" lang="en-US" altLang="zh-CN" sz="24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…a</a:t>
            </a:r>
            <a:r>
              <a:rPr kumimoji="1" lang="en-US" altLang="zh-CN" sz="2400" b="1" i="1" baseline="-25000" dirty="0">
                <a:solidFill>
                  <a:prstClr val="black"/>
                </a:solidFill>
                <a:latin typeface="Times New Roman" panose="02020603050405020304" pitchFamily="18" charset="0"/>
              </a:rPr>
              <a:t>n</a:t>
            </a:r>
            <a:r>
              <a:rPr kumimoji="1" lang="en-US" altLang="zh-CN" sz="2400" b="1" dirty="0">
                <a:solidFill>
                  <a:prstClr val="black"/>
                </a:solidFill>
                <a:latin typeface="Times New Roman" panose="02020603050405020304" pitchFamily="18" charset="0"/>
              </a:rPr>
              <a:t> $</a:t>
            </a:r>
            <a:endParaRPr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2902619" y="3998353"/>
            <a:ext cx="3757613" cy="6932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>
            <a:spAutoFit/>
          </a:bodyPr>
          <a:lstStyle/>
          <a:p>
            <a:pPr>
              <a:lnSpc>
                <a:spcPts val="2000"/>
              </a:lnSpc>
              <a:spcBef>
                <a:spcPct val="20000"/>
              </a:spcBef>
              <a:buClr>
                <a:srgbClr val="073E87"/>
              </a:buClr>
              <a:buSzPct val="75000"/>
              <a:defRPr/>
            </a:pPr>
            <a:r>
              <a:rPr kumimoji="1" lang="en-US" altLang="zh-CN" sz="2500" b="1" i="1" dirty="0">
                <a:solidFill>
                  <a:prstClr val="black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s</a:t>
            </a:r>
            <a:r>
              <a:rPr kumimoji="1" lang="en-US" altLang="zh-CN" sz="2500" b="1" baseline="-25000" dirty="0">
                <a:solidFill>
                  <a:prstClr val="black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0</a:t>
            </a:r>
            <a:r>
              <a:rPr kumimoji="1" lang="zh-CN" altLang="en-US" sz="2500" b="1" baseline="-25000" dirty="0">
                <a:solidFill>
                  <a:prstClr val="black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kumimoji="1" lang="en-US" altLang="zh-CN" sz="2500" b="1" i="1" dirty="0">
                <a:solidFill>
                  <a:prstClr val="black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s</a:t>
            </a:r>
            <a:r>
              <a:rPr kumimoji="1" lang="en-US" altLang="zh-CN" sz="2500" b="1" baseline="-25000" dirty="0">
                <a:solidFill>
                  <a:prstClr val="black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1</a:t>
            </a:r>
            <a:r>
              <a:rPr kumimoji="1" lang="en-US" altLang="zh-CN" sz="2500" b="1" i="1" dirty="0">
                <a:solidFill>
                  <a:prstClr val="black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… </a:t>
            </a:r>
            <a:r>
              <a:rPr kumimoji="1" lang="en-US" altLang="zh-CN" sz="2500" b="1" i="1" dirty="0" err="1">
                <a:solidFill>
                  <a:prstClr val="black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s</a:t>
            </a:r>
            <a:r>
              <a:rPr kumimoji="1" lang="en-US" altLang="zh-CN" sz="2500" b="1" i="1" baseline="-25000" dirty="0" err="1">
                <a:solidFill>
                  <a:prstClr val="black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m</a:t>
            </a:r>
            <a:r>
              <a:rPr kumimoji="1" lang="en-US" altLang="zh-CN" sz="2500" b="1" i="1" baseline="-25000" dirty="0">
                <a:solidFill>
                  <a:prstClr val="black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-k</a:t>
            </a:r>
            <a:r>
              <a:rPr kumimoji="1" lang="en-US" altLang="zh-CN" sz="2500" b="1" i="1" dirty="0">
                <a:solidFill>
                  <a:prstClr val="black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 </a:t>
            </a:r>
            <a:r>
              <a:rPr kumimoji="1" lang="en-US" altLang="zh-CN" sz="2500" b="1" i="1" dirty="0">
                <a:solidFill>
                  <a:srgbClr val="FF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y</a:t>
            </a:r>
            <a:r>
              <a:rPr kumimoji="1" lang="en-US" altLang="zh-CN" sz="2500" b="1" i="1" baseline="-25000" dirty="0">
                <a:solidFill>
                  <a:prstClr val="black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kumimoji="1" lang="en-US" altLang="zh-CN" sz="2500" b="1" dirty="0">
                <a:solidFill>
                  <a:prstClr val="black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</a:p>
          <a:p>
            <a:pPr>
              <a:lnSpc>
                <a:spcPts val="2000"/>
              </a:lnSpc>
              <a:spcBef>
                <a:spcPct val="20000"/>
              </a:spcBef>
              <a:buClr>
                <a:srgbClr val="073E87"/>
              </a:buClr>
              <a:buSzPct val="75000"/>
              <a:defRPr/>
            </a:pPr>
            <a:r>
              <a:rPr kumimoji="1" lang="en-US" altLang="zh-CN" sz="2500" b="1" dirty="0">
                <a:solidFill>
                  <a:prstClr val="black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$ </a:t>
            </a:r>
            <a:r>
              <a:rPr kumimoji="1" lang="en-US" altLang="zh-CN" sz="2500" b="1" i="1" dirty="0">
                <a:solidFill>
                  <a:prstClr val="black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X</a:t>
            </a:r>
            <a:r>
              <a:rPr kumimoji="1" lang="en-US" altLang="zh-CN" sz="2500" b="1" baseline="-25000" dirty="0">
                <a:solidFill>
                  <a:prstClr val="black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1</a:t>
            </a:r>
            <a:r>
              <a:rPr kumimoji="1" lang="en-US" altLang="zh-CN" sz="2500" b="1" i="1" dirty="0">
                <a:solidFill>
                  <a:prstClr val="black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…</a:t>
            </a:r>
            <a:r>
              <a:rPr kumimoji="1" lang="en-US" altLang="zh-CN" sz="2500" b="1" i="1" dirty="0" err="1">
                <a:solidFill>
                  <a:prstClr val="black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X</a:t>
            </a:r>
            <a:r>
              <a:rPr kumimoji="1" lang="en-US" altLang="zh-CN" sz="2500" b="1" i="1" baseline="-25000" dirty="0" err="1">
                <a:solidFill>
                  <a:prstClr val="black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m</a:t>
            </a:r>
            <a:r>
              <a:rPr kumimoji="1" lang="en-US" altLang="zh-CN" sz="2500" b="1" i="1" baseline="-25000" dirty="0">
                <a:solidFill>
                  <a:prstClr val="black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-k </a:t>
            </a:r>
            <a:r>
              <a:rPr kumimoji="1" lang="en-US" altLang="zh-CN" sz="2500" b="1" i="1" dirty="0">
                <a:solidFill>
                  <a:srgbClr val="FF0000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A</a:t>
            </a:r>
            <a:r>
              <a:rPr kumimoji="1" lang="en-US" altLang="zh-CN" sz="2500" b="1" i="1" baseline="-25000" dirty="0">
                <a:solidFill>
                  <a:prstClr val="black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    </a:t>
            </a:r>
            <a:r>
              <a:rPr kumimoji="1" lang="en-US" altLang="zh-CN" sz="2500" b="1" i="1" dirty="0" err="1">
                <a:solidFill>
                  <a:prstClr val="black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a</a:t>
            </a:r>
            <a:r>
              <a:rPr kumimoji="1" lang="en-US" altLang="zh-CN" sz="2500" b="1" i="1" baseline="-25000" dirty="0" err="1">
                <a:solidFill>
                  <a:prstClr val="black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i</a:t>
            </a:r>
            <a:r>
              <a:rPr kumimoji="1" lang="zh-CN" altLang="en-US" sz="2500" b="1" i="1" baseline="-25000" dirty="0">
                <a:solidFill>
                  <a:prstClr val="black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kumimoji="1" lang="en-US" altLang="zh-CN" sz="2500" b="1" i="1" dirty="0">
                <a:solidFill>
                  <a:prstClr val="black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a</a:t>
            </a:r>
            <a:r>
              <a:rPr kumimoji="1" lang="en-US" altLang="zh-CN" sz="2500" b="1" i="1" baseline="-25000" dirty="0">
                <a:solidFill>
                  <a:prstClr val="black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i+</a:t>
            </a:r>
            <a:r>
              <a:rPr kumimoji="1" lang="en-US" altLang="zh-CN" sz="2500" b="1" baseline="-25000" dirty="0">
                <a:solidFill>
                  <a:prstClr val="black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1</a:t>
            </a:r>
            <a:r>
              <a:rPr kumimoji="1" lang="en-US" altLang="zh-CN" sz="2500" b="1" i="1" dirty="0">
                <a:solidFill>
                  <a:prstClr val="black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…a</a:t>
            </a:r>
            <a:r>
              <a:rPr kumimoji="1" lang="en-US" altLang="zh-CN" sz="2500" b="1" i="1" baseline="-25000" dirty="0">
                <a:solidFill>
                  <a:prstClr val="black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n</a:t>
            </a:r>
            <a:r>
              <a:rPr kumimoji="1" lang="en-US" altLang="zh-CN" sz="2500" b="1" dirty="0">
                <a:solidFill>
                  <a:prstClr val="black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 $</a:t>
            </a:r>
            <a:endParaRPr kumimoji="1" lang="en-US" altLang="zh-CN" sz="2500" b="1" i="1" dirty="0">
              <a:solidFill>
                <a:prstClr val="black"/>
              </a:solidFill>
              <a:latin typeface="Times New Roman" panose="02020603050405020304" pitchFamily="18" charset="0"/>
              <a:ea typeface="楷体" panose="02010609060101010101" pitchFamily="49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4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642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642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642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8" dur="500"/>
                                        <p:tgtEl>
                                          <p:spTgt spid="8642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/>
                                        <p:tgtEl>
                                          <p:spTgt spid="8642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0" dur="500"/>
                                        <p:tgtEl>
                                          <p:spTgt spid="8642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64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5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3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64262" grpId="0"/>
      <p:bldP spid="864262" grpId="1"/>
      <p:bldP spid="4" grpId="0" animBg="1"/>
      <p:bldP spid="4" grpId="1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360" name="Rectangle 8"/>
          <p:cNvSpPr>
            <a:spLocks noGrp="1" noChangeArrowheads="1"/>
          </p:cNvSpPr>
          <p:nvPr>
            <p:ph idx="1"/>
          </p:nvPr>
        </p:nvSpPr>
        <p:spPr>
          <a:xfrm>
            <a:off x="657225" y="2928938"/>
            <a:ext cx="7772400" cy="1433512"/>
          </a:xfrm>
        </p:spPr>
        <p:txBody>
          <a:bodyPr/>
          <a:lstStyle/>
          <a:p>
            <a:pPr eaLnBrk="1" hangingPunct="1">
              <a:lnSpc>
                <a:spcPts val="3500"/>
              </a:lnSpc>
              <a:buFont typeface="Wingdings" panose="05000000000000000000" pitchFamily="2" charset="2"/>
              <a:buNone/>
            </a:pPr>
            <a:r>
              <a:rPr kumimoji="1" lang="en-US" altLang="zh-CN" sz="2500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③</a:t>
            </a:r>
            <a:r>
              <a:rPr kumimoji="1" lang="zh-CN" altLang="en-US" sz="2500" b="1" dirty="0">
                <a:solidFill>
                  <a:schemeClr val="tx1"/>
                </a:solidFill>
                <a:latin typeface="楷体" panose="02010609060101010101" pitchFamily="49" charset="-122"/>
                <a:cs typeface="Times New Roman" panose="02020603050405020304" pitchFamily="18" charset="0"/>
              </a:rPr>
              <a:t>如果</a:t>
            </a:r>
            <a:r>
              <a:rPr kumimoji="1" lang="en-US" altLang="zh-CN" sz="2300" b="1" dirty="0">
                <a:solidFill>
                  <a:srgbClr val="FF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ACTION</a:t>
            </a:r>
            <a:r>
              <a:rPr lang="en-US" altLang="zh-CN" sz="2500" b="1" dirty="0">
                <a:solidFill>
                  <a:srgbClr val="FF0000"/>
                </a:solidFill>
                <a:ea typeface="楷体_GB2312"/>
                <a:cs typeface="Times New Roman" panose="02020603050405020304" pitchFamily="18" charset="0"/>
              </a:rPr>
              <a:t>[</a:t>
            </a:r>
            <a:r>
              <a:rPr lang="en-US" altLang="zh-CN" sz="2500" b="1" i="1" dirty="0" err="1">
                <a:solidFill>
                  <a:srgbClr val="FF0000"/>
                </a:solidFill>
                <a:ea typeface="楷体_GB2312"/>
                <a:cs typeface="Times New Roman" panose="02020603050405020304" pitchFamily="18" charset="0"/>
              </a:rPr>
              <a:t>s</a:t>
            </a:r>
            <a:r>
              <a:rPr kumimoji="1" lang="en-US" altLang="zh-CN" sz="2500" b="1" i="1" baseline="-25000" dirty="0" err="1">
                <a:solidFill>
                  <a:srgbClr val="FF0000"/>
                </a:solidFill>
                <a:cs typeface="Times New Roman" panose="02020603050405020304" pitchFamily="18" charset="0"/>
              </a:rPr>
              <a:t>m</a:t>
            </a:r>
            <a:r>
              <a:rPr kumimoji="1" lang="en-US" altLang="zh-CN" sz="2500" b="1" i="1" baseline="-25000" dirty="0">
                <a:solidFill>
                  <a:srgbClr val="FF0000"/>
                </a:solidFill>
                <a:cs typeface="Times New Roman" panose="02020603050405020304" pitchFamily="18" charset="0"/>
              </a:rPr>
              <a:t> </a:t>
            </a:r>
            <a:r>
              <a:rPr lang="en-US" altLang="zh-CN" sz="2500" b="1" dirty="0">
                <a:solidFill>
                  <a:srgbClr val="FF0000"/>
                </a:solidFill>
                <a:ea typeface="楷体_GB2312"/>
                <a:cs typeface="Times New Roman" panose="02020603050405020304" pitchFamily="18" charset="0"/>
              </a:rPr>
              <a:t>, </a:t>
            </a:r>
            <a:r>
              <a:rPr lang="en-US" altLang="zh-CN" sz="2500" b="1" i="1" dirty="0">
                <a:solidFill>
                  <a:srgbClr val="FF0000"/>
                </a:solidFill>
                <a:ea typeface="楷体_GB2312"/>
                <a:cs typeface="Times New Roman" panose="02020603050405020304" pitchFamily="18" charset="0"/>
              </a:rPr>
              <a:t>a</a:t>
            </a:r>
            <a:r>
              <a:rPr kumimoji="1" lang="en-US" altLang="zh-CN" sz="2500" b="1" i="1" baseline="-25000" dirty="0">
                <a:solidFill>
                  <a:srgbClr val="FF0000"/>
                </a:solidFill>
                <a:cs typeface="Times New Roman" panose="02020603050405020304" pitchFamily="18" charset="0"/>
              </a:rPr>
              <a:t>i</a:t>
            </a:r>
            <a:r>
              <a:rPr lang="en-US" altLang="zh-CN" sz="2500" b="1" dirty="0">
                <a:solidFill>
                  <a:srgbClr val="FF0000"/>
                </a:solidFill>
                <a:ea typeface="楷体_GB2312"/>
                <a:cs typeface="Times New Roman" panose="02020603050405020304" pitchFamily="18" charset="0"/>
              </a:rPr>
              <a:t>]=</a:t>
            </a:r>
            <a:r>
              <a:rPr lang="en-US" altLang="zh-CN" sz="2500" b="1" i="1" dirty="0">
                <a:solidFill>
                  <a:srgbClr val="FF0000"/>
                </a:solidFill>
                <a:ea typeface="楷体_GB2312"/>
                <a:cs typeface="Times New Roman" panose="02020603050405020304" pitchFamily="18" charset="0"/>
              </a:rPr>
              <a:t>acc</a:t>
            </a:r>
            <a:r>
              <a:rPr lang="zh-CN" altLang="en-US" sz="25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，</a:t>
            </a:r>
            <a:r>
              <a:rPr kumimoji="1" lang="zh-CN" altLang="en-US" sz="2500" b="1" dirty="0">
                <a:solidFill>
                  <a:schemeClr val="tx1"/>
                </a:solidFill>
                <a:latin typeface="楷体" panose="02010609060101010101" pitchFamily="49" charset="-122"/>
                <a:cs typeface="Times New Roman" panose="02020603050405020304" pitchFamily="18" charset="0"/>
              </a:rPr>
              <a:t>那么分析成功</a:t>
            </a:r>
          </a:p>
          <a:p>
            <a:pPr eaLnBrk="1" hangingPunct="1">
              <a:lnSpc>
                <a:spcPts val="3500"/>
              </a:lnSpc>
              <a:buFont typeface="Wingdings" panose="05000000000000000000" pitchFamily="2" charset="2"/>
              <a:buNone/>
            </a:pPr>
            <a:r>
              <a:rPr kumimoji="1" lang="en-US" altLang="zh-CN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④</a:t>
            </a:r>
            <a:r>
              <a:rPr kumimoji="1" lang="zh-CN" altLang="en-US" sz="2500" b="1" dirty="0">
                <a:solidFill>
                  <a:schemeClr val="tx1"/>
                </a:solidFill>
                <a:latin typeface="楷体" panose="02010609060101010101" pitchFamily="49" charset="-122"/>
                <a:cs typeface="Times New Roman" panose="02020603050405020304" pitchFamily="18" charset="0"/>
              </a:rPr>
              <a:t>如果</a:t>
            </a:r>
            <a:r>
              <a:rPr kumimoji="1" lang="en-US" altLang="zh-CN" sz="2300" b="1" dirty="0">
                <a:solidFill>
                  <a:srgbClr val="FF0000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ACTION</a:t>
            </a:r>
            <a:r>
              <a:rPr lang="en-US" altLang="zh-CN" sz="2500" b="1" dirty="0">
                <a:solidFill>
                  <a:srgbClr val="FF0000"/>
                </a:solidFill>
                <a:cs typeface="Times New Roman" panose="02020603050405020304" pitchFamily="18" charset="0"/>
              </a:rPr>
              <a:t>[</a:t>
            </a:r>
            <a:r>
              <a:rPr lang="en-US" altLang="zh-CN" sz="2500" b="1" i="1" dirty="0" err="1">
                <a:solidFill>
                  <a:srgbClr val="FF0000"/>
                </a:solidFill>
                <a:cs typeface="Times New Roman" panose="02020603050405020304" pitchFamily="18" charset="0"/>
              </a:rPr>
              <a:t>s</a:t>
            </a:r>
            <a:r>
              <a:rPr kumimoji="1" lang="en-US" altLang="zh-CN" sz="2500" b="1" i="1" baseline="-25000" dirty="0" err="1">
                <a:solidFill>
                  <a:srgbClr val="FF0000"/>
                </a:solidFill>
                <a:cs typeface="Times New Roman" panose="02020603050405020304" pitchFamily="18" charset="0"/>
              </a:rPr>
              <a:t>m</a:t>
            </a:r>
            <a:r>
              <a:rPr kumimoji="1" lang="en-US" altLang="zh-CN" sz="2500" b="1" i="1" baseline="-25000" dirty="0">
                <a:solidFill>
                  <a:srgbClr val="FF0000"/>
                </a:solidFill>
                <a:cs typeface="Times New Roman" panose="02020603050405020304" pitchFamily="18" charset="0"/>
              </a:rPr>
              <a:t> </a:t>
            </a:r>
            <a:r>
              <a:rPr lang="en-US" altLang="zh-CN" sz="2500" b="1" dirty="0">
                <a:solidFill>
                  <a:srgbClr val="FF0000"/>
                </a:solidFill>
                <a:cs typeface="Times New Roman" panose="02020603050405020304" pitchFamily="18" charset="0"/>
              </a:rPr>
              <a:t>, </a:t>
            </a:r>
            <a:r>
              <a:rPr lang="en-US" altLang="zh-CN" sz="2500" b="1" i="1" dirty="0">
                <a:solidFill>
                  <a:srgbClr val="FF0000"/>
                </a:solidFill>
                <a:cs typeface="Times New Roman" panose="02020603050405020304" pitchFamily="18" charset="0"/>
              </a:rPr>
              <a:t>a</a:t>
            </a:r>
            <a:r>
              <a:rPr kumimoji="1" lang="en-US" altLang="zh-CN" sz="2500" b="1" i="1" baseline="-25000" dirty="0">
                <a:solidFill>
                  <a:srgbClr val="FF0000"/>
                </a:solidFill>
                <a:cs typeface="Times New Roman" panose="02020603050405020304" pitchFamily="18" charset="0"/>
              </a:rPr>
              <a:t>i</a:t>
            </a:r>
            <a:r>
              <a:rPr lang="en-US" altLang="zh-CN" sz="2500" b="1" dirty="0">
                <a:solidFill>
                  <a:srgbClr val="FF0000"/>
                </a:solidFill>
                <a:cs typeface="Times New Roman" panose="02020603050405020304" pitchFamily="18" charset="0"/>
              </a:rPr>
              <a:t>]=</a:t>
            </a:r>
            <a:r>
              <a:rPr lang="en-US" altLang="zh-CN" sz="2500" b="1" i="1" dirty="0">
                <a:solidFill>
                  <a:srgbClr val="FF0000"/>
                </a:solidFill>
                <a:cs typeface="Times New Roman" panose="02020603050405020304" pitchFamily="18" charset="0"/>
              </a:rPr>
              <a:t>err</a:t>
            </a:r>
            <a:r>
              <a:rPr lang="zh-CN" altLang="en-US" sz="2500" b="1" dirty="0">
                <a:solidFill>
                  <a:srgbClr val="FF0000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lang="zh-CN" altLang="en-US" sz="2500" b="1" dirty="0">
                <a:solidFill>
                  <a:schemeClr val="tx1"/>
                </a:solidFill>
                <a:latin typeface="华文楷体" panose="02010600040101010101" pitchFamily="2" charset="-122"/>
                <a:cs typeface="Times New Roman" panose="02020603050405020304" pitchFamily="18" charset="0"/>
              </a:rPr>
              <a:t>，</a:t>
            </a:r>
            <a:r>
              <a:rPr kumimoji="1" lang="zh-CN" altLang="en-US" sz="2500" b="1" dirty="0">
                <a:solidFill>
                  <a:schemeClr val="tx1"/>
                </a:solidFill>
                <a:latin typeface="楷体" panose="02010609060101010101" pitchFamily="49" charset="-122"/>
                <a:cs typeface="Times New Roman" panose="02020603050405020304" pitchFamily="18" charset="0"/>
              </a:rPr>
              <a:t>那么出现语法错误</a:t>
            </a:r>
            <a:endParaRPr kumimoji="1" lang="en-US" altLang="zh-CN" sz="2500" b="1" dirty="0">
              <a:solidFill>
                <a:schemeClr val="tx1"/>
              </a:solidFill>
              <a:latin typeface="楷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51203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en-US" altLang="zh-CN" sz="3000" i="1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LR </a:t>
            </a:r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分析器的工作过程</a:t>
            </a:r>
            <a:endParaRPr lang="zh-CN" altLang="en-US" sz="3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楷体_GB2312"/>
            </a:endParaRPr>
          </a:p>
        </p:txBody>
      </p:sp>
      <p:sp>
        <p:nvSpPr>
          <p:cNvPr id="51204" name="Text Box 3"/>
          <p:cNvSpPr txBox="1">
            <a:spLocks noChangeArrowheads="1"/>
          </p:cNvSpPr>
          <p:nvPr/>
        </p:nvSpPr>
        <p:spPr bwMode="auto">
          <a:xfrm>
            <a:off x="428625" y="798513"/>
            <a:ext cx="8001000" cy="477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20000"/>
              </a:spcBef>
              <a:buSzPct val="100000"/>
              <a:buFont typeface="Wingdings" panose="05000000000000000000" pitchFamily="2" charset="2"/>
              <a:buChar char="Ø"/>
            </a:pPr>
            <a:r>
              <a:rPr kumimoji="1" lang="zh-CN" altLang="en-US" sz="2500" b="1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初始化</a:t>
            </a:r>
          </a:p>
        </p:txBody>
      </p:sp>
      <p:sp>
        <p:nvSpPr>
          <p:cNvPr id="51205" name="Text Box 4"/>
          <p:cNvSpPr txBox="1">
            <a:spLocks noChangeArrowheads="1"/>
          </p:cNvSpPr>
          <p:nvPr/>
        </p:nvSpPr>
        <p:spPr bwMode="auto">
          <a:xfrm>
            <a:off x="466725" y="1643063"/>
            <a:ext cx="8534400" cy="477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20000"/>
              </a:spcBef>
              <a:buSzPct val="100000"/>
              <a:buFont typeface="Wingdings" panose="05000000000000000000" pitchFamily="2" charset="2"/>
              <a:buChar char="Ø"/>
            </a:pPr>
            <a:r>
              <a:rPr kumimoji="1" lang="zh-CN" altLang="en-US" sz="2500" b="1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一般情况下</a:t>
            </a:r>
          </a:p>
        </p:txBody>
      </p:sp>
      <p:sp>
        <p:nvSpPr>
          <p:cNvPr id="8" name="矩形 7"/>
          <p:cNvSpPr/>
          <p:nvPr/>
        </p:nvSpPr>
        <p:spPr>
          <a:xfrm>
            <a:off x="2902619" y="1022350"/>
            <a:ext cx="3757613" cy="685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>
            <a:spAutoFit/>
          </a:bodyPr>
          <a:lstStyle/>
          <a:p>
            <a:pPr>
              <a:lnSpc>
                <a:spcPts val="2000"/>
              </a:lnSpc>
              <a:buClr>
                <a:srgbClr val="073E87"/>
              </a:buClr>
              <a:buSzPct val="75000"/>
              <a:defRPr/>
            </a:pPr>
            <a:r>
              <a:rPr kumimoji="1" lang="en-US" altLang="zh-CN" sz="24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s</a:t>
            </a:r>
            <a:r>
              <a:rPr kumimoji="1" lang="en-US" altLang="zh-CN" sz="2400" b="1" baseline="-25000" dirty="0">
                <a:solidFill>
                  <a:prstClr val="black"/>
                </a:solidFill>
                <a:latin typeface="Times New Roman" panose="02020603050405020304" pitchFamily="18" charset="0"/>
              </a:rPr>
              <a:t>0</a:t>
            </a:r>
          </a:p>
          <a:p>
            <a:pPr>
              <a:lnSpc>
                <a:spcPts val="2000"/>
              </a:lnSpc>
              <a:spcBef>
                <a:spcPct val="20000"/>
              </a:spcBef>
              <a:buClr>
                <a:srgbClr val="073E87"/>
              </a:buClr>
              <a:buSzPct val="75000"/>
              <a:defRPr/>
            </a:pPr>
            <a:r>
              <a:rPr kumimoji="1" lang="en-US" altLang="zh-CN" sz="2400" b="1" dirty="0">
                <a:solidFill>
                  <a:prstClr val="black"/>
                </a:solidFill>
                <a:latin typeface="Times New Roman" panose="02020603050405020304" pitchFamily="18" charset="0"/>
              </a:rPr>
              <a:t>$</a:t>
            </a:r>
            <a:r>
              <a:rPr kumimoji="1" lang="en-US" altLang="zh-CN" sz="2400" b="1" i="1" baseline="-25000" dirty="0">
                <a:solidFill>
                  <a:prstClr val="black"/>
                </a:solidFill>
                <a:latin typeface="Times New Roman" panose="02020603050405020304" pitchFamily="18" charset="0"/>
              </a:rPr>
              <a:t>	                          </a:t>
            </a:r>
            <a:r>
              <a:rPr kumimoji="1" lang="en-US" altLang="zh-CN" sz="24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a</a:t>
            </a:r>
            <a:r>
              <a:rPr kumimoji="1" lang="en-US" altLang="zh-CN" sz="2400" b="1" baseline="-25000" dirty="0">
                <a:solidFill>
                  <a:prstClr val="black"/>
                </a:solidFill>
                <a:latin typeface="Times New Roman" panose="02020603050405020304" pitchFamily="18" charset="0"/>
              </a:rPr>
              <a:t>1</a:t>
            </a:r>
            <a:r>
              <a:rPr kumimoji="1" lang="en-US" altLang="zh-CN" sz="24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a</a:t>
            </a:r>
            <a:r>
              <a:rPr kumimoji="1" lang="en-US" altLang="zh-CN" sz="2400" b="1" baseline="-25000" dirty="0">
                <a:solidFill>
                  <a:prstClr val="black"/>
                </a:solidFill>
                <a:latin typeface="Times New Roman" panose="02020603050405020304" pitchFamily="18" charset="0"/>
              </a:rPr>
              <a:t>2</a:t>
            </a:r>
            <a:r>
              <a:rPr kumimoji="1" lang="en-US" altLang="zh-CN" sz="24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…a</a:t>
            </a:r>
            <a:r>
              <a:rPr kumimoji="1" lang="en-US" altLang="zh-CN" sz="2400" b="1" i="1" baseline="-25000" dirty="0">
                <a:solidFill>
                  <a:prstClr val="black"/>
                </a:solidFill>
                <a:latin typeface="Times New Roman" panose="02020603050405020304" pitchFamily="18" charset="0"/>
              </a:rPr>
              <a:t>n</a:t>
            </a:r>
            <a:r>
              <a:rPr kumimoji="1" lang="en-US" altLang="zh-CN" sz="2400" b="1" dirty="0">
                <a:solidFill>
                  <a:prstClr val="black"/>
                </a:solidFill>
                <a:latin typeface="Times New Roman" panose="02020603050405020304" pitchFamily="18" charset="0"/>
              </a:rPr>
              <a:t> $</a:t>
            </a:r>
            <a:endParaRPr lang="zh-CN" altLang="en-US" dirty="0"/>
          </a:p>
        </p:txBody>
      </p:sp>
      <p:sp>
        <p:nvSpPr>
          <p:cNvPr id="9" name="矩形 8"/>
          <p:cNvSpPr/>
          <p:nvPr/>
        </p:nvSpPr>
        <p:spPr>
          <a:xfrm>
            <a:off x="2902619" y="2029966"/>
            <a:ext cx="3757613" cy="685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>
            <a:spAutoFit/>
          </a:bodyPr>
          <a:lstStyle/>
          <a:p>
            <a:pPr>
              <a:lnSpc>
                <a:spcPts val="2000"/>
              </a:lnSpc>
              <a:buClr>
                <a:srgbClr val="073E87"/>
              </a:buClr>
              <a:buSzPct val="75000"/>
              <a:defRPr/>
            </a:pPr>
            <a:r>
              <a:rPr kumimoji="1" lang="en-US" altLang="zh-CN" sz="24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s</a:t>
            </a:r>
            <a:r>
              <a:rPr kumimoji="1" lang="en-US" altLang="zh-CN" sz="2400" b="1" baseline="-25000" dirty="0">
                <a:solidFill>
                  <a:prstClr val="black"/>
                </a:solidFill>
                <a:latin typeface="Times New Roman" panose="02020603050405020304" pitchFamily="18" charset="0"/>
              </a:rPr>
              <a:t>0</a:t>
            </a:r>
            <a:r>
              <a:rPr kumimoji="1" lang="en-US" altLang="zh-CN" sz="24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s</a:t>
            </a:r>
            <a:r>
              <a:rPr kumimoji="1" lang="en-US" altLang="zh-CN" sz="2400" b="1" baseline="-25000" dirty="0">
                <a:solidFill>
                  <a:prstClr val="black"/>
                </a:solidFill>
                <a:latin typeface="Times New Roman" panose="02020603050405020304" pitchFamily="18" charset="0"/>
              </a:rPr>
              <a:t>1</a:t>
            </a:r>
            <a:r>
              <a:rPr kumimoji="1" lang="en-US" altLang="zh-CN" sz="24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… </a:t>
            </a:r>
            <a:r>
              <a:rPr kumimoji="1" lang="en-US" altLang="zh-CN" sz="2400" b="1" i="1" dirty="0" err="1">
                <a:solidFill>
                  <a:prstClr val="black"/>
                </a:solidFill>
                <a:latin typeface="Times New Roman" panose="02020603050405020304" pitchFamily="18" charset="0"/>
              </a:rPr>
              <a:t>s</a:t>
            </a:r>
            <a:r>
              <a:rPr kumimoji="1" lang="en-US" altLang="zh-CN" sz="2400" b="1" i="1" baseline="-25000" dirty="0" err="1">
                <a:solidFill>
                  <a:prstClr val="black"/>
                </a:solidFill>
                <a:latin typeface="Times New Roman" panose="02020603050405020304" pitchFamily="18" charset="0"/>
              </a:rPr>
              <a:t>m</a:t>
            </a:r>
            <a:endParaRPr kumimoji="1" lang="en-US" altLang="zh-CN" sz="800" b="1" i="1" baseline="-25000" dirty="0">
              <a:solidFill>
                <a:prstClr val="black"/>
              </a:solidFill>
              <a:latin typeface="Times New Roman" panose="02020603050405020304" pitchFamily="18" charset="0"/>
            </a:endParaRPr>
          </a:p>
          <a:p>
            <a:pPr>
              <a:lnSpc>
                <a:spcPts val="2000"/>
              </a:lnSpc>
              <a:spcBef>
                <a:spcPct val="20000"/>
              </a:spcBef>
              <a:buClr>
                <a:srgbClr val="073E87"/>
              </a:buClr>
              <a:buSzPct val="75000"/>
              <a:defRPr/>
            </a:pPr>
            <a:r>
              <a:rPr kumimoji="1" lang="en-US" altLang="zh-CN" sz="2400" b="1" dirty="0">
                <a:solidFill>
                  <a:prstClr val="black"/>
                </a:solidFill>
                <a:latin typeface="Times New Roman" panose="02020603050405020304" pitchFamily="18" charset="0"/>
              </a:rPr>
              <a:t>$</a:t>
            </a:r>
            <a:r>
              <a:rPr kumimoji="1" lang="en-US" altLang="zh-CN" sz="24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X</a:t>
            </a:r>
            <a:r>
              <a:rPr kumimoji="1" lang="en-US" altLang="zh-CN" sz="2400" b="1" baseline="-25000" dirty="0">
                <a:solidFill>
                  <a:prstClr val="black"/>
                </a:solidFill>
                <a:latin typeface="Times New Roman" panose="02020603050405020304" pitchFamily="18" charset="0"/>
              </a:rPr>
              <a:t>1</a:t>
            </a:r>
            <a:r>
              <a:rPr kumimoji="1" lang="en-US" altLang="zh-CN" sz="24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…</a:t>
            </a:r>
            <a:r>
              <a:rPr kumimoji="1" lang="en-US" altLang="zh-CN" sz="2400" b="1" i="1" dirty="0" err="1">
                <a:solidFill>
                  <a:prstClr val="black"/>
                </a:solidFill>
                <a:latin typeface="Times New Roman" panose="02020603050405020304" pitchFamily="18" charset="0"/>
              </a:rPr>
              <a:t>X</a:t>
            </a:r>
            <a:r>
              <a:rPr kumimoji="1" lang="en-US" altLang="zh-CN" sz="2400" b="1" i="1" baseline="-25000" dirty="0" err="1">
                <a:solidFill>
                  <a:prstClr val="black"/>
                </a:solidFill>
                <a:latin typeface="Times New Roman" panose="02020603050405020304" pitchFamily="18" charset="0"/>
              </a:rPr>
              <a:t>m</a:t>
            </a:r>
            <a:r>
              <a:rPr kumimoji="1" lang="en-US" altLang="zh-CN" sz="2400" b="1" i="1" baseline="-25000" dirty="0">
                <a:solidFill>
                  <a:prstClr val="black"/>
                </a:solidFill>
                <a:latin typeface="Times New Roman" panose="02020603050405020304" pitchFamily="18" charset="0"/>
              </a:rPr>
              <a:t>                   </a:t>
            </a:r>
            <a:r>
              <a:rPr kumimoji="1" lang="en-US" altLang="zh-CN" sz="24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a</a:t>
            </a:r>
            <a:r>
              <a:rPr kumimoji="1" lang="en-US" altLang="zh-CN" sz="2400" b="1" i="1" baseline="-25000" dirty="0">
                <a:solidFill>
                  <a:prstClr val="black"/>
                </a:solidFill>
                <a:latin typeface="Times New Roman" panose="02020603050405020304" pitchFamily="18" charset="0"/>
              </a:rPr>
              <a:t>i</a:t>
            </a:r>
            <a:r>
              <a:rPr kumimoji="1" lang="en-US" altLang="zh-CN" sz="24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a</a:t>
            </a:r>
            <a:r>
              <a:rPr kumimoji="1" lang="en-US" altLang="zh-CN" sz="2400" b="1" i="1" baseline="-25000" dirty="0">
                <a:solidFill>
                  <a:prstClr val="black"/>
                </a:solidFill>
                <a:latin typeface="Times New Roman" panose="02020603050405020304" pitchFamily="18" charset="0"/>
              </a:rPr>
              <a:t>i+</a:t>
            </a:r>
            <a:r>
              <a:rPr kumimoji="1" lang="en-US" altLang="zh-CN" sz="2400" b="1" baseline="-25000" dirty="0">
                <a:solidFill>
                  <a:prstClr val="black"/>
                </a:solidFill>
                <a:latin typeface="Times New Roman" panose="02020603050405020304" pitchFamily="18" charset="0"/>
              </a:rPr>
              <a:t>1</a:t>
            </a:r>
            <a:r>
              <a:rPr kumimoji="1" lang="en-US" altLang="zh-CN" sz="24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…a</a:t>
            </a:r>
            <a:r>
              <a:rPr kumimoji="1" lang="en-US" altLang="zh-CN" sz="2400" b="1" i="1" baseline="-25000" dirty="0">
                <a:solidFill>
                  <a:prstClr val="black"/>
                </a:solidFill>
                <a:latin typeface="Times New Roman" panose="02020603050405020304" pitchFamily="18" charset="0"/>
              </a:rPr>
              <a:t>n</a:t>
            </a:r>
            <a:r>
              <a:rPr kumimoji="1" lang="en-US" altLang="zh-CN" sz="2400" b="1" dirty="0">
                <a:solidFill>
                  <a:prstClr val="black"/>
                </a:solidFill>
                <a:latin typeface="Times New Roman" panose="02020603050405020304" pitchFamily="18" charset="0"/>
              </a:rPr>
              <a:t> $</a:t>
            </a:r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83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683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683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683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83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8683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8683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683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68360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内容占位符 2"/>
          <p:cNvSpPr>
            <a:spLocks noGrp="1"/>
          </p:cNvSpPr>
          <p:nvPr>
            <p:ph idx="1"/>
          </p:nvPr>
        </p:nvSpPr>
        <p:spPr>
          <a:xfrm>
            <a:off x="-57150" y="714375"/>
            <a:ext cx="9129713" cy="1714500"/>
          </a:xfrm>
        </p:spPr>
        <p:txBody>
          <a:bodyPr/>
          <a:lstStyle/>
          <a:p>
            <a:pPr eaLnBrk="1" hangingPunct="1">
              <a:lnSpc>
                <a:spcPts val="20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1600" b="1" dirty="0">
                <a:solidFill>
                  <a:schemeClr val="tx1"/>
                </a:solidFill>
              </a:rPr>
              <a:t>输入：串</a:t>
            </a:r>
            <a:r>
              <a:rPr lang="en-US" altLang="zh-CN" sz="1600" b="1" i="1" dirty="0">
                <a:solidFill>
                  <a:schemeClr val="tx1"/>
                </a:solidFill>
              </a:rPr>
              <a:t>w</a:t>
            </a:r>
            <a:r>
              <a:rPr lang="zh-CN" altLang="en-US" sz="1600" b="1" dirty="0">
                <a:solidFill>
                  <a:schemeClr val="tx1"/>
                </a:solidFill>
              </a:rPr>
              <a:t>和</a:t>
            </a:r>
            <a:r>
              <a:rPr lang="en-US" altLang="zh-CN" sz="1600" b="1" i="1" dirty="0">
                <a:solidFill>
                  <a:schemeClr val="tx1"/>
                </a:solidFill>
              </a:rPr>
              <a:t>LR</a:t>
            </a:r>
            <a:r>
              <a:rPr lang="zh-CN" altLang="en-US" sz="1600" b="1" dirty="0">
                <a:solidFill>
                  <a:schemeClr val="tx1"/>
                </a:solidFill>
              </a:rPr>
              <a:t>语法分析表，该表描述了文法</a:t>
            </a:r>
            <a:r>
              <a:rPr lang="en-US" altLang="zh-CN" sz="1600" b="1" i="1" dirty="0">
                <a:solidFill>
                  <a:schemeClr val="tx1"/>
                </a:solidFill>
              </a:rPr>
              <a:t>G</a:t>
            </a:r>
            <a:r>
              <a:rPr lang="zh-CN" altLang="en-US" sz="1600" b="1" dirty="0">
                <a:solidFill>
                  <a:schemeClr val="tx1"/>
                </a:solidFill>
              </a:rPr>
              <a:t>的</a:t>
            </a:r>
            <a:r>
              <a:rPr lang="en-US" altLang="zh-CN" sz="1600" b="1" dirty="0">
                <a:solidFill>
                  <a:schemeClr val="tx1"/>
                </a:solidFill>
              </a:rPr>
              <a:t>ACTION</a:t>
            </a:r>
            <a:r>
              <a:rPr lang="zh-CN" altLang="en-US" sz="1600" b="1" dirty="0">
                <a:solidFill>
                  <a:schemeClr val="tx1"/>
                </a:solidFill>
              </a:rPr>
              <a:t>函数和</a:t>
            </a:r>
            <a:r>
              <a:rPr lang="en-US" altLang="zh-CN" sz="1600" b="1" dirty="0">
                <a:solidFill>
                  <a:schemeClr val="tx1"/>
                </a:solidFill>
              </a:rPr>
              <a:t>GOTO</a:t>
            </a:r>
            <a:r>
              <a:rPr lang="zh-CN" altLang="en-US" sz="1600" b="1" dirty="0">
                <a:solidFill>
                  <a:schemeClr val="tx1"/>
                </a:solidFill>
              </a:rPr>
              <a:t>函数。</a:t>
            </a:r>
            <a:r>
              <a:rPr lang="en-US" altLang="zh-CN" sz="1600" b="1" dirty="0">
                <a:solidFill>
                  <a:schemeClr val="tx1"/>
                </a:solidFill>
              </a:rPr>
              <a:t> </a:t>
            </a:r>
          </a:p>
          <a:p>
            <a:pPr eaLnBrk="1" hangingPunct="1">
              <a:lnSpc>
                <a:spcPts val="20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1600" b="1" dirty="0">
                <a:solidFill>
                  <a:schemeClr val="tx1"/>
                </a:solidFill>
              </a:rPr>
              <a:t>输出：如果</a:t>
            </a:r>
            <a:r>
              <a:rPr lang="en-US" altLang="zh-CN" sz="1600" b="1" i="1" dirty="0">
                <a:solidFill>
                  <a:schemeClr val="tx1"/>
                </a:solidFill>
              </a:rPr>
              <a:t>w</a:t>
            </a:r>
            <a:r>
              <a:rPr lang="zh-CN" altLang="en-US" sz="1600" b="1" dirty="0">
                <a:solidFill>
                  <a:schemeClr val="tx1"/>
                </a:solidFill>
              </a:rPr>
              <a:t>在</a:t>
            </a:r>
            <a:r>
              <a:rPr lang="en-US" altLang="zh-CN" sz="1600" b="1" dirty="0">
                <a:solidFill>
                  <a:schemeClr val="tx1"/>
                </a:solidFill>
              </a:rPr>
              <a:t> </a:t>
            </a:r>
            <a:r>
              <a:rPr lang="en-US" altLang="zh-CN" sz="1600" b="1" i="1" dirty="0">
                <a:solidFill>
                  <a:schemeClr val="tx1"/>
                </a:solidFill>
              </a:rPr>
              <a:t>L</a:t>
            </a:r>
            <a:r>
              <a:rPr lang="en-US" altLang="zh-CN" sz="1600" b="1" dirty="0">
                <a:solidFill>
                  <a:schemeClr val="tx1"/>
                </a:solidFill>
              </a:rPr>
              <a:t>(</a:t>
            </a:r>
            <a:r>
              <a:rPr lang="en-US" altLang="zh-CN" sz="1600" b="1" i="1" dirty="0">
                <a:solidFill>
                  <a:schemeClr val="tx1"/>
                </a:solidFill>
              </a:rPr>
              <a:t>G</a:t>
            </a:r>
            <a:r>
              <a:rPr lang="en-US" altLang="zh-CN" sz="1600" b="1" dirty="0">
                <a:solidFill>
                  <a:schemeClr val="tx1"/>
                </a:solidFill>
              </a:rPr>
              <a:t>)</a:t>
            </a:r>
            <a:r>
              <a:rPr lang="zh-CN" altLang="en-US" sz="1600" b="1" dirty="0">
                <a:solidFill>
                  <a:schemeClr val="tx1"/>
                </a:solidFill>
              </a:rPr>
              <a:t>中，则输出</a:t>
            </a:r>
            <a:r>
              <a:rPr lang="en-US" altLang="zh-CN" sz="1600" b="1" i="1" dirty="0">
                <a:solidFill>
                  <a:schemeClr val="tx1"/>
                </a:solidFill>
              </a:rPr>
              <a:t>w</a:t>
            </a:r>
            <a:r>
              <a:rPr lang="zh-CN" altLang="en-US" sz="1600" b="1" dirty="0">
                <a:solidFill>
                  <a:schemeClr val="tx1"/>
                </a:solidFill>
              </a:rPr>
              <a:t>的自底向上语法分析过程中的归约步骤；否则给出一个错误指示。</a:t>
            </a:r>
            <a:endParaRPr lang="en-US" altLang="zh-CN" sz="1600" b="1" dirty="0">
              <a:solidFill>
                <a:schemeClr val="tx1"/>
              </a:solidFill>
            </a:endParaRPr>
          </a:p>
          <a:p>
            <a:pPr eaLnBrk="1" hangingPunct="1">
              <a:lnSpc>
                <a:spcPts val="20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1600" b="1" dirty="0">
                <a:solidFill>
                  <a:schemeClr val="tx1"/>
                </a:solidFill>
              </a:rPr>
              <a:t>方法：初始时，语法分析器栈中的内容为初始状态</a:t>
            </a:r>
            <a:r>
              <a:rPr lang="en-US" altLang="zh-CN" sz="1600" b="1" i="1" dirty="0">
                <a:solidFill>
                  <a:schemeClr val="tx1"/>
                </a:solidFill>
              </a:rPr>
              <a:t>s</a:t>
            </a:r>
            <a:r>
              <a:rPr lang="en-US" altLang="zh-CN" sz="1600" b="1" baseline="-25000" dirty="0">
                <a:solidFill>
                  <a:schemeClr val="tx1"/>
                </a:solidFill>
              </a:rPr>
              <a:t>0</a:t>
            </a:r>
            <a:r>
              <a:rPr lang="zh-CN" altLang="en-US" sz="1600" b="1" dirty="0">
                <a:solidFill>
                  <a:schemeClr val="tx1"/>
                </a:solidFill>
              </a:rPr>
              <a:t>，输入缓冲区中的内容为</a:t>
            </a:r>
            <a:r>
              <a:rPr lang="en-US" altLang="zh-CN" sz="1600" b="1" i="1" dirty="0">
                <a:solidFill>
                  <a:schemeClr val="tx1"/>
                </a:solidFill>
              </a:rPr>
              <a:t>w</a:t>
            </a:r>
            <a:r>
              <a:rPr lang="en-US" altLang="zh-CN" sz="1600" b="1" dirty="0">
                <a:solidFill>
                  <a:schemeClr val="tx1"/>
                </a:solidFill>
              </a:rPr>
              <a:t>$</a:t>
            </a:r>
            <a:r>
              <a:rPr lang="zh-CN" altLang="en-US" sz="1600" b="1" dirty="0">
                <a:solidFill>
                  <a:schemeClr val="tx1"/>
                </a:solidFill>
              </a:rPr>
              <a:t>。然后，语法分析器执行下面的程序：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zh-CN" sz="30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 </a:t>
            </a:r>
            <a:r>
              <a:rPr lang="zh-CN" altLang="en-US" sz="3000" spc="3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分析算法</a:t>
            </a:r>
          </a:p>
        </p:txBody>
      </p:sp>
      <p:sp>
        <p:nvSpPr>
          <p:cNvPr id="8" name="内容占位符 1"/>
          <p:cNvSpPr txBox="1">
            <a:spLocks/>
          </p:cNvSpPr>
          <p:nvPr/>
        </p:nvSpPr>
        <p:spPr bwMode="auto">
          <a:xfrm>
            <a:off x="2267744" y="1714500"/>
            <a:ext cx="6432227" cy="32988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/>
          <a:lstStyle/>
          <a:p>
            <a:pPr marL="273050" indent="-273050" eaLnBrk="1" hangingPunct="1">
              <a:lnSpc>
                <a:spcPts val="1600"/>
              </a:lnSpc>
              <a:spcBef>
                <a:spcPct val="20000"/>
              </a:spcBef>
              <a:buSzPct val="100000"/>
              <a:buFont typeface="Symbol" pitchFamily="18" charset="2"/>
              <a:buNone/>
              <a:defRPr/>
            </a:pPr>
            <a:r>
              <a:rPr lang="zh-CN" altLang="en-US" sz="1600" b="1" dirty="0">
                <a:latin typeface="Times New Roman" pitchFamily="18" charset="0"/>
                <a:ea typeface="华文楷体" pitchFamily="2" charset="-122"/>
              </a:rPr>
              <a:t>令</a:t>
            </a:r>
            <a:r>
              <a:rPr lang="en-US" altLang="zh-CN" sz="1600" b="1" i="1" dirty="0">
                <a:solidFill>
                  <a:srgbClr val="C00000"/>
                </a:solidFill>
                <a:latin typeface="Times New Roman" pitchFamily="18" charset="0"/>
                <a:ea typeface="华文楷体" pitchFamily="2" charset="-122"/>
              </a:rPr>
              <a:t>a</a:t>
            </a:r>
            <a:r>
              <a:rPr lang="zh-CN" altLang="en-US" sz="1600" b="1" dirty="0">
                <a:latin typeface="Times New Roman" pitchFamily="18" charset="0"/>
                <a:ea typeface="华文楷体" pitchFamily="2" charset="-122"/>
              </a:rPr>
              <a:t>为</a:t>
            </a:r>
            <a:r>
              <a:rPr lang="en-US" altLang="zh-CN" sz="1600" b="1" i="1" dirty="0">
                <a:latin typeface="Times New Roman" pitchFamily="18" charset="0"/>
                <a:ea typeface="华文楷体" pitchFamily="2" charset="-122"/>
              </a:rPr>
              <a:t>w</a:t>
            </a:r>
            <a:r>
              <a:rPr kumimoji="1" lang="en-US" altLang="zh-CN" sz="1600" b="1" dirty="0">
                <a:latin typeface="Times New Roman" pitchFamily="18" charset="0"/>
              </a:rPr>
              <a:t>$</a:t>
            </a:r>
            <a:r>
              <a:rPr kumimoji="1" lang="zh-CN" altLang="en-US" sz="1600" b="1" dirty="0">
                <a:latin typeface="华文楷体" pitchFamily="2" charset="-122"/>
                <a:ea typeface="华文楷体" pitchFamily="2" charset="-122"/>
              </a:rPr>
              <a:t>的第一个符号；</a:t>
            </a:r>
            <a:endParaRPr kumimoji="1" lang="en-US" altLang="zh-CN" sz="1600" b="1" dirty="0">
              <a:latin typeface="华文楷体" pitchFamily="2" charset="-122"/>
              <a:ea typeface="华文楷体" pitchFamily="2" charset="-122"/>
            </a:endParaRPr>
          </a:p>
          <a:p>
            <a:pPr marL="273050" indent="-273050" eaLnBrk="1" hangingPunct="1">
              <a:lnSpc>
                <a:spcPts val="1600"/>
              </a:lnSpc>
              <a:spcBef>
                <a:spcPct val="20000"/>
              </a:spcBef>
              <a:buSzPct val="100000"/>
              <a:buFont typeface="Symbol" pitchFamily="18" charset="2"/>
              <a:buNone/>
              <a:defRPr/>
            </a:pPr>
            <a:r>
              <a:rPr lang="el-GR" altLang="zh-CN" sz="1600" b="1" dirty="0">
                <a:latin typeface="Times New Roman" pitchFamily="18" charset="0"/>
                <a:ea typeface="华文楷体" pitchFamily="2" charset="-122"/>
              </a:rPr>
              <a:t> </a:t>
            </a:r>
            <a:r>
              <a:rPr lang="en-US" altLang="zh-CN" sz="1600" b="1" dirty="0">
                <a:latin typeface="Times New Roman" pitchFamily="18" charset="0"/>
                <a:ea typeface="华文楷体" pitchFamily="2" charset="-122"/>
              </a:rPr>
              <a:t>while</a:t>
            </a:r>
            <a:r>
              <a:rPr lang="en-US" altLang="zh-CN" sz="1600" b="1" dirty="0">
                <a:latin typeface="Times New Roman" pitchFamily="18" charset="0"/>
                <a:ea typeface="楷体" pitchFamily="49" charset="-122"/>
              </a:rPr>
              <a:t>(1) { /* </a:t>
            </a:r>
            <a:r>
              <a:rPr lang="zh-CN" altLang="en-US" sz="1600" b="1" dirty="0">
                <a:latin typeface="Times New Roman" pitchFamily="18" charset="0"/>
                <a:ea typeface="楷体" pitchFamily="49" charset="-122"/>
              </a:rPr>
              <a:t>永远重复</a:t>
            </a:r>
            <a:r>
              <a:rPr lang="en-US" altLang="zh-CN" sz="1600" b="1" dirty="0">
                <a:latin typeface="Times New Roman" pitchFamily="18" charset="0"/>
                <a:ea typeface="楷体" pitchFamily="49" charset="-122"/>
              </a:rPr>
              <a:t>*/ </a:t>
            </a:r>
          </a:p>
          <a:p>
            <a:pPr marL="273050" indent="-273050" eaLnBrk="1" hangingPunct="1">
              <a:lnSpc>
                <a:spcPts val="1600"/>
              </a:lnSpc>
              <a:spcBef>
                <a:spcPct val="20000"/>
              </a:spcBef>
              <a:buSzPct val="100000"/>
              <a:buFont typeface="Symbol" pitchFamily="18" charset="2"/>
              <a:buNone/>
              <a:defRPr/>
            </a:pPr>
            <a:r>
              <a:rPr lang="zh-CN" altLang="en-US" sz="1600" b="1" dirty="0">
                <a:latin typeface="Times New Roman" pitchFamily="18" charset="0"/>
                <a:ea typeface="楷体" pitchFamily="49" charset="-122"/>
              </a:rPr>
              <a:t>          令</a:t>
            </a:r>
            <a:r>
              <a:rPr lang="en-US" altLang="zh-CN" sz="1600" b="1" i="1" dirty="0">
                <a:solidFill>
                  <a:srgbClr val="C00000"/>
                </a:solidFill>
                <a:latin typeface="Times New Roman" pitchFamily="18" charset="0"/>
                <a:ea typeface="楷体" pitchFamily="49" charset="-122"/>
              </a:rPr>
              <a:t>s</a:t>
            </a:r>
            <a:r>
              <a:rPr lang="zh-CN" altLang="en-US" sz="1600" b="1" dirty="0">
                <a:latin typeface="Times New Roman" pitchFamily="18" charset="0"/>
                <a:ea typeface="楷体" pitchFamily="49" charset="-122"/>
              </a:rPr>
              <a:t>是栈顶的状态；</a:t>
            </a:r>
            <a:endParaRPr lang="en-US" altLang="zh-CN" sz="1600" b="1" dirty="0">
              <a:latin typeface="Times New Roman" pitchFamily="18" charset="0"/>
              <a:ea typeface="楷体" pitchFamily="49" charset="-122"/>
            </a:endParaRPr>
          </a:p>
          <a:p>
            <a:pPr marL="273050" indent="-273050" eaLnBrk="1" hangingPunct="1">
              <a:lnSpc>
                <a:spcPts val="1600"/>
              </a:lnSpc>
              <a:spcBef>
                <a:spcPct val="20000"/>
              </a:spcBef>
              <a:buSzPct val="100000"/>
              <a:buFont typeface="Symbol" pitchFamily="18" charset="2"/>
              <a:buNone/>
              <a:defRPr/>
            </a:pPr>
            <a:r>
              <a:rPr lang="en-US" altLang="zh-CN" sz="1600" b="1" dirty="0">
                <a:latin typeface="Times New Roman" pitchFamily="18" charset="0"/>
                <a:ea typeface="楷体" pitchFamily="49" charset="-122"/>
              </a:rPr>
              <a:t>           if ( </a:t>
            </a:r>
            <a:r>
              <a:rPr lang="en-US" altLang="zh-CN" sz="1600" b="1" dirty="0">
                <a:solidFill>
                  <a:srgbClr val="C00000"/>
                </a:solidFill>
                <a:latin typeface="Times New Roman" pitchFamily="18" charset="0"/>
                <a:ea typeface="楷体" pitchFamily="49" charset="-122"/>
              </a:rPr>
              <a:t>ACTION [</a:t>
            </a:r>
            <a:r>
              <a:rPr lang="en-US" altLang="zh-CN" sz="1600" b="1" i="1" dirty="0">
                <a:solidFill>
                  <a:srgbClr val="C00000"/>
                </a:solidFill>
                <a:latin typeface="Times New Roman" pitchFamily="18" charset="0"/>
                <a:ea typeface="楷体" pitchFamily="49" charset="-122"/>
              </a:rPr>
              <a:t>s</a:t>
            </a:r>
            <a:r>
              <a:rPr lang="zh-CN" altLang="en-US" sz="1600" b="1" dirty="0">
                <a:solidFill>
                  <a:srgbClr val="C00000"/>
                </a:solidFill>
                <a:latin typeface="Times New Roman" pitchFamily="18" charset="0"/>
                <a:ea typeface="楷体" pitchFamily="49" charset="-122"/>
              </a:rPr>
              <a:t>，</a:t>
            </a:r>
            <a:r>
              <a:rPr lang="en-US" altLang="zh-CN" sz="1600" b="1" i="1" dirty="0">
                <a:solidFill>
                  <a:srgbClr val="C00000"/>
                </a:solidFill>
                <a:latin typeface="Times New Roman" pitchFamily="18" charset="0"/>
                <a:ea typeface="楷体" pitchFamily="49" charset="-122"/>
              </a:rPr>
              <a:t>a</a:t>
            </a:r>
            <a:r>
              <a:rPr lang="en-US" altLang="zh-CN" sz="1600" b="1" dirty="0">
                <a:solidFill>
                  <a:srgbClr val="C00000"/>
                </a:solidFill>
                <a:latin typeface="Times New Roman" pitchFamily="18" charset="0"/>
                <a:ea typeface="楷体" pitchFamily="49" charset="-122"/>
              </a:rPr>
              <a:t>]</a:t>
            </a:r>
            <a:r>
              <a:rPr lang="en-US" altLang="zh-CN" sz="1600" b="1" i="1" dirty="0">
                <a:solidFill>
                  <a:srgbClr val="C00000"/>
                </a:solidFill>
                <a:latin typeface="Times New Roman" pitchFamily="18" charset="0"/>
                <a:ea typeface="楷体" pitchFamily="49" charset="-122"/>
              </a:rPr>
              <a:t> </a:t>
            </a:r>
            <a:r>
              <a:rPr lang="en-US" altLang="zh-CN" sz="1600" b="1" dirty="0">
                <a:solidFill>
                  <a:srgbClr val="C00000"/>
                </a:solidFill>
                <a:latin typeface="Times New Roman" pitchFamily="18" charset="0"/>
                <a:ea typeface="楷体" pitchFamily="49" charset="-122"/>
              </a:rPr>
              <a:t>= </a:t>
            </a:r>
            <a:r>
              <a:rPr lang="zh-CN" altLang="en-US" sz="1600" b="1" dirty="0">
                <a:solidFill>
                  <a:srgbClr val="C00000"/>
                </a:solidFill>
                <a:latin typeface="Times New Roman" pitchFamily="18" charset="0"/>
                <a:ea typeface="楷体" pitchFamily="49" charset="-122"/>
              </a:rPr>
              <a:t>移入</a:t>
            </a:r>
            <a:r>
              <a:rPr lang="en-US" altLang="zh-CN" sz="1600" b="1" i="1" dirty="0">
                <a:solidFill>
                  <a:srgbClr val="C00000"/>
                </a:solidFill>
                <a:latin typeface="Times New Roman" pitchFamily="18" charset="0"/>
                <a:ea typeface="楷体" pitchFamily="49" charset="-122"/>
              </a:rPr>
              <a:t>t</a:t>
            </a:r>
            <a:r>
              <a:rPr lang="en-US" altLang="zh-CN" sz="1600" b="1" dirty="0">
                <a:solidFill>
                  <a:srgbClr val="C00000"/>
                </a:solidFill>
                <a:latin typeface="Times New Roman" pitchFamily="18" charset="0"/>
                <a:ea typeface="楷体" pitchFamily="49" charset="-122"/>
              </a:rPr>
              <a:t> </a:t>
            </a:r>
            <a:r>
              <a:rPr lang="en-US" altLang="zh-CN" sz="1600" b="1" dirty="0">
                <a:latin typeface="Times New Roman" pitchFamily="18" charset="0"/>
                <a:ea typeface="楷体" pitchFamily="49" charset="-122"/>
              </a:rPr>
              <a:t>) {</a:t>
            </a:r>
          </a:p>
          <a:p>
            <a:pPr marL="273050" indent="-273050" eaLnBrk="1" hangingPunct="1">
              <a:lnSpc>
                <a:spcPts val="1600"/>
              </a:lnSpc>
              <a:spcBef>
                <a:spcPct val="20000"/>
              </a:spcBef>
              <a:buSzPct val="100000"/>
              <a:buFont typeface="Symbol" pitchFamily="18" charset="2"/>
              <a:buNone/>
              <a:defRPr/>
            </a:pPr>
            <a:r>
              <a:rPr lang="zh-CN" altLang="en-US" sz="1600" b="1" dirty="0">
                <a:latin typeface="Times New Roman" pitchFamily="18" charset="0"/>
                <a:ea typeface="楷体" pitchFamily="49" charset="-122"/>
              </a:rPr>
              <a:t>                     </a:t>
            </a:r>
            <a:r>
              <a:rPr lang="zh-CN" altLang="en-US" sz="1600" b="1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</a:rPr>
              <a:t>将状态</a:t>
            </a:r>
            <a:r>
              <a:rPr lang="en-US" altLang="zh-CN" sz="1600" b="1" i="1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</a:rPr>
              <a:t>t</a:t>
            </a:r>
            <a:r>
              <a:rPr lang="zh-CN" altLang="en-US" sz="1600" b="1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</a:rPr>
              <a:t>压入栈中；</a:t>
            </a:r>
            <a:r>
              <a:rPr lang="en-US" altLang="zh-CN" sz="1600" b="1" dirty="0">
                <a:solidFill>
                  <a:srgbClr val="008000"/>
                </a:solidFill>
                <a:latin typeface="Times New Roman" pitchFamily="18" charset="0"/>
                <a:ea typeface="楷体" pitchFamily="49" charset="-122"/>
              </a:rPr>
              <a:t>// </a:t>
            </a:r>
            <a:r>
              <a:rPr lang="zh-CN" altLang="en-US" sz="1600" b="1" dirty="0">
                <a:solidFill>
                  <a:srgbClr val="008000"/>
                </a:solidFill>
                <a:latin typeface="Times New Roman" pitchFamily="18" charset="0"/>
                <a:ea typeface="楷体" pitchFamily="49" charset="-122"/>
              </a:rPr>
              <a:t>不需要压入符号</a:t>
            </a:r>
            <a:endParaRPr lang="en-US" altLang="zh-CN" sz="1600" b="1" dirty="0">
              <a:solidFill>
                <a:srgbClr val="008000"/>
              </a:solidFill>
              <a:latin typeface="Times New Roman" pitchFamily="18" charset="0"/>
              <a:ea typeface="楷体" pitchFamily="49" charset="-122"/>
            </a:endParaRPr>
          </a:p>
          <a:p>
            <a:pPr marL="273050" indent="-273050" eaLnBrk="1" hangingPunct="1">
              <a:lnSpc>
                <a:spcPts val="1600"/>
              </a:lnSpc>
              <a:spcBef>
                <a:spcPct val="20000"/>
              </a:spcBef>
              <a:buSzPct val="100000"/>
              <a:buFont typeface="Symbol" pitchFamily="18" charset="2"/>
              <a:buNone/>
              <a:defRPr/>
            </a:pPr>
            <a:r>
              <a:rPr lang="en-US" altLang="zh-CN" sz="1600" b="1" dirty="0">
                <a:latin typeface="Times New Roman" pitchFamily="18" charset="0"/>
                <a:ea typeface="楷体" pitchFamily="49" charset="-122"/>
              </a:rPr>
              <a:t>                     </a:t>
            </a:r>
            <a:r>
              <a:rPr lang="zh-CN" altLang="en-US" sz="1600" b="1" dirty="0">
                <a:latin typeface="Times New Roman" pitchFamily="18" charset="0"/>
                <a:ea typeface="楷体" pitchFamily="49" charset="-122"/>
              </a:rPr>
              <a:t>令</a:t>
            </a:r>
            <a:r>
              <a:rPr lang="en-US" altLang="zh-CN" sz="1600" b="1" i="1" dirty="0">
                <a:latin typeface="Times New Roman" pitchFamily="18" charset="0"/>
                <a:ea typeface="楷体" pitchFamily="49" charset="-122"/>
              </a:rPr>
              <a:t>a</a:t>
            </a:r>
            <a:r>
              <a:rPr lang="zh-CN" altLang="en-US" sz="1600" b="1" dirty="0">
                <a:latin typeface="Times New Roman" pitchFamily="18" charset="0"/>
                <a:ea typeface="楷体" pitchFamily="49" charset="-122"/>
              </a:rPr>
              <a:t>为下一个输入符号；</a:t>
            </a:r>
            <a:endParaRPr lang="en-US" altLang="zh-CN" sz="1600" b="1" dirty="0">
              <a:latin typeface="Times New Roman" pitchFamily="18" charset="0"/>
              <a:ea typeface="楷体" pitchFamily="49" charset="-122"/>
            </a:endParaRPr>
          </a:p>
          <a:p>
            <a:pPr marL="273050" indent="-273050" eaLnBrk="1" hangingPunct="1">
              <a:lnSpc>
                <a:spcPts val="1600"/>
              </a:lnSpc>
              <a:spcBef>
                <a:spcPct val="20000"/>
              </a:spcBef>
              <a:buSzPct val="100000"/>
              <a:buFont typeface="Symbol" pitchFamily="18" charset="2"/>
              <a:buNone/>
              <a:defRPr/>
            </a:pPr>
            <a:r>
              <a:rPr lang="en-US" altLang="zh-CN" sz="1600" b="1" dirty="0">
                <a:latin typeface="Times New Roman" pitchFamily="18" charset="0"/>
                <a:ea typeface="楷体" pitchFamily="49" charset="-122"/>
              </a:rPr>
              <a:t>           } else  if (</a:t>
            </a:r>
            <a:r>
              <a:rPr lang="en-US" altLang="zh-CN" sz="1600" b="1" dirty="0">
                <a:solidFill>
                  <a:srgbClr val="C00000"/>
                </a:solidFill>
                <a:latin typeface="Times New Roman" pitchFamily="18" charset="0"/>
                <a:ea typeface="楷体" pitchFamily="49" charset="-122"/>
              </a:rPr>
              <a:t>ACTION [</a:t>
            </a:r>
            <a:r>
              <a:rPr lang="en-US" altLang="zh-CN" sz="1600" b="1" i="1" dirty="0">
                <a:solidFill>
                  <a:srgbClr val="C00000"/>
                </a:solidFill>
                <a:latin typeface="Times New Roman" pitchFamily="18" charset="0"/>
                <a:ea typeface="楷体" pitchFamily="49" charset="-122"/>
              </a:rPr>
              <a:t>s</a:t>
            </a:r>
            <a:r>
              <a:rPr lang="zh-CN" altLang="en-US" sz="1600" b="1" dirty="0">
                <a:solidFill>
                  <a:srgbClr val="C00000"/>
                </a:solidFill>
                <a:latin typeface="Times New Roman" pitchFamily="18" charset="0"/>
                <a:ea typeface="楷体" pitchFamily="49" charset="-122"/>
              </a:rPr>
              <a:t>，</a:t>
            </a:r>
            <a:r>
              <a:rPr lang="en-US" altLang="zh-CN" sz="1600" b="1" i="1" dirty="0">
                <a:solidFill>
                  <a:srgbClr val="C00000"/>
                </a:solidFill>
                <a:latin typeface="Times New Roman" pitchFamily="18" charset="0"/>
                <a:ea typeface="楷体" pitchFamily="49" charset="-122"/>
              </a:rPr>
              <a:t>a</a:t>
            </a:r>
            <a:r>
              <a:rPr lang="en-US" altLang="zh-CN" sz="1600" b="1" dirty="0">
                <a:solidFill>
                  <a:srgbClr val="C00000"/>
                </a:solidFill>
                <a:latin typeface="Times New Roman" pitchFamily="18" charset="0"/>
                <a:ea typeface="楷体" pitchFamily="49" charset="-122"/>
              </a:rPr>
              <a:t>]</a:t>
            </a:r>
            <a:r>
              <a:rPr lang="en-US" altLang="zh-CN" sz="1600" b="1" i="1" dirty="0">
                <a:solidFill>
                  <a:srgbClr val="C00000"/>
                </a:solidFill>
                <a:latin typeface="Times New Roman" pitchFamily="18" charset="0"/>
                <a:ea typeface="楷体" pitchFamily="49" charset="-122"/>
              </a:rPr>
              <a:t> </a:t>
            </a:r>
            <a:r>
              <a:rPr lang="en-US" altLang="zh-CN" sz="1600" b="1" dirty="0">
                <a:solidFill>
                  <a:srgbClr val="C00000"/>
                </a:solidFill>
                <a:latin typeface="Times New Roman" pitchFamily="18" charset="0"/>
                <a:ea typeface="楷体" pitchFamily="49" charset="-122"/>
              </a:rPr>
              <a:t>=</a:t>
            </a:r>
            <a:r>
              <a:rPr lang="zh-CN" altLang="en-US" sz="1600" b="1" dirty="0">
                <a:solidFill>
                  <a:srgbClr val="C00000"/>
                </a:solidFill>
                <a:latin typeface="Times New Roman" pitchFamily="18" charset="0"/>
                <a:ea typeface="楷体" pitchFamily="49" charset="-122"/>
              </a:rPr>
              <a:t>归约</a:t>
            </a:r>
            <a:r>
              <a:rPr lang="en-US" altLang="zh-CN" sz="1600" b="1" i="1" dirty="0">
                <a:solidFill>
                  <a:srgbClr val="C00000"/>
                </a:solidFill>
                <a:latin typeface="Times New Roman" pitchFamily="18" charset="0"/>
                <a:ea typeface="楷体" pitchFamily="49" charset="-122"/>
              </a:rPr>
              <a:t>A</a:t>
            </a:r>
            <a:r>
              <a:rPr lang="en-US" altLang="zh-CN" sz="1600" b="1" i="1" dirty="0">
                <a:solidFill>
                  <a:srgbClr val="C00000"/>
                </a:solidFill>
                <a:latin typeface="Times New Roman" pitchFamily="18" charset="0"/>
              </a:rPr>
              <a:t> →</a:t>
            </a:r>
            <a:r>
              <a:rPr lang="el-GR" altLang="zh-CN" sz="1600" b="1" i="1" dirty="0">
                <a:solidFill>
                  <a:srgbClr val="C00000"/>
                </a:solidFill>
                <a:latin typeface="Times New Roman" pitchFamily="18" charset="0"/>
              </a:rPr>
              <a:t> β</a:t>
            </a:r>
            <a:r>
              <a:rPr lang="en-US" altLang="zh-CN" sz="1600" b="1" dirty="0">
                <a:solidFill>
                  <a:srgbClr val="C00000"/>
                </a:solidFill>
                <a:latin typeface="Times New Roman" pitchFamily="18" charset="0"/>
                <a:ea typeface="楷体" pitchFamily="49" charset="-122"/>
              </a:rPr>
              <a:t> </a:t>
            </a:r>
            <a:r>
              <a:rPr lang="en-US" altLang="zh-CN" sz="1600" b="1" dirty="0">
                <a:latin typeface="Times New Roman" pitchFamily="18" charset="0"/>
                <a:ea typeface="楷体" pitchFamily="49" charset="-122"/>
              </a:rPr>
              <a:t>) {</a:t>
            </a:r>
          </a:p>
          <a:p>
            <a:pPr marL="273050" indent="-273050" eaLnBrk="1" hangingPunct="1">
              <a:lnSpc>
                <a:spcPts val="1600"/>
              </a:lnSpc>
              <a:spcBef>
                <a:spcPct val="20000"/>
              </a:spcBef>
              <a:buSzPct val="100000"/>
              <a:buFont typeface="Symbol" pitchFamily="18" charset="2"/>
              <a:buNone/>
              <a:defRPr/>
            </a:pPr>
            <a:r>
              <a:rPr lang="en-US" altLang="zh-CN" sz="1600" b="1" i="1" dirty="0">
                <a:latin typeface="Times New Roman" pitchFamily="18" charset="0"/>
                <a:ea typeface="华文楷体" pitchFamily="2" charset="-122"/>
              </a:rPr>
              <a:t>                     </a:t>
            </a:r>
            <a:r>
              <a:rPr lang="zh-CN" altLang="en-US" sz="1600" b="1" dirty="0">
                <a:latin typeface="Times New Roman" pitchFamily="18" charset="0"/>
                <a:ea typeface="华文楷体" pitchFamily="2" charset="-122"/>
              </a:rPr>
              <a:t>从栈中弹出│ </a:t>
            </a:r>
            <a:r>
              <a:rPr lang="el-GR" altLang="zh-CN" sz="1600" b="1" i="1" dirty="0">
                <a:latin typeface="Times New Roman" pitchFamily="18" charset="0"/>
              </a:rPr>
              <a:t>β </a:t>
            </a:r>
            <a:r>
              <a:rPr lang="zh-CN" altLang="en-US" sz="1600" b="1" dirty="0">
                <a:latin typeface="Times New Roman" pitchFamily="18" charset="0"/>
                <a:ea typeface="华文楷体" pitchFamily="2" charset="-122"/>
              </a:rPr>
              <a:t>│个状态（符号）；</a:t>
            </a:r>
            <a:endParaRPr lang="en-US" altLang="zh-CN" sz="1600" b="1" dirty="0">
              <a:latin typeface="Times New Roman" pitchFamily="18" charset="0"/>
              <a:ea typeface="华文楷体" pitchFamily="2" charset="-122"/>
            </a:endParaRPr>
          </a:p>
          <a:p>
            <a:pPr marL="273050" indent="-273050" eaLnBrk="1" hangingPunct="1">
              <a:lnSpc>
                <a:spcPts val="1600"/>
              </a:lnSpc>
              <a:spcBef>
                <a:spcPct val="20000"/>
              </a:spcBef>
              <a:buSzPct val="100000"/>
              <a:buFont typeface="Symbol" pitchFamily="18" charset="2"/>
              <a:buNone/>
              <a:defRPr/>
            </a:pPr>
            <a:r>
              <a:rPr lang="en-US" altLang="zh-CN" sz="1600" b="1" dirty="0">
                <a:latin typeface="Times New Roman" pitchFamily="18" charset="0"/>
                <a:ea typeface="华文楷体" pitchFamily="2" charset="-122"/>
              </a:rPr>
              <a:t>                     </a:t>
            </a:r>
            <a:r>
              <a:rPr lang="zh-CN" altLang="en-US" sz="1600" b="1" dirty="0">
                <a:solidFill>
                  <a:srgbClr val="0000FF"/>
                </a:solidFill>
                <a:latin typeface="Times New Roman" pitchFamily="18" charset="0"/>
                <a:ea typeface="华文楷体" pitchFamily="2" charset="-122"/>
              </a:rPr>
              <a:t>将</a:t>
            </a:r>
            <a:r>
              <a:rPr lang="en-US" altLang="zh-CN" sz="1600" b="1" dirty="0">
                <a:solidFill>
                  <a:srgbClr val="0000FF"/>
                </a:solidFill>
                <a:latin typeface="Times New Roman" pitchFamily="18" charset="0"/>
                <a:ea typeface="华文楷体" pitchFamily="2" charset="-122"/>
              </a:rPr>
              <a:t>GOTO</a:t>
            </a:r>
            <a:r>
              <a:rPr lang="en-US" altLang="zh-CN" sz="1600" b="1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</a:rPr>
              <a:t> [</a:t>
            </a:r>
            <a:r>
              <a:rPr lang="en-US" altLang="zh-CN" sz="1600" b="1" i="1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</a:rPr>
              <a:t>t</a:t>
            </a:r>
            <a:r>
              <a:rPr lang="zh-CN" altLang="en-US" sz="1600" b="1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</a:rPr>
              <a:t>，</a:t>
            </a:r>
            <a:r>
              <a:rPr lang="en-US" altLang="zh-CN" sz="1600" b="1" i="1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</a:rPr>
              <a:t>A</a:t>
            </a:r>
            <a:r>
              <a:rPr lang="en-US" altLang="zh-CN" sz="1600" b="1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</a:rPr>
              <a:t>]</a:t>
            </a:r>
            <a:r>
              <a:rPr lang="zh-CN" altLang="en-US" sz="1600" b="1" dirty="0">
                <a:solidFill>
                  <a:srgbClr val="0000FF"/>
                </a:solidFill>
                <a:latin typeface="Times New Roman" pitchFamily="18" charset="0"/>
                <a:ea typeface="楷体" pitchFamily="49" charset="-122"/>
              </a:rPr>
              <a:t>压入栈中；</a:t>
            </a:r>
            <a:endParaRPr lang="en-US" altLang="zh-CN" sz="1600" b="1" dirty="0">
              <a:solidFill>
                <a:srgbClr val="0000FF"/>
              </a:solidFill>
              <a:latin typeface="Times New Roman" pitchFamily="18" charset="0"/>
              <a:ea typeface="楷体" pitchFamily="49" charset="-122"/>
            </a:endParaRPr>
          </a:p>
          <a:p>
            <a:pPr marL="273050" indent="-273050" eaLnBrk="1" hangingPunct="1">
              <a:lnSpc>
                <a:spcPts val="1600"/>
              </a:lnSpc>
              <a:spcBef>
                <a:spcPct val="20000"/>
              </a:spcBef>
              <a:buSzPct val="100000"/>
              <a:buFont typeface="Symbol" pitchFamily="18" charset="2"/>
              <a:buNone/>
              <a:defRPr/>
            </a:pPr>
            <a:r>
              <a:rPr lang="en-US" altLang="zh-CN" sz="1600" b="1" i="1" dirty="0">
                <a:latin typeface="Times New Roman" pitchFamily="18" charset="0"/>
                <a:ea typeface="楷体" pitchFamily="49" charset="-122"/>
              </a:rPr>
              <a:t>                     </a:t>
            </a:r>
            <a:r>
              <a:rPr lang="zh-CN" altLang="en-US" sz="1600" b="1" dirty="0">
                <a:latin typeface="Times New Roman" pitchFamily="18" charset="0"/>
                <a:ea typeface="楷体" pitchFamily="49" charset="-122"/>
              </a:rPr>
              <a:t>输出产生式 </a:t>
            </a:r>
            <a:r>
              <a:rPr lang="en-US" altLang="zh-CN" sz="1600" b="1" i="1" dirty="0">
                <a:latin typeface="Times New Roman" pitchFamily="18" charset="0"/>
                <a:ea typeface="楷体" pitchFamily="49" charset="-122"/>
              </a:rPr>
              <a:t>A</a:t>
            </a:r>
            <a:r>
              <a:rPr lang="en-US" altLang="zh-CN" sz="1600" b="1" i="1" dirty="0">
                <a:latin typeface="Times New Roman" pitchFamily="18" charset="0"/>
              </a:rPr>
              <a:t> →</a:t>
            </a:r>
            <a:r>
              <a:rPr lang="el-GR" altLang="zh-CN" sz="1600" b="1" i="1" dirty="0">
                <a:latin typeface="Times New Roman" pitchFamily="18" charset="0"/>
              </a:rPr>
              <a:t> β</a:t>
            </a:r>
            <a:r>
              <a:rPr lang="en-US" altLang="zh-CN" sz="1600" b="1" dirty="0">
                <a:latin typeface="Times New Roman" pitchFamily="18" charset="0"/>
                <a:ea typeface="楷体" pitchFamily="49" charset="-122"/>
              </a:rPr>
              <a:t> </a:t>
            </a:r>
            <a:r>
              <a:rPr lang="zh-CN" altLang="en-US" sz="1600" b="1" dirty="0">
                <a:latin typeface="Times New Roman" pitchFamily="18" charset="0"/>
                <a:ea typeface="楷体" pitchFamily="49" charset="-122"/>
              </a:rPr>
              <a:t>；</a:t>
            </a:r>
            <a:endParaRPr lang="en-US" altLang="zh-CN" sz="1600" b="1" dirty="0">
              <a:latin typeface="Times New Roman" pitchFamily="18" charset="0"/>
              <a:ea typeface="华文楷体" pitchFamily="2" charset="-122"/>
            </a:endParaRPr>
          </a:p>
          <a:p>
            <a:pPr marL="273050" indent="-273050" eaLnBrk="1" hangingPunct="1">
              <a:lnSpc>
                <a:spcPts val="1600"/>
              </a:lnSpc>
              <a:spcBef>
                <a:spcPct val="20000"/>
              </a:spcBef>
              <a:buSzPct val="100000"/>
              <a:defRPr/>
            </a:pPr>
            <a:r>
              <a:rPr lang="en-US" altLang="zh-CN" sz="1600" b="1" dirty="0">
                <a:latin typeface="Times New Roman" pitchFamily="18" charset="0"/>
                <a:ea typeface="楷体" pitchFamily="49" charset="-122"/>
              </a:rPr>
              <a:t>           } else  if (ACTION [</a:t>
            </a:r>
            <a:r>
              <a:rPr lang="en-US" altLang="zh-CN" sz="1600" b="1" i="1" dirty="0">
                <a:latin typeface="Times New Roman" pitchFamily="18" charset="0"/>
                <a:ea typeface="楷体" pitchFamily="49" charset="-122"/>
              </a:rPr>
              <a:t>s</a:t>
            </a:r>
            <a:r>
              <a:rPr lang="zh-CN" altLang="en-US" sz="1600" b="1" dirty="0">
                <a:latin typeface="Times New Roman" pitchFamily="18" charset="0"/>
                <a:ea typeface="楷体" pitchFamily="49" charset="-122"/>
              </a:rPr>
              <a:t>，</a:t>
            </a:r>
            <a:r>
              <a:rPr lang="en-US" altLang="zh-CN" sz="1600" b="1" i="1" dirty="0">
                <a:latin typeface="Times New Roman" pitchFamily="18" charset="0"/>
                <a:ea typeface="楷体" pitchFamily="49" charset="-122"/>
              </a:rPr>
              <a:t>a</a:t>
            </a:r>
            <a:r>
              <a:rPr lang="en-US" altLang="zh-CN" sz="1600" b="1" dirty="0">
                <a:latin typeface="Times New Roman" pitchFamily="18" charset="0"/>
                <a:ea typeface="楷体" pitchFamily="49" charset="-122"/>
              </a:rPr>
              <a:t>]</a:t>
            </a:r>
            <a:r>
              <a:rPr lang="en-US" altLang="zh-CN" sz="1600" b="1" i="1" dirty="0">
                <a:latin typeface="Times New Roman" pitchFamily="18" charset="0"/>
                <a:ea typeface="楷体" pitchFamily="49" charset="-122"/>
              </a:rPr>
              <a:t> </a:t>
            </a:r>
            <a:r>
              <a:rPr lang="en-US" altLang="zh-CN" sz="1600" b="1" dirty="0">
                <a:latin typeface="Times New Roman" pitchFamily="18" charset="0"/>
                <a:ea typeface="楷体" pitchFamily="49" charset="-122"/>
              </a:rPr>
              <a:t>=</a:t>
            </a:r>
            <a:r>
              <a:rPr lang="zh-CN" altLang="en-US" sz="1600" b="1" dirty="0">
                <a:latin typeface="Times New Roman" pitchFamily="18" charset="0"/>
                <a:ea typeface="楷体" pitchFamily="49" charset="-122"/>
              </a:rPr>
              <a:t>接受</a:t>
            </a:r>
            <a:r>
              <a:rPr lang="en-US" altLang="zh-CN" sz="1600" b="1" dirty="0">
                <a:latin typeface="Times New Roman" pitchFamily="18" charset="0"/>
                <a:ea typeface="楷体" pitchFamily="49" charset="-122"/>
              </a:rPr>
              <a:t>) break</a:t>
            </a:r>
            <a:r>
              <a:rPr lang="zh-CN" altLang="en-US" sz="1600" b="1" dirty="0">
                <a:latin typeface="Times New Roman" pitchFamily="18" charset="0"/>
                <a:ea typeface="楷体" pitchFamily="49" charset="-122"/>
              </a:rPr>
              <a:t>；</a:t>
            </a:r>
            <a:r>
              <a:rPr lang="en-US" altLang="zh-CN" sz="1600" b="1" dirty="0">
                <a:latin typeface="Times New Roman" pitchFamily="18" charset="0"/>
                <a:ea typeface="楷体" pitchFamily="49" charset="-122"/>
              </a:rPr>
              <a:t> /* </a:t>
            </a:r>
            <a:r>
              <a:rPr lang="zh-CN" altLang="en-US" sz="1600" b="1" dirty="0">
                <a:latin typeface="Times New Roman" pitchFamily="18" charset="0"/>
                <a:ea typeface="楷体" pitchFamily="49" charset="-122"/>
              </a:rPr>
              <a:t>语法分析完成</a:t>
            </a:r>
            <a:r>
              <a:rPr lang="en-US" altLang="zh-CN" sz="1600" b="1" dirty="0">
                <a:latin typeface="Times New Roman" pitchFamily="18" charset="0"/>
                <a:ea typeface="楷体" pitchFamily="49" charset="-122"/>
              </a:rPr>
              <a:t>*/</a:t>
            </a:r>
          </a:p>
          <a:p>
            <a:pPr marL="273050" indent="-273050" eaLnBrk="1" hangingPunct="1">
              <a:lnSpc>
                <a:spcPts val="1600"/>
              </a:lnSpc>
              <a:spcBef>
                <a:spcPct val="20000"/>
              </a:spcBef>
              <a:buSzPct val="100000"/>
              <a:defRPr/>
            </a:pPr>
            <a:r>
              <a:rPr lang="en-US" altLang="zh-CN" sz="1600" b="1" dirty="0">
                <a:latin typeface="Times New Roman" pitchFamily="18" charset="0"/>
                <a:ea typeface="楷体" pitchFamily="49" charset="-122"/>
              </a:rPr>
              <a:t>           else</a:t>
            </a:r>
            <a:r>
              <a:rPr lang="zh-CN" altLang="en-US" sz="1600" b="1" dirty="0">
                <a:latin typeface="Times New Roman" pitchFamily="18" charset="0"/>
                <a:ea typeface="楷体" pitchFamily="49" charset="-122"/>
              </a:rPr>
              <a:t>调用错误恢复例程；</a:t>
            </a:r>
            <a:r>
              <a:rPr lang="en-US" altLang="zh-CN" sz="1600" b="1" dirty="0">
                <a:latin typeface="Times New Roman" pitchFamily="18" charset="0"/>
                <a:ea typeface="楷体" pitchFamily="49" charset="-122"/>
              </a:rPr>
              <a:t> </a:t>
            </a:r>
          </a:p>
          <a:p>
            <a:pPr marL="273050" indent="-273050" eaLnBrk="1" hangingPunct="1">
              <a:lnSpc>
                <a:spcPts val="1600"/>
              </a:lnSpc>
              <a:spcBef>
                <a:spcPct val="20000"/>
              </a:spcBef>
              <a:buSzPct val="100000"/>
              <a:buFont typeface="Symbol" pitchFamily="18" charset="2"/>
              <a:buNone/>
              <a:defRPr/>
            </a:pPr>
            <a:r>
              <a:rPr lang="en-US" altLang="zh-CN" sz="1600" b="1" dirty="0">
                <a:latin typeface="Times New Roman" pitchFamily="18" charset="0"/>
                <a:ea typeface="楷体" pitchFamily="49" charset="-122"/>
              </a:rPr>
              <a:t>       }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83568" y="958850"/>
            <a:ext cx="7776864" cy="3225800"/>
          </a:xfrm>
        </p:spPr>
        <p:txBody>
          <a:bodyPr/>
          <a:lstStyle/>
          <a:p>
            <a:pPr eaLnBrk="1" hangingPunct="1">
              <a:lnSpc>
                <a:spcPts val="4000"/>
              </a:lnSpc>
              <a:buClrTx/>
              <a:buFont typeface="Wingdings" pitchFamily="2" charset="2"/>
              <a:buChar char="Ø"/>
              <a:defRPr/>
            </a:pPr>
            <a:r>
              <a:rPr lang="en-US" altLang="zh-CN" sz="3000" b="1" i="1" dirty="0">
                <a:solidFill>
                  <a:schemeClr val="tx1"/>
                </a:solidFill>
                <a:cs typeface="Times New Roman" pitchFamily="18" charset="0"/>
              </a:rPr>
              <a:t>LR</a:t>
            </a:r>
            <a:r>
              <a:rPr lang="en-US" altLang="zh-CN" sz="3000" b="1" dirty="0">
                <a:solidFill>
                  <a:schemeClr val="tx1"/>
                </a:solidFill>
                <a:cs typeface="Times New Roman" pitchFamily="18" charset="0"/>
              </a:rPr>
              <a:t>(0)</a:t>
            </a:r>
            <a:r>
              <a:rPr lang="zh-CN" altLang="en-US" sz="3000" b="1" dirty="0">
                <a:solidFill>
                  <a:schemeClr val="tx1"/>
                </a:solidFill>
                <a:cs typeface="Times New Roman" pitchFamily="18" charset="0"/>
              </a:rPr>
              <a:t>分析</a:t>
            </a:r>
            <a:endParaRPr lang="en-US" altLang="zh-CN" sz="3000" b="1" dirty="0">
              <a:solidFill>
                <a:schemeClr val="tx1"/>
              </a:solidFill>
              <a:cs typeface="Times New Roman" pitchFamily="18" charset="0"/>
            </a:endParaRPr>
          </a:p>
          <a:p>
            <a:pPr eaLnBrk="1" hangingPunct="1">
              <a:lnSpc>
                <a:spcPts val="4000"/>
              </a:lnSpc>
              <a:buClrTx/>
              <a:buFont typeface="Wingdings" pitchFamily="2" charset="2"/>
              <a:buChar char="Ø"/>
              <a:defRPr/>
            </a:pPr>
            <a:r>
              <a:rPr lang="en-US" altLang="zh-CN" sz="3000" b="1" i="1" dirty="0">
                <a:solidFill>
                  <a:schemeClr val="tx1"/>
                </a:solidFill>
                <a:cs typeface="Times New Roman" pitchFamily="18" charset="0"/>
              </a:rPr>
              <a:t>SLR</a:t>
            </a:r>
            <a:r>
              <a:rPr lang="zh-CN" altLang="en-US" sz="3000" b="1" dirty="0">
                <a:solidFill>
                  <a:schemeClr val="tx1"/>
                </a:solidFill>
                <a:cs typeface="Times New Roman" pitchFamily="18" charset="0"/>
              </a:rPr>
              <a:t>分析</a:t>
            </a:r>
            <a:endParaRPr lang="zh-CN" altLang="zh-CN" sz="3000" b="1" dirty="0">
              <a:solidFill>
                <a:schemeClr val="tx1"/>
              </a:solidFill>
              <a:cs typeface="Times New Roman" pitchFamily="18" charset="0"/>
            </a:endParaRPr>
          </a:p>
          <a:p>
            <a:pPr eaLnBrk="1" hangingPunct="1">
              <a:lnSpc>
                <a:spcPts val="4000"/>
              </a:lnSpc>
              <a:buClrTx/>
              <a:buFont typeface="Wingdings" pitchFamily="2" charset="2"/>
              <a:buChar char="Ø"/>
              <a:defRPr/>
            </a:pPr>
            <a:r>
              <a:rPr lang="en-US" altLang="zh-CN" sz="3000" b="1" i="1" dirty="0">
                <a:solidFill>
                  <a:schemeClr val="tx1"/>
                </a:solidFill>
                <a:cs typeface="Times New Roman" pitchFamily="18" charset="0"/>
              </a:rPr>
              <a:t>LR</a:t>
            </a:r>
            <a:r>
              <a:rPr lang="en-US" altLang="zh-CN" sz="3000" b="1" dirty="0">
                <a:solidFill>
                  <a:schemeClr val="tx1"/>
                </a:solidFill>
                <a:cs typeface="Times New Roman" pitchFamily="18" charset="0"/>
              </a:rPr>
              <a:t>(1)</a:t>
            </a:r>
            <a:r>
              <a:rPr lang="zh-CN" altLang="en-US" sz="3000" b="1" dirty="0">
                <a:solidFill>
                  <a:schemeClr val="tx1"/>
                </a:solidFill>
                <a:cs typeface="Times New Roman" pitchFamily="18" charset="0"/>
              </a:rPr>
              <a:t>分析</a:t>
            </a:r>
            <a:endParaRPr lang="zh-CN" altLang="zh-CN" sz="3000" b="1" dirty="0">
              <a:solidFill>
                <a:schemeClr val="tx1"/>
              </a:solidFill>
              <a:cs typeface="Times New Roman" pitchFamily="18" charset="0"/>
            </a:endParaRPr>
          </a:p>
          <a:p>
            <a:pPr eaLnBrk="1" hangingPunct="1">
              <a:lnSpc>
                <a:spcPts val="4000"/>
              </a:lnSpc>
              <a:buClrTx/>
              <a:buFont typeface="Wingdings" pitchFamily="2" charset="2"/>
              <a:buChar char="Ø"/>
              <a:defRPr/>
            </a:pPr>
            <a:r>
              <a:rPr lang="en-US" altLang="zh-CN" sz="3000" b="1" i="1" dirty="0">
                <a:solidFill>
                  <a:schemeClr val="tx1"/>
                </a:solidFill>
                <a:cs typeface="Times New Roman" pitchFamily="18" charset="0"/>
              </a:rPr>
              <a:t>LALR</a:t>
            </a:r>
            <a:r>
              <a:rPr lang="zh-CN" altLang="en-US" sz="3000" b="1" dirty="0">
                <a:solidFill>
                  <a:schemeClr val="tx1"/>
                </a:solidFill>
                <a:cs typeface="Times New Roman" pitchFamily="18" charset="0"/>
              </a:rPr>
              <a:t>分析</a:t>
            </a:r>
            <a:endParaRPr lang="zh-CN" altLang="zh-CN" sz="3000" b="1" dirty="0">
              <a:solidFill>
                <a:schemeClr val="tx1"/>
              </a:solidFill>
              <a:cs typeface="Times New Roman" pitchFamily="18" charset="0"/>
            </a:endParaRPr>
          </a:p>
          <a:p>
            <a:pPr marL="0" indent="0" eaLnBrk="1" hangingPunct="1">
              <a:lnSpc>
                <a:spcPts val="4000"/>
              </a:lnSpc>
              <a:buNone/>
              <a:defRPr/>
            </a:pPr>
            <a:endParaRPr lang="zh-CN" altLang="en-US" sz="2800" dirty="0">
              <a:solidFill>
                <a:schemeClr val="folHlink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楷体_GB2312"/>
              <a:cs typeface="Times New Roman" pitchFamily="18" charset="0"/>
            </a:endParaRPr>
          </a:p>
        </p:txBody>
      </p:sp>
      <p:sp>
        <p:nvSpPr>
          <p:cNvPr id="55299" name="标题 1"/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如何构造给定文法的</a:t>
            </a:r>
            <a:r>
              <a:rPr lang="en-US" altLang="zh-CN" sz="30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分析表？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891" name="Rectangle 3"/>
          <p:cNvSpPr>
            <a:spLocks noGrp="1" noChangeArrowheads="1"/>
          </p:cNvSpPr>
          <p:nvPr>
            <p:ph idx="1"/>
          </p:nvPr>
        </p:nvSpPr>
        <p:spPr>
          <a:xfrm>
            <a:off x="468313" y="771550"/>
            <a:ext cx="8307387" cy="3384401"/>
          </a:xfrm>
          <a:solidFill>
            <a:schemeClr val="bg1"/>
          </a:solidFill>
        </p:spPr>
        <p:txBody>
          <a:bodyPr/>
          <a:lstStyle/>
          <a:p>
            <a:pPr eaLnBrk="1" hangingPunct="1">
              <a:lnSpc>
                <a:spcPts val="3200"/>
              </a:lnSpc>
            </a:pPr>
            <a:r>
              <a:rPr lang="zh-CN" altLang="en-US" dirty="0">
                <a:latin typeface="楷体" panose="02010609060101010101" pitchFamily="49" charset="-122"/>
                <a:cs typeface="楷体_GB2312"/>
              </a:rPr>
              <a:t>句柄是</a:t>
            </a:r>
            <a:r>
              <a:rPr lang="zh-CN" altLang="en-US" dirty="0">
                <a:solidFill>
                  <a:srgbClr val="0070C0"/>
                </a:solidFill>
                <a:latin typeface="楷体" panose="02010609060101010101" pitchFamily="49" charset="-122"/>
                <a:cs typeface="楷体_GB2312"/>
              </a:rPr>
              <a:t>逐步形成</a:t>
            </a:r>
            <a:r>
              <a:rPr lang="zh-CN" altLang="en-US" dirty="0">
                <a:latin typeface="楷体" panose="02010609060101010101" pitchFamily="49" charset="-122"/>
                <a:cs typeface="楷体_GB2312"/>
              </a:rPr>
              <a:t>的，用</a:t>
            </a:r>
            <a:r>
              <a:rPr lang="zh-CN" altLang="en-US" dirty="0">
                <a:solidFill>
                  <a:srgbClr val="0070C0"/>
                </a:solidFill>
                <a:latin typeface="楷体" panose="02010609060101010101" pitchFamily="49" charset="-122"/>
                <a:cs typeface="楷体_GB2312"/>
              </a:rPr>
              <a:t>“项目”</a:t>
            </a:r>
            <a:r>
              <a:rPr lang="zh-CN" altLang="en-US" dirty="0">
                <a:latin typeface="楷体" panose="02010609060101010101" pitchFamily="49" charset="-122"/>
                <a:cs typeface="楷体_GB2312"/>
              </a:rPr>
              <a:t>表示句柄识别的进展状态</a:t>
            </a:r>
            <a:endParaRPr lang="en-US" altLang="zh-CN" sz="2500" b="1" dirty="0">
              <a:solidFill>
                <a:srgbClr val="0070C0"/>
              </a:solidFill>
            </a:endParaRPr>
          </a:p>
          <a:p>
            <a:pPr eaLnBrk="1" hangingPunct="1">
              <a:lnSpc>
                <a:spcPts val="32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500" b="1" dirty="0">
                <a:solidFill>
                  <a:srgbClr val="FF0000"/>
                </a:solidFill>
              </a:rPr>
              <a:t>项目</a:t>
            </a:r>
            <a:r>
              <a:rPr lang="zh-CN" altLang="en-US" sz="2500" b="1" dirty="0">
                <a:solidFill>
                  <a:schemeClr val="tx1"/>
                </a:solidFill>
              </a:rPr>
              <a:t>：</a:t>
            </a:r>
            <a:r>
              <a:rPr lang="zh-CN" altLang="en-US" sz="2500" b="1" dirty="0">
                <a:solidFill>
                  <a:srgbClr val="0070C0"/>
                </a:solidFill>
              </a:rPr>
              <a:t>右部某位置标有圆点的产生式</a:t>
            </a:r>
            <a:r>
              <a:rPr lang="zh-CN" altLang="en-US" sz="2500" b="1" dirty="0">
                <a:solidFill>
                  <a:schemeClr val="tx1"/>
                </a:solidFill>
              </a:rPr>
              <a:t>称为相应文法的一个</a:t>
            </a:r>
            <a:r>
              <a:rPr lang="en-US" altLang="zh-CN" sz="2500" b="1" i="1" dirty="0">
                <a:solidFill>
                  <a:srgbClr val="FF0000"/>
                </a:solidFill>
              </a:rPr>
              <a:t>LR</a:t>
            </a:r>
            <a:r>
              <a:rPr lang="en-US" altLang="zh-CN" sz="2500" b="1" dirty="0">
                <a:solidFill>
                  <a:srgbClr val="FF0000"/>
                </a:solidFill>
              </a:rPr>
              <a:t>(0)</a:t>
            </a:r>
            <a:r>
              <a:rPr lang="zh-CN" altLang="en-US" sz="2500" b="1" dirty="0">
                <a:solidFill>
                  <a:srgbClr val="FF0000"/>
                </a:solidFill>
              </a:rPr>
              <a:t>项目</a:t>
            </a:r>
            <a:r>
              <a:rPr lang="zh-CN" altLang="en-US" sz="2500" b="1" dirty="0">
                <a:solidFill>
                  <a:schemeClr val="tx1"/>
                </a:solidFill>
              </a:rPr>
              <a:t>（简称为项目）  </a:t>
            </a:r>
            <a:endParaRPr lang="en-US" altLang="zh-CN" sz="2500" b="1" dirty="0">
              <a:solidFill>
                <a:schemeClr val="tx1"/>
              </a:solidFill>
            </a:endParaRPr>
          </a:p>
          <a:p>
            <a:pPr marL="0" indent="0" algn="ctr" eaLnBrk="1" hangingPunct="1">
              <a:buClrTx/>
              <a:buNone/>
            </a:pPr>
            <a:r>
              <a:rPr lang="en-US" altLang="zh-CN" sz="2500" b="1" i="1" dirty="0">
                <a:solidFill>
                  <a:srgbClr val="FF0000"/>
                </a:solidFill>
                <a:ea typeface="楷体_GB2312"/>
                <a:cs typeface="Times New Roman" panose="02020603050405020304" pitchFamily="18" charset="0"/>
              </a:rPr>
              <a:t>A</a:t>
            </a:r>
            <a:r>
              <a:rPr lang="en-US" altLang="zh-CN" sz="2500" b="1" dirty="0">
                <a:solidFill>
                  <a:srgbClr val="FF0000"/>
                </a:solidFill>
                <a:ea typeface="楷体_GB2312"/>
                <a:cs typeface="Times New Roman" panose="02020603050405020304" pitchFamily="18" charset="0"/>
              </a:rPr>
              <a:t>→ </a:t>
            </a:r>
            <a:r>
              <a:rPr lang="en-US" altLang="zh-CN" sz="2500" b="1" i="1" dirty="0">
                <a:solidFill>
                  <a:srgbClr val="FF0000"/>
                </a:solidFill>
                <a:ea typeface="楷体_GB2312"/>
                <a:cs typeface="Times New Roman" panose="02020603050405020304" pitchFamily="18" charset="0"/>
              </a:rPr>
              <a:t>α</a:t>
            </a:r>
            <a:r>
              <a:rPr lang="en-US" altLang="zh-CN" sz="2500" b="1" baseline="-25000" dirty="0">
                <a:solidFill>
                  <a:srgbClr val="FF0000"/>
                </a:solidFill>
                <a:ea typeface="楷体_GB2312"/>
                <a:cs typeface="Times New Roman" panose="02020603050405020304" pitchFamily="18" charset="0"/>
              </a:rPr>
              <a:t>1</a:t>
            </a:r>
            <a:r>
              <a:rPr lang="en-US" altLang="zh-CN" sz="2500" b="1" dirty="0">
                <a:solidFill>
                  <a:srgbClr val="FF0000"/>
                </a:solidFill>
              </a:rPr>
              <a:t>·</a:t>
            </a:r>
            <a:r>
              <a:rPr lang="en-US" altLang="zh-CN" sz="2500" b="1" i="1" dirty="0">
                <a:solidFill>
                  <a:srgbClr val="FF0000"/>
                </a:solidFill>
                <a:ea typeface="楷体_GB2312"/>
                <a:cs typeface="楷体_GB2312"/>
              </a:rPr>
              <a:t>α</a:t>
            </a:r>
            <a:r>
              <a:rPr lang="en-US" altLang="zh-CN" sz="2500" b="1" baseline="-25000" dirty="0">
                <a:solidFill>
                  <a:srgbClr val="FF0000"/>
                </a:solidFill>
                <a:ea typeface="楷体_GB2312"/>
                <a:cs typeface="楷体_GB2312"/>
              </a:rPr>
              <a:t>2</a:t>
            </a:r>
            <a:endParaRPr lang="en-US" altLang="zh-CN" sz="2500" b="1" dirty="0">
              <a:solidFill>
                <a:srgbClr val="FF0000"/>
              </a:solidFill>
              <a:latin typeface="楷体" panose="02010609060101010101" pitchFamily="49" charset="-122"/>
            </a:endParaRPr>
          </a:p>
          <a:p>
            <a:pPr lvl="1" eaLnBrk="1" hangingPunct="1">
              <a:lnSpc>
                <a:spcPts val="2500"/>
              </a:lnSpc>
              <a:buFont typeface="Symbol" panose="05050102010706020507" pitchFamily="18" charset="2"/>
              <a:buNone/>
            </a:pPr>
            <a:r>
              <a:rPr lang="zh-CN" altLang="en-US" sz="2500" b="1" dirty="0">
                <a:solidFill>
                  <a:schemeClr val="tx1"/>
                </a:solidFill>
                <a:latin typeface="楷体" panose="02010609060101010101" pitchFamily="49" charset="-122"/>
              </a:rPr>
              <a:t>例：</a:t>
            </a:r>
            <a:r>
              <a:rPr lang="en-US" altLang="zh-CN" sz="2500" b="1" i="1" dirty="0" err="1">
                <a:solidFill>
                  <a:schemeClr val="tx1"/>
                </a:solidFill>
              </a:rPr>
              <a:t>S</a:t>
            </a:r>
            <a:r>
              <a:rPr lang="en-US" altLang="zh-CN" sz="2500" b="1" dirty="0" err="1">
                <a:solidFill>
                  <a:schemeClr val="tx1"/>
                </a:solidFill>
              </a:rPr>
              <a:t>→</a:t>
            </a:r>
            <a:r>
              <a:rPr lang="en-US" altLang="zh-CN" sz="2500" b="1" i="1" dirty="0" err="1">
                <a:solidFill>
                  <a:schemeClr val="tx1"/>
                </a:solidFill>
              </a:rPr>
              <a:t>bBB</a:t>
            </a:r>
            <a:r>
              <a:rPr lang="en-US" altLang="zh-CN" sz="2500" b="1" dirty="0">
                <a:solidFill>
                  <a:schemeClr val="tx1"/>
                </a:solidFill>
              </a:rPr>
              <a:t> </a:t>
            </a:r>
            <a:endParaRPr lang="en-US" altLang="zh-CN" sz="2500" b="1" dirty="0">
              <a:solidFill>
                <a:schemeClr val="tx1"/>
              </a:solidFill>
              <a:ea typeface="楷体_GB2312"/>
              <a:cs typeface="楷体_GB2312"/>
            </a:endParaRPr>
          </a:p>
          <a:p>
            <a:pPr lvl="1" eaLnBrk="1" hangingPunct="1">
              <a:lnSpc>
                <a:spcPts val="3200"/>
              </a:lnSpc>
              <a:buFont typeface="Wingdings" panose="05000000000000000000" pitchFamily="2" charset="2"/>
              <a:buNone/>
            </a:pPr>
            <a:r>
              <a:rPr lang="en-US" altLang="zh-CN" sz="2500" b="1" dirty="0">
                <a:solidFill>
                  <a:schemeClr val="tx1"/>
                </a:solidFill>
                <a:ea typeface="楷体_GB2312"/>
                <a:cs typeface="楷体_GB2312"/>
              </a:rPr>
              <a:t>			</a:t>
            </a:r>
            <a:endParaRPr lang="en-US" altLang="zh-CN" sz="2500" b="1" dirty="0">
              <a:solidFill>
                <a:schemeClr val="tx1"/>
              </a:solidFill>
            </a:endParaRPr>
          </a:p>
          <a:p>
            <a:pPr lvl="1" eaLnBrk="1" hangingPunct="1">
              <a:lnSpc>
                <a:spcPts val="3200"/>
              </a:lnSpc>
              <a:buFont typeface="Wingdings" panose="05000000000000000000" pitchFamily="2" charset="2"/>
              <a:buNone/>
            </a:pPr>
            <a:endParaRPr lang="en-US" altLang="zh-CN" sz="2500" b="1" dirty="0">
              <a:solidFill>
                <a:schemeClr val="tx1"/>
              </a:solidFill>
            </a:endParaRPr>
          </a:p>
          <a:p>
            <a:pPr lvl="1" eaLnBrk="1" hangingPunct="1">
              <a:lnSpc>
                <a:spcPts val="3200"/>
              </a:lnSpc>
              <a:buFont typeface="Wingdings" panose="05000000000000000000" pitchFamily="2" charset="2"/>
              <a:buNone/>
            </a:pPr>
            <a:endParaRPr lang="en-US" altLang="zh-CN" sz="2500" b="1" dirty="0">
              <a:solidFill>
                <a:schemeClr val="tx1"/>
              </a:solidFill>
            </a:endParaRPr>
          </a:p>
        </p:txBody>
      </p:sp>
      <p:sp>
        <p:nvSpPr>
          <p:cNvPr id="57347" name="标题 1"/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en-US" altLang="zh-CN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4.4.1 LR(0) </a:t>
            </a:r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分析</a:t>
            </a:r>
          </a:p>
        </p:txBody>
      </p:sp>
      <p:sp>
        <p:nvSpPr>
          <p:cNvPr id="421892" name="Rectangle 4"/>
          <p:cNvSpPr>
            <a:spLocks noChangeArrowheads="1"/>
          </p:cNvSpPr>
          <p:nvPr/>
        </p:nvSpPr>
        <p:spPr bwMode="auto">
          <a:xfrm>
            <a:off x="3492500" y="4263651"/>
            <a:ext cx="1511548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2500" b="1" dirty="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归约项目</a:t>
            </a:r>
          </a:p>
        </p:txBody>
      </p:sp>
      <p:sp>
        <p:nvSpPr>
          <p:cNvPr id="421893" name="Rectangle 5"/>
          <p:cNvSpPr>
            <a:spLocks noChangeArrowheads="1"/>
          </p:cNvSpPr>
          <p:nvPr/>
        </p:nvSpPr>
        <p:spPr bwMode="auto">
          <a:xfrm>
            <a:off x="3492500" y="2966664"/>
            <a:ext cx="1511547" cy="477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2500" b="1" dirty="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移入项目</a:t>
            </a:r>
          </a:p>
        </p:txBody>
      </p:sp>
      <p:sp>
        <p:nvSpPr>
          <p:cNvPr id="421894" name="Rectangle 6"/>
          <p:cNvSpPr>
            <a:spLocks noChangeArrowheads="1"/>
          </p:cNvSpPr>
          <p:nvPr/>
        </p:nvSpPr>
        <p:spPr bwMode="auto">
          <a:xfrm>
            <a:off x="3492500" y="3573089"/>
            <a:ext cx="1511547" cy="4770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2500" b="1" dirty="0">
                <a:solidFill>
                  <a:srgbClr val="2D83F4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待约项目</a:t>
            </a:r>
          </a:p>
        </p:txBody>
      </p:sp>
      <p:sp>
        <p:nvSpPr>
          <p:cNvPr id="421895" name="AutoShape 7"/>
          <p:cNvSpPr>
            <a:spLocks/>
          </p:cNvSpPr>
          <p:nvPr/>
        </p:nvSpPr>
        <p:spPr bwMode="auto">
          <a:xfrm>
            <a:off x="3052763" y="3582614"/>
            <a:ext cx="295275" cy="539750"/>
          </a:xfrm>
          <a:prstGeom prst="rightBrace">
            <a:avLst>
              <a:gd name="adj1" fmla="val 19479"/>
              <a:gd name="adj2" fmla="val 50000"/>
            </a:avLst>
          </a:prstGeom>
          <a:noFill/>
          <a:ln w="38100">
            <a:solidFill>
              <a:schemeClr val="tx2">
                <a:lumMod val="60000"/>
                <a:lumOff val="40000"/>
              </a:schemeClr>
            </a:solidFill>
            <a:round/>
            <a:headEnd/>
            <a:tailEnd/>
          </a:ln>
        </p:spPr>
        <p:txBody>
          <a:bodyPr wrap="none" anchor="ctr"/>
          <a:lstStyle/>
          <a:p>
            <a:pPr eaLnBrk="1" hangingPunct="1">
              <a:defRPr/>
            </a:pPr>
            <a:endParaRPr lang="zh-CN" altLang="en-US">
              <a:latin typeface="楷体" pitchFamily="49" charset="-122"/>
              <a:ea typeface="楷体" pitchFamily="49" charset="-122"/>
            </a:endParaRPr>
          </a:p>
        </p:txBody>
      </p:sp>
      <p:sp>
        <p:nvSpPr>
          <p:cNvPr id="421896" name="Line 8"/>
          <p:cNvSpPr>
            <a:spLocks noChangeShapeType="1"/>
          </p:cNvSpPr>
          <p:nvPr/>
        </p:nvSpPr>
        <p:spPr bwMode="auto">
          <a:xfrm flipH="1">
            <a:off x="2998788" y="4479551"/>
            <a:ext cx="576262" cy="0"/>
          </a:xfrm>
          <a:prstGeom prst="line">
            <a:avLst/>
          </a:prstGeom>
          <a:noFill/>
          <a:ln w="38100">
            <a:solidFill>
              <a:schemeClr val="tx2">
                <a:lumMod val="60000"/>
                <a:lumOff val="40000"/>
              </a:schemeClr>
            </a:solidFill>
            <a:round/>
            <a:headEnd/>
            <a:tailEnd type="triangle" w="med" len="med"/>
          </a:ln>
        </p:spPr>
        <p:txBody>
          <a:bodyPr/>
          <a:lstStyle/>
          <a:p>
            <a:pPr>
              <a:defRPr/>
            </a:pPr>
            <a:endParaRPr lang="zh-CN" altLang="en-US"/>
          </a:p>
        </p:txBody>
      </p:sp>
      <p:sp>
        <p:nvSpPr>
          <p:cNvPr id="421897" name="Line 9"/>
          <p:cNvSpPr>
            <a:spLocks noChangeShapeType="1"/>
          </p:cNvSpPr>
          <p:nvPr/>
        </p:nvSpPr>
        <p:spPr bwMode="auto">
          <a:xfrm flipH="1">
            <a:off x="2998788" y="3185739"/>
            <a:ext cx="576262" cy="0"/>
          </a:xfrm>
          <a:prstGeom prst="line">
            <a:avLst/>
          </a:prstGeom>
          <a:noFill/>
          <a:ln w="38100">
            <a:solidFill>
              <a:schemeClr val="tx2">
                <a:lumMod val="60000"/>
                <a:lumOff val="40000"/>
              </a:schemeClr>
            </a:solidFill>
            <a:round/>
            <a:headEnd/>
            <a:tailEnd type="triangle" w="med" len="med"/>
          </a:ln>
        </p:spPr>
        <p:txBody>
          <a:bodyPr/>
          <a:lstStyle/>
          <a:p>
            <a:pPr>
              <a:defRPr/>
            </a:pPr>
            <a:endParaRPr lang="zh-CN" altLang="en-US"/>
          </a:p>
        </p:txBody>
      </p:sp>
      <p:sp>
        <p:nvSpPr>
          <p:cNvPr id="65546" name="矩形 1"/>
          <p:cNvSpPr>
            <a:spLocks noChangeArrowheads="1"/>
          </p:cNvSpPr>
          <p:nvPr/>
        </p:nvSpPr>
        <p:spPr bwMode="auto">
          <a:xfrm>
            <a:off x="1079500" y="3012701"/>
            <a:ext cx="3996556" cy="1722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ts val="2500"/>
              </a:lnSpc>
              <a:spcBef>
                <a:spcPct val="30000"/>
              </a:spcBef>
              <a:buFont typeface="Wingdings" panose="05000000000000000000" pitchFamily="2" charset="2"/>
              <a:buChar char="Ø"/>
            </a:pPr>
            <a:r>
              <a:rPr lang="en-US" altLang="zh-CN" sz="2500" b="1" i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S </a:t>
            </a:r>
            <a:r>
              <a:rPr lang="en-US" altLang="zh-CN" sz="2500" b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→ </a:t>
            </a:r>
            <a:r>
              <a:rPr lang="en-US" altLang="zh-CN" sz="2500" b="1" dirty="0"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·</a:t>
            </a:r>
            <a:r>
              <a:rPr lang="en-US" altLang="zh-CN" sz="2500" b="1" i="1" dirty="0" err="1">
                <a:solidFill>
                  <a:srgbClr val="0070C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b</a:t>
            </a:r>
            <a:r>
              <a:rPr lang="en-US" altLang="zh-CN" sz="2500" b="1" i="1" dirty="0" err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BB</a:t>
            </a:r>
            <a:r>
              <a:rPr lang="en-US" altLang="zh-CN" sz="2500" b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 </a:t>
            </a:r>
          </a:p>
          <a:p>
            <a:pPr eaLnBrk="1" hangingPunct="1">
              <a:lnSpc>
                <a:spcPts val="2500"/>
              </a:lnSpc>
              <a:spcBef>
                <a:spcPct val="30000"/>
              </a:spcBef>
              <a:buFont typeface="Wingdings" panose="05000000000000000000" pitchFamily="2" charset="2"/>
              <a:buChar char="Ø"/>
            </a:pPr>
            <a:r>
              <a:rPr lang="en-US" altLang="zh-CN" sz="2500" b="1" i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S </a:t>
            </a:r>
            <a:r>
              <a:rPr lang="en-US" altLang="zh-CN" sz="2500" b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→ </a:t>
            </a:r>
            <a:r>
              <a:rPr lang="en-US" altLang="zh-CN" sz="2500" b="1" i="1" dirty="0" err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b</a:t>
            </a:r>
            <a:r>
              <a:rPr lang="en-US" altLang="zh-CN" sz="2500" b="1" dirty="0" err="1"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r>
              <a:rPr lang="en-US" altLang="zh-CN" sz="2500" b="1" i="1" dirty="0" err="1">
                <a:solidFill>
                  <a:srgbClr val="0070C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B</a:t>
            </a:r>
            <a:r>
              <a:rPr lang="en-US" altLang="zh-CN" sz="2500" b="1" i="1" dirty="0" err="1">
                <a:latin typeface="Times New Roman" panose="02020603050405020304" pitchFamily="18" charset="0"/>
                <a:ea typeface="楷体_GB2312"/>
                <a:cs typeface="楷体_GB2312"/>
              </a:rPr>
              <a:t>B</a:t>
            </a:r>
            <a:r>
              <a:rPr lang="en-US" altLang="zh-CN" sz="2500" b="1" dirty="0">
                <a:latin typeface="Times New Roman" panose="02020603050405020304" pitchFamily="18" charset="0"/>
                <a:ea typeface="楷体_GB2312"/>
                <a:cs typeface="楷体_GB2312"/>
              </a:rPr>
              <a:t> </a:t>
            </a:r>
          </a:p>
          <a:p>
            <a:pPr eaLnBrk="1" hangingPunct="1">
              <a:lnSpc>
                <a:spcPts val="2500"/>
              </a:lnSpc>
              <a:spcBef>
                <a:spcPct val="30000"/>
              </a:spcBef>
              <a:buFont typeface="Wingdings" panose="05000000000000000000" pitchFamily="2" charset="2"/>
              <a:buChar char="Ø"/>
            </a:pPr>
            <a:r>
              <a:rPr lang="en-US" altLang="zh-CN" sz="2500" b="1" i="1" dirty="0">
                <a:latin typeface="Times New Roman" panose="02020603050405020304" pitchFamily="18" charset="0"/>
                <a:ea typeface="楷体_GB2312"/>
                <a:cs typeface="楷体_GB2312"/>
              </a:rPr>
              <a:t>S </a:t>
            </a:r>
            <a:r>
              <a:rPr lang="en-US" altLang="zh-CN" sz="2500" b="1" dirty="0">
                <a:latin typeface="Times New Roman" panose="02020603050405020304" pitchFamily="18" charset="0"/>
                <a:ea typeface="楷体_GB2312"/>
                <a:cs typeface="楷体_GB2312"/>
              </a:rPr>
              <a:t>→ </a:t>
            </a:r>
            <a:r>
              <a:rPr lang="en-US" altLang="zh-CN" sz="2500" b="1" i="1" dirty="0" err="1">
                <a:latin typeface="Times New Roman" panose="02020603050405020304" pitchFamily="18" charset="0"/>
                <a:ea typeface="楷体_GB2312"/>
                <a:cs typeface="楷体_GB2312"/>
              </a:rPr>
              <a:t>bB</a:t>
            </a:r>
            <a:r>
              <a:rPr lang="en-US" altLang="zh-CN" sz="2500" b="1" dirty="0" err="1"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r>
              <a:rPr lang="en-US" altLang="zh-CN" sz="2500" b="1" i="1" dirty="0" err="1">
                <a:solidFill>
                  <a:srgbClr val="0070C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B</a:t>
            </a:r>
            <a:r>
              <a:rPr lang="en-US" altLang="zh-CN" sz="2500" b="1" dirty="0">
                <a:latin typeface="Times New Roman" panose="02020603050405020304" pitchFamily="18" charset="0"/>
                <a:ea typeface="楷体_GB2312"/>
                <a:cs typeface="楷体_GB2312"/>
              </a:rPr>
              <a:t>   </a:t>
            </a:r>
          </a:p>
          <a:p>
            <a:pPr eaLnBrk="1" hangingPunct="1">
              <a:lnSpc>
                <a:spcPts val="2500"/>
              </a:lnSpc>
              <a:spcBef>
                <a:spcPct val="30000"/>
              </a:spcBef>
              <a:buFont typeface="Wingdings" panose="05000000000000000000" pitchFamily="2" charset="2"/>
              <a:buChar char="Ø"/>
            </a:pPr>
            <a:r>
              <a:rPr lang="en-US" altLang="zh-CN" sz="2500" b="1" i="1" dirty="0">
                <a:latin typeface="Times New Roman" panose="02020603050405020304" pitchFamily="18" charset="0"/>
                <a:ea typeface="楷体_GB2312"/>
                <a:cs typeface="楷体_GB2312"/>
              </a:rPr>
              <a:t>S </a:t>
            </a:r>
            <a:r>
              <a:rPr lang="en-US" altLang="zh-CN" sz="2500" b="1" dirty="0">
                <a:latin typeface="Times New Roman" panose="02020603050405020304" pitchFamily="18" charset="0"/>
                <a:ea typeface="楷体_GB2312"/>
                <a:cs typeface="楷体_GB2312"/>
              </a:rPr>
              <a:t>→ </a:t>
            </a:r>
            <a:r>
              <a:rPr lang="en-US" altLang="zh-CN" sz="2500" b="1" i="1" dirty="0" err="1">
                <a:solidFill>
                  <a:srgbClr val="0070C0"/>
                </a:solidFill>
                <a:latin typeface="Times New Roman" panose="02020603050405020304" pitchFamily="18" charset="0"/>
                <a:ea typeface="楷体_GB2312"/>
                <a:cs typeface="楷体_GB2312"/>
              </a:rPr>
              <a:t>bBB</a:t>
            </a:r>
            <a:r>
              <a:rPr lang="en-US" altLang="zh-CN" sz="2500" b="1" dirty="0"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endParaRPr lang="en-US" altLang="zh-CN" sz="2500" b="1" dirty="0">
              <a:latin typeface="Times New Roman" panose="02020603050405020304" pitchFamily="18" charset="0"/>
              <a:ea typeface="楷体_GB2312"/>
              <a:cs typeface="楷体_GB231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5476661" y="3291367"/>
            <a:ext cx="3052465" cy="830997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defRPr/>
            </a:pPr>
            <a:r>
              <a:rPr lang="zh-CN" altLang="en-US" sz="2400" b="1" dirty="0">
                <a:solidFill>
                  <a:srgbClr val="000000"/>
                </a:solidFill>
                <a:latin typeface="Times New Roman" pitchFamily="18" charset="0"/>
                <a:ea typeface="华文楷体" pitchFamily="2" charset="-122"/>
              </a:rPr>
              <a:t>产生式 </a:t>
            </a:r>
            <a:r>
              <a:rPr lang="en-US" altLang="zh-CN" sz="2400" b="1" i="1" dirty="0" err="1">
                <a:solidFill>
                  <a:srgbClr val="0070C0"/>
                </a:solidFill>
                <a:latin typeface="Times New Roman" pitchFamily="18" charset="0"/>
                <a:ea typeface="华文楷体" pitchFamily="2" charset="-122"/>
              </a:rPr>
              <a:t>A</a:t>
            </a:r>
            <a:r>
              <a:rPr lang="en-US" altLang="zh-CN" sz="2400" b="1" dirty="0" err="1">
                <a:solidFill>
                  <a:srgbClr val="0070C0"/>
                </a:solidFill>
                <a:latin typeface="Times New Roman" pitchFamily="18" charset="0"/>
                <a:ea typeface="华文楷体" pitchFamily="2" charset="-122"/>
              </a:rPr>
              <a:t>→</a:t>
            </a:r>
            <a:r>
              <a:rPr lang="en-US" altLang="zh-CN" sz="2400" b="1" i="1" dirty="0" err="1">
                <a:solidFill>
                  <a:srgbClr val="0070C0"/>
                </a:solidFill>
                <a:latin typeface="Times New Roman" pitchFamily="18" charset="0"/>
                <a:ea typeface="华文楷体" pitchFamily="2" charset="-122"/>
              </a:rPr>
              <a:t>ε</a:t>
            </a:r>
            <a:r>
              <a:rPr lang="en-US" altLang="zh-CN" sz="2400" b="1" dirty="0">
                <a:solidFill>
                  <a:srgbClr val="0070C0"/>
                </a:solidFill>
                <a:latin typeface="Times New Roman" pitchFamily="18" charset="0"/>
                <a:ea typeface="华文楷体" pitchFamily="2" charset="-122"/>
              </a:rPr>
              <a:t> </a:t>
            </a:r>
            <a:r>
              <a:rPr lang="zh-CN" altLang="en-US" sz="2400" b="1" dirty="0">
                <a:solidFill>
                  <a:srgbClr val="000000"/>
                </a:solidFill>
                <a:latin typeface="Times New Roman" pitchFamily="18" charset="0"/>
                <a:ea typeface="华文楷体" pitchFamily="2" charset="-122"/>
              </a:rPr>
              <a:t>只生成一个项目</a:t>
            </a:r>
            <a:r>
              <a:rPr lang="en-US" altLang="zh-CN" sz="2400" b="1" i="1" dirty="0">
                <a:solidFill>
                  <a:srgbClr val="2D83F4"/>
                </a:solidFill>
                <a:latin typeface="Times New Roman" pitchFamily="18" charset="0"/>
                <a:ea typeface="华文楷体" pitchFamily="2" charset="-122"/>
              </a:rPr>
              <a:t>A</a:t>
            </a:r>
            <a:r>
              <a:rPr lang="en-US" altLang="zh-CN" sz="2400" b="1" dirty="0">
                <a:solidFill>
                  <a:srgbClr val="2D83F4"/>
                </a:solidFill>
                <a:latin typeface="Times New Roman" pitchFamily="18" charset="0"/>
                <a:ea typeface="华文楷体" pitchFamily="2" charset="-122"/>
              </a:rPr>
              <a:t>→ · </a:t>
            </a:r>
            <a:endParaRPr lang="zh-CN" altLang="en-US" sz="1600" dirty="0">
              <a:solidFill>
                <a:srgbClr val="2D83F4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189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21891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18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4218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18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4218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18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4218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18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4218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18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4218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4218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218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18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4218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4218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218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655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655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55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 nodeType="clickPar">
                      <p:stCondLst>
                        <p:cond delay="indefinite"/>
                      </p:stCondLst>
                      <p:childTnLst>
                        <p:par>
                          <p:cTn id="4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18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42189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42189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218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18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4218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4218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18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18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42189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42189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218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18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42189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500" fill="hold"/>
                                        <p:tgtEl>
                                          <p:spTgt spid="42189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4218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 nodeType="clickPar">
                      <p:stCondLst>
                        <p:cond delay="indefinite"/>
                      </p:stCondLst>
                      <p:childTnLst>
                        <p:par>
                          <p:cTn id="6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7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18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42189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42189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4218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18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4218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4218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4218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 nodeType="clickPar">
                      <p:stCondLst>
                        <p:cond delay="indefinite"/>
                      </p:stCondLst>
                      <p:childTnLst>
                        <p:par>
                          <p:cTn id="7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1891" grpId="0" uiExpand="1" build="p" animBg="1"/>
      <p:bldP spid="421892" grpId="0"/>
      <p:bldP spid="421893" grpId="0"/>
      <p:bldP spid="421894" grpId="0"/>
      <p:bldP spid="421895" grpId="0" animBg="1"/>
      <p:bldP spid="65546" grpId="0"/>
      <p:bldP spid="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9" name="内容占位符 2"/>
          <p:cNvSpPr>
            <a:spLocks noGrp="1"/>
          </p:cNvSpPr>
          <p:nvPr>
            <p:ph idx="1"/>
          </p:nvPr>
        </p:nvSpPr>
        <p:spPr>
          <a:xfrm>
            <a:off x="357188" y="785813"/>
            <a:ext cx="8664575" cy="3225800"/>
          </a:xfrm>
          <a:solidFill>
            <a:schemeClr val="bg1"/>
          </a:solidFill>
        </p:spPr>
        <p:txBody>
          <a:bodyPr/>
          <a:lstStyle/>
          <a:p>
            <a:pPr eaLnBrk="1" hangingPunct="1">
              <a:lnSpc>
                <a:spcPts val="35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如果</a:t>
            </a:r>
            <a:r>
              <a:rPr lang="en-US" altLang="zh-CN" sz="25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G</a:t>
            </a:r>
            <a:r>
              <a:rPr lang="en-US" altLang="zh-CN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是一个以</a:t>
            </a:r>
            <a:r>
              <a:rPr lang="en-US" altLang="zh-CN" sz="25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S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为开始符号的文法，则</a:t>
            </a:r>
            <a:r>
              <a:rPr lang="en-US" altLang="zh-CN" sz="25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G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</a:t>
            </a:r>
            <a:r>
              <a:rPr lang="zh-CN" altLang="en-US" sz="2500" b="1" dirty="0">
                <a:solidFill>
                  <a:srgbClr val="FF0000"/>
                </a:solidFill>
                <a:cs typeface="Times New Roman" panose="02020603050405020304" pitchFamily="18" charset="0"/>
              </a:rPr>
              <a:t>增广文法</a:t>
            </a:r>
            <a:r>
              <a:rPr lang="en-US" altLang="zh-CN" sz="2500" b="1" dirty="0">
                <a:solidFill>
                  <a:srgbClr val="FF0000"/>
                </a:solidFill>
                <a:cs typeface="Times New Roman" panose="02020603050405020304" pitchFamily="18" charset="0"/>
              </a:rPr>
              <a:t> </a:t>
            </a:r>
            <a:r>
              <a:rPr lang="en-US" altLang="zh-CN" sz="25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G'</a:t>
            </a:r>
            <a:r>
              <a:rPr lang="en-US" altLang="zh-CN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 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就是在</a:t>
            </a:r>
            <a:r>
              <a:rPr lang="en-US" altLang="zh-CN" sz="25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G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中加上新开始符号</a:t>
            </a:r>
            <a:r>
              <a:rPr lang="en-US" altLang="zh-CN" sz="2500" b="1" i="1" dirty="0">
                <a:solidFill>
                  <a:srgbClr val="2D83F4"/>
                </a:solidFill>
                <a:cs typeface="Times New Roman" panose="02020603050405020304" pitchFamily="18" charset="0"/>
              </a:rPr>
              <a:t>S'</a:t>
            </a:r>
            <a:r>
              <a:rPr lang="en-US" altLang="zh-CN" sz="2500" b="1" dirty="0">
                <a:solidFill>
                  <a:srgbClr val="2D83F4"/>
                </a:solidFill>
                <a:cs typeface="Times New Roman" panose="02020603050405020304" pitchFamily="18" charset="0"/>
              </a:rPr>
              <a:t> 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和产生式</a:t>
            </a:r>
            <a:r>
              <a:rPr lang="en-US" altLang="zh-CN" sz="2500" b="1" i="1" dirty="0">
                <a:solidFill>
                  <a:srgbClr val="2D83F4"/>
                </a:solidFill>
                <a:cs typeface="Times New Roman" panose="02020603050405020304" pitchFamily="18" charset="0"/>
              </a:rPr>
              <a:t>S'</a:t>
            </a:r>
            <a:r>
              <a:rPr lang="en-US" altLang="zh-CN" sz="2500" b="1" dirty="0">
                <a:solidFill>
                  <a:srgbClr val="2D83F4"/>
                </a:solidFill>
                <a:cs typeface="Times New Roman" panose="02020603050405020304" pitchFamily="18" charset="0"/>
              </a:rPr>
              <a:t> </a:t>
            </a:r>
            <a:r>
              <a:rPr lang="en-US" altLang="zh-CN" sz="2500" b="1" dirty="0">
                <a:solidFill>
                  <a:srgbClr val="2D83F4"/>
                </a:solidFill>
                <a:ea typeface="楷体_GB2312"/>
                <a:cs typeface="Times New Roman" panose="02020603050405020304" pitchFamily="18" charset="0"/>
              </a:rPr>
              <a:t>→</a:t>
            </a:r>
            <a:r>
              <a:rPr lang="en-US" altLang="zh-CN" sz="2500" b="1" dirty="0">
                <a:solidFill>
                  <a:srgbClr val="2D83F4"/>
                </a:solidFill>
                <a:cs typeface="Times New Roman" panose="02020603050405020304" pitchFamily="18" charset="0"/>
              </a:rPr>
              <a:t> </a:t>
            </a:r>
            <a:r>
              <a:rPr lang="en-US" altLang="zh-CN" sz="2500" b="1" i="1" dirty="0">
                <a:solidFill>
                  <a:srgbClr val="2D83F4"/>
                </a:solidFill>
                <a:cs typeface="Times New Roman" panose="02020603050405020304" pitchFamily="18" charset="0"/>
              </a:rPr>
              <a:t>S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而得到的文法</a:t>
            </a:r>
            <a:endParaRPr lang="en-US" altLang="zh-CN" sz="25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 eaLnBrk="1" hangingPunct="1">
              <a:lnSpc>
                <a:spcPts val="35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500" b="1" dirty="0">
                <a:solidFill>
                  <a:schemeClr val="tx1"/>
                </a:solidFill>
              </a:rPr>
              <a:t>例</a:t>
            </a:r>
            <a:endParaRPr lang="en-US" altLang="zh-CN" sz="2500" b="1" dirty="0">
              <a:solidFill>
                <a:schemeClr val="tx1"/>
              </a:solidFill>
            </a:endParaRPr>
          </a:p>
          <a:p>
            <a:pPr eaLnBrk="1" hangingPunct="1">
              <a:lnSpc>
                <a:spcPts val="3500"/>
              </a:lnSpc>
            </a:pPr>
            <a:endParaRPr lang="en-US" altLang="zh-CN" sz="2500" b="1" dirty="0">
              <a:solidFill>
                <a:schemeClr val="tx1"/>
              </a:solidFill>
            </a:endParaRPr>
          </a:p>
          <a:p>
            <a:pPr eaLnBrk="1" hangingPunct="1">
              <a:lnSpc>
                <a:spcPts val="3500"/>
              </a:lnSpc>
            </a:pPr>
            <a:endParaRPr lang="en-US" altLang="zh-CN" sz="2500" b="1" dirty="0">
              <a:solidFill>
                <a:schemeClr val="tx1"/>
              </a:solidFill>
            </a:endParaRPr>
          </a:p>
          <a:p>
            <a:pPr lvl="1" eaLnBrk="1" hangingPunct="1">
              <a:lnSpc>
                <a:spcPts val="3500"/>
              </a:lnSpc>
              <a:buFont typeface="Symbol" panose="05050102010706020507" pitchFamily="18" charset="2"/>
              <a:buNone/>
            </a:pPr>
            <a:endParaRPr lang="en-US" altLang="zh-CN" sz="100" b="1" dirty="0">
              <a:solidFill>
                <a:schemeClr val="tx1"/>
              </a:solidFill>
            </a:endParaRPr>
          </a:p>
          <a:p>
            <a:pPr lvl="1" eaLnBrk="1" hangingPunct="1">
              <a:lnSpc>
                <a:spcPts val="3500"/>
              </a:lnSpc>
              <a:buFont typeface="Symbol" panose="05050102010706020507" pitchFamily="18" charset="2"/>
              <a:buNone/>
            </a:pPr>
            <a:endParaRPr lang="en-US" altLang="zh-CN" sz="100" b="1" dirty="0">
              <a:solidFill>
                <a:schemeClr val="tx1"/>
              </a:solidFill>
            </a:endParaRPr>
          </a:p>
        </p:txBody>
      </p:sp>
      <p:sp>
        <p:nvSpPr>
          <p:cNvPr id="39939" name="标题 1"/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>
              <a:defRPr/>
            </a:pPr>
            <a:r>
              <a:rPr lang="zh-CN" altLang="en-US" sz="3000" spc="3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增广文法</a:t>
            </a:r>
            <a:r>
              <a:rPr lang="en-US" altLang="zh-CN" sz="3000" spc="3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</a:rPr>
              <a:t> </a:t>
            </a:r>
            <a:r>
              <a:rPr lang="en-US" altLang="zh-CN" sz="2500" dirty="0">
                <a:solidFill>
                  <a:schemeClr val="tx1"/>
                </a:solidFill>
                <a:ea typeface="微软雅黑" pitchFamily="34" charset="-122"/>
                <a:cs typeface="Times New Roman" pitchFamily="18" charset="0"/>
              </a:rPr>
              <a:t>(</a:t>
            </a:r>
            <a:r>
              <a:rPr lang="en-US" altLang="zh-CN" sz="25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Augmented Grammar</a:t>
            </a:r>
            <a:r>
              <a:rPr lang="en-US" altLang="zh-CN" sz="2500" dirty="0">
                <a:solidFill>
                  <a:schemeClr val="tx1"/>
                </a:solidFill>
                <a:ea typeface="微软雅黑" pitchFamily="34" charset="-122"/>
                <a:cs typeface="Times New Roman" pitchFamily="18" charset="0"/>
              </a:rPr>
              <a:t>)</a:t>
            </a:r>
            <a:endParaRPr lang="zh-CN" altLang="en-US" sz="2500" dirty="0">
              <a:solidFill>
                <a:schemeClr val="tx1"/>
              </a:solidFill>
              <a:ea typeface="微软雅黑" pitchFamily="34" charset="-122"/>
              <a:cs typeface="Times New Roman" pitchFamily="18" charset="0"/>
            </a:endParaRPr>
          </a:p>
        </p:txBody>
      </p:sp>
      <p:sp>
        <p:nvSpPr>
          <p:cNvPr id="4" name="AutoShape 4"/>
          <p:cNvSpPr>
            <a:spLocks noChangeArrowheads="1"/>
          </p:cNvSpPr>
          <p:nvPr/>
        </p:nvSpPr>
        <p:spPr bwMode="auto">
          <a:xfrm>
            <a:off x="4213225" y="2571750"/>
            <a:ext cx="936625" cy="323850"/>
          </a:xfrm>
          <a:prstGeom prst="rightArrow">
            <a:avLst>
              <a:gd name="adj1" fmla="val 50000"/>
              <a:gd name="adj2" fmla="val 54228"/>
            </a:avLst>
          </a:prstGeom>
          <a:solidFill>
            <a:schemeClr val="tx2">
              <a:lumMod val="60000"/>
              <a:lumOff val="4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eaLnBrk="1" hangingPunct="1">
              <a:defRPr/>
            </a:pPr>
            <a:endParaRPr lang="zh-CN" altLang="en-US" sz="200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" name="Rectangle 7"/>
          <p:cNvSpPr>
            <a:spLocks noChangeArrowheads="1"/>
          </p:cNvSpPr>
          <p:nvPr/>
        </p:nvSpPr>
        <p:spPr bwMode="auto">
          <a:xfrm>
            <a:off x="2195513" y="2117725"/>
            <a:ext cx="1816100" cy="19399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eaLnBrk="1" hangingPunct="1">
              <a:defRPr/>
            </a:pPr>
            <a:r>
              <a:rPr lang="en-US" altLang="zh-CN" sz="2000" b="1" dirty="0">
                <a:latin typeface="Times New Roman" pitchFamily="18" charset="0"/>
                <a:ea typeface="楷体_GB2312"/>
                <a:cs typeface="Times New Roman" pitchFamily="18" charset="0"/>
              </a:rPr>
              <a:t>1) </a:t>
            </a:r>
            <a:r>
              <a:rPr lang="en-US" altLang="zh-CN" sz="2000" b="1" i="1" dirty="0">
                <a:latin typeface="Times New Roman" pitchFamily="18" charset="0"/>
                <a:ea typeface="楷体_GB2312"/>
                <a:cs typeface="Times New Roman" pitchFamily="18" charset="0"/>
              </a:rPr>
              <a:t>E </a:t>
            </a:r>
            <a:r>
              <a:rPr lang="en-US" altLang="zh-CN" sz="2000" b="1" dirty="0">
                <a:latin typeface="Times New Roman" pitchFamily="18" charset="0"/>
                <a:ea typeface="楷体_GB2312"/>
                <a:cs typeface="Times New Roman" pitchFamily="18" charset="0"/>
              </a:rPr>
              <a:t>→ </a:t>
            </a:r>
            <a:r>
              <a:rPr lang="de-DE" altLang="zh-CN" sz="2000" b="1" i="1" dirty="0">
                <a:latin typeface="Times New Roman" pitchFamily="18" charset="0"/>
                <a:ea typeface="楷体_GB2312"/>
                <a:cs typeface="Times New Roman" pitchFamily="18" charset="0"/>
              </a:rPr>
              <a:t>E + T</a:t>
            </a:r>
            <a:endParaRPr lang="en-US" altLang="zh-CN" sz="2000" b="1" dirty="0">
              <a:latin typeface="Times New Roman" pitchFamily="18" charset="0"/>
              <a:ea typeface="楷体_GB2312"/>
              <a:cs typeface="Times New Roman" pitchFamily="18" charset="0"/>
            </a:endParaRPr>
          </a:p>
          <a:p>
            <a:pPr eaLnBrk="1" hangingPunct="1">
              <a:defRPr/>
            </a:pPr>
            <a:r>
              <a:rPr lang="en-US" altLang="zh-CN" sz="2000" b="1" dirty="0">
                <a:latin typeface="Times New Roman" pitchFamily="18" charset="0"/>
                <a:ea typeface="楷体_GB2312"/>
                <a:cs typeface="Times New Roman" pitchFamily="18" charset="0"/>
              </a:rPr>
              <a:t>2) </a:t>
            </a:r>
            <a:r>
              <a:rPr lang="en-US" altLang="zh-CN" sz="2000" b="1" i="1" dirty="0">
                <a:latin typeface="Times New Roman" pitchFamily="18" charset="0"/>
                <a:ea typeface="楷体_GB2312"/>
                <a:cs typeface="Times New Roman" pitchFamily="18" charset="0"/>
              </a:rPr>
              <a:t>E</a:t>
            </a:r>
            <a:r>
              <a:rPr lang="en-US" altLang="zh-CN" sz="2000" b="1" dirty="0">
                <a:latin typeface="Times New Roman" pitchFamily="18" charset="0"/>
                <a:ea typeface="楷体_GB2312"/>
                <a:cs typeface="Times New Roman" pitchFamily="18" charset="0"/>
              </a:rPr>
              <a:t> → </a:t>
            </a:r>
            <a:r>
              <a:rPr lang="en-US" altLang="zh-CN" sz="2000" b="1" i="1" dirty="0">
                <a:latin typeface="Times New Roman" pitchFamily="18" charset="0"/>
                <a:ea typeface="楷体_GB2312"/>
                <a:cs typeface="Times New Roman" pitchFamily="18" charset="0"/>
              </a:rPr>
              <a:t>T</a:t>
            </a:r>
          </a:p>
          <a:p>
            <a:pPr eaLnBrk="1" hangingPunct="1">
              <a:defRPr/>
            </a:pPr>
            <a:r>
              <a:rPr lang="en-US" altLang="zh-CN" sz="2000" b="1" dirty="0">
                <a:latin typeface="Times New Roman" pitchFamily="18" charset="0"/>
                <a:ea typeface="楷体_GB2312"/>
                <a:cs typeface="Times New Roman" pitchFamily="18" charset="0"/>
              </a:rPr>
              <a:t>3) </a:t>
            </a:r>
            <a:r>
              <a:rPr lang="en-US" altLang="zh-CN" sz="2000" b="1" i="1" dirty="0">
                <a:latin typeface="Times New Roman" pitchFamily="18" charset="0"/>
                <a:ea typeface="楷体_GB2312"/>
                <a:cs typeface="Times New Roman" pitchFamily="18" charset="0"/>
              </a:rPr>
              <a:t>T</a:t>
            </a:r>
            <a:r>
              <a:rPr lang="en-US" altLang="zh-CN" sz="2000" b="1" dirty="0">
                <a:latin typeface="Times New Roman" pitchFamily="18" charset="0"/>
                <a:ea typeface="楷体_GB2312"/>
                <a:cs typeface="Times New Roman" pitchFamily="18" charset="0"/>
              </a:rPr>
              <a:t> → </a:t>
            </a:r>
            <a:r>
              <a:rPr lang="de-DE" altLang="zh-CN" sz="2000" b="1" i="1" dirty="0">
                <a:latin typeface="Times New Roman" pitchFamily="18" charset="0"/>
                <a:ea typeface="楷体_GB2312"/>
                <a:cs typeface="Times New Roman" pitchFamily="18" charset="0"/>
              </a:rPr>
              <a:t>T </a:t>
            </a:r>
            <a:r>
              <a:rPr lang="de-DE" altLang="zh-CN" sz="2000" b="1" dirty="0">
                <a:latin typeface="Times New Roman" pitchFamily="18" charset="0"/>
                <a:ea typeface="楷体_GB2312"/>
                <a:cs typeface="Times New Roman" pitchFamily="18" charset="0"/>
              </a:rPr>
              <a:t>* </a:t>
            </a:r>
            <a:r>
              <a:rPr lang="de-DE" altLang="zh-CN" sz="2000" b="1" i="1" dirty="0">
                <a:latin typeface="Times New Roman" pitchFamily="18" charset="0"/>
                <a:ea typeface="楷体_GB2312"/>
                <a:cs typeface="Times New Roman" pitchFamily="18" charset="0"/>
              </a:rPr>
              <a:t>F </a:t>
            </a:r>
          </a:p>
          <a:p>
            <a:pPr eaLnBrk="1" hangingPunct="1">
              <a:defRPr/>
            </a:pPr>
            <a:r>
              <a:rPr lang="en-US" altLang="zh-CN" sz="2000" b="1" dirty="0">
                <a:latin typeface="Times New Roman" pitchFamily="18" charset="0"/>
                <a:ea typeface="楷体_GB2312"/>
                <a:cs typeface="Times New Roman" pitchFamily="18" charset="0"/>
              </a:rPr>
              <a:t>4) </a:t>
            </a:r>
            <a:r>
              <a:rPr lang="en-US" altLang="zh-CN" sz="2000" b="1" i="1" dirty="0">
                <a:latin typeface="Times New Roman" pitchFamily="18" charset="0"/>
                <a:ea typeface="楷体_GB2312"/>
                <a:cs typeface="Times New Roman" pitchFamily="18" charset="0"/>
              </a:rPr>
              <a:t>T</a:t>
            </a:r>
            <a:r>
              <a:rPr lang="en-US" altLang="zh-CN" sz="2000" b="1" dirty="0">
                <a:latin typeface="Times New Roman" pitchFamily="18" charset="0"/>
                <a:ea typeface="楷体_GB2312"/>
                <a:cs typeface="Times New Roman" pitchFamily="18" charset="0"/>
              </a:rPr>
              <a:t> → </a:t>
            </a:r>
            <a:r>
              <a:rPr lang="de-DE" altLang="zh-CN" sz="2000" b="1" i="1" dirty="0">
                <a:latin typeface="Times New Roman" pitchFamily="18" charset="0"/>
                <a:ea typeface="楷体_GB2312"/>
                <a:cs typeface="Times New Roman" pitchFamily="18" charset="0"/>
              </a:rPr>
              <a:t>F </a:t>
            </a:r>
          </a:p>
          <a:p>
            <a:pPr eaLnBrk="1" hangingPunct="1">
              <a:defRPr/>
            </a:pPr>
            <a:r>
              <a:rPr lang="de-DE" altLang="zh-CN" sz="2000" b="1" i="1" dirty="0">
                <a:latin typeface="Times New Roman" pitchFamily="18" charset="0"/>
                <a:ea typeface="楷体_GB2312"/>
                <a:cs typeface="Times New Roman" pitchFamily="18" charset="0"/>
              </a:rPr>
              <a:t>5</a:t>
            </a:r>
            <a:r>
              <a:rPr lang="de-DE" altLang="zh-CN" sz="2000" b="1" dirty="0">
                <a:latin typeface="Times New Roman" pitchFamily="18" charset="0"/>
                <a:ea typeface="楷体_GB2312"/>
                <a:cs typeface="Times New Roman" pitchFamily="18" charset="0"/>
              </a:rPr>
              <a:t>) </a:t>
            </a:r>
            <a:r>
              <a:rPr lang="de-DE" altLang="zh-CN" sz="2000" b="1" i="1" dirty="0">
                <a:latin typeface="Times New Roman" pitchFamily="18" charset="0"/>
                <a:ea typeface="楷体_GB2312"/>
                <a:cs typeface="Times New Roman" pitchFamily="18" charset="0"/>
              </a:rPr>
              <a:t>F  → </a:t>
            </a:r>
            <a:r>
              <a:rPr lang="de-DE" altLang="zh-CN" sz="2000" b="1" dirty="0">
                <a:latin typeface="Times New Roman" pitchFamily="18" charset="0"/>
                <a:ea typeface="楷体_GB2312"/>
                <a:cs typeface="Times New Roman" pitchFamily="18" charset="0"/>
              </a:rPr>
              <a:t>(</a:t>
            </a:r>
            <a:r>
              <a:rPr lang="de-DE" altLang="zh-CN" sz="2000" b="1" i="1" dirty="0">
                <a:latin typeface="Times New Roman" pitchFamily="18" charset="0"/>
                <a:ea typeface="楷体_GB2312"/>
                <a:cs typeface="Times New Roman" pitchFamily="18" charset="0"/>
              </a:rPr>
              <a:t> E </a:t>
            </a:r>
            <a:r>
              <a:rPr lang="de-DE" altLang="zh-CN" sz="2000" b="1" dirty="0">
                <a:latin typeface="Times New Roman" pitchFamily="18" charset="0"/>
                <a:ea typeface="楷体_GB2312"/>
                <a:cs typeface="Times New Roman" pitchFamily="18" charset="0"/>
              </a:rPr>
              <a:t>)</a:t>
            </a:r>
            <a:r>
              <a:rPr lang="de-DE" altLang="zh-CN" sz="2000" b="1" i="1" dirty="0">
                <a:latin typeface="Times New Roman" pitchFamily="18" charset="0"/>
                <a:ea typeface="楷体_GB2312"/>
                <a:cs typeface="Times New Roman" pitchFamily="18" charset="0"/>
              </a:rPr>
              <a:t> </a:t>
            </a:r>
          </a:p>
          <a:p>
            <a:pPr eaLnBrk="1" hangingPunct="1">
              <a:defRPr/>
            </a:pPr>
            <a:r>
              <a:rPr lang="de-DE" altLang="zh-CN" sz="2000" b="1" i="1" dirty="0">
                <a:latin typeface="Times New Roman" pitchFamily="18" charset="0"/>
                <a:ea typeface="楷体_GB2312"/>
                <a:cs typeface="Times New Roman" pitchFamily="18" charset="0"/>
              </a:rPr>
              <a:t>6</a:t>
            </a:r>
            <a:r>
              <a:rPr lang="de-DE" altLang="zh-CN" sz="2000" b="1" dirty="0">
                <a:latin typeface="Times New Roman" pitchFamily="18" charset="0"/>
                <a:ea typeface="楷体_GB2312"/>
                <a:cs typeface="Times New Roman" pitchFamily="18" charset="0"/>
              </a:rPr>
              <a:t>) </a:t>
            </a:r>
            <a:r>
              <a:rPr lang="de-DE" altLang="zh-CN" sz="2000" b="1" i="1" dirty="0">
                <a:latin typeface="Times New Roman" pitchFamily="18" charset="0"/>
                <a:ea typeface="楷体_GB2312"/>
                <a:cs typeface="Times New Roman" pitchFamily="18" charset="0"/>
              </a:rPr>
              <a:t>F  → </a:t>
            </a:r>
            <a:r>
              <a:rPr lang="de-DE" altLang="zh-CN" sz="2000" b="1" dirty="0">
                <a:latin typeface="Times New Roman" pitchFamily="18" charset="0"/>
                <a:ea typeface="楷体_GB2312"/>
                <a:cs typeface="Times New Roman" pitchFamily="18" charset="0"/>
              </a:rPr>
              <a:t>id</a:t>
            </a:r>
          </a:p>
        </p:txBody>
      </p:sp>
      <p:sp>
        <p:nvSpPr>
          <p:cNvPr id="7" name="Rectangle 7"/>
          <p:cNvSpPr>
            <a:spLocks noChangeArrowheads="1"/>
          </p:cNvSpPr>
          <p:nvPr/>
        </p:nvSpPr>
        <p:spPr bwMode="auto">
          <a:xfrm>
            <a:off x="5270500" y="1733550"/>
            <a:ext cx="1814513" cy="23241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eaLnBrk="1" hangingPunct="1">
              <a:defRPr/>
            </a:pPr>
            <a:r>
              <a:rPr lang="en-US" altLang="zh-CN" sz="2000" b="1" dirty="0">
                <a:solidFill>
                  <a:srgbClr val="FF0000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0) </a:t>
            </a:r>
            <a:r>
              <a:rPr lang="en-US" altLang="zh-CN" sz="2000" b="1" i="1" dirty="0">
                <a:solidFill>
                  <a:srgbClr val="FF0000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E' </a:t>
            </a:r>
            <a:r>
              <a:rPr lang="en-US" altLang="zh-CN" sz="2000" b="1" dirty="0">
                <a:solidFill>
                  <a:srgbClr val="FF0000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→ </a:t>
            </a:r>
            <a:r>
              <a:rPr lang="de-DE" altLang="zh-CN" sz="2000" b="1" i="1" dirty="0">
                <a:solidFill>
                  <a:srgbClr val="FF0000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E</a:t>
            </a:r>
            <a:endParaRPr lang="en-US" altLang="zh-CN" sz="2000" b="1" dirty="0">
              <a:solidFill>
                <a:srgbClr val="FF0000"/>
              </a:solidFill>
              <a:latin typeface="Times New Roman" pitchFamily="18" charset="0"/>
              <a:ea typeface="楷体_GB2312"/>
              <a:cs typeface="Times New Roman" pitchFamily="18" charset="0"/>
            </a:endParaRPr>
          </a:p>
          <a:p>
            <a:pPr eaLnBrk="1" hangingPunct="1">
              <a:defRPr/>
            </a:pPr>
            <a:r>
              <a:rPr lang="en-US" altLang="zh-CN" sz="2000" b="1" dirty="0">
                <a:latin typeface="Times New Roman" pitchFamily="18" charset="0"/>
                <a:ea typeface="楷体_GB2312"/>
                <a:cs typeface="Times New Roman" pitchFamily="18" charset="0"/>
              </a:rPr>
              <a:t>1) </a:t>
            </a:r>
            <a:r>
              <a:rPr lang="en-US" altLang="zh-CN" sz="2000" b="1" i="1" dirty="0">
                <a:latin typeface="Times New Roman" pitchFamily="18" charset="0"/>
                <a:ea typeface="楷体_GB2312"/>
                <a:cs typeface="Times New Roman" pitchFamily="18" charset="0"/>
              </a:rPr>
              <a:t>E </a:t>
            </a:r>
            <a:r>
              <a:rPr lang="en-US" altLang="zh-CN" sz="2000" b="1" dirty="0">
                <a:latin typeface="Times New Roman" pitchFamily="18" charset="0"/>
                <a:ea typeface="楷体_GB2312"/>
                <a:cs typeface="Times New Roman" pitchFamily="18" charset="0"/>
              </a:rPr>
              <a:t>→ </a:t>
            </a:r>
            <a:r>
              <a:rPr lang="de-DE" altLang="zh-CN" sz="2000" b="1" i="1" dirty="0">
                <a:latin typeface="Times New Roman" pitchFamily="18" charset="0"/>
                <a:ea typeface="楷体_GB2312"/>
                <a:cs typeface="Times New Roman" pitchFamily="18" charset="0"/>
              </a:rPr>
              <a:t>E + T</a:t>
            </a:r>
            <a:endParaRPr lang="en-US" altLang="zh-CN" sz="2000" b="1" dirty="0">
              <a:latin typeface="Times New Roman" pitchFamily="18" charset="0"/>
              <a:ea typeface="楷体_GB2312"/>
              <a:cs typeface="Times New Roman" pitchFamily="18" charset="0"/>
            </a:endParaRPr>
          </a:p>
          <a:p>
            <a:pPr eaLnBrk="1" hangingPunct="1">
              <a:defRPr/>
            </a:pPr>
            <a:r>
              <a:rPr lang="en-US" altLang="zh-CN" sz="2000" b="1" dirty="0">
                <a:latin typeface="Times New Roman" pitchFamily="18" charset="0"/>
                <a:ea typeface="楷体_GB2312"/>
                <a:cs typeface="Times New Roman" pitchFamily="18" charset="0"/>
              </a:rPr>
              <a:t>2) </a:t>
            </a:r>
            <a:r>
              <a:rPr lang="en-US" altLang="zh-CN" sz="2000" b="1" i="1" dirty="0">
                <a:latin typeface="Times New Roman" pitchFamily="18" charset="0"/>
                <a:ea typeface="楷体_GB2312"/>
                <a:cs typeface="Times New Roman" pitchFamily="18" charset="0"/>
              </a:rPr>
              <a:t>E</a:t>
            </a:r>
            <a:r>
              <a:rPr lang="en-US" altLang="zh-CN" sz="2000" b="1" dirty="0">
                <a:latin typeface="Times New Roman" pitchFamily="18" charset="0"/>
                <a:ea typeface="楷体_GB2312"/>
                <a:cs typeface="Times New Roman" pitchFamily="18" charset="0"/>
              </a:rPr>
              <a:t> → </a:t>
            </a:r>
            <a:r>
              <a:rPr lang="en-US" altLang="zh-CN" sz="2000" b="1" i="1" dirty="0">
                <a:latin typeface="Times New Roman" pitchFamily="18" charset="0"/>
                <a:ea typeface="楷体_GB2312"/>
                <a:cs typeface="Times New Roman" pitchFamily="18" charset="0"/>
              </a:rPr>
              <a:t>T</a:t>
            </a:r>
          </a:p>
          <a:p>
            <a:pPr eaLnBrk="1" hangingPunct="1">
              <a:defRPr/>
            </a:pPr>
            <a:r>
              <a:rPr lang="en-US" altLang="zh-CN" sz="2000" b="1" dirty="0">
                <a:latin typeface="Times New Roman" pitchFamily="18" charset="0"/>
                <a:ea typeface="楷体_GB2312"/>
                <a:cs typeface="Times New Roman" pitchFamily="18" charset="0"/>
              </a:rPr>
              <a:t>3) </a:t>
            </a:r>
            <a:r>
              <a:rPr lang="en-US" altLang="zh-CN" sz="2000" b="1" i="1" dirty="0">
                <a:latin typeface="Times New Roman" pitchFamily="18" charset="0"/>
                <a:ea typeface="楷体_GB2312"/>
                <a:cs typeface="Times New Roman" pitchFamily="18" charset="0"/>
              </a:rPr>
              <a:t>T</a:t>
            </a:r>
            <a:r>
              <a:rPr lang="en-US" altLang="zh-CN" sz="2000" b="1" dirty="0">
                <a:latin typeface="Times New Roman" pitchFamily="18" charset="0"/>
                <a:ea typeface="楷体_GB2312"/>
                <a:cs typeface="Times New Roman" pitchFamily="18" charset="0"/>
              </a:rPr>
              <a:t> → </a:t>
            </a:r>
            <a:r>
              <a:rPr lang="de-DE" altLang="zh-CN" sz="2000" b="1" i="1" dirty="0">
                <a:latin typeface="Times New Roman" pitchFamily="18" charset="0"/>
                <a:ea typeface="楷体_GB2312"/>
                <a:cs typeface="Times New Roman" pitchFamily="18" charset="0"/>
              </a:rPr>
              <a:t>T </a:t>
            </a:r>
            <a:r>
              <a:rPr lang="de-DE" altLang="zh-CN" sz="2000" b="1" dirty="0">
                <a:latin typeface="Times New Roman" pitchFamily="18" charset="0"/>
                <a:ea typeface="楷体_GB2312"/>
                <a:cs typeface="Times New Roman" pitchFamily="18" charset="0"/>
              </a:rPr>
              <a:t>* </a:t>
            </a:r>
            <a:r>
              <a:rPr lang="de-DE" altLang="zh-CN" sz="2000" b="1" i="1" dirty="0">
                <a:latin typeface="Times New Roman" pitchFamily="18" charset="0"/>
                <a:ea typeface="楷体_GB2312"/>
                <a:cs typeface="Times New Roman" pitchFamily="18" charset="0"/>
              </a:rPr>
              <a:t>F </a:t>
            </a:r>
          </a:p>
          <a:p>
            <a:pPr eaLnBrk="1" hangingPunct="1">
              <a:defRPr/>
            </a:pPr>
            <a:r>
              <a:rPr lang="en-US" altLang="zh-CN" sz="2000" b="1" dirty="0">
                <a:latin typeface="Times New Roman" pitchFamily="18" charset="0"/>
                <a:ea typeface="楷体_GB2312"/>
                <a:cs typeface="Times New Roman" pitchFamily="18" charset="0"/>
              </a:rPr>
              <a:t>4) </a:t>
            </a:r>
            <a:r>
              <a:rPr lang="en-US" altLang="zh-CN" sz="2000" b="1" i="1" dirty="0">
                <a:latin typeface="Times New Roman" pitchFamily="18" charset="0"/>
                <a:ea typeface="楷体_GB2312"/>
                <a:cs typeface="Times New Roman" pitchFamily="18" charset="0"/>
              </a:rPr>
              <a:t>T</a:t>
            </a:r>
            <a:r>
              <a:rPr lang="en-US" altLang="zh-CN" sz="2000" b="1" dirty="0">
                <a:latin typeface="Times New Roman" pitchFamily="18" charset="0"/>
                <a:ea typeface="楷体_GB2312"/>
                <a:cs typeface="Times New Roman" pitchFamily="18" charset="0"/>
              </a:rPr>
              <a:t> → </a:t>
            </a:r>
            <a:r>
              <a:rPr lang="de-DE" altLang="zh-CN" sz="2000" b="1" i="1" dirty="0">
                <a:latin typeface="Times New Roman" pitchFamily="18" charset="0"/>
                <a:ea typeface="楷体_GB2312"/>
                <a:cs typeface="Times New Roman" pitchFamily="18" charset="0"/>
              </a:rPr>
              <a:t>F </a:t>
            </a:r>
          </a:p>
          <a:p>
            <a:pPr eaLnBrk="1" hangingPunct="1">
              <a:defRPr/>
            </a:pPr>
            <a:r>
              <a:rPr lang="de-DE" altLang="zh-CN" sz="2000" b="1" i="1" dirty="0">
                <a:latin typeface="Times New Roman" pitchFamily="18" charset="0"/>
                <a:ea typeface="楷体_GB2312"/>
                <a:cs typeface="Times New Roman" pitchFamily="18" charset="0"/>
              </a:rPr>
              <a:t>5</a:t>
            </a:r>
            <a:r>
              <a:rPr lang="de-DE" altLang="zh-CN" sz="2000" b="1" dirty="0">
                <a:latin typeface="Times New Roman" pitchFamily="18" charset="0"/>
                <a:ea typeface="楷体_GB2312"/>
                <a:cs typeface="Times New Roman" pitchFamily="18" charset="0"/>
              </a:rPr>
              <a:t>) </a:t>
            </a:r>
            <a:r>
              <a:rPr lang="de-DE" altLang="zh-CN" sz="2000" b="1" i="1" dirty="0">
                <a:latin typeface="Times New Roman" pitchFamily="18" charset="0"/>
                <a:ea typeface="楷体_GB2312"/>
                <a:cs typeface="Times New Roman" pitchFamily="18" charset="0"/>
              </a:rPr>
              <a:t>F  → </a:t>
            </a:r>
            <a:r>
              <a:rPr lang="de-DE" altLang="zh-CN" sz="2000" b="1" dirty="0">
                <a:latin typeface="Times New Roman" pitchFamily="18" charset="0"/>
                <a:ea typeface="楷体_GB2312"/>
                <a:cs typeface="Times New Roman" pitchFamily="18" charset="0"/>
              </a:rPr>
              <a:t>(</a:t>
            </a:r>
            <a:r>
              <a:rPr lang="de-DE" altLang="zh-CN" sz="2000" b="1" i="1" dirty="0">
                <a:latin typeface="Times New Roman" pitchFamily="18" charset="0"/>
                <a:ea typeface="楷体_GB2312"/>
                <a:cs typeface="Times New Roman" pitchFamily="18" charset="0"/>
              </a:rPr>
              <a:t> E </a:t>
            </a:r>
            <a:r>
              <a:rPr lang="de-DE" altLang="zh-CN" sz="2000" b="1" dirty="0">
                <a:latin typeface="Times New Roman" pitchFamily="18" charset="0"/>
                <a:ea typeface="楷体_GB2312"/>
                <a:cs typeface="Times New Roman" pitchFamily="18" charset="0"/>
              </a:rPr>
              <a:t>)</a:t>
            </a:r>
            <a:r>
              <a:rPr lang="de-DE" altLang="zh-CN" sz="2000" b="1" i="1" dirty="0">
                <a:latin typeface="Times New Roman" pitchFamily="18" charset="0"/>
                <a:ea typeface="楷体_GB2312"/>
                <a:cs typeface="Times New Roman" pitchFamily="18" charset="0"/>
              </a:rPr>
              <a:t> </a:t>
            </a:r>
          </a:p>
          <a:p>
            <a:pPr eaLnBrk="1" hangingPunct="1">
              <a:defRPr/>
            </a:pPr>
            <a:r>
              <a:rPr lang="de-DE" altLang="zh-CN" sz="2000" b="1" i="1" dirty="0">
                <a:latin typeface="Times New Roman" pitchFamily="18" charset="0"/>
                <a:ea typeface="楷体_GB2312"/>
                <a:cs typeface="Times New Roman" pitchFamily="18" charset="0"/>
              </a:rPr>
              <a:t>6</a:t>
            </a:r>
            <a:r>
              <a:rPr lang="de-DE" altLang="zh-CN" sz="2000" b="1" dirty="0">
                <a:latin typeface="Times New Roman" pitchFamily="18" charset="0"/>
                <a:ea typeface="楷体_GB2312"/>
                <a:cs typeface="Times New Roman" pitchFamily="18" charset="0"/>
              </a:rPr>
              <a:t>) </a:t>
            </a:r>
            <a:r>
              <a:rPr lang="de-DE" altLang="zh-CN" sz="2000" b="1" i="1" dirty="0">
                <a:latin typeface="Times New Roman" pitchFamily="18" charset="0"/>
                <a:ea typeface="楷体_GB2312"/>
                <a:cs typeface="Times New Roman" pitchFamily="18" charset="0"/>
              </a:rPr>
              <a:t>F  → </a:t>
            </a:r>
            <a:r>
              <a:rPr lang="de-DE" altLang="zh-CN" sz="2000" b="1" dirty="0">
                <a:latin typeface="Times New Roman" pitchFamily="18" charset="0"/>
                <a:ea typeface="楷体_GB2312"/>
                <a:cs typeface="Times New Roman" pitchFamily="18" charset="0"/>
              </a:rPr>
              <a:t>id</a:t>
            </a:r>
          </a:p>
        </p:txBody>
      </p:sp>
      <p:sp>
        <p:nvSpPr>
          <p:cNvPr id="2" name="矩形 1"/>
          <p:cNvSpPr/>
          <p:nvPr/>
        </p:nvSpPr>
        <p:spPr>
          <a:xfrm>
            <a:off x="296167" y="4155926"/>
            <a:ext cx="8596313" cy="912812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>
            <a:spAutoFit/>
          </a:bodyPr>
          <a:lstStyle/>
          <a:p>
            <a:pPr marL="303213" lvl="1" eaLnBrk="1" hangingPunct="1">
              <a:lnSpc>
                <a:spcPts val="3200"/>
              </a:lnSpc>
              <a:spcBef>
                <a:spcPct val="20000"/>
              </a:spcBef>
              <a:buSzPct val="100000"/>
              <a:defRPr/>
            </a:pPr>
            <a:r>
              <a:rPr lang="zh-CN" altLang="en-US" sz="2400" b="1" dirty="0">
                <a:solidFill>
                  <a:srgbClr val="000000"/>
                </a:solidFill>
                <a:latin typeface="Times New Roman" pitchFamily="18" charset="0"/>
                <a:ea typeface="华文楷体" pitchFamily="2" charset="-122"/>
              </a:rPr>
              <a:t>引入这个</a:t>
            </a:r>
            <a:r>
              <a:rPr lang="zh-CN" altLang="en-US" sz="2400" b="1" dirty="0">
                <a:latin typeface="Times New Roman" pitchFamily="18" charset="0"/>
                <a:ea typeface="华文楷体" pitchFamily="2" charset="-122"/>
              </a:rPr>
              <a:t>新的开始产生式</a:t>
            </a:r>
            <a:r>
              <a:rPr lang="zh-CN" altLang="en-US" sz="2400" b="1" dirty="0">
                <a:solidFill>
                  <a:srgbClr val="000000"/>
                </a:solidFill>
                <a:latin typeface="Times New Roman" pitchFamily="18" charset="0"/>
                <a:ea typeface="华文楷体" pitchFamily="2" charset="-122"/>
              </a:rPr>
              <a:t>的</a:t>
            </a:r>
            <a:r>
              <a:rPr lang="zh-CN" altLang="en-US" sz="2400" b="1" dirty="0">
                <a:solidFill>
                  <a:srgbClr val="0070C0"/>
                </a:solidFill>
                <a:latin typeface="Times New Roman" pitchFamily="18" charset="0"/>
                <a:ea typeface="华文楷体" pitchFamily="2" charset="-122"/>
              </a:rPr>
              <a:t>目的</a:t>
            </a:r>
            <a:r>
              <a:rPr lang="zh-CN" altLang="en-US" sz="2400" b="1" dirty="0">
                <a:solidFill>
                  <a:srgbClr val="000000"/>
                </a:solidFill>
                <a:latin typeface="Times New Roman" pitchFamily="18" charset="0"/>
                <a:ea typeface="华文楷体" pitchFamily="2" charset="-122"/>
              </a:rPr>
              <a:t>是使得</a:t>
            </a:r>
            <a:r>
              <a:rPr lang="zh-CN" altLang="en-US" sz="2400" b="1" dirty="0">
                <a:solidFill>
                  <a:srgbClr val="0070C0"/>
                </a:solidFill>
                <a:latin typeface="Times New Roman" pitchFamily="18" charset="0"/>
                <a:ea typeface="华文楷体" pitchFamily="2" charset="-122"/>
              </a:rPr>
              <a:t>文法开始符号仅出现在一个产生式的左边</a:t>
            </a:r>
            <a:r>
              <a:rPr lang="zh-CN" altLang="en-US" sz="2400" b="1" dirty="0">
                <a:solidFill>
                  <a:srgbClr val="000000"/>
                </a:solidFill>
                <a:latin typeface="Times New Roman" pitchFamily="18" charset="0"/>
                <a:ea typeface="华文楷体" pitchFamily="2" charset="-122"/>
              </a:rPr>
              <a:t>，从而使得</a:t>
            </a:r>
            <a:r>
              <a:rPr lang="zh-CN" altLang="en-US" sz="2400" b="1" dirty="0">
                <a:solidFill>
                  <a:srgbClr val="0070C0"/>
                </a:solidFill>
                <a:latin typeface="Times New Roman" pitchFamily="18" charset="0"/>
                <a:ea typeface="华文楷体" pitchFamily="2" charset="-122"/>
              </a:rPr>
              <a:t>分析器只有一个接受状态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1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11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11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11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75" name="Rectangle 15"/>
          <p:cNvSpPr>
            <a:spLocks noChangeArrowheads="1"/>
          </p:cNvSpPr>
          <p:nvPr/>
        </p:nvSpPr>
        <p:spPr bwMode="auto">
          <a:xfrm>
            <a:off x="388938" y="1036638"/>
            <a:ext cx="8326437" cy="37623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273050" indent="-273050" eaLnBrk="1" hangingPunct="1">
              <a:lnSpc>
                <a:spcPct val="90000"/>
              </a:lnSpc>
              <a:spcBef>
                <a:spcPct val="20000"/>
              </a:spcBef>
              <a:buClr>
                <a:srgbClr val="31B6FD"/>
              </a:buClr>
              <a:buSzPct val="100000"/>
              <a:defRPr/>
            </a:pPr>
            <a:r>
              <a:rPr lang="en-US" altLang="zh-CN" sz="2500" b="1" dirty="0">
                <a:solidFill>
                  <a:srgbClr val="000000"/>
                </a:solidFill>
                <a:latin typeface="宋体" pitchFamily="2" charset="-122"/>
                <a:cs typeface="Times New Roman" pitchFamily="18" charset="0"/>
              </a:rPr>
              <a:t>① </a:t>
            </a:r>
            <a:r>
              <a:rPr lang="en-US" altLang="zh-CN" sz="2500" b="1" i="1" dirty="0">
                <a:solidFill>
                  <a:srgbClr val="000000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S'</a:t>
            </a:r>
            <a:r>
              <a:rPr lang="en-US" altLang="zh-CN" sz="2500" b="1" dirty="0">
                <a:solidFill>
                  <a:srgbClr val="000000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→</a:t>
            </a:r>
            <a:r>
              <a:rPr lang="en-US" altLang="zh-CN" sz="2500" b="1" i="1" dirty="0">
                <a:solidFill>
                  <a:srgbClr val="000000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S  </a:t>
            </a:r>
            <a:r>
              <a:rPr lang="en-US" altLang="zh-CN" sz="2500" b="1" dirty="0">
                <a:solidFill>
                  <a:srgbClr val="000000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   </a:t>
            </a:r>
            <a:r>
              <a:rPr lang="en-US" altLang="zh-CN" sz="2500" b="1" dirty="0">
                <a:solidFill>
                  <a:srgbClr val="000000"/>
                </a:solidFill>
                <a:latin typeface="宋体" pitchFamily="2" charset="-122"/>
                <a:cs typeface="Times New Roman" pitchFamily="18" charset="0"/>
              </a:rPr>
              <a:t>② </a:t>
            </a:r>
            <a:r>
              <a:rPr lang="en-US" altLang="zh-CN" sz="2500" b="1" i="1" dirty="0" err="1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S</a:t>
            </a:r>
            <a:r>
              <a:rPr lang="en-US" altLang="zh-CN" sz="2500" b="1" dirty="0" err="1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→v</a:t>
            </a:r>
            <a:r>
              <a:rPr lang="en-US" altLang="zh-CN" sz="2500" b="1" i="1" dirty="0" err="1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I</a:t>
            </a:r>
            <a:r>
              <a:rPr lang="en-US" altLang="zh-CN" sz="2500" b="1" dirty="0" err="1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:</a:t>
            </a:r>
            <a:r>
              <a:rPr lang="en-US" altLang="zh-CN" sz="2500" b="1" i="1" dirty="0" err="1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T</a:t>
            </a:r>
            <a:r>
              <a:rPr lang="en-US" altLang="zh-CN" sz="2500" b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    </a:t>
            </a:r>
            <a:r>
              <a:rPr lang="en-US" altLang="zh-CN" sz="2500" b="1" dirty="0">
                <a:solidFill>
                  <a:srgbClr val="000000"/>
                </a:solidFill>
                <a:latin typeface="宋体" pitchFamily="2" charset="-122"/>
                <a:cs typeface="Times New Roman" pitchFamily="18" charset="0"/>
              </a:rPr>
              <a:t>③ </a:t>
            </a:r>
            <a:r>
              <a:rPr lang="en-US" altLang="zh-CN" sz="2500" b="1" i="1" dirty="0" err="1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I</a:t>
            </a:r>
            <a:r>
              <a:rPr lang="en-US" altLang="zh-CN" sz="2500" b="1" dirty="0" err="1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→</a:t>
            </a:r>
            <a:r>
              <a:rPr lang="en-US" altLang="zh-CN" sz="2500" b="1" i="1" dirty="0" err="1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I</a:t>
            </a:r>
            <a:r>
              <a:rPr lang="en-US" altLang="zh-CN" sz="2500" b="1" dirty="0" err="1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,i</a:t>
            </a:r>
            <a:r>
              <a:rPr lang="en-US" altLang="zh-CN" sz="2500" b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     </a:t>
            </a:r>
            <a:r>
              <a:rPr lang="en-US" altLang="zh-CN" sz="2500" b="1" dirty="0">
                <a:solidFill>
                  <a:srgbClr val="000000"/>
                </a:solidFill>
                <a:latin typeface="宋体" pitchFamily="2" charset="-122"/>
                <a:cs typeface="Times New Roman" pitchFamily="18" charset="0"/>
              </a:rPr>
              <a:t>④ </a:t>
            </a:r>
            <a:r>
              <a:rPr lang="en-US" altLang="zh-CN" sz="2500" b="1" i="1" dirty="0" err="1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I</a:t>
            </a:r>
            <a:r>
              <a:rPr lang="en-US" altLang="zh-CN" sz="2500" b="1" dirty="0" err="1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→i</a:t>
            </a:r>
            <a:r>
              <a:rPr lang="en-US" altLang="zh-CN" sz="2500" b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     </a:t>
            </a:r>
            <a:r>
              <a:rPr lang="en-US" altLang="zh-CN" sz="2500" b="1" dirty="0">
                <a:solidFill>
                  <a:srgbClr val="000000"/>
                </a:solidFill>
                <a:latin typeface="宋体" pitchFamily="2" charset="-122"/>
                <a:cs typeface="Times New Roman" pitchFamily="18" charset="0"/>
              </a:rPr>
              <a:t>⑤ </a:t>
            </a:r>
            <a:r>
              <a:rPr lang="en-US" altLang="zh-CN" sz="25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T</a:t>
            </a:r>
            <a:r>
              <a:rPr lang="en-US" altLang="zh-CN" sz="2500" b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→r</a:t>
            </a:r>
          </a:p>
        </p:txBody>
      </p:sp>
      <p:sp>
        <p:nvSpPr>
          <p:cNvPr id="61443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文法中的</a:t>
            </a:r>
            <a:r>
              <a:rPr lang="en-US" altLang="zh-CN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LR(0)</a:t>
            </a:r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项目</a:t>
            </a:r>
          </a:p>
        </p:txBody>
      </p:sp>
      <p:sp>
        <p:nvSpPr>
          <p:cNvPr id="594948" name="Rectangle 4"/>
          <p:cNvSpPr>
            <a:spLocks noChangeArrowheads="1"/>
          </p:cNvSpPr>
          <p:nvPr/>
        </p:nvSpPr>
        <p:spPr bwMode="auto">
          <a:xfrm>
            <a:off x="395288" y="2621199"/>
            <a:ext cx="1439862" cy="7848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ts val="600"/>
              </a:spcBef>
            </a:pP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(0) </a:t>
            </a:r>
            <a:r>
              <a:rPr lang="en-US" altLang="zh-CN" sz="2000" b="1" i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S'</a:t>
            </a: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→</a:t>
            </a:r>
            <a:r>
              <a:rPr lang="en-US" altLang="zh-CN" sz="2000" b="1" dirty="0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·</a:t>
            </a:r>
            <a:r>
              <a:rPr lang="en-US" altLang="zh-CN" sz="2000" b="1" i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S</a:t>
            </a:r>
          </a:p>
          <a:p>
            <a:pPr eaLnBrk="1" hangingPunct="1">
              <a:spcBef>
                <a:spcPts val="600"/>
              </a:spcBef>
            </a:pP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(1) </a:t>
            </a:r>
            <a:r>
              <a:rPr lang="en-US" altLang="zh-CN" sz="2000" b="1" i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S'</a:t>
            </a: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→</a:t>
            </a:r>
            <a:r>
              <a:rPr lang="en-US" altLang="zh-CN" sz="2000" b="1" i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S</a:t>
            </a:r>
            <a:r>
              <a:rPr lang="en-US" altLang="zh-CN" sz="2000" b="1" dirty="0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楷体_GB2312"/>
              </a:rPr>
              <a:t>  </a:t>
            </a:r>
          </a:p>
        </p:txBody>
      </p:sp>
      <p:sp>
        <p:nvSpPr>
          <p:cNvPr id="594949" name="Rectangle 5"/>
          <p:cNvSpPr>
            <a:spLocks noChangeArrowheads="1"/>
          </p:cNvSpPr>
          <p:nvPr/>
        </p:nvSpPr>
        <p:spPr bwMode="auto">
          <a:xfrm>
            <a:off x="2051050" y="1465263"/>
            <a:ext cx="1781175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ts val="600"/>
              </a:spcBef>
            </a:pP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(2) </a:t>
            </a:r>
            <a:r>
              <a:rPr lang="en-US" altLang="zh-CN" sz="2000" b="1" i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S</a:t>
            </a: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→</a:t>
            </a:r>
            <a:r>
              <a:rPr lang="en-US" altLang="zh-CN" sz="2000" b="1" dirty="0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·</a:t>
            </a:r>
            <a:r>
              <a:rPr lang="en-US" altLang="zh-CN" sz="2000" b="1" dirty="0" err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v</a:t>
            </a:r>
            <a:r>
              <a:rPr lang="en-US" altLang="zh-CN" sz="2000" b="1" i="1" dirty="0" err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I</a:t>
            </a:r>
            <a:r>
              <a:rPr lang="en-US" altLang="zh-CN" sz="2000" b="1" dirty="0" err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:</a:t>
            </a:r>
            <a:r>
              <a:rPr lang="en-US" altLang="zh-CN" sz="2000" b="1" i="1" dirty="0" err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T</a:t>
            </a: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 </a:t>
            </a:r>
          </a:p>
          <a:p>
            <a:pPr eaLnBrk="1" hangingPunct="1">
              <a:spcBef>
                <a:spcPts val="600"/>
              </a:spcBef>
            </a:pP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(3) </a:t>
            </a:r>
            <a:r>
              <a:rPr lang="en-US" altLang="zh-CN" sz="2000" b="1" i="1" dirty="0" err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S</a:t>
            </a:r>
            <a:r>
              <a:rPr lang="en-US" altLang="zh-CN" sz="2000" b="1" dirty="0" err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→v</a:t>
            </a:r>
            <a:r>
              <a:rPr lang="en-US" altLang="zh-CN" sz="20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r>
              <a:rPr lang="en-US" altLang="zh-CN" sz="2000" b="1" i="1" dirty="0" err="1">
                <a:latin typeface="Times New Roman" panose="02020603050405020304" pitchFamily="18" charset="0"/>
                <a:ea typeface="楷体_GB2312"/>
                <a:cs typeface="楷体_GB2312"/>
              </a:rPr>
              <a:t>I</a:t>
            </a:r>
            <a:r>
              <a:rPr lang="en-US" altLang="zh-CN" sz="2000" b="1" dirty="0" err="1">
                <a:latin typeface="Times New Roman" panose="02020603050405020304" pitchFamily="18" charset="0"/>
                <a:ea typeface="楷体_GB2312"/>
                <a:cs typeface="楷体_GB2312"/>
              </a:rPr>
              <a:t>:</a:t>
            </a:r>
            <a:r>
              <a:rPr lang="en-US" altLang="zh-CN" sz="2000" b="1" i="1" dirty="0" err="1">
                <a:latin typeface="Times New Roman" panose="02020603050405020304" pitchFamily="18" charset="0"/>
                <a:ea typeface="楷体_GB2312"/>
                <a:cs typeface="楷体_GB2312"/>
              </a:rPr>
              <a:t>T</a:t>
            </a:r>
            <a:endParaRPr lang="en-US" altLang="zh-CN" sz="2000" b="1" i="1" dirty="0">
              <a:latin typeface="Times New Roman" panose="02020603050405020304" pitchFamily="18" charset="0"/>
              <a:ea typeface="楷体_GB2312"/>
              <a:cs typeface="楷体_GB2312"/>
            </a:endParaRPr>
          </a:p>
          <a:p>
            <a:pPr eaLnBrk="1" hangingPunct="1">
              <a:spcBef>
                <a:spcPts val="600"/>
              </a:spcBef>
            </a:pP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楷体_GB2312"/>
              </a:rPr>
              <a:t>(4) </a:t>
            </a:r>
            <a:r>
              <a:rPr lang="en-US" altLang="zh-CN" sz="2000" b="1" i="1" dirty="0" err="1">
                <a:latin typeface="Times New Roman" panose="02020603050405020304" pitchFamily="18" charset="0"/>
                <a:ea typeface="楷体_GB2312"/>
                <a:cs typeface="楷体_GB2312"/>
              </a:rPr>
              <a:t>S</a:t>
            </a:r>
            <a:r>
              <a:rPr lang="en-US" altLang="zh-CN" sz="2000" b="1" dirty="0" err="1">
                <a:latin typeface="Times New Roman" panose="02020603050405020304" pitchFamily="18" charset="0"/>
                <a:ea typeface="楷体_GB2312"/>
                <a:cs typeface="楷体_GB2312"/>
              </a:rPr>
              <a:t>→v</a:t>
            </a:r>
            <a:r>
              <a:rPr lang="en-US" altLang="zh-CN" sz="2000" b="1" i="1" dirty="0" err="1">
                <a:latin typeface="Times New Roman" panose="02020603050405020304" pitchFamily="18" charset="0"/>
                <a:ea typeface="楷体_GB2312"/>
                <a:cs typeface="楷体_GB2312"/>
              </a:rPr>
              <a:t>I</a:t>
            </a:r>
            <a:r>
              <a:rPr lang="en-US" altLang="zh-CN" sz="2000" b="1" dirty="0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楷体_GB2312"/>
              </a:rPr>
              <a:t>:</a:t>
            </a:r>
            <a:r>
              <a:rPr lang="en-US" altLang="zh-CN" sz="2000" b="1" i="1" dirty="0">
                <a:latin typeface="Times New Roman" panose="02020603050405020304" pitchFamily="18" charset="0"/>
                <a:ea typeface="楷体_GB2312"/>
                <a:cs typeface="楷体_GB2312"/>
              </a:rPr>
              <a:t>T</a:t>
            </a:r>
          </a:p>
          <a:p>
            <a:pPr eaLnBrk="1" hangingPunct="1">
              <a:spcBef>
                <a:spcPts val="600"/>
              </a:spcBef>
            </a:pP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楷体_GB2312"/>
              </a:rPr>
              <a:t>(5) </a:t>
            </a:r>
            <a:r>
              <a:rPr lang="en-US" altLang="zh-CN" sz="2000" b="1" i="1" dirty="0" err="1">
                <a:latin typeface="Times New Roman" panose="02020603050405020304" pitchFamily="18" charset="0"/>
                <a:ea typeface="楷体_GB2312"/>
                <a:cs typeface="楷体_GB2312"/>
              </a:rPr>
              <a:t>S</a:t>
            </a:r>
            <a:r>
              <a:rPr lang="en-US" altLang="zh-CN" sz="2000" b="1" dirty="0" err="1">
                <a:latin typeface="Times New Roman" panose="02020603050405020304" pitchFamily="18" charset="0"/>
                <a:ea typeface="楷体_GB2312"/>
                <a:cs typeface="楷体_GB2312"/>
              </a:rPr>
              <a:t>→v</a:t>
            </a:r>
            <a:r>
              <a:rPr lang="en-US" altLang="zh-CN" sz="2000" b="1" i="1" dirty="0" err="1">
                <a:latin typeface="Times New Roman" panose="02020603050405020304" pitchFamily="18" charset="0"/>
                <a:ea typeface="楷体_GB2312"/>
                <a:cs typeface="楷体_GB2312"/>
              </a:rPr>
              <a:t>I</a:t>
            </a: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楷体_GB2312"/>
              </a:rPr>
              <a:t>:</a:t>
            </a:r>
            <a:r>
              <a:rPr lang="en-US" altLang="zh-CN" sz="2000" b="1" dirty="0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r>
              <a:rPr lang="en-US" altLang="zh-CN" sz="2000" b="1" i="1" dirty="0">
                <a:latin typeface="Times New Roman" panose="02020603050405020304" pitchFamily="18" charset="0"/>
                <a:ea typeface="楷体_GB2312"/>
                <a:cs typeface="楷体_GB2312"/>
              </a:rPr>
              <a:t>T</a:t>
            </a:r>
          </a:p>
          <a:p>
            <a:pPr eaLnBrk="1" hangingPunct="1">
              <a:spcBef>
                <a:spcPts val="600"/>
              </a:spcBef>
            </a:pP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楷体_GB2312"/>
              </a:rPr>
              <a:t>(6) </a:t>
            </a:r>
            <a:r>
              <a:rPr lang="en-US" altLang="zh-CN" sz="2000" b="1" i="1" dirty="0" err="1">
                <a:latin typeface="Times New Roman" panose="02020603050405020304" pitchFamily="18" charset="0"/>
                <a:ea typeface="楷体_GB2312"/>
                <a:cs typeface="楷体_GB2312"/>
              </a:rPr>
              <a:t>S</a:t>
            </a:r>
            <a:r>
              <a:rPr lang="en-US" altLang="zh-CN" sz="2000" b="1" dirty="0" err="1">
                <a:latin typeface="Times New Roman" panose="02020603050405020304" pitchFamily="18" charset="0"/>
                <a:ea typeface="楷体_GB2312"/>
                <a:cs typeface="楷体_GB2312"/>
              </a:rPr>
              <a:t>→v</a:t>
            </a:r>
            <a:r>
              <a:rPr lang="en-US" altLang="zh-CN" sz="2000" b="1" i="1" dirty="0" err="1">
                <a:latin typeface="Times New Roman" panose="02020603050405020304" pitchFamily="18" charset="0"/>
                <a:ea typeface="楷体_GB2312"/>
                <a:cs typeface="楷体_GB2312"/>
              </a:rPr>
              <a:t>I</a:t>
            </a:r>
            <a:r>
              <a:rPr lang="en-US" altLang="zh-CN" sz="2000" b="1" dirty="0" err="1">
                <a:latin typeface="Times New Roman" panose="02020603050405020304" pitchFamily="18" charset="0"/>
                <a:ea typeface="楷体_GB2312"/>
                <a:cs typeface="楷体_GB2312"/>
              </a:rPr>
              <a:t>:</a:t>
            </a:r>
            <a:r>
              <a:rPr lang="en-US" altLang="zh-CN" sz="2000" b="1" i="1" dirty="0" err="1">
                <a:latin typeface="Times New Roman" panose="02020603050405020304" pitchFamily="18" charset="0"/>
                <a:ea typeface="楷体_GB2312"/>
                <a:cs typeface="楷体_GB2312"/>
              </a:rPr>
              <a:t>T</a:t>
            </a:r>
            <a:r>
              <a:rPr lang="en-US" altLang="zh-CN" sz="2000" b="1" dirty="0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楷体_GB2312"/>
              </a:rPr>
              <a:t> </a:t>
            </a:r>
          </a:p>
        </p:txBody>
      </p:sp>
      <p:sp>
        <p:nvSpPr>
          <p:cNvPr id="594950" name="Rectangle 6"/>
          <p:cNvSpPr>
            <a:spLocks noChangeArrowheads="1"/>
          </p:cNvSpPr>
          <p:nvPr/>
        </p:nvSpPr>
        <p:spPr bwMode="auto">
          <a:xfrm>
            <a:off x="3995738" y="1861929"/>
            <a:ext cx="1493837" cy="15542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ts val="600"/>
              </a:spcBef>
            </a:pP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(7)  </a:t>
            </a:r>
            <a:r>
              <a:rPr lang="en-US" altLang="zh-CN" sz="2000" b="1" i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I</a:t>
            </a: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→</a:t>
            </a:r>
            <a:r>
              <a:rPr lang="en-US" altLang="zh-CN" sz="2000" b="1" dirty="0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·</a:t>
            </a:r>
            <a:r>
              <a:rPr lang="en-US" altLang="zh-CN" sz="2000" b="1" i="1" dirty="0" err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I</a:t>
            </a:r>
            <a:r>
              <a:rPr lang="en-US" altLang="zh-CN" sz="2000" b="1" dirty="0" err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,i</a:t>
            </a:r>
            <a:endParaRPr lang="en-US" altLang="zh-CN" sz="2000" b="1" dirty="0">
              <a:latin typeface="Times New Roman" panose="02020603050405020304" pitchFamily="18" charset="0"/>
              <a:ea typeface="楷体_GB2312"/>
              <a:cs typeface="Times New Roman" panose="02020603050405020304" pitchFamily="18" charset="0"/>
            </a:endParaRPr>
          </a:p>
          <a:p>
            <a:pPr eaLnBrk="1" hangingPunct="1">
              <a:spcBef>
                <a:spcPts val="600"/>
              </a:spcBef>
            </a:pP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(8)  </a:t>
            </a:r>
            <a:r>
              <a:rPr lang="en-US" altLang="zh-CN" sz="2000" b="1" i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I</a:t>
            </a: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→</a:t>
            </a:r>
            <a:r>
              <a:rPr lang="en-US" altLang="zh-CN" sz="2000" b="1" i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I</a:t>
            </a:r>
            <a:r>
              <a:rPr lang="en-US" altLang="zh-CN" sz="2000" b="1" dirty="0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楷体_GB2312"/>
              </a:rPr>
              <a:t>,</a:t>
            </a:r>
            <a:r>
              <a:rPr lang="en-US" altLang="zh-CN" sz="2000" b="1" dirty="0" err="1">
                <a:latin typeface="Times New Roman" panose="02020603050405020304" pitchFamily="18" charset="0"/>
                <a:ea typeface="楷体_GB2312"/>
                <a:cs typeface="楷体_GB2312"/>
              </a:rPr>
              <a:t>i</a:t>
            </a:r>
            <a:endParaRPr lang="en-US" altLang="zh-CN" sz="2000" b="1" dirty="0">
              <a:latin typeface="Times New Roman" panose="02020603050405020304" pitchFamily="18" charset="0"/>
              <a:ea typeface="楷体_GB2312"/>
              <a:cs typeface="楷体_GB2312"/>
            </a:endParaRPr>
          </a:p>
          <a:p>
            <a:pPr eaLnBrk="1" hangingPunct="1">
              <a:spcBef>
                <a:spcPts val="600"/>
              </a:spcBef>
            </a:pP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楷体_GB2312"/>
              </a:rPr>
              <a:t>(9) </a:t>
            </a:r>
            <a:r>
              <a:rPr lang="en-US" altLang="zh-CN" sz="2000" b="1" i="1" dirty="0">
                <a:latin typeface="Times New Roman" panose="02020603050405020304" pitchFamily="18" charset="0"/>
                <a:ea typeface="楷体_GB2312"/>
                <a:cs typeface="楷体_GB2312"/>
              </a:rPr>
              <a:t> I</a:t>
            </a: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楷体_GB2312"/>
              </a:rPr>
              <a:t>→</a:t>
            </a:r>
            <a:r>
              <a:rPr lang="en-US" altLang="zh-CN" sz="2000" b="1" i="1" dirty="0">
                <a:latin typeface="Times New Roman" panose="02020603050405020304" pitchFamily="18" charset="0"/>
                <a:ea typeface="楷体_GB2312"/>
                <a:cs typeface="楷体_GB2312"/>
              </a:rPr>
              <a:t>I</a:t>
            </a: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楷体_GB2312"/>
              </a:rPr>
              <a:t>,</a:t>
            </a:r>
            <a:r>
              <a:rPr lang="en-US" altLang="zh-CN" sz="2000" b="1" dirty="0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r>
              <a:rPr lang="en-US" altLang="zh-CN" sz="2000" b="1" dirty="0" err="1">
                <a:latin typeface="Times New Roman" panose="02020603050405020304" pitchFamily="18" charset="0"/>
                <a:ea typeface="楷体_GB2312"/>
                <a:cs typeface="楷体_GB2312"/>
              </a:rPr>
              <a:t>i</a:t>
            </a:r>
            <a:endParaRPr lang="en-US" altLang="zh-CN" sz="2000" b="1" dirty="0">
              <a:latin typeface="Times New Roman" panose="02020603050405020304" pitchFamily="18" charset="0"/>
              <a:ea typeface="楷体_GB2312"/>
              <a:cs typeface="楷体_GB2312"/>
            </a:endParaRPr>
          </a:p>
          <a:p>
            <a:pPr eaLnBrk="1" hangingPunct="1">
              <a:spcBef>
                <a:spcPts val="600"/>
              </a:spcBef>
            </a:pP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楷体_GB2312"/>
              </a:rPr>
              <a:t>(10)</a:t>
            </a:r>
            <a:r>
              <a:rPr lang="en-US" altLang="zh-CN" sz="2000" b="1" i="1" dirty="0" err="1">
                <a:latin typeface="Times New Roman" panose="02020603050405020304" pitchFamily="18" charset="0"/>
                <a:ea typeface="楷体_GB2312"/>
                <a:cs typeface="楷体_GB2312"/>
              </a:rPr>
              <a:t>I</a:t>
            </a:r>
            <a:r>
              <a:rPr lang="en-US" altLang="zh-CN" sz="2000" b="1" dirty="0" err="1">
                <a:latin typeface="Times New Roman" panose="02020603050405020304" pitchFamily="18" charset="0"/>
                <a:ea typeface="楷体_GB2312"/>
                <a:cs typeface="楷体_GB2312"/>
              </a:rPr>
              <a:t>→</a:t>
            </a:r>
            <a:r>
              <a:rPr lang="en-US" altLang="zh-CN" sz="2000" b="1" i="1" dirty="0" err="1">
                <a:latin typeface="Times New Roman" panose="02020603050405020304" pitchFamily="18" charset="0"/>
                <a:ea typeface="楷体_GB2312"/>
                <a:cs typeface="楷体_GB2312"/>
              </a:rPr>
              <a:t>I</a:t>
            </a:r>
            <a:r>
              <a:rPr lang="en-US" altLang="zh-CN" sz="2000" b="1" dirty="0" err="1">
                <a:latin typeface="Times New Roman" panose="02020603050405020304" pitchFamily="18" charset="0"/>
                <a:ea typeface="楷体_GB2312"/>
                <a:cs typeface="楷体_GB2312"/>
              </a:rPr>
              <a:t>,i</a:t>
            </a:r>
            <a:r>
              <a:rPr lang="en-US" altLang="zh-CN" sz="2000" b="1" dirty="0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endParaRPr lang="en-US" altLang="zh-CN" sz="2000" b="1" dirty="0">
              <a:latin typeface="Times New Roman" panose="02020603050405020304" pitchFamily="18" charset="0"/>
              <a:ea typeface="楷体_GB2312"/>
              <a:cs typeface="楷体_GB2312"/>
            </a:endParaRPr>
          </a:p>
        </p:txBody>
      </p:sp>
      <p:sp>
        <p:nvSpPr>
          <p:cNvPr id="594951" name="Rectangle 7"/>
          <p:cNvSpPr>
            <a:spLocks noChangeArrowheads="1"/>
          </p:cNvSpPr>
          <p:nvPr/>
        </p:nvSpPr>
        <p:spPr bwMode="auto">
          <a:xfrm>
            <a:off x="5795963" y="2638642"/>
            <a:ext cx="1493837" cy="7848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ts val="600"/>
              </a:spcBef>
            </a:pP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(11) </a:t>
            </a:r>
            <a:r>
              <a:rPr lang="en-US" altLang="zh-CN" sz="2000" b="1" i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I</a:t>
            </a: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→</a:t>
            </a:r>
            <a:r>
              <a:rPr lang="en-US" altLang="zh-CN" sz="2000" b="1" dirty="0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·</a:t>
            </a:r>
            <a:r>
              <a:rPr lang="en-US" altLang="zh-CN" sz="2000" b="1" dirty="0" err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i</a:t>
            </a:r>
            <a:endParaRPr lang="en-US" altLang="zh-CN" sz="2000" b="1" dirty="0">
              <a:latin typeface="Times New Roman" panose="02020603050405020304" pitchFamily="18" charset="0"/>
              <a:ea typeface="楷体_GB2312"/>
              <a:cs typeface="Times New Roman" panose="02020603050405020304" pitchFamily="18" charset="0"/>
            </a:endParaRPr>
          </a:p>
          <a:p>
            <a:pPr eaLnBrk="1" hangingPunct="1">
              <a:spcBef>
                <a:spcPts val="600"/>
              </a:spcBef>
            </a:pP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(12) </a:t>
            </a:r>
            <a:r>
              <a:rPr lang="en-US" altLang="zh-CN" sz="2000" b="1" i="1" dirty="0" err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I</a:t>
            </a:r>
            <a:r>
              <a:rPr lang="en-US" altLang="zh-CN" sz="2000" b="1" dirty="0" err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→i</a:t>
            </a:r>
            <a:r>
              <a:rPr lang="en-US" altLang="zh-CN" sz="2000" b="1" dirty="0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endParaRPr lang="en-US" altLang="zh-CN" sz="2000" b="1" dirty="0">
              <a:latin typeface="Times New Roman" panose="02020603050405020304" pitchFamily="18" charset="0"/>
              <a:ea typeface="楷体_GB2312"/>
              <a:cs typeface="楷体_GB2312"/>
            </a:endParaRPr>
          </a:p>
        </p:txBody>
      </p:sp>
      <p:sp>
        <p:nvSpPr>
          <p:cNvPr id="594952" name="Rectangle 8"/>
          <p:cNvSpPr>
            <a:spLocks noChangeArrowheads="1"/>
          </p:cNvSpPr>
          <p:nvPr/>
        </p:nvSpPr>
        <p:spPr bwMode="auto">
          <a:xfrm>
            <a:off x="7235825" y="2638642"/>
            <a:ext cx="1441450" cy="7848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ts val="600"/>
              </a:spcBef>
            </a:pPr>
            <a:r>
              <a:rPr lang="en-US" altLang="zh-CN" sz="2000" b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(13) </a:t>
            </a:r>
            <a:r>
              <a:rPr lang="en-US" altLang="zh-CN" sz="2000" b="1" i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T</a:t>
            </a:r>
            <a:r>
              <a:rPr lang="en-US" altLang="zh-CN" sz="2000" b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→</a:t>
            </a:r>
            <a:r>
              <a:rPr lang="en-US" altLang="zh-CN" sz="2000" b="1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·</a:t>
            </a:r>
            <a:r>
              <a:rPr lang="en-US" altLang="zh-CN" sz="2000" b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r</a:t>
            </a:r>
          </a:p>
          <a:p>
            <a:pPr eaLnBrk="1" hangingPunct="1">
              <a:spcBef>
                <a:spcPts val="600"/>
              </a:spcBef>
            </a:pPr>
            <a:r>
              <a:rPr lang="en-US" altLang="zh-CN" sz="2000" b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(14) </a:t>
            </a:r>
            <a:r>
              <a:rPr lang="en-US" altLang="zh-CN" sz="2000" b="1" i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T</a:t>
            </a:r>
            <a:r>
              <a:rPr lang="en-US" altLang="zh-CN" sz="2000" b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→r</a:t>
            </a:r>
            <a:r>
              <a:rPr lang="en-US" altLang="zh-CN" sz="2000" b="1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endParaRPr lang="en-US" altLang="zh-CN" sz="2000" b="1">
              <a:latin typeface="Times New Roman" panose="02020603050405020304" pitchFamily="18" charset="0"/>
              <a:ea typeface="楷体_GB2312"/>
              <a:cs typeface="楷体_GB2312"/>
            </a:endParaRPr>
          </a:p>
        </p:txBody>
      </p:sp>
      <p:sp>
        <p:nvSpPr>
          <p:cNvPr id="594954" name="Rectangle 10"/>
          <p:cNvSpPr>
            <a:spLocks noChangeArrowheads="1"/>
          </p:cNvSpPr>
          <p:nvPr/>
        </p:nvSpPr>
        <p:spPr bwMode="auto">
          <a:xfrm>
            <a:off x="413138" y="3044720"/>
            <a:ext cx="8072438" cy="378752"/>
          </a:xfrm>
          <a:prstGeom prst="rect">
            <a:avLst/>
          </a:prstGeom>
          <a:noFill/>
          <a:ln w="25400">
            <a:solidFill>
              <a:srgbClr val="FF0000"/>
            </a:solidFill>
            <a:prstDash val="lg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/>
          </a:p>
        </p:txBody>
      </p:sp>
      <p:sp>
        <p:nvSpPr>
          <p:cNvPr id="594955" name="AutoShape 11"/>
          <p:cNvSpPr>
            <a:spLocks/>
          </p:cNvSpPr>
          <p:nvPr/>
        </p:nvSpPr>
        <p:spPr bwMode="auto">
          <a:xfrm>
            <a:off x="7265780" y="3581723"/>
            <a:ext cx="1239837" cy="378752"/>
          </a:xfrm>
          <a:prstGeom prst="borderCallout2">
            <a:avLst>
              <a:gd name="adj1" fmla="val 34616"/>
              <a:gd name="adj2" fmla="val -6241"/>
              <a:gd name="adj3" fmla="val 34616"/>
              <a:gd name="adj4" fmla="val -22889"/>
              <a:gd name="adj5" fmla="val -39655"/>
              <a:gd name="adj6" fmla="val -64736"/>
            </a:avLst>
          </a:prstGeom>
          <a:solidFill>
            <a:schemeClr val="accent5">
              <a:lumMod val="60000"/>
              <a:lumOff val="4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anchor="ctr"/>
          <a:lstStyle/>
          <a:p>
            <a:pPr eaLnBrk="1" hangingPunct="1">
              <a:defRPr/>
            </a:pPr>
            <a:r>
              <a:rPr lang="zh-CN" altLang="en-US" sz="2000" b="1" dirty="0">
                <a:latin typeface="楷体" pitchFamily="49" charset="-122"/>
                <a:ea typeface="楷体" pitchFamily="49" charset="-122"/>
              </a:rPr>
              <a:t>归约项目</a:t>
            </a:r>
          </a:p>
        </p:txBody>
      </p:sp>
      <p:sp>
        <p:nvSpPr>
          <p:cNvPr id="594956" name="AutoShape 12"/>
          <p:cNvSpPr>
            <a:spLocks/>
          </p:cNvSpPr>
          <p:nvPr/>
        </p:nvSpPr>
        <p:spPr bwMode="auto">
          <a:xfrm>
            <a:off x="899592" y="3581723"/>
            <a:ext cx="1243012" cy="378752"/>
          </a:xfrm>
          <a:prstGeom prst="borderCallout2">
            <a:avLst>
              <a:gd name="adj1" fmla="val 34616"/>
              <a:gd name="adj2" fmla="val -6241"/>
              <a:gd name="adj3" fmla="val 34616"/>
              <a:gd name="adj4" fmla="val -7412"/>
              <a:gd name="adj5" fmla="val -69844"/>
              <a:gd name="adj6" fmla="val -20787"/>
            </a:avLst>
          </a:prstGeom>
          <a:solidFill>
            <a:schemeClr val="accent5">
              <a:lumMod val="60000"/>
              <a:lumOff val="4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anchor="ctr"/>
          <a:lstStyle/>
          <a:p>
            <a:pPr algn="ctr" eaLnBrk="1" hangingPunct="1">
              <a:defRPr/>
            </a:pPr>
            <a:r>
              <a:rPr lang="zh-CN" altLang="en-US" sz="2000" b="1" dirty="0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接收项目</a:t>
            </a:r>
          </a:p>
        </p:txBody>
      </p:sp>
      <p:sp>
        <p:nvSpPr>
          <p:cNvPr id="594957" name="AutoShape 13"/>
          <p:cNvSpPr>
            <a:spLocks/>
          </p:cNvSpPr>
          <p:nvPr/>
        </p:nvSpPr>
        <p:spPr bwMode="auto">
          <a:xfrm>
            <a:off x="808037" y="1920151"/>
            <a:ext cx="1243013" cy="453248"/>
          </a:xfrm>
          <a:prstGeom prst="borderCallout2">
            <a:avLst>
              <a:gd name="adj1" fmla="val 34616"/>
              <a:gd name="adj2" fmla="val -6241"/>
              <a:gd name="adj3" fmla="val 34616"/>
              <a:gd name="adj4" fmla="val -11963"/>
              <a:gd name="adj5" fmla="val 170087"/>
              <a:gd name="adj6" fmla="val -14746"/>
            </a:avLst>
          </a:prstGeom>
          <a:solidFill>
            <a:schemeClr val="accent5">
              <a:lumMod val="60000"/>
              <a:lumOff val="4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anchor="ctr"/>
          <a:lstStyle/>
          <a:p>
            <a:pPr algn="ctr" eaLnBrk="1" hangingPunct="1">
              <a:defRPr/>
            </a:pPr>
            <a:r>
              <a:rPr lang="zh-CN" altLang="en-US" sz="2000" b="1">
                <a:latin typeface="楷体" pitchFamily="49" charset="-122"/>
                <a:ea typeface="楷体" pitchFamily="49" charset="-122"/>
                <a:cs typeface="Times New Roman" pitchFamily="18" charset="0"/>
              </a:rPr>
              <a:t>初始项目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29581CA-AF72-491C-A599-E580C55B4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421" y="4011910"/>
            <a:ext cx="8320087" cy="10464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73050" indent="-2730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576263" indent="-2730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marL="273050" lvl="1" eaLnBrk="1" hangingPunct="1">
              <a:lnSpc>
                <a:spcPct val="900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000" b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移进项目：</a:t>
            </a:r>
            <a:r>
              <a:rPr lang="zh-CN" altLang="en-US" sz="2000" b="1" dirty="0">
                <a:solidFill>
                  <a:schemeClr val="tx1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形如</a:t>
            </a:r>
            <a:r>
              <a:rPr lang="en-US" altLang="zh-CN" sz="2000" b="1" i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A</a:t>
            </a:r>
            <a:r>
              <a:rPr lang="en-US" altLang="zh-CN" sz="2000" b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→</a:t>
            </a:r>
            <a:r>
              <a:rPr lang="en-US" altLang="zh-CN" sz="2000" b="1" i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α</a:t>
            </a:r>
            <a:r>
              <a:rPr lang="en-US" altLang="zh-CN" sz="2000" b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 </a:t>
            </a:r>
            <a:r>
              <a:rPr lang="en-US" altLang="zh-CN" sz="2000" b="1" i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aβ</a:t>
            </a:r>
            <a:r>
              <a:rPr lang="zh-CN" alt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，其中</a:t>
            </a:r>
            <a:r>
              <a:rPr lang="en-US" altLang="zh-CN" sz="2000" b="1" i="1" dirty="0">
                <a:solidFill>
                  <a:schemeClr val="tx1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 </a:t>
            </a:r>
            <a:r>
              <a:rPr lang="en-US" altLang="zh-CN" sz="2000" b="1" i="1" dirty="0" err="1">
                <a:solidFill>
                  <a:schemeClr val="tx1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a</a:t>
            </a:r>
            <a:r>
              <a:rPr lang="en-US" altLang="zh-CN" sz="2000" b="1" dirty="0" err="1">
                <a:solidFill>
                  <a:schemeClr val="tx1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∈</a:t>
            </a:r>
            <a:r>
              <a:rPr lang="en-US" altLang="zh-CN" sz="2000" b="1" i="1" dirty="0" err="1">
                <a:solidFill>
                  <a:schemeClr val="tx1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V</a:t>
            </a:r>
            <a:r>
              <a:rPr lang="en-US" altLang="zh-CN" sz="2000" b="1" i="1" baseline="-25000" dirty="0" err="1">
                <a:solidFill>
                  <a:schemeClr val="tx1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T</a:t>
            </a:r>
            <a:r>
              <a:rPr lang="en-US" altLang="zh-CN" sz="2000" b="1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  </a:t>
            </a:r>
            <a:r>
              <a:rPr lang="zh-CN" altLang="en-US" sz="2000" b="1" dirty="0">
                <a:solidFill>
                  <a:schemeClr val="tx1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分析时，需要把</a:t>
            </a:r>
            <a:r>
              <a:rPr lang="en-US" altLang="zh-CN" sz="2000" b="1" i="1" dirty="0">
                <a:solidFill>
                  <a:schemeClr val="tx1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a</a:t>
            </a:r>
            <a:r>
              <a:rPr lang="zh-CN" altLang="en-US" sz="2000" b="1" dirty="0">
                <a:solidFill>
                  <a:schemeClr val="tx1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移进栈</a:t>
            </a:r>
            <a:endParaRPr lang="en-US" altLang="zh-CN" sz="2000" b="1" dirty="0">
              <a:solidFill>
                <a:srgbClr val="0070C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marL="273050" lvl="1" eaLnBrk="1" hangingPunct="1">
              <a:lnSpc>
                <a:spcPct val="900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000" b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待约项目</a:t>
            </a:r>
            <a:r>
              <a:rPr lang="zh-CN" altLang="en-US" sz="2000" b="1" dirty="0">
                <a:solidFill>
                  <a:schemeClr val="tx1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：形如</a:t>
            </a:r>
            <a:r>
              <a:rPr lang="en-US" altLang="zh-CN" sz="2000" b="1" i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A</a:t>
            </a:r>
            <a:r>
              <a:rPr lang="en-US" altLang="zh-CN" sz="2000" b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→</a:t>
            </a:r>
            <a:r>
              <a:rPr lang="en-US" altLang="zh-CN" sz="2000" b="1" i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α</a:t>
            </a:r>
            <a:r>
              <a:rPr lang="en-US" altLang="zh-CN" sz="2000" b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 </a:t>
            </a:r>
            <a:r>
              <a:rPr lang="en-US" altLang="zh-CN" sz="2000" b="1" i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Bβ</a:t>
            </a:r>
            <a:r>
              <a:rPr lang="zh-CN" alt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，其中</a:t>
            </a:r>
            <a:r>
              <a:rPr lang="en-US" altLang="zh-CN" sz="2000" b="1" i="1" dirty="0">
                <a:solidFill>
                  <a:schemeClr val="tx1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 B</a:t>
            </a:r>
            <a:r>
              <a:rPr lang="en-US" altLang="zh-CN" sz="2000" b="1" dirty="0">
                <a:solidFill>
                  <a:schemeClr val="tx1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∈</a:t>
            </a:r>
            <a:r>
              <a:rPr lang="en-US" altLang="zh-CN" sz="2000" b="1" i="1" dirty="0">
                <a:solidFill>
                  <a:schemeClr val="tx1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V</a:t>
            </a:r>
            <a:r>
              <a:rPr lang="en-US" altLang="zh-CN" sz="2000" b="1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N  </a:t>
            </a:r>
            <a:r>
              <a:rPr lang="zh-CN" altLang="en-US" sz="2000" b="1" dirty="0">
                <a:solidFill>
                  <a:schemeClr val="tx1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，等待归约出</a:t>
            </a:r>
            <a:r>
              <a:rPr lang="en-US" altLang="zh-CN" sz="2000" b="1" i="1" dirty="0">
                <a:solidFill>
                  <a:schemeClr val="tx1"/>
                </a:solidFill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rPr>
              <a:t>B</a:t>
            </a:r>
            <a:endParaRPr lang="zh-CN" altLang="en-US" sz="2000" b="1" i="1" dirty="0">
              <a:solidFill>
                <a:srgbClr val="0070C0"/>
              </a:solidFill>
              <a:latin typeface="Times New Roman" panose="02020603050405020304" pitchFamily="18" charset="0"/>
              <a:ea typeface="华文楷体" panose="02010600040101010101" pitchFamily="2" charset="-122"/>
            </a:endParaRPr>
          </a:p>
          <a:p>
            <a:pPr marL="273050" lvl="1" eaLnBrk="1" hangingPunct="1">
              <a:lnSpc>
                <a:spcPct val="900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000" b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归约项目</a:t>
            </a:r>
            <a:r>
              <a:rPr lang="zh-CN" altLang="en-US" sz="2000" b="1" dirty="0">
                <a:solidFill>
                  <a:schemeClr val="tx1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：形如</a:t>
            </a:r>
            <a:r>
              <a:rPr lang="en-US" altLang="zh-CN" sz="2000" b="1" i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A</a:t>
            </a:r>
            <a:r>
              <a:rPr lang="en-US" altLang="zh-CN" sz="2000" b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→</a:t>
            </a:r>
            <a:r>
              <a:rPr lang="en-US" altLang="zh-CN" sz="2000" b="1" i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α</a:t>
            </a:r>
            <a:r>
              <a:rPr lang="en-US" altLang="zh-CN" sz="2000" b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 </a:t>
            </a:r>
            <a:r>
              <a:rPr lang="zh-CN" altLang="en-US" sz="2000" b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句柄已形成，可以归约</a:t>
            </a:r>
            <a:endParaRPr lang="zh-CN" altLang="en-US" sz="2000" b="1" i="1" dirty="0">
              <a:solidFill>
                <a:srgbClr val="0070C0"/>
              </a:solidFill>
              <a:latin typeface="Times New Roman" panose="02020603050405020304" pitchFamily="18" charset="0"/>
              <a:ea typeface="华文楷体" panose="0201060004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09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09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09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9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5949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5949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949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9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5949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5949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949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9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5949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5949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949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9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5949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5949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949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94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59494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59494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9494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94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59494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59494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9494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94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59494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59494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9494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9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5949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5949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949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9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5949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5949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5949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9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5949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5949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949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95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59495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59495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59495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9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5949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5949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5949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9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5949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5949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5949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9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5949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5949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5949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9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4" dur="500" fill="hold"/>
                                        <p:tgtEl>
                                          <p:spTgt spid="5949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5949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5949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 nodeType="clickPar">
                      <p:stCondLst>
                        <p:cond delay="indefinite"/>
                      </p:stCondLst>
                      <p:childTnLst>
                        <p:par>
                          <p:cTn id="8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9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9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5949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5949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5949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9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5949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5949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5949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 nodeType="clickPar">
                      <p:stCondLst>
                        <p:cond delay="indefinite"/>
                      </p:stCondLst>
                      <p:childTnLst>
                        <p:par>
                          <p:cTn id="10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1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9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5949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5949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5949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9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8" dur="500" fill="hold"/>
                                        <p:tgtEl>
                                          <p:spTgt spid="5949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500" fill="hold"/>
                                        <p:tgtEl>
                                          <p:spTgt spid="5949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5949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 nodeType="clickPar">
                      <p:stCondLst>
                        <p:cond delay="indefinite"/>
                      </p:stCondLst>
                      <p:childTnLst>
                        <p:par>
                          <p:cTn id="1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3" presetID="53" presetClass="exit" presetSubtype="32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4" dur="500"/>
                                        <p:tgtEl>
                                          <p:spTgt spid="5949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500"/>
                                        <p:tgtEl>
                                          <p:spTgt spid="5949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16" dur="500"/>
                                        <p:tgtEl>
                                          <p:spTgt spid="5949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949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9" dur="500"/>
                                        <p:tgtEl>
                                          <p:spTgt spid="5949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500"/>
                                        <p:tgtEl>
                                          <p:spTgt spid="5949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21" dur="500"/>
                                        <p:tgtEl>
                                          <p:spTgt spid="5949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949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24" dur="500"/>
                                        <p:tgtEl>
                                          <p:spTgt spid="5949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500"/>
                                        <p:tgtEl>
                                          <p:spTgt spid="5949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26" dur="500"/>
                                        <p:tgtEl>
                                          <p:spTgt spid="5949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949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8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29" dur="500"/>
                                        <p:tgtEl>
                                          <p:spTgt spid="5949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0" dur="500"/>
                                        <p:tgtEl>
                                          <p:spTgt spid="5949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31" dur="500"/>
                                        <p:tgtEl>
                                          <p:spTgt spid="5949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949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75" grpId="0" animBg="1"/>
      <p:bldP spid="594948" grpId="0" build="allAtOnce"/>
      <p:bldP spid="594949" grpId="0" build="allAtOnce"/>
      <p:bldP spid="594950" grpId="0" build="allAtOnce"/>
      <p:bldP spid="594951" grpId="0" build="allAtOnce"/>
      <p:bldP spid="594952" grpId="0" build="allAtOnce"/>
      <p:bldP spid="594954" grpId="0" animBg="1"/>
      <p:bldP spid="594954" grpId="1" animBg="1"/>
      <p:bldP spid="594955" grpId="0" animBg="1"/>
      <p:bldP spid="594955" grpId="1" animBg="1"/>
      <p:bldP spid="594956" grpId="0" animBg="1"/>
      <p:bldP spid="594956" grpId="1" animBg="1"/>
      <p:bldP spid="594957" grpId="0" animBg="1"/>
      <p:bldP spid="594957" grpId="1" animBg="1"/>
      <p:bldP spid="14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75" name="Rectangle 15"/>
          <p:cNvSpPr>
            <a:spLocks noChangeArrowheads="1"/>
          </p:cNvSpPr>
          <p:nvPr/>
        </p:nvSpPr>
        <p:spPr bwMode="auto">
          <a:xfrm>
            <a:off x="388938" y="1036638"/>
            <a:ext cx="8326437" cy="37623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273050" indent="-273050" eaLnBrk="1" hangingPunct="1">
              <a:lnSpc>
                <a:spcPct val="90000"/>
              </a:lnSpc>
              <a:spcBef>
                <a:spcPct val="20000"/>
              </a:spcBef>
              <a:buClr>
                <a:srgbClr val="31B6FD"/>
              </a:buClr>
              <a:buSzPct val="100000"/>
              <a:defRPr/>
            </a:pPr>
            <a:r>
              <a:rPr lang="en-US" altLang="zh-CN" sz="2500" b="1" dirty="0">
                <a:solidFill>
                  <a:srgbClr val="000000"/>
                </a:solidFill>
                <a:latin typeface="宋体" pitchFamily="2" charset="-122"/>
                <a:cs typeface="Times New Roman" pitchFamily="18" charset="0"/>
              </a:rPr>
              <a:t>① </a:t>
            </a:r>
            <a:r>
              <a:rPr lang="en-US" altLang="zh-CN" sz="2500" b="1" i="1" dirty="0">
                <a:solidFill>
                  <a:srgbClr val="000000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S'</a:t>
            </a:r>
            <a:r>
              <a:rPr lang="en-US" altLang="zh-CN" sz="2500" b="1" dirty="0">
                <a:solidFill>
                  <a:srgbClr val="000000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→</a:t>
            </a:r>
            <a:r>
              <a:rPr lang="en-US" altLang="zh-CN" sz="2500" b="1" i="1" dirty="0">
                <a:solidFill>
                  <a:srgbClr val="000000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S  </a:t>
            </a:r>
            <a:r>
              <a:rPr lang="en-US" altLang="zh-CN" sz="2500" b="1" dirty="0">
                <a:solidFill>
                  <a:srgbClr val="000000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   </a:t>
            </a:r>
            <a:r>
              <a:rPr lang="en-US" altLang="zh-CN" sz="2500" b="1" dirty="0">
                <a:solidFill>
                  <a:srgbClr val="000000"/>
                </a:solidFill>
                <a:latin typeface="宋体" pitchFamily="2" charset="-122"/>
                <a:cs typeface="Times New Roman" pitchFamily="18" charset="0"/>
              </a:rPr>
              <a:t>② </a:t>
            </a:r>
            <a:r>
              <a:rPr lang="en-US" altLang="zh-CN" sz="2500" b="1" i="1" dirty="0" err="1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S</a:t>
            </a:r>
            <a:r>
              <a:rPr lang="en-US" altLang="zh-CN" sz="2500" b="1" dirty="0" err="1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→v</a:t>
            </a:r>
            <a:r>
              <a:rPr lang="en-US" altLang="zh-CN" sz="2500" b="1" i="1" dirty="0" err="1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I</a:t>
            </a:r>
            <a:r>
              <a:rPr lang="en-US" altLang="zh-CN" sz="2500" b="1" dirty="0" err="1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:</a:t>
            </a:r>
            <a:r>
              <a:rPr lang="en-US" altLang="zh-CN" sz="2500" b="1" i="1" dirty="0" err="1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T</a:t>
            </a:r>
            <a:r>
              <a:rPr lang="en-US" altLang="zh-CN" sz="2500" b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    </a:t>
            </a:r>
            <a:r>
              <a:rPr lang="en-US" altLang="zh-CN" sz="2500" b="1" dirty="0">
                <a:solidFill>
                  <a:srgbClr val="000000"/>
                </a:solidFill>
                <a:latin typeface="宋体" pitchFamily="2" charset="-122"/>
                <a:cs typeface="Times New Roman" pitchFamily="18" charset="0"/>
              </a:rPr>
              <a:t>③ </a:t>
            </a:r>
            <a:r>
              <a:rPr lang="en-US" altLang="zh-CN" sz="2500" b="1" i="1" dirty="0" err="1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I</a:t>
            </a:r>
            <a:r>
              <a:rPr lang="en-US" altLang="zh-CN" sz="2500" b="1" dirty="0" err="1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→</a:t>
            </a:r>
            <a:r>
              <a:rPr lang="en-US" altLang="zh-CN" sz="2500" b="1" i="1" dirty="0" err="1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I</a:t>
            </a:r>
            <a:r>
              <a:rPr lang="en-US" altLang="zh-CN" sz="2500" b="1" dirty="0" err="1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,i</a:t>
            </a:r>
            <a:r>
              <a:rPr lang="en-US" altLang="zh-CN" sz="2500" b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     </a:t>
            </a:r>
            <a:r>
              <a:rPr lang="en-US" altLang="zh-CN" sz="2500" b="1" dirty="0">
                <a:solidFill>
                  <a:srgbClr val="000000"/>
                </a:solidFill>
                <a:latin typeface="宋体" pitchFamily="2" charset="-122"/>
                <a:cs typeface="Times New Roman" pitchFamily="18" charset="0"/>
              </a:rPr>
              <a:t>④ </a:t>
            </a:r>
            <a:r>
              <a:rPr lang="en-US" altLang="zh-CN" sz="2500" b="1" i="1" dirty="0" err="1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I</a:t>
            </a:r>
            <a:r>
              <a:rPr lang="en-US" altLang="zh-CN" sz="2500" b="1" dirty="0" err="1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→i</a:t>
            </a:r>
            <a:r>
              <a:rPr lang="en-US" altLang="zh-CN" sz="2500" b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     </a:t>
            </a:r>
            <a:r>
              <a:rPr lang="en-US" altLang="zh-CN" sz="2500" b="1" dirty="0">
                <a:solidFill>
                  <a:srgbClr val="000000"/>
                </a:solidFill>
                <a:latin typeface="宋体" pitchFamily="2" charset="-122"/>
                <a:cs typeface="Times New Roman" pitchFamily="18" charset="0"/>
              </a:rPr>
              <a:t>⑤ </a:t>
            </a:r>
            <a:r>
              <a:rPr lang="en-US" altLang="zh-CN" sz="25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T</a:t>
            </a:r>
            <a:r>
              <a:rPr lang="en-US" altLang="zh-CN" sz="2500" b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→r</a:t>
            </a:r>
          </a:p>
        </p:txBody>
      </p:sp>
      <p:sp>
        <p:nvSpPr>
          <p:cNvPr id="61443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文法中的</a:t>
            </a:r>
            <a:r>
              <a:rPr lang="en-US" altLang="zh-CN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LR(0)</a:t>
            </a:r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项目</a:t>
            </a:r>
          </a:p>
        </p:txBody>
      </p:sp>
      <p:sp>
        <p:nvSpPr>
          <p:cNvPr id="594948" name="Rectangle 4"/>
          <p:cNvSpPr>
            <a:spLocks noChangeArrowheads="1"/>
          </p:cNvSpPr>
          <p:nvPr/>
        </p:nvSpPr>
        <p:spPr bwMode="auto">
          <a:xfrm>
            <a:off x="395288" y="2621199"/>
            <a:ext cx="1439862" cy="7848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ts val="600"/>
              </a:spcBef>
            </a:pP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(0) </a:t>
            </a:r>
            <a:r>
              <a:rPr lang="en-US" altLang="zh-CN" sz="2000" b="1" i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S'</a:t>
            </a: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→</a:t>
            </a:r>
            <a:r>
              <a:rPr lang="en-US" altLang="zh-CN" sz="2000" b="1" dirty="0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·</a:t>
            </a:r>
            <a:r>
              <a:rPr lang="en-US" altLang="zh-CN" sz="2000" b="1" i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S</a:t>
            </a:r>
          </a:p>
          <a:p>
            <a:pPr eaLnBrk="1" hangingPunct="1">
              <a:spcBef>
                <a:spcPts val="600"/>
              </a:spcBef>
            </a:pP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(1) </a:t>
            </a:r>
            <a:r>
              <a:rPr lang="en-US" altLang="zh-CN" sz="2000" b="1" i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S'</a:t>
            </a: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→</a:t>
            </a:r>
            <a:r>
              <a:rPr lang="en-US" altLang="zh-CN" sz="2000" b="1" i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S</a:t>
            </a:r>
            <a:r>
              <a:rPr lang="en-US" altLang="zh-CN" sz="2000" b="1" dirty="0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楷体_GB2312"/>
              </a:rPr>
              <a:t>  </a:t>
            </a:r>
          </a:p>
        </p:txBody>
      </p:sp>
      <p:sp>
        <p:nvSpPr>
          <p:cNvPr id="594949" name="Rectangle 5"/>
          <p:cNvSpPr>
            <a:spLocks noChangeArrowheads="1"/>
          </p:cNvSpPr>
          <p:nvPr/>
        </p:nvSpPr>
        <p:spPr bwMode="auto">
          <a:xfrm>
            <a:off x="2051050" y="1465263"/>
            <a:ext cx="1781175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ts val="600"/>
              </a:spcBef>
            </a:pP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(2) </a:t>
            </a:r>
            <a:r>
              <a:rPr lang="en-US" altLang="zh-CN" sz="2000" b="1" i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S</a:t>
            </a: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→</a:t>
            </a:r>
            <a:r>
              <a:rPr lang="en-US" altLang="zh-CN" sz="2000" b="1" dirty="0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·</a:t>
            </a:r>
            <a:r>
              <a:rPr lang="en-US" altLang="zh-CN" sz="2000" b="1" dirty="0" err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v</a:t>
            </a:r>
            <a:r>
              <a:rPr lang="en-US" altLang="zh-CN" sz="2000" b="1" i="1" dirty="0" err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I</a:t>
            </a:r>
            <a:r>
              <a:rPr lang="en-US" altLang="zh-CN" sz="2000" b="1" dirty="0" err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:</a:t>
            </a:r>
            <a:r>
              <a:rPr lang="en-US" altLang="zh-CN" sz="2000" b="1" i="1" dirty="0" err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T</a:t>
            </a: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 </a:t>
            </a:r>
          </a:p>
          <a:p>
            <a:pPr eaLnBrk="1" hangingPunct="1">
              <a:spcBef>
                <a:spcPts val="600"/>
              </a:spcBef>
            </a:pP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(3) </a:t>
            </a:r>
            <a:r>
              <a:rPr lang="en-US" altLang="zh-CN" sz="2000" b="1" i="1" dirty="0" err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S</a:t>
            </a:r>
            <a:r>
              <a:rPr lang="en-US" altLang="zh-CN" sz="2000" b="1" dirty="0" err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→v</a:t>
            </a:r>
            <a:r>
              <a:rPr lang="en-US" altLang="zh-CN" sz="20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r>
              <a:rPr lang="en-US" altLang="zh-CN" sz="2000" b="1" i="1" dirty="0" err="1">
                <a:latin typeface="Times New Roman" panose="02020603050405020304" pitchFamily="18" charset="0"/>
                <a:ea typeface="楷体_GB2312"/>
                <a:cs typeface="楷体_GB2312"/>
              </a:rPr>
              <a:t>I</a:t>
            </a:r>
            <a:r>
              <a:rPr lang="en-US" altLang="zh-CN" sz="2000" b="1" dirty="0" err="1">
                <a:latin typeface="Times New Roman" panose="02020603050405020304" pitchFamily="18" charset="0"/>
                <a:ea typeface="楷体_GB2312"/>
                <a:cs typeface="楷体_GB2312"/>
              </a:rPr>
              <a:t>:</a:t>
            </a:r>
            <a:r>
              <a:rPr lang="en-US" altLang="zh-CN" sz="2000" b="1" i="1" dirty="0" err="1">
                <a:latin typeface="Times New Roman" panose="02020603050405020304" pitchFamily="18" charset="0"/>
                <a:ea typeface="楷体_GB2312"/>
                <a:cs typeface="楷体_GB2312"/>
              </a:rPr>
              <a:t>T</a:t>
            </a:r>
            <a:endParaRPr lang="en-US" altLang="zh-CN" sz="2000" b="1" i="1" dirty="0">
              <a:latin typeface="Times New Roman" panose="02020603050405020304" pitchFamily="18" charset="0"/>
              <a:ea typeface="楷体_GB2312"/>
              <a:cs typeface="楷体_GB2312"/>
            </a:endParaRPr>
          </a:p>
          <a:p>
            <a:pPr eaLnBrk="1" hangingPunct="1">
              <a:spcBef>
                <a:spcPts val="600"/>
              </a:spcBef>
            </a:pP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楷体_GB2312"/>
              </a:rPr>
              <a:t>(4) </a:t>
            </a:r>
            <a:r>
              <a:rPr lang="en-US" altLang="zh-CN" sz="2000" b="1" i="1" dirty="0" err="1">
                <a:latin typeface="Times New Roman" panose="02020603050405020304" pitchFamily="18" charset="0"/>
                <a:ea typeface="楷体_GB2312"/>
                <a:cs typeface="楷体_GB2312"/>
              </a:rPr>
              <a:t>S</a:t>
            </a:r>
            <a:r>
              <a:rPr lang="en-US" altLang="zh-CN" sz="2000" b="1" dirty="0" err="1">
                <a:latin typeface="Times New Roman" panose="02020603050405020304" pitchFamily="18" charset="0"/>
                <a:ea typeface="楷体_GB2312"/>
                <a:cs typeface="楷体_GB2312"/>
              </a:rPr>
              <a:t>→v</a:t>
            </a:r>
            <a:r>
              <a:rPr lang="en-US" altLang="zh-CN" sz="2000" b="1" i="1" dirty="0" err="1">
                <a:latin typeface="Times New Roman" panose="02020603050405020304" pitchFamily="18" charset="0"/>
                <a:ea typeface="楷体_GB2312"/>
                <a:cs typeface="楷体_GB2312"/>
              </a:rPr>
              <a:t>I</a:t>
            </a:r>
            <a:r>
              <a:rPr lang="en-US" altLang="zh-CN" sz="2000" b="1" dirty="0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楷体_GB2312"/>
              </a:rPr>
              <a:t>:</a:t>
            </a:r>
            <a:r>
              <a:rPr lang="en-US" altLang="zh-CN" sz="2000" b="1" i="1" dirty="0">
                <a:latin typeface="Times New Roman" panose="02020603050405020304" pitchFamily="18" charset="0"/>
                <a:ea typeface="楷体_GB2312"/>
                <a:cs typeface="楷体_GB2312"/>
              </a:rPr>
              <a:t>T</a:t>
            </a:r>
          </a:p>
          <a:p>
            <a:pPr eaLnBrk="1" hangingPunct="1">
              <a:spcBef>
                <a:spcPts val="600"/>
              </a:spcBef>
            </a:pP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楷体_GB2312"/>
              </a:rPr>
              <a:t>(5) </a:t>
            </a:r>
            <a:r>
              <a:rPr lang="en-US" altLang="zh-CN" sz="2000" b="1" i="1" dirty="0" err="1">
                <a:latin typeface="Times New Roman" panose="02020603050405020304" pitchFamily="18" charset="0"/>
                <a:ea typeface="楷体_GB2312"/>
                <a:cs typeface="楷体_GB2312"/>
              </a:rPr>
              <a:t>S</a:t>
            </a:r>
            <a:r>
              <a:rPr lang="en-US" altLang="zh-CN" sz="2000" b="1" dirty="0" err="1">
                <a:latin typeface="Times New Roman" panose="02020603050405020304" pitchFamily="18" charset="0"/>
                <a:ea typeface="楷体_GB2312"/>
                <a:cs typeface="楷体_GB2312"/>
              </a:rPr>
              <a:t>→v</a:t>
            </a:r>
            <a:r>
              <a:rPr lang="en-US" altLang="zh-CN" sz="2000" b="1" i="1" dirty="0" err="1">
                <a:latin typeface="Times New Roman" panose="02020603050405020304" pitchFamily="18" charset="0"/>
                <a:ea typeface="楷体_GB2312"/>
                <a:cs typeface="楷体_GB2312"/>
              </a:rPr>
              <a:t>I</a:t>
            </a: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楷体_GB2312"/>
              </a:rPr>
              <a:t>:</a:t>
            </a:r>
            <a:r>
              <a:rPr lang="en-US" altLang="zh-CN" sz="2000" b="1" dirty="0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r>
              <a:rPr lang="en-US" altLang="zh-CN" sz="2000" b="1" i="1" dirty="0">
                <a:latin typeface="Times New Roman" panose="02020603050405020304" pitchFamily="18" charset="0"/>
                <a:ea typeface="楷体_GB2312"/>
                <a:cs typeface="楷体_GB2312"/>
              </a:rPr>
              <a:t>T</a:t>
            </a:r>
          </a:p>
          <a:p>
            <a:pPr eaLnBrk="1" hangingPunct="1">
              <a:spcBef>
                <a:spcPts val="600"/>
              </a:spcBef>
            </a:pP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楷体_GB2312"/>
              </a:rPr>
              <a:t>(6) </a:t>
            </a:r>
            <a:r>
              <a:rPr lang="en-US" altLang="zh-CN" sz="2000" b="1" i="1" dirty="0" err="1">
                <a:latin typeface="Times New Roman" panose="02020603050405020304" pitchFamily="18" charset="0"/>
                <a:ea typeface="楷体_GB2312"/>
                <a:cs typeface="楷体_GB2312"/>
              </a:rPr>
              <a:t>S</a:t>
            </a:r>
            <a:r>
              <a:rPr lang="en-US" altLang="zh-CN" sz="2000" b="1" dirty="0" err="1">
                <a:latin typeface="Times New Roman" panose="02020603050405020304" pitchFamily="18" charset="0"/>
                <a:ea typeface="楷体_GB2312"/>
                <a:cs typeface="楷体_GB2312"/>
              </a:rPr>
              <a:t>→v</a:t>
            </a:r>
            <a:r>
              <a:rPr lang="en-US" altLang="zh-CN" sz="2000" b="1" i="1" dirty="0" err="1">
                <a:latin typeface="Times New Roman" panose="02020603050405020304" pitchFamily="18" charset="0"/>
                <a:ea typeface="楷体_GB2312"/>
                <a:cs typeface="楷体_GB2312"/>
              </a:rPr>
              <a:t>I</a:t>
            </a:r>
            <a:r>
              <a:rPr lang="en-US" altLang="zh-CN" sz="2000" b="1" dirty="0" err="1">
                <a:latin typeface="Times New Roman" panose="02020603050405020304" pitchFamily="18" charset="0"/>
                <a:ea typeface="楷体_GB2312"/>
                <a:cs typeface="楷体_GB2312"/>
              </a:rPr>
              <a:t>:</a:t>
            </a:r>
            <a:r>
              <a:rPr lang="en-US" altLang="zh-CN" sz="2000" b="1" i="1" dirty="0" err="1">
                <a:latin typeface="Times New Roman" panose="02020603050405020304" pitchFamily="18" charset="0"/>
                <a:ea typeface="楷体_GB2312"/>
                <a:cs typeface="楷体_GB2312"/>
              </a:rPr>
              <a:t>T</a:t>
            </a:r>
            <a:r>
              <a:rPr lang="en-US" altLang="zh-CN" sz="2000" b="1" dirty="0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楷体_GB2312"/>
              </a:rPr>
              <a:t> </a:t>
            </a:r>
          </a:p>
        </p:txBody>
      </p:sp>
      <p:sp>
        <p:nvSpPr>
          <p:cNvPr id="594950" name="Rectangle 6"/>
          <p:cNvSpPr>
            <a:spLocks noChangeArrowheads="1"/>
          </p:cNvSpPr>
          <p:nvPr/>
        </p:nvSpPr>
        <p:spPr bwMode="auto">
          <a:xfrm>
            <a:off x="3995738" y="1861929"/>
            <a:ext cx="1493837" cy="15542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ts val="600"/>
              </a:spcBef>
            </a:pP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(7)  </a:t>
            </a:r>
            <a:r>
              <a:rPr lang="en-US" altLang="zh-CN" sz="2000" b="1" i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I</a:t>
            </a: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→</a:t>
            </a:r>
            <a:r>
              <a:rPr lang="en-US" altLang="zh-CN" sz="2000" b="1" dirty="0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·</a:t>
            </a:r>
            <a:r>
              <a:rPr lang="en-US" altLang="zh-CN" sz="2000" b="1" i="1" dirty="0" err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I</a:t>
            </a:r>
            <a:r>
              <a:rPr lang="en-US" altLang="zh-CN" sz="2000" b="1" dirty="0" err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,i</a:t>
            </a:r>
            <a:endParaRPr lang="en-US" altLang="zh-CN" sz="2000" b="1" dirty="0">
              <a:latin typeface="Times New Roman" panose="02020603050405020304" pitchFamily="18" charset="0"/>
              <a:ea typeface="楷体_GB2312"/>
              <a:cs typeface="Times New Roman" panose="02020603050405020304" pitchFamily="18" charset="0"/>
            </a:endParaRPr>
          </a:p>
          <a:p>
            <a:pPr eaLnBrk="1" hangingPunct="1">
              <a:spcBef>
                <a:spcPts val="600"/>
              </a:spcBef>
            </a:pP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(8)  </a:t>
            </a:r>
            <a:r>
              <a:rPr lang="en-US" altLang="zh-CN" sz="2000" b="1" i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I</a:t>
            </a: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→</a:t>
            </a:r>
            <a:r>
              <a:rPr lang="en-US" altLang="zh-CN" sz="2000" b="1" i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I</a:t>
            </a:r>
            <a:r>
              <a:rPr lang="en-US" altLang="zh-CN" sz="2000" b="1" dirty="0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楷体_GB2312"/>
              </a:rPr>
              <a:t>,</a:t>
            </a:r>
            <a:r>
              <a:rPr lang="en-US" altLang="zh-CN" sz="2000" b="1" dirty="0" err="1">
                <a:latin typeface="Times New Roman" panose="02020603050405020304" pitchFamily="18" charset="0"/>
                <a:ea typeface="楷体_GB2312"/>
                <a:cs typeface="楷体_GB2312"/>
              </a:rPr>
              <a:t>i</a:t>
            </a:r>
            <a:endParaRPr lang="en-US" altLang="zh-CN" sz="2000" b="1" dirty="0">
              <a:latin typeface="Times New Roman" panose="02020603050405020304" pitchFamily="18" charset="0"/>
              <a:ea typeface="楷体_GB2312"/>
              <a:cs typeface="楷体_GB2312"/>
            </a:endParaRPr>
          </a:p>
          <a:p>
            <a:pPr eaLnBrk="1" hangingPunct="1">
              <a:spcBef>
                <a:spcPts val="600"/>
              </a:spcBef>
            </a:pP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楷体_GB2312"/>
              </a:rPr>
              <a:t>(9) </a:t>
            </a:r>
            <a:r>
              <a:rPr lang="en-US" altLang="zh-CN" sz="2000" b="1" i="1" dirty="0">
                <a:latin typeface="Times New Roman" panose="02020603050405020304" pitchFamily="18" charset="0"/>
                <a:ea typeface="楷体_GB2312"/>
                <a:cs typeface="楷体_GB2312"/>
              </a:rPr>
              <a:t> I</a:t>
            </a: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楷体_GB2312"/>
              </a:rPr>
              <a:t>→</a:t>
            </a:r>
            <a:r>
              <a:rPr lang="en-US" altLang="zh-CN" sz="2000" b="1" i="1" dirty="0">
                <a:latin typeface="Times New Roman" panose="02020603050405020304" pitchFamily="18" charset="0"/>
                <a:ea typeface="楷体_GB2312"/>
                <a:cs typeface="楷体_GB2312"/>
              </a:rPr>
              <a:t>I</a:t>
            </a: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楷体_GB2312"/>
              </a:rPr>
              <a:t>,</a:t>
            </a:r>
            <a:r>
              <a:rPr lang="en-US" altLang="zh-CN" sz="2000" b="1" dirty="0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r>
              <a:rPr lang="en-US" altLang="zh-CN" sz="2000" b="1" dirty="0" err="1">
                <a:latin typeface="Times New Roman" panose="02020603050405020304" pitchFamily="18" charset="0"/>
                <a:ea typeface="楷体_GB2312"/>
                <a:cs typeface="楷体_GB2312"/>
              </a:rPr>
              <a:t>i</a:t>
            </a:r>
            <a:endParaRPr lang="en-US" altLang="zh-CN" sz="2000" b="1" dirty="0">
              <a:latin typeface="Times New Roman" panose="02020603050405020304" pitchFamily="18" charset="0"/>
              <a:ea typeface="楷体_GB2312"/>
              <a:cs typeface="楷体_GB2312"/>
            </a:endParaRPr>
          </a:p>
          <a:p>
            <a:pPr eaLnBrk="1" hangingPunct="1">
              <a:spcBef>
                <a:spcPts val="600"/>
              </a:spcBef>
            </a:pP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楷体_GB2312"/>
              </a:rPr>
              <a:t>(10)</a:t>
            </a:r>
            <a:r>
              <a:rPr lang="en-US" altLang="zh-CN" sz="2000" b="1" i="1" dirty="0" err="1">
                <a:latin typeface="Times New Roman" panose="02020603050405020304" pitchFamily="18" charset="0"/>
                <a:ea typeface="楷体_GB2312"/>
                <a:cs typeface="楷体_GB2312"/>
              </a:rPr>
              <a:t>I</a:t>
            </a:r>
            <a:r>
              <a:rPr lang="en-US" altLang="zh-CN" sz="2000" b="1" dirty="0" err="1">
                <a:latin typeface="Times New Roman" panose="02020603050405020304" pitchFamily="18" charset="0"/>
                <a:ea typeface="楷体_GB2312"/>
                <a:cs typeface="楷体_GB2312"/>
              </a:rPr>
              <a:t>→</a:t>
            </a:r>
            <a:r>
              <a:rPr lang="en-US" altLang="zh-CN" sz="2000" b="1" i="1" dirty="0" err="1">
                <a:latin typeface="Times New Roman" panose="02020603050405020304" pitchFamily="18" charset="0"/>
                <a:ea typeface="楷体_GB2312"/>
                <a:cs typeface="楷体_GB2312"/>
              </a:rPr>
              <a:t>I</a:t>
            </a:r>
            <a:r>
              <a:rPr lang="en-US" altLang="zh-CN" sz="2000" b="1" dirty="0" err="1">
                <a:latin typeface="Times New Roman" panose="02020603050405020304" pitchFamily="18" charset="0"/>
                <a:ea typeface="楷体_GB2312"/>
                <a:cs typeface="楷体_GB2312"/>
              </a:rPr>
              <a:t>,i</a:t>
            </a:r>
            <a:r>
              <a:rPr lang="en-US" altLang="zh-CN" sz="2000" b="1" dirty="0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endParaRPr lang="en-US" altLang="zh-CN" sz="2000" b="1" dirty="0">
              <a:latin typeface="Times New Roman" panose="02020603050405020304" pitchFamily="18" charset="0"/>
              <a:ea typeface="楷体_GB2312"/>
              <a:cs typeface="楷体_GB2312"/>
            </a:endParaRPr>
          </a:p>
        </p:txBody>
      </p:sp>
      <p:sp>
        <p:nvSpPr>
          <p:cNvPr id="594951" name="Rectangle 7"/>
          <p:cNvSpPr>
            <a:spLocks noChangeArrowheads="1"/>
          </p:cNvSpPr>
          <p:nvPr/>
        </p:nvSpPr>
        <p:spPr bwMode="auto">
          <a:xfrm>
            <a:off x="5795963" y="2638642"/>
            <a:ext cx="1493837" cy="7848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ts val="600"/>
              </a:spcBef>
            </a:pP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(11) </a:t>
            </a:r>
            <a:r>
              <a:rPr lang="en-US" altLang="zh-CN" sz="2000" b="1" i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I</a:t>
            </a: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→</a:t>
            </a:r>
            <a:r>
              <a:rPr lang="en-US" altLang="zh-CN" sz="2000" b="1" dirty="0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·</a:t>
            </a:r>
            <a:r>
              <a:rPr lang="en-US" altLang="zh-CN" sz="2000" b="1" dirty="0" err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i</a:t>
            </a:r>
            <a:endParaRPr lang="en-US" altLang="zh-CN" sz="2000" b="1" dirty="0">
              <a:latin typeface="Times New Roman" panose="02020603050405020304" pitchFamily="18" charset="0"/>
              <a:ea typeface="楷体_GB2312"/>
              <a:cs typeface="Times New Roman" panose="02020603050405020304" pitchFamily="18" charset="0"/>
            </a:endParaRPr>
          </a:p>
          <a:p>
            <a:pPr eaLnBrk="1" hangingPunct="1">
              <a:spcBef>
                <a:spcPts val="600"/>
              </a:spcBef>
            </a:pP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(12) </a:t>
            </a:r>
            <a:r>
              <a:rPr lang="en-US" altLang="zh-CN" sz="2000" b="1" i="1" dirty="0" err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I</a:t>
            </a:r>
            <a:r>
              <a:rPr lang="en-US" altLang="zh-CN" sz="2000" b="1" dirty="0" err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→i</a:t>
            </a:r>
            <a:r>
              <a:rPr lang="en-US" altLang="zh-CN" sz="2000" b="1" dirty="0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endParaRPr lang="en-US" altLang="zh-CN" sz="2000" b="1" dirty="0">
              <a:latin typeface="Times New Roman" panose="02020603050405020304" pitchFamily="18" charset="0"/>
              <a:ea typeface="楷体_GB2312"/>
              <a:cs typeface="楷体_GB2312"/>
            </a:endParaRPr>
          </a:p>
        </p:txBody>
      </p:sp>
      <p:sp>
        <p:nvSpPr>
          <p:cNvPr id="594952" name="Rectangle 8"/>
          <p:cNvSpPr>
            <a:spLocks noChangeArrowheads="1"/>
          </p:cNvSpPr>
          <p:nvPr/>
        </p:nvSpPr>
        <p:spPr bwMode="auto">
          <a:xfrm>
            <a:off x="7235825" y="2638642"/>
            <a:ext cx="1441450" cy="7848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ts val="600"/>
              </a:spcBef>
            </a:pPr>
            <a:r>
              <a:rPr lang="en-US" altLang="zh-CN" sz="2000" b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(13) </a:t>
            </a:r>
            <a:r>
              <a:rPr lang="en-US" altLang="zh-CN" sz="2000" b="1" i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T</a:t>
            </a:r>
            <a:r>
              <a:rPr lang="en-US" altLang="zh-CN" sz="2000" b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→</a:t>
            </a:r>
            <a:r>
              <a:rPr lang="en-US" altLang="zh-CN" sz="2000" b="1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·</a:t>
            </a:r>
            <a:r>
              <a:rPr lang="en-US" altLang="zh-CN" sz="2000" b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r</a:t>
            </a:r>
          </a:p>
          <a:p>
            <a:pPr eaLnBrk="1" hangingPunct="1">
              <a:spcBef>
                <a:spcPts val="600"/>
              </a:spcBef>
            </a:pPr>
            <a:r>
              <a:rPr lang="en-US" altLang="zh-CN" sz="2000" b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(14) </a:t>
            </a:r>
            <a:r>
              <a:rPr lang="en-US" altLang="zh-CN" sz="2000" b="1" i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T</a:t>
            </a:r>
            <a:r>
              <a:rPr lang="en-US" altLang="zh-CN" sz="2000" b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→r</a:t>
            </a:r>
            <a:r>
              <a:rPr lang="en-US" altLang="zh-CN" sz="2000" b="1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endParaRPr lang="en-US" altLang="zh-CN" sz="2000" b="1">
              <a:latin typeface="Times New Roman" panose="02020603050405020304" pitchFamily="18" charset="0"/>
              <a:ea typeface="楷体_GB2312"/>
              <a:cs typeface="楷体_GB2312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888C92A-8815-4DE8-8675-F08B5F5D9A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421" y="3507504"/>
            <a:ext cx="8320087" cy="154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73050" indent="-2730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576263" indent="-2730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sz="2200" b="1" dirty="0">
                <a:solidFill>
                  <a:srgbClr val="0070C0"/>
                </a:solidFill>
                <a:latin typeface="楷体" panose="02010609060101010101" pitchFamily="49" charset="-122"/>
                <a:ea typeface="华文楷体" panose="02010600040101010101" pitchFamily="2" charset="-122"/>
              </a:rPr>
              <a:t>后继项目</a:t>
            </a:r>
            <a:r>
              <a:rPr lang="zh-CN" altLang="en-US" sz="1600" b="1" dirty="0">
                <a:solidFill>
                  <a:srgbClr val="000000"/>
                </a:solidFill>
                <a:latin typeface="楷体" panose="02010609060101010101" pitchFamily="49" charset="-122"/>
                <a:ea typeface="华文楷体" panose="02010600040101010101" pitchFamily="2" charset="-122"/>
              </a:rPr>
              <a:t>（</a:t>
            </a:r>
            <a:r>
              <a:rPr lang="en-US" altLang="zh-CN" sz="1600" b="1" i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Successive Item</a:t>
            </a:r>
            <a:r>
              <a:rPr lang="en-US" altLang="zh-CN" sz="1600" b="1" dirty="0">
                <a:solidFill>
                  <a:srgbClr val="000000"/>
                </a:solidFill>
                <a:latin typeface="楷体" panose="02010609060101010101" pitchFamily="49" charset="-122"/>
                <a:ea typeface="华文楷体" panose="02010600040101010101" pitchFamily="2" charset="-122"/>
              </a:rPr>
              <a:t>）</a:t>
            </a:r>
            <a:endParaRPr lang="zh-CN" altLang="en-US" sz="1600" b="1" dirty="0">
              <a:solidFill>
                <a:srgbClr val="000000"/>
              </a:solidFill>
              <a:latin typeface="楷体" panose="02010609060101010101" pitchFamily="49" charset="-122"/>
              <a:ea typeface="华文楷体" panose="02010600040101010101" pitchFamily="2" charset="-122"/>
            </a:endParaRPr>
          </a:p>
          <a:p>
            <a:pPr lvl="1" eaLnBrk="1" hangingPunct="1">
              <a:lnSpc>
                <a:spcPct val="90000"/>
              </a:lnSpc>
              <a:buClrTx/>
              <a:buFont typeface="Wingdings" panose="05000000000000000000" pitchFamily="2" charset="2"/>
              <a:buChar char="Ø"/>
            </a:pPr>
            <a:r>
              <a:rPr lang="zh-CN" altLang="en-US" b="1" dirty="0">
                <a:solidFill>
                  <a:srgbClr val="000000"/>
                </a:solidFill>
                <a:latin typeface="楷体" panose="02010609060101010101" pitchFamily="49" charset="-122"/>
                <a:ea typeface="华文楷体" panose="02010600040101010101" pitchFamily="2" charset="-122"/>
              </a:rPr>
              <a:t>同属于一个产生式的项目，但圆点的位置只相差一个符号，</a:t>
            </a:r>
            <a:endParaRPr lang="en-US" altLang="zh-CN" b="1" dirty="0">
              <a:solidFill>
                <a:srgbClr val="000000"/>
              </a:solidFill>
              <a:latin typeface="楷体" panose="02010609060101010101" pitchFamily="49" charset="-122"/>
              <a:ea typeface="华文楷体" panose="02010600040101010101" pitchFamily="2" charset="-122"/>
            </a:endParaRPr>
          </a:p>
          <a:p>
            <a:pPr lvl="1" eaLnBrk="1" hangingPunct="1">
              <a:lnSpc>
                <a:spcPct val="90000"/>
              </a:lnSpc>
              <a:buClrTx/>
              <a:buFontTx/>
              <a:buNone/>
            </a:pPr>
            <a:r>
              <a:rPr lang="en-US" altLang="zh-CN" b="1" dirty="0">
                <a:solidFill>
                  <a:srgbClr val="000000"/>
                </a:solidFill>
                <a:latin typeface="楷体" panose="02010609060101010101" pitchFamily="49" charset="-122"/>
                <a:ea typeface="华文楷体" panose="02010600040101010101" pitchFamily="2" charset="-122"/>
              </a:rPr>
              <a:t>  </a:t>
            </a:r>
            <a:r>
              <a:rPr lang="zh-CN" altLang="en-US" b="1" dirty="0">
                <a:solidFill>
                  <a:srgbClr val="000000"/>
                </a:solidFill>
                <a:latin typeface="楷体" panose="02010609060101010101" pitchFamily="49" charset="-122"/>
                <a:ea typeface="华文楷体" panose="02010600040101010101" pitchFamily="2" charset="-122"/>
              </a:rPr>
              <a:t>则称后者是前者的</a:t>
            </a:r>
            <a:r>
              <a:rPr lang="zh-CN" altLang="en-US" b="1" dirty="0">
                <a:solidFill>
                  <a:srgbClr val="0070C0"/>
                </a:solidFill>
                <a:latin typeface="楷体" panose="02010609060101010101" pitchFamily="49" charset="-122"/>
                <a:ea typeface="华文楷体" panose="02010600040101010101" pitchFamily="2" charset="-122"/>
              </a:rPr>
              <a:t>后继项目</a:t>
            </a:r>
          </a:p>
          <a:p>
            <a:pPr marL="303213" lvl="1" indent="0" eaLnBrk="1" hangingPunct="1">
              <a:lnSpc>
                <a:spcPct val="90000"/>
              </a:lnSpc>
              <a:buClrTx/>
              <a:buNone/>
            </a:pPr>
            <a:r>
              <a:rPr lang="en-US" altLang="zh-CN" b="1" i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     </a:t>
            </a:r>
            <a:r>
              <a:rPr lang="zh-CN" altLang="en-US" b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即：</a:t>
            </a:r>
            <a:r>
              <a:rPr lang="en-US" altLang="zh-CN" b="1" i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A</a:t>
            </a:r>
            <a:r>
              <a:rPr lang="en-US" altLang="zh-CN" b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→</a:t>
            </a:r>
            <a:r>
              <a:rPr lang="en-US" altLang="zh-CN" b="1" i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α</a:t>
            </a:r>
            <a:r>
              <a:rPr lang="en-US" altLang="zh-CN" b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 </a:t>
            </a:r>
            <a:r>
              <a:rPr lang="en-US" altLang="zh-CN" b="1" i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Xβ</a:t>
            </a:r>
            <a:r>
              <a:rPr lang="zh-CN" altLang="en-US" b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的后继项目是</a:t>
            </a:r>
            <a:r>
              <a:rPr lang="en-US" altLang="zh-CN" b="1" i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A</a:t>
            </a:r>
            <a:r>
              <a:rPr lang="en-US" altLang="zh-CN" b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→</a:t>
            </a:r>
            <a:r>
              <a:rPr lang="en-US" altLang="zh-CN" b="1" i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αX</a:t>
            </a:r>
            <a:r>
              <a:rPr lang="en-US" altLang="zh-CN" b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r>
              <a:rPr lang="en-US" altLang="zh-CN" b="1" i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β</a:t>
            </a:r>
            <a:endParaRPr lang="zh-CN" altLang="en-US" b="1" i="1" dirty="0">
              <a:solidFill>
                <a:srgbClr val="0070C0"/>
              </a:solidFill>
              <a:latin typeface="Times New Roman" panose="02020603050405020304" pitchFamily="18" charset="0"/>
              <a:ea typeface="华文楷体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76722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75" name="Rectangle 15"/>
          <p:cNvSpPr>
            <a:spLocks noChangeArrowheads="1"/>
          </p:cNvSpPr>
          <p:nvPr/>
        </p:nvSpPr>
        <p:spPr bwMode="auto">
          <a:xfrm>
            <a:off x="388938" y="1036638"/>
            <a:ext cx="8326437" cy="37623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273050" indent="-273050" eaLnBrk="1" hangingPunct="1">
              <a:lnSpc>
                <a:spcPct val="90000"/>
              </a:lnSpc>
              <a:spcBef>
                <a:spcPct val="20000"/>
              </a:spcBef>
              <a:buClr>
                <a:srgbClr val="31B6FD"/>
              </a:buClr>
              <a:buSzPct val="100000"/>
              <a:defRPr/>
            </a:pPr>
            <a:r>
              <a:rPr lang="en-US" altLang="zh-CN" sz="2500" b="1" dirty="0">
                <a:solidFill>
                  <a:srgbClr val="000000"/>
                </a:solidFill>
                <a:latin typeface="宋体" pitchFamily="2" charset="-122"/>
                <a:cs typeface="Times New Roman" pitchFamily="18" charset="0"/>
              </a:rPr>
              <a:t>① </a:t>
            </a:r>
            <a:r>
              <a:rPr lang="en-US" altLang="zh-CN" sz="2500" b="1" i="1" dirty="0">
                <a:solidFill>
                  <a:srgbClr val="000000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S'</a:t>
            </a:r>
            <a:r>
              <a:rPr lang="en-US" altLang="zh-CN" sz="2500" b="1" dirty="0">
                <a:solidFill>
                  <a:srgbClr val="000000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→</a:t>
            </a:r>
            <a:r>
              <a:rPr lang="en-US" altLang="zh-CN" sz="2500" b="1" i="1" dirty="0">
                <a:solidFill>
                  <a:srgbClr val="000000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S  </a:t>
            </a:r>
            <a:r>
              <a:rPr lang="en-US" altLang="zh-CN" sz="2500" b="1" dirty="0">
                <a:solidFill>
                  <a:srgbClr val="000000"/>
                </a:solidFill>
                <a:latin typeface="Times New Roman" pitchFamily="18" charset="0"/>
                <a:ea typeface="楷体_GB2312" pitchFamily="49" charset="-122"/>
                <a:cs typeface="Times New Roman" pitchFamily="18" charset="0"/>
              </a:rPr>
              <a:t>   </a:t>
            </a:r>
            <a:r>
              <a:rPr lang="en-US" altLang="zh-CN" sz="2500" b="1" dirty="0">
                <a:solidFill>
                  <a:srgbClr val="000000"/>
                </a:solidFill>
                <a:latin typeface="宋体" pitchFamily="2" charset="-122"/>
                <a:cs typeface="Times New Roman" pitchFamily="18" charset="0"/>
              </a:rPr>
              <a:t>② </a:t>
            </a:r>
            <a:r>
              <a:rPr lang="en-US" altLang="zh-CN" sz="2500" b="1" i="1" dirty="0" err="1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S</a:t>
            </a:r>
            <a:r>
              <a:rPr lang="en-US" altLang="zh-CN" sz="2500" b="1" dirty="0" err="1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→v</a:t>
            </a:r>
            <a:r>
              <a:rPr lang="en-US" altLang="zh-CN" sz="2500" b="1" i="1" dirty="0" err="1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I</a:t>
            </a:r>
            <a:r>
              <a:rPr lang="en-US" altLang="zh-CN" sz="2500" b="1" dirty="0" err="1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:</a:t>
            </a:r>
            <a:r>
              <a:rPr lang="en-US" altLang="zh-CN" sz="2500" b="1" i="1" dirty="0" err="1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T</a:t>
            </a:r>
            <a:r>
              <a:rPr lang="en-US" altLang="zh-CN" sz="2500" b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    </a:t>
            </a:r>
            <a:r>
              <a:rPr lang="en-US" altLang="zh-CN" sz="2500" b="1" dirty="0">
                <a:solidFill>
                  <a:srgbClr val="000000"/>
                </a:solidFill>
                <a:latin typeface="宋体" pitchFamily="2" charset="-122"/>
                <a:cs typeface="Times New Roman" pitchFamily="18" charset="0"/>
              </a:rPr>
              <a:t>③ </a:t>
            </a:r>
            <a:r>
              <a:rPr lang="en-US" altLang="zh-CN" sz="2500" b="1" i="1" dirty="0" err="1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I</a:t>
            </a:r>
            <a:r>
              <a:rPr lang="en-US" altLang="zh-CN" sz="2500" b="1" dirty="0" err="1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→</a:t>
            </a:r>
            <a:r>
              <a:rPr lang="en-US" altLang="zh-CN" sz="2500" b="1" i="1" dirty="0" err="1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I</a:t>
            </a:r>
            <a:r>
              <a:rPr lang="en-US" altLang="zh-CN" sz="2500" b="1" dirty="0" err="1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,i</a:t>
            </a:r>
            <a:r>
              <a:rPr lang="en-US" altLang="zh-CN" sz="2500" b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     </a:t>
            </a:r>
            <a:r>
              <a:rPr lang="en-US" altLang="zh-CN" sz="2500" b="1" dirty="0">
                <a:solidFill>
                  <a:srgbClr val="000000"/>
                </a:solidFill>
                <a:latin typeface="宋体" pitchFamily="2" charset="-122"/>
                <a:cs typeface="Times New Roman" pitchFamily="18" charset="0"/>
              </a:rPr>
              <a:t>④ </a:t>
            </a:r>
            <a:r>
              <a:rPr lang="en-US" altLang="zh-CN" sz="2500" b="1" i="1" dirty="0" err="1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I</a:t>
            </a:r>
            <a:r>
              <a:rPr lang="en-US" altLang="zh-CN" sz="2500" b="1" dirty="0" err="1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→i</a:t>
            </a:r>
            <a:r>
              <a:rPr lang="en-US" altLang="zh-CN" sz="2500" b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     </a:t>
            </a:r>
            <a:r>
              <a:rPr lang="en-US" altLang="zh-CN" sz="2500" b="1" dirty="0">
                <a:solidFill>
                  <a:srgbClr val="000000"/>
                </a:solidFill>
                <a:latin typeface="宋体" pitchFamily="2" charset="-122"/>
                <a:cs typeface="Times New Roman" pitchFamily="18" charset="0"/>
              </a:rPr>
              <a:t>⑤ </a:t>
            </a:r>
            <a:r>
              <a:rPr lang="en-US" altLang="zh-CN" sz="25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T</a:t>
            </a:r>
            <a:r>
              <a:rPr lang="en-US" altLang="zh-CN" sz="2500" b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→r</a:t>
            </a:r>
          </a:p>
        </p:txBody>
      </p:sp>
      <p:sp>
        <p:nvSpPr>
          <p:cNvPr id="61443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文法中的</a:t>
            </a:r>
            <a:r>
              <a:rPr lang="en-US" altLang="zh-CN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LR(0)</a:t>
            </a:r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项目</a:t>
            </a:r>
          </a:p>
        </p:txBody>
      </p:sp>
      <p:sp>
        <p:nvSpPr>
          <p:cNvPr id="594948" name="Rectangle 4"/>
          <p:cNvSpPr>
            <a:spLocks noChangeArrowheads="1"/>
          </p:cNvSpPr>
          <p:nvPr/>
        </p:nvSpPr>
        <p:spPr bwMode="auto">
          <a:xfrm>
            <a:off x="395288" y="2621199"/>
            <a:ext cx="1439862" cy="7848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ts val="600"/>
              </a:spcBef>
            </a:pP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(0) </a:t>
            </a:r>
            <a:r>
              <a:rPr lang="en-US" altLang="zh-CN" sz="2000" b="1" i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S'</a:t>
            </a: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→</a:t>
            </a:r>
            <a:r>
              <a:rPr lang="en-US" altLang="zh-CN" sz="2000" b="1" dirty="0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·</a:t>
            </a:r>
            <a:r>
              <a:rPr lang="en-US" altLang="zh-CN" sz="2000" b="1" i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S</a:t>
            </a:r>
          </a:p>
          <a:p>
            <a:pPr eaLnBrk="1" hangingPunct="1">
              <a:spcBef>
                <a:spcPts val="600"/>
              </a:spcBef>
            </a:pP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(1) </a:t>
            </a:r>
            <a:r>
              <a:rPr lang="en-US" altLang="zh-CN" sz="2000" b="1" i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S'</a:t>
            </a: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→</a:t>
            </a:r>
            <a:r>
              <a:rPr lang="en-US" altLang="zh-CN" sz="2000" b="1" i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S</a:t>
            </a:r>
            <a:r>
              <a:rPr lang="en-US" altLang="zh-CN" sz="2000" b="1" dirty="0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楷体_GB2312"/>
              </a:rPr>
              <a:t>  </a:t>
            </a:r>
          </a:p>
        </p:txBody>
      </p:sp>
      <p:sp>
        <p:nvSpPr>
          <p:cNvPr id="594949" name="Rectangle 5"/>
          <p:cNvSpPr>
            <a:spLocks noChangeArrowheads="1"/>
          </p:cNvSpPr>
          <p:nvPr/>
        </p:nvSpPr>
        <p:spPr bwMode="auto">
          <a:xfrm>
            <a:off x="2051050" y="1465263"/>
            <a:ext cx="1781175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ts val="600"/>
              </a:spcBef>
            </a:pP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(2) </a:t>
            </a:r>
            <a:r>
              <a:rPr lang="en-US" altLang="zh-CN" sz="2000" b="1" i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S</a:t>
            </a: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→</a:t>
            </a:r>
            <a:r>
              <a:rPr lang="en-US" altLang="zh-CN" sz="2000" b="1" dirty="0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·</a:t>
            </a:r>
            <a:r>
              <a:rPr lang="en-US" altLang="zh-CN" sz="2000" b="1" dirty="0" err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v</a:t>
            </a:r>
            <a:r>
              <a:rPr lang="en-US" altLang="zh-CN" sz="2000" b="1" i="1" dirty="0" err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I</a:t>
            </a:r>
            <a:r>
              <a:rPr lang="en-US" altLang="zh-CN" sz="2000" b="1" dirty="0" err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:</a:t>
            </a:r>
            <a:r>
              <a:rPr lang="en-US" altLang="zh-CN" sz="2000" b="1" i="1" dirty="0" err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T</a:t>
            </a: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 </a:t>
            </a:r>
          </a:p>
          <a:p>
            <a:pPr eaLnBrk="1" hangingPunct="1">
              <a:spcBef>
                <a:spcPts val="600"/>
              </a:spcBef>
            </a:pP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(3) </a:t>
            </a:r>
            <a:r>
              <a:rPr lang="en-US" altLang="zh-CN" sz="2000" b="1" i="1" dirty="0" err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S</a:t>
            </a:r>
            <a:r>
              <a:rPr lang="en-US" altLang="zh-CN" sz="2000" b="1" dirty="0" err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→v</a:t>
            </a:r>
            <a:r>
              <a:rPr lang="en-US" altLang="zh-CN" sz="20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r>
              <a:rPr lang="en-US" altLang="zh-CN" sz="2000" b="1" i="1" dirty="0" err="1">
                <a:latin typeface="Times New Roman" panose="02020603050405020304" pitchFamily="18" charset="0"/>
                <a:ea typeface="楷体_GB2312"/>
                <a:cs typeface="楷体_GB2312"/>
              </a:rPr>
              <a:t>I</a:t>
            </a:r>
            <a:r>
              <a:rPr lang="en-US" altLang="zh-CN" sz="2000" b="1" dirty="0" err="1">
                <a:latin typeface="Times New Roman" panose="02020603050405020304" pitchFamily="18" charset="0"/>
                <a:ea typeface="楷体_GB2312"/>
                <a:cs typeface="楷体_GB2312"/>
              </a:rPr>
              <a:t>:</a:t>
            </a:r>
            <a:r>
              <a:rPr lang="en-US" altLang="zh-CN" sz="2000" b="1" i="1" dirty="0" err="1">
                <a:latin typeface="Times New Roman" panose="02020603050405020304" pitchFamily="18" charset="0"/>
                <a:ea typeface="楷体_GB2312"/>
                <a:cs typeface="楷体_GB2312"/>
              </a:rPr>
              <a:t>T</a:t>
            </a:r>
            <a:endParaRPr lang="en-US" altLang="zh-CN" sz="2000" b="1" i="1" dirty="0">
              <a:latin typeface="Times New Roman" panose="02020603050405020304" pitchFamily="18" charset="0"/>
              <a:ea typeface="楷体_GB2312"/>
              <a:cs typeface="楷体_GB2312"/>
            </a:endParaRPr>
          </a:p>
          <a:p>
            <a:pPr eaLnBrk="1" hangingPunct="1">
              <a:spcBef>
                <a:spcPts val="600"/>
              </a:spcBef>
            </a:pP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楷体_GB2312"/>
              </a:rPr>
              <a:t>(4) </a:t>
            </a:r>
            <a:r>
              <a:rPr lang="en-US" altLang="zh-CN" sz="2000" b="1" i="1" dirty="0" err="1">
                <a:latin typeface="Times New Roman" panose="02020603050405020304" pitchFamily="18" charset="0"/>
                <a:ea typeface="楷体_GB2312"/>
                <a:cs typeface="楷体_GB2312"/>
              </a:rPr>
              <a:t>S</a:t>
            </a:r>
            <a:r>
              <a:rPr lang="en-US" altLang="zh-CN" sz="2000" b="1" dirty="0" err="1">
                <a:latin typeface="Times New Roman" panose="02020603050405020304" pitchFamily="18" charset="0"/>
                <a:ea typeface="楷体_GB2312"/>
                <a:cs typeface="楷体_GB2312"/>
              </a:rPr>
              <a:t>→v</a:t>
            </a:r>
            <a:r>
              <a:rPr lang="en-US" altLang="zh-CN" sz="2000" b="1" i="1" dirty="0" err="1">
                <a:latin typeface="Times New Roman" panose="02020603050405020304" pitchFamily="18" charset="0"/>
                <a:ea typeface="楷体_GB2312"/>
                <a:cs typeface="楷体_GB2312"/>
              </a:rPr>
              <a:t>I</a:t>
            </a:r>
            <a:r>
              <a:rPr lang="en-US" altLang="zh-CN" sz="2000" b="1" dirty="0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楷体_GB2312"/>
              </a:rPr>
              <a:t>:</a:t>
            </a:r>
            <a:r>
              <a:rPr lang="en-US" altLang="zh-CN" sz="2000" b="1" i="1" dirty="0">
                <a:latin typeface="Times New Roman" panose="02020603050405020304" pitchFamily="18" charset="0"/>
                <a:ea typeface="楷体_GB2312"/>
                <a:cs typeface="楷体_GB2312"/>
              </a:rPr>
              <a:t>T</a:t>
            </a:r>
          </a:p>
          <a:p>
            <a:pPr eaLnBrk="1" hangingPunct="1">
              <a:spcBef>
                <a:spcPts val="600"/>
              </a:spcBef>
            </a:pP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楷体_GB2312"/>
              </a:rPr>
              <a:t>(5) </a:t>
            </a:r>
            <a:r>
              <a:rPr lang="en-US" altLang="zh-CN" sz="2000" b="1" i="1" dirty="0" err="1">
                <a:latin typeface="Times New Roman" panose="02020603050405020304" pitchFamily="18" charset="0"/>
                <a:ea typeface="楷体_GB2312"/>
                <a:cs typeface="楷体_GB2312"/>
              </a:rPr>
              <a:t>S</a:t>
            </a:r>
            <a:r>
              <a:rPr lang="en-US" altLang="zh-CN" sz="2000" b="1" dirty="0" err="1">
                <a:latin typeface="Times New Roman" panose="02020603050405020304" pitchFamily="18" charset="0"/>
                <a:ea typeface="楷体_GB2312"/>
                <a:cs typeface="楷体_GB2312"/>
              </a:rPr>
              <a:t>→v</a:t>
            </a:r>
            <a:r>
              <a:rPr lang="en-US" altLang="zh-CN" sz="2000" b="1" i="1" dirty="0" err="1">
                <a:latin typeface="Times New Roman" panose="02020603050405020304" pitchFamily="18" charset="0"/>
                <a:ea typeface="楷体_GB2312"/>
                <a:cs typeface="楷体_GB2312"/>
              </a:rPr>
              <a:t>I</a:t>
            </a: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楷体_GB2312"/>
              </a:rPr>
              <a:t>:</a:t>
            </a:r>
            <a:r>
              <a:rPr lang="en-US" altLang="zh-CN" sz="2000" b="1" dirty="0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r>
              <a:rPr lang="en-US" altLang="zh-CN" sz="2000" b="1" i="1" dirty="0">
                <a:latin typeface="Times New Roman" panose="02020603050405020304" pitchFamily="18" charset="0"/>
                <a:ea typeface="楷体_GB2312"/>
                <a:cs typeface="楷体_GB2312"/>
              </a:rPr>
              <a:t>T</a:t>
            </a:r>
          </a:p>
          <a:p>
            <a:pPr eaLnBrk="1" hangingPunct="1">
              <a:spcBef>
                <a:spcPts val="600"/>
              </a:spcBef>
            </a:pP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楷体_GB2312"/>
              </a:rPr>
              <a:t>(6) </a:t>
            </a:r>
            <a:r>
              <a:rPr lang="en-US" altLang="zh-CN" sz="2000" b="1" i="1" dirty="0" err="1">
                <a:latin typeface="Times New Roman" panose="02020603050405020304" pitchFamily="18" charset="0"/>
                <a:ea typeface="楷体_GB2312"/>
                <a:cs typeface="楷体_GB2312"/>
              </a:rPr>
              <a:t>S</a:t>
            </a:r>
            <a:r>
              <a:rPr lang="en-US" altLang="zh-CN" sz="2000" b="1" dirty="0" err="1">
                <a:latin typeface="Times New Roman" panose="02020603050405020304" pitchFamily="18" charset="0"/>
                <a:ea typeface="楷体_GB2312"/>
                <a:cs typeface="楷体_GB2312"/>
              </a:rPr>
              <a:t>→v</a:t>
            </a:r>
            <a:r>
              <a:rPr lang="en-US" altLang="zh-CN" sz="2000" b="1" i="1" dirty="0" err="1">
                <a:latin typeface="Times New Roman" panose="02020603050405020304" pitchFamily="18" charset="0"/>
                <a:ea typeface="楷体_GB2312"/>
                <a:cs typeface="楷体_GB2312"/>
              </a:rPr>
              <a:t>I</a:t>
            </a:r>
            <a:r>
              <a:rPr lang="en-US" altLang="zh-CN" sz="2000" b="1" dirty="0" err="1">
                <a:latin typeface="Times New Roman" panose="02020603050405020304" pitchFamily="18" charset="0"/>
                <a:ea typeface="楷体_GB2312"/>
                <a:cs typeface="楷体_GB2312"/>
              </a:rPr>
              <a:t>:</a:t>
            </a:r>
            <a:r>
              <a:rPr lang="en-US" altLang="zh-CN" sz="2000" b="1" i="1" dirty="0" err="1">
                <a:latin typeface="Times New Roman" panose="02020603050405020304" pitchFamily="18" charset="0"/>
                <a:ea typeface="楷体_GB2312"/>
                <a:cs typeface="楷体_GB2312"/>
              </a:rPr>
              <a:t>T</a:t>
            </a:r>
            <a:r>
              <a:rPr lang="en-US" altLang="zh-CN" sz="2000" b="1" dirty="0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楷体_GB2312"/>
              </a:rPr>
              <a:t> </a:t>
            </a:r>
          </a:p>
        </p:txBody>
      </p:sp>
      <p:sp>
        <p:nvSpPr>
          <p:cNvPr id="594950" name="Rectangle 6"/>
          <p:cNvSpPr>
            <a:spLocks noChangeArrowheads="1"/>
          </p:cNvSpPr>
          <p:nvPr/>
        </p:nvSpPr>
        <p:spPr bwMode="auto">
          <a:xfrm>
            <a:off x="3995738" y="1861929"/>
            <a:ext cx="1493837" cy="15542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ts val="600"/>
              </a:spcBef>
            </a:pP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(7)  </a:t>
            </a:r>
            <a:r>
              <a:rPr lang="en-US" altLang="zh-CN" sz="2000" b="1" i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I</a:t>
            </a: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→</a:t>
            </a:r>
            <a:r>
              <a:rPr lang="en-US" altLang="zh-CN" sz="2000" b="1" dirty="0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·</a:t>
            </a:r>
            <a:r>
              <a:rPr lang="en-US" altLang="zh-CN" sz="2000" b="1" i="1" dirty="0" err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I</a:t>
            </a:r>
            <a:r>
              <a:rPr lang="en-US" altLang="zh-CN" sz="2000" b="1" dirty="0" err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,i</a:t>
            </a:r>
            <a:endParaRPr lang="en-US" altLang="zh-CN" sz="2000" b="1" dirty="0">
              <a:latin typeface="Times New Roman" panose="02020603050405020304" pitchFamily="18" charset="0"/>
              <a:ea typeface="楷体_GB2312"/>
              <a:cs typeface="Times New Roman" panose="02020603050405020304" pitchFamily="18" charset="0"/>
            </a:endParaRPr>
          </a:p>
          <a:p>
            <a:pPr eaLnBrk="1" hangingPunct="1">
              <a:spcBef>
                <a:spcPts val="600"/>
              </a:spcBef>
            </a:pP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(8)  </a:t>
            </a:r>
            <a:r>
              <a:rPr lang="en-US" altLang="zh-CN" sz="2000" b="1" i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I</a:t>
            </a: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→</a:t>
            </a:r>
            <a:r>
              <a:rPr lang="en-US" altLang="zh-CN" sz="2000" b="1" i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I</a:t>
            </a:r>
            <a:r>
              <a:rPr lang="en-US" altLang="zh-CN" sz="2000" b="1" dirty="0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楷体_GB2312"/>
              </a:rPr>
              <a:t>,</a:t>
            </a:r>
            <a:r>
              <a:rPr lang="en-US" altLang="zh-CN" sz="2000" b="1" dirty="0" err="1">
                <a:latin typeface="Times New Roman" panose="02020603050405020304" pitchFamily="18" charset="0"/>
                <a:ea typeface="楷体_GB2312"/>
                <a:cs typeface="楷体_GB2312"/>
              </a:rPr>
              <a:t>i</a:t>
            </a:r>
            <a:endParaRPr lang="en-US" altLang="zh-CN" sz="2000" b="1" dirty="0">
              <a:latin typeface="Times New Roman" panose="02020603050405020304" pitchFamily="18" charset="0"/>
              <a:ea typeface="楷体_GB2312"/>
              <a:cs typeface="楷体_GB2312"/>
            </a:endParaRPr>
          </a:p>
          <a:p>
            <a:pPr eaLnBrk="1" hangingPunct="1">
              <a:spcBef>
                <a:spcPts val="600"/>
              </a:spcBef>
            </a:pP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楷体_GB2312"/>
              </a:rPr>
              <a:t>(9) </a:t>
            </a:r>
            <a:r>
              <a:rPr lang="en-US" altLang="zh-CN" sz="2000" b="1" i="1" dirty="0">
                <a:latin typeface="Times New Roman" panose="02020603050405020304" pitchFamily="18" charset="0"/>
                <a:ea typeface="楷体_GB2312"/>
                <a:cs typeface="楷体_GB2312"/>
              </a:rPr>
              <a:t> I</a:t>
            </a: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楷体_GB2312"/>
              </a:rPr>
              <a:t>→</a:t>
            </a:r>
            <a:r>
              <a:rPr lang="en-US" altLang="zh-CN" sz="2000" b="1" i="1" dirty="0">
                <a:latin typeface="Times New Roman" panose="02020603050405020304" pitchFamily="18" charset="0"/>
                <a:ea typeface="楷体_GB2312"/>
                <a:cs typeface="楷体_GB2312"/>
              </a:rPr>
              <a:t>I</a:t>
            </a: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楷体_GB2312"/>
              </a:rPr>
              <a:t>,</a:t>
            </a:r>
            <a:r>
              <a:rPr lang="en-US" altLang="zh-CN" sz="2000" b="1" dirty="0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r>
              <a:rPr lang="en-US" altLang="zh-CN" sz="2000" b="1" dirty="0" err="1">
                <a:latin typeface="Times New Roman" panose="02020603050405020304" pitchFamily="18" charset="0"/>
                <a:ea typeface="楷体_GB2312"/>
                <a:cs typeface="楷体_GB2312"/>
              </a:rPr>
              <a:t>i</a:t>
            </a:r>
            <a:endParaRPr lang="en-US" altLang="zh-CN" sz="2000" b="1" dirty="0">
              <a:latin typeface="Times New Roman" panose="02020603050405020304" pitchFamily="18" charset="0"/>
              <a:ea typeface="楷体_GB2312"/>
              <a:cs typeface="楷体_GB2312"/>
            </a:endParaRPr>
          </a:p>
          <a:p>
            <a:pPr eaLnBrk="1" hangingPunct="1">
              <a:spcBef>
                <a:spcPts val="600"/>
              </a:spcBef>
            </a:pP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楷体_GB2312"/>
              </a:rPr>
              <a:t>(10)</a:t>
            </a:r>
            <a:r>
              <a:rPr lang="en-US" altLang="zh-CN" sz="2000" b="1" i="1" dirty="0" err="1">
                <a:latin typeface="Times New Roman" panose="02020603050405020304" pitchFamily="18" charset="0"/>
                <a:ea typeface="楷体_GB2312"/>
                <a:cs typeface="楷体_GB2312"/>
              </a:rPr>
              <a:t>I</a:t>
            </a:r>
            <a:r>
              <a:rPr lang="en-US" altLang="zh-CN" sz="2000" b="1" dirty="0" err="1">
                <a:latin typeface="Times New Roman" panose="02020603050405020304" pitchFamily="18" charset="0"/>
                <a:ea typeface="楷体_GB2312"/>
                <a:cs typeface="楷体_GB2312"/>
              </a:rPr>
              <a:t>→</a:t>
            </a:r>
            <a:r>
              <a:rPr lang="en-US" altLang="zh-CN" sz="2000" b="1" i="1" dirty="0" err="1">
                <a:latin typeface="Times New Roman" panose="02020603050405020304" pitchFamily="18" charset="0"/>
                <a:ea typeface="楷体_GB2312"/>
                <a:cs typeface="楷体_GB2312"/>
              </a:rPr>
              <a:t>I</a:t>
            </a:r>
            <a:r>
              <a:rPr lang="en-US" altLang="zh-CN" sz="2000" b="1" dirty="0" err="1">
                <a:latin typeface="Times New Roman" panose="02020603050405020304" pitchFamily="18" charset="0"/>
                <a:ea typeface="楷体_GB2312"/>
                <a:cs typeface="楷体_GB2312"/>
              </a:rPr>
              <a:t>,i</a:t>
            </a:r>
            <a:r>
              <a:rPr lang="en-US" altLang="zh-CN" sz="2000" b="1" dirty="0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endParaRPr lang="en-US" altLang="zh-CN" sz="2000" b="1" dirty="0">
              <a:latin typeface="Times New Roman" panose="02020603050405020304" pitchFamily="18" charset="0"/>
              <a:ea typeface="楷体_GB2312"/>
              <a:cs typeface="楷体_GB2312"/>
            </a:endParaRPr>
          </a:p>
        </p:txBody>
      </p:sp>
      <p:sp>
        <p:nvSpPr>
          <p:cNvPr id="594951" name="Rectangle 7"/>
          <p:cNvSpPr>
            <a:spLocks noChangeArrowheads="1"/>
          </p:cNvSpPr>
          <p:nvPr/>
        </p:nvSpPr>
        <p:spPr bwMode="auto">
          <a:xfrm>
            <a:off x="5795963" y="2638642"/>
            <a:ext cx="1493837" cy="7848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ts val="600"/>
              </a:spcBef>
            </a:pP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(11) </a:t>
            </a:r>
            <a:r>
              <a:rPr lang="en-US" altLang="zh-CN" sz="2000" b="1" i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I</a:t>
            </a: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→</a:t>
            </a:r>
            <a:r>
              <a:rPr lang="en-US" altLang="zh-CN" sz="2000" b="1" dirty="0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·</a:t>
            </a:r>
            <a:r>
              <a:rPr lang="en-US" altLang="zh-CN" sz="2000" b="1" dirty="0" err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i</a:t>
            </a:r>
            <a:endParaRPr lang="en-US" altLang="zh-CN" sz="2000" b="1" dirty="0">
              <a:latin typeface="Times New Roman" panose="02020603050405020304" pitchFamily="18" charset="0"/>
              <a:ea typeface="楷体_GB2312"/>
              <a:cs typeface="Times New Roman" panose="02020603050405020304" pitchFamily="18" charset="0"/>
            </a:endParaRPr>
          </a:p>
          <a:p>
            <a:pPr eaLnBrk="1" hangingPunct="1">
              <a:spcBef>
                <a:spcPts val="600"/>
              </a:spcBef>
            </a:pP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(12) </a:t>
            </a:r>
            <a:r>
              <a:rPr lang="en-US" altLang="zh-CN" sz="2000" b="1" i="1" dirty="0" err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I</a:t>
            </a:r>
            <a:r>
              <a:rPr lang="en-US" altLang="zh-CN" sz="2000" b="1" dirty="0" err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→i</a:t>
            </a:r>
            <a:r>
              <a:rPr lang="en-US" altLang="zh-CN" sz="2000" b="1" dirty="0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endParaRPr lang="en-US" altLang="zh-CN" sz="2000" b="1" dirty="0">
              <a:latin typeface="Times New Roman" panose="02020603050405020304" pitchFamily="18" charset="0"/>
              <a:ea typeface="楷体_GB2312"/>
              <a:cs typeface="楷体_GB2312"/>
            </a:endParaRPr>
          </a:p>
        </p:txBody>
      </p:sp>
      <p:sp>
        <p:nvSpPr>
          <p:cNvPr id="594952" name="Rectangle 8"/>
          <p:cNvSpPr>
            <a:spLocks noChangeArrowheads="1"/>
          </p:cNvSpPr>
          <p:nvPr/>
        </p:nvSpPr>
        <p:spPr bwMode="auto">
          <a:xfrm>
            <a:off x="7235825" y="2638642"/>
            <a:ext cx="1441450" cy="7848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ts val="600"/>
              </a:spcBef>
            </a:pPr>
            <a:r>
              <a:rPr lang="en-US" altLang="zh-CN" sz="2000" b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(13) </a:t>
            </a:r>
            <a:r>
              <a:rPr lang="en-US" altLang="zh-CN" sz="2000" b="1" i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T</a:t>
            </a:r>
            <a:r>
              <a:rPr lang="en-US" altLang="zh-CN" sz="2000" b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→</a:t>
            </a:r>
            <a:r>
              <a:rPr lang="en-US" altLang="zh-CN" sz="2000" b="1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·</a:t>
            </a:r>
            <a:r>
              <a:rPr lang="en-US" altLang="zh-CN" sz="2000" b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r</a:t>
            </a:r>
          </a:p>
          <a:p>
            <a:pPr eaLnBrk="1" hangingPunct="1">
              <a:spcBef>
                <a:spcPts val="600"/>
              </a:spcBef>
            </a:pPr>
            <a:r>
              <a:rPr lang="en-US" altLang="zh-CN" sz="2000" b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(14) </a:t>
            </a:r>
            <a:r>
              <a:rPr lang="en-US" altLang="zh-CN" sz="2000" b="1" i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T</a:t>
            </a:r>
            <a:r>
              <a:rPr lang="en-US" altLang="zh-CN" sz="2000" b="1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→r</a:t>
            </a:r>
            <a:r>
              <a:rPr lang="en-US" altLang="zh-CN" sz="2000" b="1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endParaRPr lang="en-US" altLang="zh-CN" sz="2000" b="1">
              <a:latin typeface="Times New Roman" panose="02020603050405020304" pitchFamily="18" charset="0"/>
              <a:ea typeface="楷体_GB2312"/>
              <a:cs typeface="楷体_GB2312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3C6E0E7-7B85-4855-96A4-0D66928EB4DA}"/>
              </a:ext>
            </a:extLst>
          </p:cNvPr>
          <p:cNvSpPr/>
          <p:nvPr/>
        </p:nvSpPr>
        <p:spPr>
          <a:xfrm>
            <a:off x="385762" y="3828985"/>
            <a:ext cx="8332787" cy="830997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>
            <a:spAutoFit/>
          </a:bodyPr>
          <a:lstStyle/>
          <a:p>
            <a:pPr eaLnBrk="1" hangingPunct="1">
              <a:spcBef>
                <a:spcPct val="30000"/>
              </a:spcBef>
              <a:defRPr/>
            </a:pPr>
            <a:r>
              <a:rPr lang="zh-CN" altLang="en-US" sz="2400" b="1" dirty="0">
                <a:solidFill>
                  <a:srgbClr val="000000"/>
                </a:solidFill>
                <a:latin typeface="华文楷体" pitchFamily="2" charset="-122"/>
                <a:ea typeface="华文楷体" pitchFamily="2" charset="-122"/>
              </a:rPr>
              <a:t>使用</a:t>
            </a:r>
            <a:r>
              <a:rPr lang="en-US" altLang="zh-CN" sz="2400" b="1" dirty="0">
                <a:solidFill>
                  <a:srgbClr val="000000"/>
                </a:solidFill>
                <a:latin typeface="华文楷体" pitchFamily="2" charset="-122"/>
                <a:ea typeface="华文楷体" pitchFamily="2" charset="-122"/>
              </a:rPr>
              <a:t>LR(0)</a:t>
            </a:r>
            <a:r>
              <a:rPr lang="zh-CN" altLang="en-US" sz="2400" b="1" dirty="0">
                <a:solidFill>
                  <a:srgbClr val="000000"/>
                </a:solidFill>
                <a:latin typeface="华文楷体" pitchFamily="2" charset="-122"/>
                <a:ea typeface="华文楷体" pitchFamily="2" charset="-122"/>
              </a:rPr>
              <a:t>项目可以构造</a:t>
            </a:r>
            <a:r>
              <a:rPr lang="en-US" altLang="zh-CN" sz="2400" b="1" dirty="0">
                <a:solidFill>
                  <a:srgbClr val="0070C0"/>
                </a:solidFill>
                <a:latin typeface="华文楷体" pitchFamily="2" charset="-122"/>
                <a:ea typeface="华文楷体" pitchFamily="2" charset="-122"/>
              </a:rPr>
              <a:t>LR(0)</a:t>
            </a:r>
            <a:r>
              <a:rPr lang="zh-CN" altLang="en-US" sz="2400" b="1" dirty="0">
                <a:solidFill>
                  <a:srgbClr val="2D83F4"/>
                </a:solidFill>
                <a:latin typeface="华文楷体" pitchFamily="2" charset="-122"/>
                <a:ea typeface="华文楷体" pitchFamily="2" charset="-122"/>
              </a:rPr>
              <a:t>自动机，</a:t>
            </a:r>
            <a:r>
              <a:rPr lang="zh-CN" altLang="en-US" sz="2400" b="1" dirty="0">
                <a:latin typeface="华文楷体" pitchFamily="2" charset="-122"/>
                <a:ea typeface="华文楷体" pitchFamily="2" charset="-122"/>
              </a:rPr>
              <a:t>该自动机可以识别可能出现在栈中的所有串（</a:t>
            </a:r>
            <a:r>
              <a:rPr lang="zh-CN" altLang="en-US" sz="2400" b="1" dirty="0">
                <a:solidFill>
                  <a:srgbClr val="0070C0"/>
                </a:solidFill>
                <a:latin typeface="华文楷体" pitchFamily="2" charset="-122"/>
                <a:ea typeface="华文楷体" pitchFamily="2" charset="-122"/>
              </a:rPr>
              <a:t>活前缀</a:t>
            </a:r>
            <a:r>
              <a:rPr lang="zh-CN" altLang="en-US" sz="2400" b="1" dirty="0">
                <a:latin typeface="华文楷体" pitchFamily="2" charset="-122"/>
                <a:ea typeface="华文楷体" pitchFamily="2" charset="-122"/>
              </a:rPr>
              <a:t>），可用于做出语法分析决定。</a:t>
            </a:r>
            <a:endParaRPr lang="en-US" altLang="zh-CN" sz="2400" b="1" dirty="0">
              <a:latin typeface="华文楷体" pitchFamily="2" charset="-122"/>
              <a:ea typeface="华文楷体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95757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矩形 34"/>
          <p:cNvSpPr/>
          <p:nvPr/>
        </p:nvSpPr>
        <p:spPr>
          <a:xfrm>
            <a:off x="3162300" y="3900488"/>
            <a:ext cx="1000125" cy="1077912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3160713" y="1677988"/>
            <a:ext cx="1001712" cy="122237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425987" name="Rectangle 3"/>
          <p:cNvSpPr>
            <a:spLocks noGrp="1" noChangeArrowheads="1"/>
          </p:cNvSpPr>
          <p:nvPr>
            <p:ph idx="1"/>
          </p:nvPr>
        </p:nvSpPr>
        <p:spPr>
          <a:xfrm>
            <a:off x="1671638" y="731838"/>
            <a:ext cx="1073150" cy="1465262"/>
          </a:xfrm>
          <a:solidFill>
            <a:schemeClr val="accent5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/>
          <a:lstStyle/>
          <a:p>
            <a:pPr marL="609600" indent="-609600" eaLnBrk="1" hangingPunct="1">
              <a:lnSpc>
                <a:spcPct val="90000"/>
              </a:lnSpc>
              <a:spcBef>
                <a:spcPct val="0"/>
              </a:spcBef>
              <a:buFont typeface="Wingdings" pitchFamily="2" charset="2"/>
              <a:buNone/>
              <a:defRPr/>
            </a:pPr>
            <a:r>
              <a:rPr lang="en-US" altLang="zh-CN" sz="2000" b="1" i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I</a:t>
            </a:r>
            <a:r>
              <a:rPr lang="en-US" altLang="zh-CN" sz="2000" b="1" i="1" baseline="-25000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0</a:t>
            </a:r>
            <a:r>
              <a:rPr lang="en-US" altLang="zh-CN" sz="2000" b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:</a:t>
            </a:r>
          </a:p>
          <a:p>
            <a:pPr marL="609600" indent="-609600" eaLnBrk="1" hangingPunct="1">
              <a:lnSpc>
                <a:spcPct val="90000"/>
              </a:lnSpc>
              <a:spcBef>
                <a:spcPct val="0"/>
              </a:spcBef>
              <a:buFont typeface="Wingdings" pitchFamily="2" charset="2"/>
              <a:buNone/>
              <a:defRPr/>
            </a:pPr>
            <a:r>
              <a:rPr lang="en-US" altLang="zh-CN" sz="2000" b="1" i="1" dirty="0">
                <a:solidFill>
                  <a:srgbClr val="0070C0"/>
                </a:solidFill>
                <a:ea typeface="楷体_GB2312" pitchFamily="49" charset="-122"/>
                <a:cs typeface="Times New Roman" pitchFamily="18" charset="0"/>
              </a:rPr>
              <a:t>S' </a:t>
            </a:r>
            <a:r>
              <a:rPr lang="en-US" altLang="zh-CN" sz="2000" b="1" dirty="0">
                <a:solidFill>
                  <a:srgbClr val="0070C0"/>
                </a:solidFill>
                <a:ea typeface="楷体_GB2312" pitchFamily="49" charset="-122"/>
                <a:cs typeface="Times New Roman" pitchFamily="18" charset="0"/>
              </a:rPr>
              <a:t>→</a:t>
            </a:r>
            <a:r>
              <a:rPr lang="en-US" altLang="zh-CN" sz="2000" b="1" dirty="0">
                <a:solidFill>
                  <a:srgbClr val="0070C0"/>
                </a:solidFill>
                <a:cs typeface="Times New Roman" pitchFamily="18" charset="0"/>
              </a:rPr>
              <a:t>·</a:t>
            </a:r>
            <a:r>
              <a:rPr lang="en-US" altLang="zh-CN" sz="2000" b="1" i="1" dirty="0">
                <a:solidFill>
                  <a:srgbClr val="0070C0"/>
                </a:solidFill>
                <a:ea typeface="楷体_GB2312" pitchFamily="49" charset="-122"/>
                <a:cs typeface="Times New Roman" pitchFamily="18" charset="0"/>
              </a:rPr>
              <a:t>S</a:t>
            </a:r>
          </a:p>
          <a:p>
            <a:pPr marL="609600" indent="-609600" eaLnBrk="1" hangingPunct="1">
              <a:lnSpc>
                <a:spcPct val="90000"/>
              </a:lnSpc>
              <a:spcBef>
                <a:spcPct val="0"/>
              </a:spcBef>
              <a:buFont typeface="Wingdings" pitchFamily="2" charset="2"/>
              <a:buNone/>
              <a:defRPr/>
            </a:pPr>
            <a:r>
              <a:rPr lang="en-US" altLang="zh-CN" sz="2000" b="1" i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S</a:t>
            </a:r>
            <a:r>
              <a:rPr lang="en-US" altLang="zh-CN" sz="2000" b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→</a:t>
            </a:r>
            <a:r>
              <a:rPr lang="en-US" altLang="zh-CN" sz="2000" b="1" dirty="0">
                <a:solidFill>
                  <a:schemeClr val="tx1"/>
                </a:solidFill>
              </a:rPr>
              <a:t>·</a:t>
            </a:r>
            <a:r>
              <a:rPr lang="en-US" altLang="zh-CN" sz="2000" b="1" i="1" dirty="0">
                <a:solidFill>
                  <a:schemeClr val="tx1"/>
                </a:solidFill>
                <a:ea typeface="宋体" pitchFamily="2" charset="-122"/>
                <a:cs typeface="Times New Roman" pitchFamily="18" charset="0"/>
              </a:rPr>
              <a:t>BB</a:t>
            </a:r>
          </a:p>
          <a:p>
            <a:pPr marL="609600" indent="-609600" eaLnBrk="1" hangingPunct="1">
              <a:lnSpc>
                <a:spcPct val="90000"/>
              </a:lnSpc>
              <a:spcBef>
                <a:spcPct val="0"/>
              </a:spcBef>
              <a:buFont typeface="Wingdings" pitchFamily="2" charset="2"/>
              <a:buNone/>
              <a:defRPr/>
            </a:pPr>
            <a:r>
              <a:rPr lang="en-US" altLang="zh-CN" sz="2000" b="1" i="1" dirty="0">
                <a:solidFill>
                  <a:schemeClr val="tx1"/>
                </a:solidFill>
                <a:ea typeface="宋体" pitchFamily="2" charset="-122"/>
                <a:cs typeface="Times New Roman" pitchFamily="18" charset="0"/>
              </a:rPr>
              <a:t>B</a:t>
            </a:r>
            <a:r>
              <a:rPr lang="en-US" altLang="zh-CN" sz="2000" b="1" dirty="0">
                <a:solidFill>
                  <a:schemeClr val="tx1"/>
                </a:solidFill>
                <a:ea typeface="宋体" pitchFamily="2" charset="-122"/>
                <a:cs typeface="Times New Roman" pitchFamily="18" charset="0"/>
              </a:rPr>
              <a:t>→</a:t>
            </a:r>
            <a:r>
              <a:rPr lang="en-US" altLang="zh-CN" sz="2000" b="1" dirty="0">
                <a:solidFill>
                  <a:schemeClr val="tx1"/>
                </a:solidFill>
              </a:rPr>
              <a:t>·</a:t>
            </a:r>
            <a:r>
              <a:rPr lang="en-US" altLang="zh-CN" sz="2000" b="1" i="1" dirty="0" err="1">
                <a:solidFill>
                  <a:schemeClr val="tx1"/>
                </a:solidFill>
                <a:ea typeface="宋体" pitchFamily="2" charset="-122"/>
                <a:cs typeface="Times New Roman" pitchFamily="18" charset="0"/>
              </a:rPr>
              <a:t>aB</a:t>
            </a:r>
            <a:endParaRPr lang="en-US" altLang="zh-CN" sz="2000" b="1" i="1" dirty="0">
              <a:solidFill>
                <a:schemeClr val="tx1"/>
              </a:solidFill>
              <a:ea typeface="宋体" pitchFamily="2" charset="-122"/>
              <a:cs typeface="Times New Roman" pitchFamily="18" charset="0"/>
            </a:endParaRPr>
          </a:p>
          <a:p>
            <a:pPr marL="609600" indent="-609600" eaLnBrk="1" hangingPunct="1">
              <a:lnSpc>
                <a:spcPct val="90000"/>
              </a:lnSpc>
              <a:spcBef>
                <a:spcPct val="0"/>
              </a:spcBef>
              <a:buFont typeface="Wingdings" pitchFamily="2" charset="2"/>
              <a:buNone/>
              <a:defRPr/>
            </a:pPr>
            <a:r>
              <a:rPr lang="en-US" altLang="zh-CN" sz="2000" b="1" i="1" dirty="0">
                <a:solidFill>
                  <a:schemeClr val="tx1"/>
                </a:solidFill>
                <a:ea typeface="宋体" pitchFamily="2" charset="-122"/>
                <a:cs typeface="Times New Roman" pitchFamily="18" charset="0"/>
              </a:rPr>
              <a:t>B</a:t>
            </a:r>
            <a:r>
              <a:rPr lang="en-US" altLang="zh-CN" sz="2000" b="1" dirty="0">
                <a:solidFill>
                  <a:schemeClr val="tx1"/>
                </a:solidFill>
                <a:ea typeface="宋体" pitchFamily="2" charset="-122"/>
                <a:cs typeface="Times New Roman" pitchFamily="18" charset="0"/>
              </a:rPr>
              <a:t>→</a:t>
            </a:r>
            <a:r>
              <a:rPr lang="en-US" altLang="zh-CN" sz="2000" b="1" dirty="0">
                <a:solidFill>
                  <a:schemeClr val="tx1"/>
                </a:solidFill>
              </a:rPr>
              <a:t>·</a:t>
            </a:r>
            <a:r>
              <a:rPr lang="en-US" altLang="zh-CN" sz="2000" b="1" i="1" dirty="0">
                <a:solidFill>
                  <a:schemeClr val="tx1"/>
                </a:solidFill>
                <a:ea typeface="宋体" pitchFamily="2" charset="-122"/>
                <a:cs typeface="Times New Roman" pitchFamily="18" charset="0"/>
              </a:rPr>
              <a:t>b</a:t>
            </a:r>
            <a:r>
              <a:rPr lang="en-US" altLang="zh-CN" sz="2000" b="1" dirty="0">
                <a:solidFill>
                  <a:schemeClr val="tx1"/>
                </a:solidFill>
                <a:ea typeface="宋体" pitchFamily="2" charset="-122"/>
                <a:cs typeface="Times New Roman" pitchFamily="18" charset="0"/>
              </a:rPr>
              <a:t>	</a:t>
            </a:r>
            <a:endParaRPr lang="en-US" altLang="zh-CN" b="1" dirty="0">
              <a:solidFill>
                <a:schemeClr val="tx1"/>
              </a:solidFill>
              <a:ea typeface="宋体" pitchFamily="2" charset="-122"/>
              <a:cs typeface="Times New Roman" pitchFamily="18" charset="0"/>
            </a:endParaRPr>
          </a:p>
        </p:txBody>
      </p:sp>
      <p:sp>
        <p:nvSpPr>
          <p:cNvPr id="425988" name="Rectangle 4"/>
          <p:cNvSpPr>
            <a:spLocks noChangeArrowheads="1"/>
          </p:cNvSpPr>
          <p:nvPr/>
        </p:nvSpPr>
        <p:spPr bwMode="auto">
          <a:xfrm>
            <a:off x="3160713" y="757238"/>
            <a:ext cx="1001712" cy="70802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lIns="92075" tIns="46038" rIns="92075" bIns="46038"/>
          <a:lstStyle/>
          <a:p>
            <a:pPr marL="609600" indent="-609600">
              <a:buClr>
                <a:schemeClr val="tx2"/>
              </a:buClr>
              <a:buSzPct val="75000"/>
              <a:buFont typeface="Monotype Sorts"/>
              <a:buNone/>
              <a:defRPr/>
            </a:pPr>
            <a:r>
              <a:rPr kumimoji="1" lang="en-US" altLang="zh-CN" sz="2000" b="1" i="1" dirty="0">
                <a:latin typeface="Times New Roman" pitchFamily="18" charset="0"/>
                <a:cs typeface="Times New Roman" pitchFamily="18" charset="0"/>
              </a:rPr>
              <a:t>I</a:t>
            </a:r>
            <a:r>
              <a:rPr kumimoji="1" lang="en-US" altLang="zh-CN" sz="2000" b="1" i="1" baseline="-25000" dirty="0">
                <a:latin typeface="Times New Roman" pitchFamily="18" charset="0"/>
                <a:cs typeface="Times New Roman" pitchFamily="18" charset="0"/>
              </a:rPr>
              <a:t>1</a:t>
            </a:r>
            <a:r>
              <a:rPr kumimoji="1" lang="en-US" altLang="zh-CN" sz="2000" b="1" dirty="0">
                <a:latin typeface="Times New Roman" pitchFamily="18" charset="0"/>
                <a:cs typeface="Times New Roman" pitchFamily="18" charset="0"/>
              </a:rPr>
              <a:t>:</a:t>
            </a:r>
          </a:p>
          <a:p>
            <a:pPr marL="609600" indent="-609600">
              <a:buClr>
                <a:schemeClr val="tx2"/>
              </a:buClr>
              <a:buSzPct val="75000"/>
              <a:buFont typeface="Monotype Sorts"/>
              <a:buNone/>
              <a:defRPr/>
            </a:pPr>
            <a:r>
              <a:rPr kumimoji="1" lang="en-US" altLang="zh-CN" sz="2000" b="1" i="1" dirty="0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S</a:t>
            </a:r>
            <a:r>
              <a:rPr lang="en-US" altLang="zh-CN" sz="2000" b="1" i="1" dirty="0">
                <a:solidFill>
                  <a:srgbClr val="0070C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' </a:t>
            </a:r>
            <a:r>
              <a:rPr kumimoji="1" lang="en-US" altLang="zh-CN" sz="2000" b="1" dirty="0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→</a:t>
            </a:r>
            <a:r>
              <a:rPr kumimoji="1" lang="en-US" altLang="zh-CN" sz="2000" b="1" i="1" dirty="0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S</a:t>
            </a:r>
            <a:r>
              <a:rPr lang="en-US" altLang="zh-CN" sz="20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·</a:t>
            </a:r>
            <a:endParaRPr kumimoji="1" lang="en-US" altLang="zh-CN" sz="2000" b="1" dirty="0">
              <a:solidFill>
                <a:srgbClr val="0070C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25989" name="Line 5"/>
          <p:cNvSpPr>
            <a:spLocks noChangeShapeType="1"/>
          </p:cNvSpPr>
          <p:nvPr/>
        </p:nvSpPr>
        <p:spPr bwMode="auto">
          <a:xfrm>
            <a:off x="2744788" y="1112838"/>
            <a:ext cx="420687" cy="158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425990" name="Text Box 6"/>
          <p:cNvSpPr txBox="1">
            <a:spLocks noChangeArrowheads="1"/>
          </p:cNvSpPr>
          <p:nvPr/>
        </p:nvSpPr>
        <p:spPr bwMode="auto">
          <a:xfrm>
            <a:off x="2698750" y="714375"/>
            <a:ext cx="5334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50000"/>
              </a:spcBef>
            </a:pPr>
            <a:r>
              <a:rPr kumimoji="1" lang="en-US" altLang="zh-CN" sz="2000" b="1" i="1"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425991" name="Line 7"/>
          <p:cNvSpPr>
            <a:spLocks noChangeShapeType="1"/>
          </p:cNvSpPr>
          <p:nvPr/>
        </p:nvSpPr>
        <p:spPr bwMode="auto">
          <a:xfrm>
            <a:off x="2744788" y="1755775"/>
            <a:ext cx="417512" cy="1588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425992" name="Text Box 8"/>
          <p:cNvSpPr txBox="1">
            <a:spLocks noChangeArrowheads="1"/>
          </p:cNvSpPr>
          <p:nvPr/>
        </p:nvSpPr>
        <p:spPr bwMode="auto">
          <a:xfrm>
            <a:off x="2716213" y="1347788"/>
            <a:ext cx="5334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50000"/>
              </a:spcBef>
            </a:pPr>
            <a:r>
              <a:rPr kumimoji="1" lang="en-US" altLang="zh-CN" sz="2000" b="1" i="1">
                <a:latin typeface="Times New Roman" panose="02020603050405020304" pitchFamily="18" charset="0"/>
              </a:rPr>
              <a:t>B</a:t>
            </a:r>
          </a:p>
        </p:txBody>
      </p:sp>
      <p:sp>
        <p:nvSpPr>
          <p:cNvPr id="425993" name="Rectangle 9"/>
          <p:cNvSpPr>
            <a:spLocks noChangeArrowheads="1"/>
          </p:cNvSpPr>
          <p:nvPr/>
        </p:nvSpPr>
        <p:spPr bwMode="auto">
          <a:xfrm>
            <a:off x="3154363" y="1627188"/>
            <a:ext cx="1295400" cy="1400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609600" indent="-609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buClr>
                <a:schemeClr val="tx2"/>
              </a:buClr>
              <a:buSzPct val="75000"/>
              <a:buFont typeface="Monotype Sorts"/>
              <a:buNone/>
            </a:pPr>
            <a:r>
              <a:rPr kumimoji="1" lang="en-US" altLang="zh-CN" sz="2000" b="1" i="1" dirty="0">
                <a:latin typeface="Times New Roman" panose="02020603050405020304" pitchFamily="18" charset="0"/>
              </a:rPr>
              <a:t>I</a:t>
            </a:r>
            <a:r>
              <a:rPr kumimoji="1" lang="en-US" altLang="zh-CN" sz="2000" b="1" i="1" baseline="-25000" dirty="0">
                <a:latin typeface="Times New Roman" panose="02020603050405020304" pitchFamily="18" charset="0"/>
              </a:rPr>
              <a:t>2</a:t>
            </a:r>
            <a:r>
              <a:rPr kumimoji="1" lang="en-US" altLang="zh-CN" sz="2000" b="1" dirty="0">
                <a:latin typeface="Times New Roman" panose="02020603050405020304" pitchFamily="18" charset="0"/>
              </a:rPr>
              <a:t>:</a:t>
            </a:r>
          </a:p>
          <a:p>
            <a:pPr>
              <a:buClr>
                <a:schemeClr val="tx2"/>
              </a:buClr>
              <a:buSzPct val="75000"/>
              <a:buFont typeface="Monotype Sorts"/>
              <a:buNone/>
            </a:pPr>
            <a:r>
              <a:rPr kumimoji="1" lang="en-US" altLang="zh-CN" sz="2000" b="1" i="1" dirty="0">
                <a:solidFill>
                  <a:srgbClr val="0070C0"/>
                </a:solidFill>
                <a:latin typeface="Times New Roman" panose="02020603050405020304" pitchFamily="18" charset="0"/>
              </a:rPr>
              <a:t>S</a:t>
            </a:r>
            <a:r>
              <a:rPr kumimoji="1" lang="en-US" altLang="zh-CN" sz="2000" b="1" dirty="0">
                <a:solidFill>
                  <a:srgbClr val="0070C0"/>
                </a:solidFill>
                <a:latin typeface="Times New Roman" panose="02020603050405020304" pitchFamily="18" charset="0"/>
              </a:rPr>
              <a:t>→</a:t>
            </a:r>
            <a:r>
              <a:rPr kumimoji="1" lang="en-US" altLang="zh-CN" sz="2000" b="1" i="1" dirty="0">
                <a:solidFill>
                  <a:srgbClr val="0070C0"/>
                </a:solidFill>
                <a:latin typeface="Times New Roman" panose="02020603050405020304" pitchFamily="18" charset="0"/>
              </a:rPr>
              <a:t>B</a:t>
            </a:r>
            <a:r>
              <a:rPr lang="en-US" altLang="zh-CN" sz="2000" b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r>
              <a:rPr kumimoji="1" lang="en-US" altLang="zh-CN" sz="2000" b="1" i="1" dirty="0">
                <a:solidFill>
                  <a:srgbClr val="0070C0"/>
                </a:solidFill>
                <a:latin typeface="Times New Roman" panose="02020603050405020304" pitchFamily="18" charset="0"/>
              </a:rPr>
              <a:t>B</a:t>
            </a:r>
          </a:p>
          <a:p>
            <a:pPr>
              <a:buClr>
                <a:schemeClr val="tx2"/>
              </a:buClr>
              <a:buSzPct val="75000"/>
              <a:buFont typeface="Monotype Sorts"/>
              <a:buNone/>
            </a:pPr>
            <a:r>
              <a:rPr kumimoji="1" lang="en-US" altLang="zh-CN" sz="2000" b="1" i="1" dirty="0">
                <a:latin typeface="Times New Roman" panose="02020603050405020304" pitchFamily="18" charset="0"/>
              </a:rPr>
              <a:t>B</a:t>
            </a:r>
            <a:r>
              <a:rPr kumimoji="1" lang="en-US" altLang="zh-CN" sz="2000" b="1" dirty="0">
                <a:latin typeface="Times New Roman" panose="02020603050405020304" pitchFamily="18" charset="0"/>
              </a:rPr>
              <a:t>→</a:t>
            </a:r>
            <a:r>
              <a:rPr lang="en-US" altLang="zh-CN" sz="2000" b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r>
              <a:rPr kumimoji="1" lang="en-US" altLang="zh-CN" sz="2000" b="1" i="1" dirty="0" err="1">
                <a:latin typeface="Times New Roman" panose="02020603050405020304" pitchFamily="18" charset="0"/>
              </a:rPr>
              <a:t>aB</a:t>
            </a:r>
            <a:endParaRPr kumimoji="1" lang="en-US" altLang="zh-CN" sz="2000" b="1" i="1" dirty="0">
              <a:latin typeface="Times New Roman" panose="02020603050405020304" pitchFamily="18" charset="0"/>
            </a:endParaRPr>
          </a:p>
          <a:p>
            <a:pPr>
              <a:buClr>
                <a:schemeClr val="tx2"/>
              </a:buClr>
              <a:buSzPct val="75000"/>
            </a:pPr>
            <a:r>
              <a:rPr kumimoji="1" lang="en-US" altLang="zh-CN" sz="2000" b="1" i="1" dirty="0">
                <a:latin typeface="Times New Roman" panose="02020603050405020304" pitchFamily="18" charset="0"/>
              </a:rPr>
              <a:t>B→·b	</a:t>
            </a:r>
          </a:p>
        </p:txBody>
      </p:sp>
      <p:sp>
        <p:nvSpPr>
          <p:cNvPr id="425994" name="Freeform 10"/>
          <p:cNvSpPr>
            <a:spLocks/>
          </p:cNvSpPr>
          <p:nvPr/>
        </p:nvSpPr>
        <p:spPr bwMode="auto">
          <a:xfrm>
            <a:off x="2024063" y="2208213"/>
            <a:ext cx="1141412" cy="2343150"/>
          </a:xfrm>
          <a:custGeom>
            <a:avLst/>
            <a:gdLst>
              <a:gd name="T0" fmla="*/ 0 w 816"/>
              <a:gd name="T1" fmla="*/ 0 h 1344"/>
              <a:gd name="T2" fmla="*/ 2147483646 w 816"/>
              <a:gd name="T3" fmla="*/ 2147483646 h 1344"/>
              <a:gd name="T4" fmla="*/ 2147483646 w 816"/>
              <a:gd name="T5" fmla="*/ 2147483646 h 1344"/>
              <a:gd name="T6" fmla="*/ 2147483646 w 816"/>
              <a:gd name="T7" fmla="*/ 2147483646 h 1344"/>
              <a:gd name="T8" fmla="*/ 0 60000 65536"/>
              <a:gd name="T9" fmla="*/ 0 60000 65536"/>
              <a:gd name="T10" fmla="*/ 0 60000 65536"/>
              <a:gd name="T11" fmla="*/ 0 60000 65536"/>
              <a:gd name="T12" fmla="*/ 0 w 816"/>
              <a:gd name="T13" fmla="*/ 0 h 1344"/>
              <a:gd name="T14" fmla="*/ 816 w 816"/>
              <a:gd name="T15" fmla="*/ 1344 h 1344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816" h="1344">
                <a:moveTo>
                  <a:pt x="0" y="0"/>
                </a:moveTo>
                <a:cubicBezTo>
                  <a:pt x="0" y="312"/>
                  <a:pt x="0" y="624"/>
                  <a:pt x="48" y="816"/>
                </a:cubicBezTo>
                <a:cubicBezTo>
                  <a:pt x="96" y="1008"/>
                  <a:pt x="160" y="1064"/>
                  <a:pt x="288" y="1152"/>
                </a:cubicBezTo>
                <a:cubicBezTo>
                  <a:pt x="416" y="1240"/>
                  <a:pt x="720" y="1304"/>
                  <a:pt x="816" y="1344"/>
                </a:cubicBezTo>
              </a:path>
            </a:pathLst>
          </a:custGeom>
          <a:noFill/>
          <a:ln w="38100">
            <a:solidFill>
              <a:schemeClr val="tx1"/>
            </a:solidFill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425995" name="Text Box 11"/>
          <p:cNvSpPr txBox="1">
            <a:spLocks noChangeArrowheads="1"/>
          </p:cNvSpPr>
          <p:nvPr/>
        </p:nvSpPr>
        <p:spPr bwMode="auto">
          <a:xfrm>
            <a:off x="1701800" y="2471738"/>
            <a:ext cx="4572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50000"/>
              </a:spcBef>
            </a:pPr>
            <a:r>
              <a:rPr kumimoji="1" lang="en-US" altLang="zh-CN" sz="2000" b="1" i="1">
                <a:latin typeface="Times New Roman" panose="02020603050405020304" pitchFamily="18" charset="0"/>
              </a:rPr>
              <a:t>a</a:t>
            </a:r>
          </a:p>
        </p:txBody>
      </p:sp>
      <p:sp>
        <p:nvSpPr>
          <p:cNvPr id="425996" name="Rectangle 12"/>
          <p:cNvSpPr>
            <a:spLocks noChangeArrowheads="1"/>
          </p:cNvSpPr>
          <p:nvPr/>
        </p:nvSpPr>
        <p:spPr bwMode="auto">
          <a:xfrm>
            <a:off x="3162300" y="3863975"/>
            <a:ext cx="1295400" cy="1085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609600" indent="-609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lnSpc>
                <a:spcPct val="90000"/>
              </a:lnSpc>
              <a:buClr>
                <a:schemeClr val="tx2"/>
              </a:buClr>
              <a:buSzPct val="75000"/>
              <a:buFont typeface="Monotype Sorts"/>
              <a:buNone/>
            </a:pPr>
            <a:r>
              <a:rPr kumimoji="1" lang="en-US" altLang="zh-CN" sz="2000" b="1" i="1" dirty="0">
                <a:latin typeface="Times New Roman" panose="02020603050405020304" pitchFamily="18" charset="0"/>
              </a:rPr>
              <a:t>I</a:t>
            </a:r>
            <a:r>
              <a:rPr kumimoji="1" lang="en-US" altLang="zh-CN" sz="2000" b="1" i="1" baseline="-25000" dirty="0">
                <a:latin typeface="Times New Roman" panose="02020603050405020304" pitchFamily="18" charset="0"/>
              </a:rPr>
              <a:t>3</a:t>
            </a:r>
            <a:r>
              <a:rPr kumimoji="1" lang="en-US" altLang="zh-CN" sz="2000" b="1" dirty="0">
                <a:latin typeface="Times New Roman" panose="02020603050405020304" pitchFamily="18" charset="0"/>
              </a:rPr>
              <a:t>:</a:t>
            </a: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  <a:buFont typeface="Monotype Sorts"/>
              <a:buNone/>
            </a:pPr>
            <a:r>
              <a:rPr kumimoji="1" lang="en-US" altLang="zh-CN" sz="2000" b="1" i="1" dirty="0" err="1">
                <a:solidFill>
                  <a:srgbClr val="0070C0"/>
                </a:solidFill>
                <a:latin typeface="Times New Roman" panose="02020603050405020304" pitchFamily="18" charset="0"/>
              </a:rPr>
              <a:t>B</a:t>
            </a:r>
            <a:r>
              <a:rPr kumimoji="1" lang="en-US" altLang="zh-CN" sz="2000" b="1" dirty="0" err="1">
                <a:solidFill>
                  <a:srgbClr val="0070C0"/>
                </a:solidFill>
                <a:latin typeface="Times New Roman" panose="02020603050405020304" pitchFamily="18" charset="0"/>
              </a:rPr>
              <a:t>→</a:t>
            </a:r>
            <a:r>
              <a:rPr kumimoji="1" lang="en-US" altLang="zh-CN" sz="2000" b="1" i="1" dirty="0" err="1">
                <a:solidFill>
                  <a:srgbClr val="0070C0"/>
                </a:solidFill>
                <a:latin typeface="Times New Roman" panose="02020603050405020304" pitchFamily="18" charset="0"/>
              </a:rPr>
              <a:t>a</a:t>
            </a:r>
            <a:r>
              <a:rPr lang="en-US" altLang="zh-CN" sz="2000" b="1" dirty="0" err="1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r>
              <a:rPr kumimoji="1" lang="en-US" altLang="zh-CN" sz="2000" b="1" i="1" dirty="0" err="1">
                <a:solidFill>
                  <a:srgbClr val="0070C0"/>
                </a:solidFill>
                <a:latin typeface="Times New Roman" panose="02020603050405020304" pitchFamily="18" charset="0"/>
              </a:rPr>
              <a:t>B</a:t>
            </a:r>
            <a:endParaRPr kumimoji="1" lang="en-US" altLang="zh-CN" sz="2000" b="1" i="1" dirty="0">
              <a:solidFill>
                <a:srgbClr val="0070C0"/>
              </a:solidFill>
              <a:latin typeface="Times New Roman" panose="02020603050405020304" pitchFamily="18" charset="0"/>
            </a:endParaRP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  <a:buFont typeface="Monotype Sorts"/>
              <a:buNone/>
            </a:pPr>
            <a:r>
              <a:rPr kumimoji="1" lang="en-US" altLang="zh-CN" sz="2000" b="1" i="1" dirty="0">
                <a:latin typeface="Times New Roman" panose="02020603050405020304" pitchFamily="18" charset="0"/>
              </a:rPr>
              <a:t>B</a:t>
            </a:r>
            <a:r>
              <a:rPr kumimoji="1" lang="en-US" altLang="zh-CN" sz="2000" b="1" dirty="0">
                <a:latin typeface="Times New Roman" panose="02020603050405020304" pitchFamily="18" charset="0"/>
              </a:rPr>
              <a:t>→</a:t>
            </a:r>
            <a:r>
              <a:rPr lang="en-US" altLang="zh-CN" sz="2000" b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r>
              <a:rPr kumimoji="1" lang="en-US" altLang="zh-CN" sz="2000" b="1" i="1" dirty="0" err="1">
                <a:latin typeface="Times New Roman" panose="02020603050405020304" pitchFamily="18" charset="0"/>
              </a:rPr>
              <a:t>aB</a:t>
            </a:r>
            <a:endParaRPr kumimoji="1" lang="en-US" altLang="zh-CN" sz="2000" b="1" i="1" dirty="0">
              <a:latin typeface="Times New Roman" panose="02020603050405020304" pitchFamily="18" charset="0"/>
            </a:endParaRP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  <a:buFont typeface="Monotype Sorts"/>
              <a:buNone/>
            </a:pPr>
            <a:r>
              <a:rPr kumimoji="1" lang="en-US" altLang="zh-CN" sz="2000" b="1" i="1" dirty="0">
                <a:latin typeface="Times New Roman" panose="02020603050405020304" pitchFamily="18" charset="0"/>
              </a:rPr>
              <a:t>B</a:t>
            </a:r>
            <a:r>
              <a:rPr kumimoji="1" lang="en-US" altLang="zh-CN" sz="2000" b="1" dirty="0">
                <a:latin typeface="Times New Roman" panose="02020603050405020304" pitchFamily="18" charset="0"/>
              </a:rPr>
              <a:t>→</a:t>
            </a:r>
            <a:r>
              <a:rPr lang="en-US" altLang="zh-CN" sz="2000" b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r>
              <a:rPr kumimoji="1" lang="en-US" altLang="zh-CN" sz="2000" b="1" i="1" dirty="0">
                <a:latin typeface="Times New Roman" panose="02020603050405020304" pitchFamily="18" charset="0"/>
              </a:rPr>
              <a:t>b</a:t>
            </a:r>
            <a:r>
              <a:rPr kumimoji="1" lang="en-US" altLang="zh-CN" sz="2000" b="1" dirty="0">
                <a:latin typeface="Times New Roman" panose="02020603050405020304" pitchFamily="18" charset="0"/>
              </a:rPr>
              <a:t>	</a:t>
            </a:r>
          </a:p>
        </p:txBody>
      </p:sp>
      <p:sp>
        <p:nvSpPr>
          <p:cNvPr id="425997" name="Freeform 13"/>
          <p:cNvSpPr>
            <a:spLocks/>
          </p:cNvSpPr>
          <p:nvPr/>
        </p:nvSpPr>
        <p:spPr bwMode="auto">
          <a:xfrm>
            <a:off x="2444750" y="2212975"/>
            <a:ext cx="715963" cy="1243013"/>
          </a:xfrm>
          <a:custGeom>
            <a:avLst/>
            <a:gdLst>
              <a:gd name="T0" fmla="*/ 0 w 1680"/>
              <a:gd name="T1" fmla="*/ 0 h 1056"/>
              <a:gd name="T2" fmla="*/ 2147483646 w 1680"/>
              <a:gd name="T3" fmla="*/ 2147483646 h 1056"/>
              <a:gd name="T4" fmla="*/ 2147483646 w 1680"/>
              <a:gd name="T5" fmla="*/ 2147483646 h 1056"/>
              <a:gd name="T6" fmla="*/ 2147483646 w 1680"/>
              <a:gd name="T7" fmla="*/ 2147483646 h 1056"/>
              <a:gd name="T8" fmla="*/ 2147483646 w 1680"/>
              <a:gd name="T9" fmla="*/ 2147483646 h 105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680"/>
              <a:gd name="T16" fmla="*/ 0 h 1056"/>
              <a:gd name="T17" fmla="*/ 1680 w 1680"/>
              <a:gd name="T18" fmla="*/ 1056 h 105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680" h="1056">
                <a:moveTo>
                  <a:pt x="0" y="0"/>
                </a:moveTo>
                <a:cubicBezTo>
                  <a:pt x="4" y="240"/>
                  <a:pt x="8" y="480"/>
                  <a:pt x="48" y="624"/>
                </a:cubicBezTo>
                <a:cubicBezTo>
                  <a:pt x="88" y="768"/>
                  <a:pt x="128" y="800"/>
                  <a:pt x="240" y="864"/>
                </a:cubicBezTo>
                <a:cubicBezTo>
                  <a:pt x="352" y="928"/>
                  <a:pt x="480" y="976"/>
                  <a:pt x="720" y="1008"/>
                </a:cubicBezTo>
                <a:cubicBezTo>
                  <a:pt x="960" y="1040"/>
                  <a:pt x="1528" y="1056"/>
                  <a:pt x="1680" y="1056"/>
                </a:cubicBezTo>
              </a:path>
            </a:pathLst>
          </a:custGeom>
          <a:noFill/>
          <a:ln w="38100">
            <a:solidFill>
              <a:schemeClr val="tx1"/>
            </a:solidFill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425998" name="Text Box 14"/>
          <p:cNvSpPr txBox="1">
            <a:spLocks noChangeArrowheads="1"/>
          </p:cNvSpPr>
          <p:nvPr/>
        </p:nvSpPr>
        <p:spPr bwMode="auto">
          <a:xfrm>
            <a:off x="2459038" y="2500313"/>
            <a:ext cx="4572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50000"/>
              </a:spcBef>
            </a:pPr>
            <a:r>
              <a:rPr kumimoji="1" lang="en-US" altLang="zh-CN" sz="2000" b="1" i="1">
                <a:latin typeface="Times New Roman" panose="02020603050405020304" pitchFamily="18" charset="0"/>
              </a:rPr>
              <a:t>b</a:t>
            </a:r>
          </a:p>
        </p:txBody>
      </p:sp>
      <p:sp>
        <p:nvSpPr>
          <p:cNvPr id="425999" name="Rectangle 15"/>
          <p:cNvSpPr>
            <a:spLocks noChangeArrowheads="1"/>
          </p:cNvSpPr>
          <p:nvPr/>
        </p:nvSpPr>
        <p:spPr bwMode="auto">
          <a:xfrm>
            <a:off x="3162300" y="2971800"/>
            <a:ext cx="1000125" cy="642938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lIns="92075" tIns="46038" rIns="92075" bIns="46038"/>
          <a:lstStyle/>
          <a:p>
            <a:pPr marL="609600" indent="-609600">
              <a:lnSpc>
                <a:spcPct val="90000"/>
              </a:lnSpc>
              <a:buClr>
                <a:schemeClr val="tx2"/>
              </a:buClr>
              <a:buSzPct val="75000"/>
              <a:buFont typeface="Monotype Sorts"/>
              <a:buNone/>
              <a:defRPr/>
            </a:pPr>
            <a:r>
              <a:rPr kumimoji="1" lang="en-US" altLang="zh-CN" sz="2000" b="1" i="1" dirty="0">
                <a:latin typeface="Times New Roman" pitchFamily="18" charset="0"/>
                <a:cs typeface="Times New Roman" pitchFamily="18" charset="0"/>
              </a:rPr>
              <a:t>I</a:t>
            </a:r>
            <a:r>
              <a:rPr kumimoji="1" lang="en-US" altLang="zh-CN" sz="2000" b="1" i="1" baseline="-25000" dirty="0">
                <a:latin typeface="Times New Roman" pitchFamily="18" charset="0"/>
                <a:cs typeface="Times New Roman" pitchFamily="18" charset="0"/>
              </a:rPr>
              <a:t>4</a:t>
            </a:r>
            <a:r>
              <a:rPr kumimoji="1" lang="en-US" altLang="zh-CN" sz="2000" b="1" dirty="0">
                <a:latin typeface="Times New Roman" pitchFamily="18" charset="0"/>
                <a:cs typeface="Times New Roman" pitchFamily="18" charset="0"/>
              </a:rPr>
              <a:t>:</a:t>
            </a:r>
          </a:p>
          <a:p>
            <a:pPr marL="609600" indent="-609600">
              <a:lnSpc>
                <a:spcPct val="90000"/>
              </a:lnSpc>
              <a:buClr>
                <a:schemeClr val="tx2"/>
              </a:buClr>
              <a:buSzPct val="75000"/>
              <a:buFont typeface="Monotype Sorts"/>
              <a:buNone/>
              <a:defRPr/>
            </a:pPr>
            <a:r>
              <a:rPr kumimoji="1" lang="en-US" altLang="zh-CN" sz="2000" b="1" i="1" dirty="0" err="1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B</a:t>
            </a:r>
            <a:r>
              <a:rPr kumimoji="1" lang="en-US" altLang="zh-CN" sz="2000" b="1" dirty="0" err="1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→</a:t>
            </a:r>
            <a:r>
              <a:rPr kumimoji="1" lang="en-US" altLang="zh-CN" sz="2000" b="1" i="1" dirty="0" err="1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b</a:t>
            </a:r>
            <a:r>
              <a:rPr lang="en-US" altLang="zh-CN" sz="2000" b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r>
              <a:rPr lang="en-US" altLang="zh-CN" sz="2000" b="1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 </a:t>
            </a:r>
            <a:r>
              <a:rPr kumimoji="1" lang="en-US" altLang="zh-CN" sz="2000" dirty="0">
                <a:solidFill>
                  <a:srgbClr val="FFFF00"/>
                </a:solidFill>
                <a:latin typeface="Times New Roman" pitchFamily="18" charset="0"/>
                <a:cs typeface="Times New Roman" pitchFamily="18" charset="0"/>
              </a:rPr>
              <a:t>	</a:t>
            </a:r>
            <a:endParaRPr kumimoji="1" lang="en-US" altLang="zh-CN" sz="2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26000" name="Line 16"/>
          <p:cNvSpPr>
            <a:spLocks noChangeShapeType="1"/>
          </p:cNvSpPr>
          <p:nvPr/>
        </p:nvSpPr>
        <p:spPr bwMode="auto">
          <a:xfrm>
            <a:off x="4162425" y="1763713"/>
            <a:ext cx="382588" cy="793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426001" name="Text Box 17"/>
          <p:cNvSpPr txBox="1">
            <a:spLocks noChangeArrowheads="1"/>
          </p:cNvSpPr>
          <p:nvPr/>
        </p:nvSpPr>
        <p:spPr bwMode="auto">
          <a:xfrm>
            <a:off x="4113213" y="1357313"/>
            <a:ext cx="5334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50000"/>
              </a:spcBef>
            </a:pPr>
            <a:r>
              <a:rPr kumimoji="1" lang="en-US" altLang="zh-CN" sz="2000" b="1" i="1">
                <a:latin typeface="Times New Roman" panose="02020603050405020304" pitchFamily="18" charset="0"/>
              </a:rPr>
              <a:t>B</a:t>
            </a:r>
          </a:p>
        </p:txBody>
      </p:sp>
      <p:sp>
        <p:nvSpPr>
          <p:cNvPr id="426002" name="Rectangle 18"/>
          <p:cNvSpPr>
            <a:spLocks noChangeArrowheads="1"/>
          </p:cNvSpPr>
          <p:nvPr/>
        </p:nvSpPr>
        <p:spPr bwMode="auto">
          <a:xfrm>
            <a:off x="4545013" y="1557338"/>
            <a:ext cx="1035050" cy="72072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lIns="92075" tIns="46038" rIns="92075" bIns="46038"/>
          <a:lstStyle/>
          <a:p>
            <a:pPr marL="609600" indent="-609600">
              <a:buClr>
                <a:schemeClr val="tx2"/>
              </a:buClr>
              <a:buSzPct val="75000"/>
              <a:buFont typeface="Monotype Sorts"/>
              <a:buNone/>
              <a:defRPr/>
            </a:pPr>
            <a:r>
              <a:rPr kumimoji="1" lang="en-US" altLang="zh-CN" sz="2000" b="1" i="1" dirty="0">
                <a:latin typeface="Times New Roman" pitchFamily="18" charset="0"/>
                <a:cs typeface="Times New Roman" pitchFamily="18" charset="0"/>
              </a:rPr>
              <a:t>I</a:t>
            </a:r>
            <a:r>
              <a:rPr kumimoji="1" lang="en-US" altLang="zh-CN" sz="2000" b="1" i="1" baseline="-25000" dirty="0">
                <a:latin typeface="Times New Roman" pitchFamily="18" charset="0"/>
                <a:cs typeface="Times New Roman" pitchFamily="18" charset="0"/>
              </a:rPr>
              <a:t>5</a:t>
            </a:r>
            <a:r>
              <a:rPr kumimoji="1" lang="en-US" altLang="zh-CN" sz="2000" b="1" dirty="0">
                <a:latin typeface="Times New Roman" pitchFamily="18" charset="0"/>
                <a:cs typeface="Times New Roman" pitchFamily="18" charset="0"/>
              </a:rPr>
              <a:t>:</a:t>
            </a:r>
          </a:p>
          <a:p>
            <a:pPr marL="609600" indent="-609600">
              <a:buClr>
                <a:schemeClr val="tx2"/>
              </a:buClr>
              <a:buSzPct val="75000"/>
              <a:buFont typeface="Monotype Sorts"/>
              <a:buNone/>
              <a:defRPr/>
            </a:pPr>
            <a:r>
              <a:rPr kumimoji="1" lang="en-US" altLang="zh-CN" sz="2000" b="1" i="1" dirty="0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S</a:t>
            </a:r>
            <a:r>
              <a:rPr kumimoji="1" lang="en-US" altLang="zh-CN" sz="2000" b="1" dirty="0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→</a:t>
            </a:r>
            <a:r>
              <a:rPr kumimoji="1" lang="en-US" altLang="zh-CN" sz="2000" b="1" i="1" dirty="0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BB</a:t>
            </a:r>
            <a:r>
              <a:rPr lang="en-US" altLang="zh-CN" sz="2000" b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endParaRPr kumimoji="1" lang="en-US" altLang="zh-CN" sz="2000" b="1" dirty="0">
              <a:solidFill>
                <a:srgbClr val="0070C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26003" name="Freeform 19"/>
          <p:cNvSpPr>
            <a:spLocks/>
          </p:cNvSpPr>
          <p:nvPr/>
        </p:nvSpPr>
        <p:spPr bwMode="auto">
          <a:xfrm>
            <a:off x="4162425" y="2278063"/>
            <a:ext cx="793750" cy="1781175"/>
          </a:xfrm>
          <a:custGeom>
            <a:avLst/>
            <a:gdLst>
              <a:gd name="T0" fmla="*/ 0 w 1424"/>
              <a:gd name="T1" fmla="*/ 0 h 1968"/>
              <a:gd name="T2" fmla="*/ 2147483646 w 1424"/>
              <a:gd name="T3" fmla="*/ 2147483646 h 1968"/>
              <a:gd name="T4" fmla="*/ 2147483646 w 1424"/>
              <a:gd name="T5" fmla="*/ 2147483646 h 1968"/>
              <a:gd name="T6" fmla="*/ 2147483646 w 1424"/>
              <a:gd name="T7" fmla="*/ 2147483646 h 1968"/>
              <a:gd name="T8" fmla="*/ 0 60000 65536"/>
              <a:gd name="T9" fmla="*/ 0 60000 65536"/>
              <a:gd name="T10" fmla="*/ 0 60000 65536"/>
              <a:gd name="T11" fmla="*/ 0 60000 65536"/>
              <a:gd name="T12" fmla="*/ 0 w 1424"/>
              <a:gd name="T13" fmla="*/ 0 h 1968"/>
              <a:gd name="T14" fmla="*/ 1424 w 1424"/>
              <a:gd name="T15" fmla="*/ 1968 h 1968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1424" h="1968">
                <a:moveTo>
                  <a:pt x="0" y="0"/>
                </a:moveTo>
                <a:cubicBezTo>
                  <a:pt x="448" y="112"/>
                  <a:pt x="896" y="224"/>
                  <a:pt x="1104" y="432"/>
                </a:cubicBezTo>
                <a:cubicBezTo>
                  <a:pt x="1312" y="640"/>
                  <a:pt x="1424" y="992"/>
                  <a:pt x="1248" y="1248"/>
                </a:cubicBezTo>
                <a:cubicBezTo>
                  <a:pt x="1072" y="1504"/>
                  <a:pt x="248" y="1848"/>
                  <a:pt x="48" y="1968"/>
                </a:cubicBezTo>
              </a:path>
            </a:pathLst>
          </a:custGeom>
          <a:noFill/>
          <a:ln w="38100">
            <a:solidFill>
              <a:schemeClr val="tx1"/>
            </a:solidFill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426004" name="Text Box 20"/>
          <p:cNvSpPr txBox="1">
            <a:spLocks noChangeArrowheads="1"/>
          </p:cNvSpPr>
          <p:nvPr/>
        </p:nvSpPr>
        <p:spPr bwMode="auto">
          <a:xfrm>
            <a:off x="4924425" y="2857500"/>
            <a:ext cx="3810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50000"/>
              </a:spcBef>
            </a:pPr>
            <a:r>
              <a:rPr kumimoji="1" lang="en-US" altLang="zh-CN" sz="2000" b="1" i="1">
                <a:latin typeface="Times New Roman" panose="02020603050405020304" pitchFamily="18" charset="0"/>
              </a:rPr>
              <a:t>a</a:t>
            </a:r>
          </a:p>
        </p:txBody>
      </p:sp>
      <p:sp>
        <p:nvSpPr>
          <p:cNvPr id="426005" name="Freeform 21"/>
          <p:cNvSpPr>
            <a:spLocks/>
          </p:cNvSpPr>
          <p:nvPr/>
        </p:nvSpPr>
        <p:spPr bwMode="auto">
          <a:xfrm>
            <a:off x="4162425" y="2735263"/>
            <a:ext cx="317500" cy="514350"/>
          </a:xfrm>
          <a:custGeom>
            <a:avLst/>
            <a:gdLst>
              <a:gd name="T0" fmla="*/ 0 w 200"/>
              <a:gd name="T1" fmla="*/ 0 h 432"/>
              <a:gd name="T2" fmla="*/ 2147483646 w 200"/>
              <a:gd name="T3" fmla="*/ 2147483646 h 432"/>
              <a:gd name="T4" fmla="*/ 2147483646 w 200"/>
              <a:gd name="T5" fmla="*/ 2147483646 h 432"/>
              <a:gd name="T6" fmla="*/ 0 60000 65536"/>
              <a:gd name="T7" fmla="*/ 0 60000 65536"/>
              <a:gd name="T8" fmla="*/ 0 60000 65536"/>
              <a:gd name="T9" fmla="*/ 0 w 200"/>
              <a:gd name="T10" fmla="*/ 0 h 432"/>
              <a:gd name="T11" fmla="*/ 200 w 200"/>
              <a:gd name="T12" fmla="*/ 432 h 43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00" h="432">
                <a:moveTo>
                  <a:pt x="0" y="0"/>
                </a:moveTo>
                <a:cubicBezTo>
                  <a:pt x="92" y="60"/>
                  <a:pt x="184" y="120"/>
                  <a:pt x="192" y="192"/>
                </a:cubicBezTo>
                <a:cubicBezTo>
                  <a:pt x="200" y="264"/>
                  <a:pt x="124" y="348"/>
                  <a:pt x="48" y="432"/>
                </a:cubicBezTo>
              </a:path>
            </a:pathLst>
          </a:custGeom>
          <a:noFill/>
          <a:ln w="38100">
            <a:solidFill>
              <a:schemeClr val="tx1"/>
            </a:solidFill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426006" name="Text Box 22"/>
          <p:cNvSpPr txBox="1">
            <a:spLocks noChangeArrowheads="1"/>
          </p:cNvSpPr>
          <p:nvPr/>
        </p:nvSpPr>
        <p:spPr bwMode="auto">
          <a:xfrm>
            <a:off x="4448175" y="2849563"/>
            <a:ext cx="3810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50000"/>
              </a:spcBef>
            </a:pPr>
            <a:r>
              <a:rPr kumimoji="1" lang="en-US" altLang="zh-CN" sz="2000" b="1" i="1">
                <a:latin typeface="Times New Roman" panose="02020603050405020304" pitchFamily="18" charset="0"/>
              </a:rPr>
              <a:t>b</a:t>
            </a:r>
          </a:p>
        </p:txBody>
      </p:sp>
      <p:sp>
        <p:nvSpPr>
          <p:cNvPr id="426007" name="Line 23"/>
          <p:cNvSpPr>
            <a:spLocks noChangeShapeType="1"/>
          </p:cNvSpPr>
          <p:nvPr/>
        </p:nvSpPr>
        <p:spPr bwMode="auto">
          <a:xfrm flipV="1">
            <a:off x="4162425" y="4324350"/>
            <a:ext cx="382588" cy="127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426008" name="Text Box 24"/>
          <p:cNvSpPr txBox="1">
            <a:spLocks noChangeArrowheads="1"/>
          </p:cNvSpPr>
          <p:nvPr/>
        </p:nvSpPr>
        <p:spPr bwMode="auto">
          <a:xfrm>
            <a:off x="4233863" y="3971925"/>
            <a:ext cx="3810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50000"/>
              </a:spcBef>
            </a:pPr>
            <a:r>
              <a:rPr kumimoji="1" lang="en-US" altLang="zh-CN" sz="2000" b="1" i="1">
                <a:latin typeface="Times New Roman" panose="02020603050405020304" pitchFamily="18" charset="0"/>
              </a:rPr>
              <a:t>B</a:t>
            </a:r>
          </a:p>
        </p:txBody>
      </p:sp>
      <p:sp>
        <p:nvSpPr>
          <p:cNvPr id="426009" name="Rectangle 25"/>
          <p:cNvSpPr>
            <a:spLocks noChangeArrowheads="1"/>
          </p:cNvSpPr>
          <p:nvPr/>
        </p:nvSpPr>
        <p:spPr bwMode="auto">
          <a:xfrm>
            <a:off x="4545013" y="3867150"/>
            <a:ext cx="1001712" cy="68580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lIns="92075" tIns="46038" rIns="92075" bIns="46038"/>
          <a:lstStyle/>
          <a:p>
            <a:pPr marL="609600" indent="-609600">
              <a:buClr>
                <a:schemeClr val="tx2"/>
              </a:buClr>
              <a:buSzPct val="75000"/>
              <a:buFont typeface="Monotype Sorts"/>
              <a:buNone/>
              <a:defRPr/>
            </a:pPr>
            <a:r>
              <a:rPr kumimoji="1" lang="en-US" altLang="zh-CN" sz="2000" b="1" i="1" dirty="0">
                <a:latin typeface="Times New Roman" pitchFamily="18" charset="0"/>
                <a:cs typeface="Times New Roman" pitchFamily="18" charset="0"/>
              </a:rPr>
              <a:t>I</a:t>
            </a:r>
            <a:r>
              <a:rPr kumimoji="1" lang="en-US" altLang="zh-CN" sz="2000" b="1" i="1" baseline="-25000" dirty="0">
                <a:latin typeface="Times New Roman" pitchFamily="18" charset="0"/>
                <a:cs typeface="Times New Roman" pitchFamily="18" charset="0"/>
              </a:rPr>
              <a:t>6</a:t>
            </a:r>
            <a:r>
              <a:rPr kumimoji="1" lang="en-US" altLang="zh-CN" sz="2000" b="1" dirty="0">
                <a:latin typeface="Times New Roman" pitchFamily="18" charset="0"/>
                <a:cs typeface="Times New Roman" pitchFamily="18" charset="0"/>
              </a:rPr>
              <a:t>:</a:t>
            </a:r>
          </a:p>
          <a:p>
            <a:pPr marL="609600" indent="-609600">
              <a:buClr>
                <a:schemeClr val="tx2"/>
              </a:buClr>
              <a:buSzPct val="75000"/>
              <a:buFont typeface="Monotype Sorts"/>
              <a:buNone/>
              <a:defRPr/>
            </a:pPr>
            <a:r>
              <a:rPr kumimoji="1" lang="en-US" altLang="zh-CN" sz="2000" b="1" i="1" dirty="0" err="1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B</a:t>
            </a:r>
            <a:r>
              <a:rPr kumimoji="1" lang="en-US" altLang="zh-CN" sz="2000" b="1" dirty="0" err="1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→</a:t>
            </a:r>
            <a:r>
              <a:rPr kumimoji="1" lang="en-US" altLang="zh-CN" sz="2000" b="1" i="1" dirty="0" err="1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aB</a:t>
            </a:r>
            <a:r>
              <a:rPr lang="en-US" altLang="zh-CN" sz="2000" b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endParaRPr kumimoji="1" lang="en-US" altLang="zh-CN" sz="2800" b="1" dirty="0">
              <a:solidFill>
                <a:srgbClr val="0070C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26010" name="Freeform 26"/>
          <p:cNvSpPr>
            <a:spLocks/>
          </p:cNvSpPr>
          <p:nvPr/>
        </p:nvSpPr>
        <p:spPr bwMode="auto">
          <a:xfrm>
            <a:off x="4162425" y="4508500"/>
            <a:ext cx="457200" cy="342900"/>
          </a:xfrm>
          <a:custGeom>
            <a:avLst/>
            <a:gdLst>
              <a:gd name="T0" fmla="*/ 0 w 288"/>
              <a:gd name="T1" fmla="*/ 0 h 288"/>
              <a:gd name="T2" fmla="*/ 2147483646 w 288"/>
              <a:gd name="T3" fmla="*/ 2147483646 h 288"/>
              <a:gd name="T4" fmla="*/ 0 w 288"/>
              <a:gd name="T5" fmla="*/ 2147483646 h 288"/>
              <a:gd name="T6" fmla="*/ 0 60000 65536"/>
              <a:gd name="T7" fmla="*/ 0 60000 65536"/>
              <a:gd name="T8" fmla="*/ 0 60000 65536"/>
              <a:gd name="T9" fmla="*/ 0 w 288"/>
              <a:gd name="T10" fmla="*/ 0 h 288"/>
              <a:gd name="T11" fmla="*/ 288 w 288"/>
              <a:gd name="T12" fmla="*/ 288 h 288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88" h="288">
                <a:moveTo>
                  <a:pt x="0" y="0"/>
                </a:moveTo>
                <a:cubicBezTo>
                  <a:pt x="144" y="48"/>
                  <a:pt x="288" y="96"/>
                  <a:pt x="288" y="144"/>
                </a:cubicBezTo>
                <a:cubicBezTo>
                  <a:pt x="288" y="192"/>
                  <a:pt x="144" y="240"/>
                  <a:pt x="0" y="288"/>
                </a:cubicBezTo>
              </a:path>
            </a:pathLst>
          </a:custGeom>
          <a:noFill/>
          <a:ln w="38100">
            <a:solidFill>
              <a:schemeClr val="tx1"/>
            </a:solidFill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426011" name="Text Box 27"/>
          <p:cNvSpPr txBox="1">
            <a:spLocks noChangeArrowheads="1"/>
          </p:cNvSpPr>
          <p:nvPr/>
        </p:nvSpPr>
        <p:spPr bwMode="auto">
          <a:xfrm>
            <a:off x="4662488" y="4459288"/>
            <a:ext cx="457200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50000"/>
              </a:spcBef>
            </a:pPr>
            <a:r>
              <a:rPr kumimoji="1" lang="en-US" altLang="zh-CN" sz="2400" b="1" i="1">
                <a:latin typeface="Times New Roman" panose="02020603050405020304" pitchFamily="18" charset="0"/>
              </a:rPr>
              <a:t>a</a:t>
            </a:r>
          </a:p>
        </p:txBody>
      </p:sp>
      <p:sp>
        <p:nvSpPr>
          <p:cNvPr id="426012" name="Line 28"/>
          <p:cNvSpPr>
            <a:spLocks noChangeShapeType="1"/>
          </p:cNvSpPr>
          <p:nvPr/>
        </p:nvSpPr>
        <p:spPr bwMode="auto">
          <a:xfrm flipV="1">
            <a:off x="3733800" y="3614738"/>
            <a:ext cx="0" cy="28575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426013" name="Text Box 29"/>
          <p:cNvSpPr txBox="1">
            <a:spLocks noChangeArrowheads="1"/>
          </p:cNvSpPr>
          <p:nvPr/>
        </p:nvSpPr>
        <p:spPr bwMode="auto">
          <a:xfrm>
            <a:off x="3805238" y="3543300"/>
            <a:ext cx="5334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50000"/>
              </a:spcBef>
            </a:pPr>
            <a:r>
              <a:rPr kumimoji="1" lang="en-US" altLang="zh-CN" sz="2000" b="1" i="1">
                <a:latin typeface="Times New Roman" panose="02020603050405020304" pitchFamily="18" charset="0"/>
              </a:rPr>
              <a:t>b</a:t>
            </a:r>
          </a:p>
        </p:txBody>
      </p:sp>
      <p:sp>
        <p:nvSpPr>
          <p:cNvPr id="67615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83883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例：</a:t>
            </a:r>
            <a:r>
              <a:rPr lang="en-US" altLang="zh-CN" sz="3000" dirty="0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LR(0)</a:t>
            </a:r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自动机</a:t>
            </a:r>
            <a:endParaRPr lang="zh-CN" altLang="en-US" sz="3000" i="1" dirty="0">
              <a:solidFill>
                <a:schemeClr val="tx1"/>
              </a:solidFill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" name="内容占位符 2"/>
          <p:cNvSpPr txBox="1">
            <a:spLocks/>
          </p:cNvSpPr>
          <p:nvPr/>
        </p:nvSpPr>
        <p:spPr bwMode="auto">
          <a:xfrm>
            <a:off x="168127" y="744984"/>
            <a:ext cx="1379537" cy="168275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/>
          <a:lstStyle/>
          <a:p>
            <a: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  <a:defRPr/>
            </a:pPr>
            <a:r>
              <a:rPr lang="zh-CN" altLang="en-US" b="1" dirty="0">
                <a:latin typeface="楷体" pitchFamily="49" charset="-122"/>
                <a:ea typeface="楷体" pitchFamily="49" charset="-122"/>
                <a:cs typeface="Times New Roman" pitchFamily="18" charset="0"/>
              </a:rPr>
              <a:t>文法</a:t>
            </a:r>
            <a:endParaRPr lang="en-US" altLang="zh-CN" b="1" dirty="0">
              <a:latin typeface="楷体" pitchFamily="49" charset="-122"/>
              <a:ea typeface="楷体" pitchFamily="49" charset="-122"/>
              <a:cs typeface="Times New Roman" pitchFamily="18" charset="0"/>
            </a:endParaRPr>
          </a:p>
          <a:p>
            <a: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  <a:defRPr/>
            </a:pPr>
            <a:r>
              <a:rPr lang="en-US" altLang="zh-CN" b="1" dirty="0">
                <a:latin typeface="Times New Roman" pitchFamily="18" charset="0"/>
                <a:ea typeface="楷体_GB2312"/>
                <a:cs typeface="Times New Roman" pitchFamily="18" charset="0"/>
              </a:rPr>
              <a:t>(0) </a:t>
            </a:r>
            <a:r>
              <a:rPr lang="en-US" altLang="zh-CN" b="1" i="1" dirty="0">
                <a:latin typeface="Times New Roman" pitchFamily="18" charset="0"/>
                <a:ea typeface="楷体_GB2312"/>
                <a:cs typeface="Times New Roman" pitchFamily="18" charset="0"/>
              </a:rPr>
              <a:t>S</a:t>
            </a:r>
            <a:r>
              <a:rPr lang="en-US" altLang="zh-CN" b="1" i="1" dirty="0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' </a:t>
            </a:r>
            <a:r>
              <a:rPr lang="en-US" altLang="zh-CN" b="1" dirty="0">
                <a:latin typeface="Times New Roman" pitchFamily="18" charset="0"/>
                <a:ea typeface="楷体_GB2312"/>
                <a:cs typeface="Times New Roman" pitchFamily="18" charset="0"/>
              </a:rPr>
              <a:t>→ </a:t>
            </a:r>
            <a:r>
              <a:rPr lang="en-US" altLang="zh-CN" b="1" i="1" dirty="0">
                <a:latin typeface="Times New Roman" pitchFamily="18" charset="0"/>
                <a:ea typeface="楷体_GB2312"/>
                <a:cs typeface="Times New Roman" pitchFamily="18" charset="0"/>
              </a:rPr>
              <a:t>S</a:t>
            </a:r>
            <a:r>
              <a:rPr lang="en-US" altLang="zh-CN" b="1" dirty="0">
                <a:latin typeface="Times New Roman" pitchFamily="18" charset="0"/>
                <a:ea typeface="楷体_GB2312"/>
                <a:cs typeface="Times New Roman" pitchFamily="18" charset="0"/>
              </a:rPr>
              <a:t> </a:t>
            </a:r>
          </a:p>
          <a:p>
            <a: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  <a:defRPr/>
            </a:pPr>
            <a:r>
              <a:rPr lang="en-US" altLang="zh-CN" b="1" dirty="0">
                <a:latin typeface="Times New Roman" pitchFamily="18" charset="0"/>
                <a:ea typeface="楷体_GB2312"/>
                <a:cs typeface="Times New Roman" pitchFamily="18" charset="0"/>
              </a:rPr>
              <a:t>(1) </a:t>
            </a:r>
            <a:r>
              <a:rPr lang="en-US" altLang="zh-CN" b="1" i="1" dirty="0">
                <a:latin typeface="Times New Roman" pitchFamily="18" charset="0"/>
                <a:ea typeface="楷体_GB2312"/>
                <a:cs typeface="Times New Roman" pitchFamily="18" charset="0"/>
              </a:rPr>
              <a:t>S </a:t>
            </a:r>
            <a:r>
              <a:rPr lang="en-US" altLang="zh-CN" b="1" dirty="0">
                <a:latin typeface="Times New Roman" pitchFamily="18" charset="0"/>
                <a:ea typeface="楷体_GB2312"/>
                <a:cs typeface="Times New Roman" pitchFamily="18" charset="0"/>
              </a:rPr>
              <a:t>→ </a:t>
            </a:r>
            <a:r>
              <a:rPr lang="en-US" altLang="zh-CN" b="1" i="1" dirty="0">
                <a:latin typeface="Times New Roman" pitchFamily="18" charset="0"/>
                <a:ea typeface="楷体_GB2312"/>
                <a:cs typeface="Times New Roman" pitchFamily="18" charset="0"/>
              </a:rPr>
              <a:t>BB</a:t>
            </a:r>
            <a:endParaRPr lang="en-US" altLang="zh-CN" b="1" dirty="0">
              <a:latin typeface="Times New Roman" pitchFamily="18" charset="0"/>
              <a:ea typeface="楷体_GB2312"/>
              <a:cs typeface="Times New Roman" pitchFamily="18" charset="0"/>
            </a:endParaRPr>
          </a:p>
          <a:p>
            <a: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  <a:defRPr/>
            </a:pPr>
            <a:r>
              <a:rPr lang="en-US" altLang="zh-CN" b="1" dirty="0">
                <a:latin typeface="Times New Roman" pitchFamily="18" charset="0"/>
                <a:ea typeface="楷体_GB2312"/>
                <a:cs typeface="Times New Roman" pitchFamily="18" charset="0"/>
              </a:rPr>
              <a:t>(2) </a:t>
            </a:r>
            <a:r>
              <a:rPr lang="en-US" altLang="zh-CN" b="1" i="1" dirty="0">
                <a:latin typeface="Times New Roman" pitchFamily="18" charset="0"/>
                <a:ea typeface="楷体_GB2312"/>
                <a:cs typeface="Times New Roman" pitchFamily="18" charset="0"/>
              </a:rPr>
              <a:t>B </a:t>
            </a:r>
            <a:r>
              <a:rPr lang="en-US" altLang="zh-CN" b="1" dirty="0">
                <a:latin typeface="Times New Roman" pitchFamily="18" charset="0"/>
                <a:ea typeface="楷体_GB2312"/>
                <a:cs typeface="Times New Roman" pitchFamily="18" charset="0"/>
              </a:rPr>
              <a:t>→ </a:t>
            </a:r>
            <a:r>
              <a:rPr lang="en-US" altLang="zh-CN" b="1" i="1" dirty="0" err="1">
                <a:latin typeface="Times New Roman" pitchFamily="18" charset="0"/>
                <a:ea typeface="楷体_GB2312"/>
                <a:cs typeface="Times New Roman" pitchFamily="18" charset="0"/>
              </a:rPr>
              <a:t>aB</a:t>
            </a:r>
            <a:endParaRPr lang="en-US" altLang="zh-CN" b="1" dirty="0">
              <a:latin typeface="Times New Roman" pitchFamily="18" charset="0"/>
              <a:ea typeface="楷体_GB2312"/>
              <a:cs typeface="Times New Roman" pitchFamily="18" charset="0"/>
            </a:endParaRPr>
          </a:p>
          <a:p>
            <a:pPr>
              <a:spcBef>
                <a:spcPct val="20000"/>
              </a:spcBef>
              <a:buClr>
                <a:schemeClr val="folHlink"/>
              </a:buClr>
              <a:buSzPct val="60000"/>
              <a:buFont typeface="Wingdings" pitchFamily="2" charset="2"/>
              <a:buNone/>
              <a:defRPr/>
            </a:pPr>
            <a:r>
              <a:rPr lang="en-US" altLang="zh-CN" b="1" dirty="0">
                <a:latin typeface="Times New Roman" pitchFamily="18" charset="0"/>
                <a:ea typeface="楷体_GB2312"/>
                <a:cs typeface="Times New Roman" pitchFamily="18" charset="0"/>
              </a:rPr>
              <a:t>(3) </a:t>
            </a:r>
            <a:r>
              <a:rPr lang="en-US" altLang="zh-CN" b="1" i="1" dirty="0">
                <a:latin typeface="Times New Roman" pitchFamily="18" charset="0"/>
                <a:ea typeface="楷体_GB2312"/>
                <a:cs typeface="Times New Roman" pitchFamily="18" charset="0"/>
              </a:rPr>
              <a:t>B </a:t>
            </a:r>
            <a:r>
              <a:rPr lang="en-US" altLang="zh-CN" b="1" dirty="0">
                <a:latin typeface="Times New Roman" pitchFamily="18" charset="0"/>
                <a:ea typeface="楷体_GB2312"/>
                <a:cs typeface="Times New Roman" pitchFamily="18" charset="0"/>
              </a:rPr>
              <a:t>→ </a:t>
            </a:r>
            <a:r>
              <a:rPr lang="en-US" altLang="zh-CN" b="1" i="1" dirty="0">
                <a:latin typeface="Times New Roman" pitchFamily="18" charset="0"/>
                <a:ea typeface="楷体_GB2312"/>
                <a:cs typeface="Times New Roman" pitchFamily="18" charset="0"/>
              </a:rPr>
              <a:t>b</a:t>
            </a:r>
            <a:endParaRPr lang="zh-CN" altLang="en-US" b="1" dirty="0">
              <a:ea typeface="楷体_GB2312"/>
              <a:cs typeface="Times New Roman" pitchFamily="18" charset="0"/>
            </a:endParaRPr>
          </a:p>
        </p:txBody>
      </p:sp>
      <p:sp>
        <p:nvSpPr>
          <p:cNvPr id="36" name="Rectangle 2">
            <a:extLst>
              <a:ext uri="{FF2B5EF4-FFF2-40B4-BE49-F238E27FC236}">
                <a16:creationId xmlns:a16="http://schemas.microsoft.com/office/drawing/2014/main" id="{C49AA976-7746-4190-B3F5-8CCF698E32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39844" y="3971924"/>
            <a:ext cx="3124644" cy="76006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  <a:extLst/>
        </p:spPr>
        <p:txBody>
          <a:bodyPr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zh-CN" sz="2000" b="1" dirty="0">
                <a:solidFill>
                  <a:srgbClr val="0070C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LR(0)</a:t>
            </a:r>
            <a:r>
              <a:rPr lang="zh-CN" altLang="en-US" sz="2000" b="1" dirty="0">
                <a:solidFill>
                  <a:srgbClr val="0070C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项集规范族：</a:t>
            </a:r>
            <a:endParaRPr lang="en-US" altLang="zh-CN" sz="2000" b="1" dirty="0">
              <a:solidFill>
                <a:srgbClr val="0070C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ctr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zh-CN" altLang="en-US" sz="2000" b="1" dirty="0">
                <a:solidFill>
                  <a:srgbClr val="0070C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所有规范</a:t>
            </a:r>
            <a:r>
              <a:rPr lang="en-US" altLang="zh-CN" sz="2000" b="1" dirty="0">
                <a:solidFill>
                  <a:srgbClr val="0070C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LR(0)</a:t>
            </a:r>
            <a:r>
              <a:rPr lang="zh-CN" altLang="en-US" sz="2000" b="1" dirty="0">
                <a:solidFill>
                  <a:srgbClr val="0070C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项集的集合</a:t>
            </a:r>
            <a:endParaRPr lang="en-US" altLang="zh-CN" sz="2000" b="1" dirty="0">
              <a:solidFill>
                <a:srgbClr val="0070C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37" name="Rectangle 2">
            <a:extLst>
              <a:ext uri="{FF2B5EF4-FFF2-40B4-BE49-F238E27FC236}">
                <a16:creationId xmlns:a16="http://schemas.microsoft.com/office/drawing/2014/main" id="{AE8B6774-E17B-4AB4-873F-239C15345B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11852" y="268288"/>
            <a:ext cx="2980629" cy="84455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  <a:extLst/>
        </p:spPr>
        <p:txBody>
          <a:bodyPr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ts val="1200"/>
              </a:spcBef>
              <a:buNone/>
            </a:pPr>
            <a:r>
              <a:rPr lang="zh-CN" altLang="en-US" sz="2000" b="1" dirty="0">
                <a:solidFill>
                  <a:srgbClr val="0070C0"/>
                </a:solidFill>
                <a:latin typeface="+mn-ea"/>
                <a:ea typeface="+mn-ea"/>
              </a:rPr>
              <a:t>核心项目</a:t>
            </a:r>
            <a:r>
              <a:rPr lang="zh-CN" altLang="en-US" sz="2000" b="1" dirty="0">
                <a:solidFill>
                  <a:srgbClr val="0000FF"/>
                </a:solidFill>
                <a:latin typeface="+mn-ea"/>
                <a:ea typeface="+mn-ea"/>
              </a:rPr>
              <a:t>：</a:t>
            </a:r>
            <a:r>
              <a:rPr lang="en-US" altLang="zh-CN" sz="2000" b="1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</a:t>
            </a:r>
            <a:r>
              <a:rPr lang="en-US" altLang="zh-CN" sz="2000" b="1" dirty="0">
                <a:solidFill>
                  <a:srgbClr val="00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‘ </a:t>
            </a:r>
            <a:r>
              <a:rPr lang="en-US" altLang="zh-CN" sz="2000" b="1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→·S</a:t>
            </a:r>
            <a:r>
              <a:rPr lang="zh-CN" altLang="en-US" sz="2000" b="1" dirty="0">
                <a:latin typeface="+mn-ea"/>
                <a:ea typeface="+mn-ea"/>
                <a:cs typeface="Times New Roman" pitchFamily="18" charset="0"/>
              </a:rPr>
              <a:t>和所有点不在最左端的项目。</a:t>
            </a:r>
            <a:endParaRPr lang="en-US" altLang="zh-CN" sz="2000" b="1" dirty="0">
              <a:solidFill>
                <a:srgbClr val="0000FF"/>
              </a:solidFill>
              <a:latin typeface="+mn-ea"/>
              <a:ea typeface="+mn-ea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100F9A98-E23E-4AE2-ADBD-EE92C39495C4}"/>
              </a:ext>
            </a:extLst>
          </p:cNvPr>
          <p:cNvSpPr txBox="1"/>
          <p:nvPr/>
        </p:nvSpPr>
        <p:spPr>
          <a:xfrm>
            <a:off x="5911852" y="2139702"/>
            <a:ext cx="2980628" cy="163121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zh-CN" altLang="en-US" sz="2000" b="1" dirty="0">
                <a:solidFill>
                  <a:srgbClr val="0070C0"/>
                </a:solidFill>
                <a:latin typeface="+mn-ea"/>
                <a:ea typeface="+mn-ea"/>
              </a:rPr>
              <a:t>求项集闭包</a:t>
            </a:r>
            <a:r>
              <a:rPr lang="en-US" altLang="zh-CN" sz="2000" b="1" i="1" dirty="0">
                <a:solidFill>
                  <a:srgbClr val="0070C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closure</a:t>
            </a:r>
            <a:r>
              <a:rPr lang="en-US" altLang="zh-CN" sz="2000" b="1" dirty="0">
                <a:solidFill>
                  <a:srgbClr val="0070C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(</a:t>
            </a:r>
            <a:r>
              <a:rPr lang="en-US" altLang="zh-CN" sz="2000" b="1" i="1" dirty="0">
                <a:solidFill>
                  <a:srgbClr val="0070C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I </a:t>
            </a:r>
            <a:r>
              <a:rPr lang="en-US" altLang="zh-CN" sz="2000" b="1" dirty="0">
                <a:solidFill>
                  <a:srgbClr val="0070C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)</a:t>
            </a:r>
            <a:r>
              <a:rPr lang="zh-CN" altLang="en-US" sz="2000" b="1" dirty="0">
                <a:solidFill>
                  <a:srgbClr val="0070C0"/>
                </a:solidFill>
                <a:latin typeface="+mn-ea"/>
                <a:ea typeface="+mn-ea"/>
              </a:rPr>
              <a:t>：</a:t>
            </a:r>
            <a:endParaRPr lang="en-US" altLang="zh-CN" sz="2000" b="1" dirty="0">
              <a:solidFill>
                <a:srgbClr val="0070C0"/>
              </a:solidFill>
              <a:latin typeface="+mn-ea"/>
              <a:ea typeface="+mn-ea"/>
            </a:endParaRPr>
          </a:p>
          <a:p>
            <a:r>
              <a:rPr lang="zh-CN" altLang="en-US" sz="2000" b="1" dirty="0">
                <a:latin typeface="+mn-ea"/>
                <a:ea typeface="+mn-ea"/>
              </a:rPr>
              <a:t>若</a:t>
            </a:r>
            <a:r>
              <a:rPr lang="en-US" altLang="zh-CN" sz="2000" b="1" i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A</a:t>
            </a:r>
            <a:r>
              <a:rPr lang="en-US" altLang="zh-CN" sz="2000" b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→</a:t>
            </a:r>
            <a:r>
              <a:rPr lang="en-US" altLang="zh-CN" sz="2000" b="1" i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α</a:t>
            </a:r>
            <a:r>
              <a:rPr lang="en-US" altLang="zh-CN" sz="2000" b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r>
              <a:rPr lang="en-US" altLang="zh-CN" sz="2000" b="1" i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Bβ</a:t>
            </a:r>
            <a:r>
              <a:rPr lang="en-US" altLang="zh-CN" sz="2000" b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 </a:t>
            </a:r>
            <a:r>
              <a:rPr lang="en-US" altLang="zh-CN" sz="2000" b="1" dirty="0">
                <a:solidFill>
                  <a:srgbClr val="0070C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∈</a:t>
            </a:r>
            <a:r>
              <a:rPr lang="en-US" altLang="zh-CN" sz="2000" b="1" i="1" dirty="0">
                <a:solidFill>
                  <a:srgbClr val="0070C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I</a:t>
            </a:r>
            <a:r>
              <a:rPr lang="en-US" altLang="zh-CN" sz="2000" b="1" i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, </a:t>
            </a:r>
            <a:r>
              <a:rPr lang="zh-CN" altLang="en-US" sz="2000" b="1" dirty="0">
                <a:latin typeface="+mn-ea"/>
                <a:ea typeface="+mn-ea"/>
                <a:cs typeface="Times New Roman" panose="02020603050405020304" pitchFamily="18" charset="0"/>
              </a:rPr>
              <a:t>则将</a:t>
            </a:r>
            <a:r>
              <a:rPr lang="en-US" altLang="zh-CN" sz="2000" b="1" i="1" dirty="0">
                <a:solidFill>
                  <a:srgbClr val="0070C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B</a:t>
            </a:r>
            <a:r>
              <a:rPr lang="zh-CN" altLang="en-US" sz="2000" b="1" dirty="0">
                <a:solidFill>
                  <a:srgbClr val="0070C0"/>
                </a:solidFill>
                <a:latin typeface="+mn-ea"/>
                <a:ea typeface="+mn-ea"/>
                <a:cs typeface="Times New Roman" panose="02020603050405020304" pitchFamily="18" charset="0"/>
              </a:rPr>
              <a:t>开头的产生式加入</a:t>
            </a:r>
            <a:r>
              <a:rPr lang="en-US" altLang="zh-CN" sz="2000" b="1" i="1" dirty="0">
                <a:solidFill>
                  <a:srgbClr val="0070C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I</a:t>
            </a:r>
            <a:r>
              <a:rPr lang="zh-CN" altLang="en-US" sz="2000" b="1" dirty="0">
                <a:latin typeface="+mn-ea"/>
                <a:ea typeface="+mn-ea"/>
                <a:cs typeface="Times New Roman" panose="02020603050405020304" pitchFamily="18" charset="0"/>
              </a:rPr>
              <a:t>，重复执行此规则，直到没有新产生式加入。</a:t>
            </a:r>
            <a:endParaRPr lang="en-US" altLang="zh-CN" sz="2000" b="1" dirty="0">
              <a:latin typeface="+mn-ea"/>
              <a:ea typeface="+mn-ea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2E0E3A2C-BFA4-4742-B49B-79D453393B9E}"/>
              </a:ext>
            </a:extLst>
          </p:cNvPr>
          <p:cNvSpPr txBox="1"/>
          <p:nvPr/>
        </p:nvSpPr>
        <p:spPr>
          <a:xfrm>
            <a:off x="5918977" y="1275606"/>
            <a:ext cx="2980628" cy="70788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zh-CN" altLang="en-US" sz="2000" b="1" dirty="0">
                <a:solidFill>
                  <a:srgbClr val="0070C0"/>
                </a:solidFill>
                <a:latin typeface="+mn-ea"/>
                <a:ea typeface="+mn-ea"/>
              </a:rPr>
              <a:t>状态：核心项目集合的闭包</a:t>
            </a:r>
            <a:r>
              <a:rPr lang="zh-CN" altLang="en-US" sz="2000" b="1" dirty="0">
                <a:latin typeface="+mn-ea"/>
                <a:ea typeface="+mn-ea"/>
              </a:rPr>
              <a:t>。</a:t>
            </a:r>
            <a:endParaRPr lang="en-US" altLang="zh-CN" sz="2000" b="1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0044128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598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25987">
                                            <p:bg/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25987">
                                            <p:bg/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2598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59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259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259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259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59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259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259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259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5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425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425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25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59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4259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4259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259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 nodeType="clickPar">
                      <p:stCondLst>
                        <p:cond delay="indefinite"/>
                      </p:stCondLst>
                      <p:childTnLst>
                        <p:par>
                          <p:cTn id="3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59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4259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4259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259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59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42598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42598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259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59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42599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42599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259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56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59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42598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42598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4259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 nodeType="clickPar">
                      <p:stCondLst>
                        <p:cond delay="indefinite"/>
                      </p:stCondLst>
                      <p:childTnLst>
                        <p:par>
                          <p:cTn id="6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59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42599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500" fill="hold"/>
                                        <p:tgtEl>
                                          <p:spTgt spid="42599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259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59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42599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42599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259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7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599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1" dur="500" fill="hold"/>
                                        <p:tgtEl>
                                          <p:spTgt spid="42599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42599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42599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599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42599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500" fill="hold"/>
                                        <p:tgtEl>
                                          <p:spTgt spid="42599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42599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 nodeType="clickPar">
                      <p:stCondLst>
                        <p:cond delay="indefinite"/>
                      </p:stCondLst>
                      <p:childTnLst>
                        <p:par>
                          <p:cTn id="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599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42599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500" fill="hold"/>
                                        <p:tgtEl>
                                          <p:spTgt spid="42599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42599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 nodeType="clickPar">
                      <p:stCondLst>
                        <p:cond delay="indefinite"/>
                      </p:stCondLst>
                      <p:childTnLst>
                        <p:par>
                          <p:cTn id="9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599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0" dur="500" fill="hold"/>
                                        <p:tgtEl>
                                          <p:spTgt spid="42599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" dur="500" fill="hold"/>
                                        <p:tgtEl>
                                          <p:spTgt spid="42599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42599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 nodeType="clickPar">
                      <p:stCondLst>
                        <p:cond delay="indefinite"/>
                      </p:stCondLst>
                      <p:childTnLst>
                        <p:par>
                          <p:cTn id="10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5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7" dur="500" fill="hold"/>
                                        <p:tgtEl>
                                          <p:spTgt spid="4259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500" fill="hold"/>
                                        <p:tgtEl>
                                          <p:spTgt spid="4259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4259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5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2" dur="500" fill="hold"/>
                                        <p:tgtEl>
                                          <p:spTgt spid="42599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500" fill="hold"/>
                                        <p:tgtEl>
                                          <p:spTgt spid="42599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4259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16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59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42599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500" fill="hold"/>
                                        <p:tgtEl>
                                          <p:spTgt spid="42599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4259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 nodeType="clickPar">
                      <p:stCondLst>
                        <p:cond delay="indefinite"/>
                      </p:stCondLst>
                      <p:childTnLst>
                        <p:par>
                          <p:cTn id="1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59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5" dur="500" fill="hold"/>
                                        <p:tgtEl>
                                          <p:spTgt spid="42599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6" dur="500" fill="hold"/>
                                        <p:tgtEl>
                                          <p:spTgt spid="42599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4259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59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0" dur="500" fill="hold"/>
                                        <p:tgtEl>
                                          <p:spTgt spid="42599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1" dur="500" fill="hold"/>
                                        <p:tgtEl>
                                          <p:spTgt spid="42599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4259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3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34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59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6" dur="500" fill="hold"/>
                                        <p:tgtEl>
                                          <p:spTgt spid="4259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500" fill="hold"/>
                                        <p:tgtEl>
                                          <p:spTgt spid="4259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4259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59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1" dur="500" fill="hold"/>
                                        <p:tgtEl>
                                          <p:spTgt spid="4259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2" dur="500" fill="hold"/>
                                        <p:tgtEl>
                                          <p:spTgt spid="4259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4259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6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7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9" fill="hold" nodeType="clickPar">
                      <p:stCondLst>
                        <p:cond delay="indefinite"/>
                      </p:stCondLst>
                      <p:childTnLst>
                        <p:par>
                          <p:cTn id="15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59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3" dur="500" fill="hold"/>
                                        <p:tgtEl>
                                          <p:spTgt spid="4259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4" dur="500" fill="hold"/>
                                        <p:tgtEl>
                                          <p:spTgt spid="4259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5" dur="500"/>
                                        <p:tgtEl>
                                          <p:spTgt spid="4259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6" fill="hold" nodeType="clickPar">
                      <p:stCondLst>
                        <p:cond delay="indefinite"/>
                      </p:stCondLst>
                      <p:childTnLst>
                        <p:par>
                          <p:cTn id="15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59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0" dur="500" fill="hold"/>
                                        <p:tgtEl>
                                          <p:spTgt spid="4259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1" dur="500" fill="hold"/>
                                        <p:tgtEl>
                                          <p:spTgt spid="4259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4259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 nodeType="clickPar">
                      <p:stCondLst>
                        <p:cond delay="indefinite"/>
                      </p:stCondLst>
                      <p:childTnLst>
                        <p:par>
                          <p:cTn id="1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60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7" dur="500" fill="hold"/>
                                        <p:tgtEl>
                                          <p:spTgt spid="42600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8" dur="500" fill="hold"/>
                                        <p:tgtEl>
                                          <p:spTgt spid="42600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9" dur="500"/>
                                        <p:tgtEl>
                                          <p:spTgt spid="4260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6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2" dur="500" fill="hold"/>
                                        <p:tgtEl>
                                          <p:spTgt spid="42600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3" dur="500" fill="hold"/>
                                        <p:tgtEl>
                                          <p:spTgt spid="42600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4260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5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76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60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8" dur="500" fill="hold"/>
                                        <p:tgtEl>
                                          <p:spTgt spid="42600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9" dur="500" fill="hold"/>
                                        <p:tgtEl>
                                          <p:spTgt spid="42600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4260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 nodeType="clickPar">
                      <p:stCondLst>
                        <p:cond delay="indefinite"/>
                      </p:stCondLst>
                      <p:childTnLst>
                        <p:par>
                          <p:cTn id="18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8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60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5" dur="500" fill="hold"/>
                                        <p:tgtEl>
                                          <p:spTgt spid="42600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6" dur="500" fill="hold"/>
                                        <p:tgtEl>
                                          <p:spTgt spid="42600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7" dur="500"/>
                                        <p:tgtEl>
                                          <p:spTgt spid="4260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60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0" dur="500" fill="hold"/>
                                        <p:tgtEl>
                                          <p:spTgt spid="42600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1" dur="500" fill="hold"/>
                                        <p:tgtEl>
                                          <p:spTgt spid="42600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4260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3" fill="hold" nodeType="clickPar">
                      <p:stCondLst>
                        <p:cond delay="indefinite"/>
                      </p:stCondLst>
                      <p:childTnLst>
                        <p:par>
                          <p:cTn id="19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60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7" dur="500" fill="hold"/>
                                        <p:tgtEl>
                                          <p:spTgt spid="42600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8" dur="500" fill="hold"/>
                                        <p:tgtEl>
                                          <p:spTgt spid="42600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9" dur="500"/>
                                        <p:tgtEl>
                                          <p:spTgt spid="4260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60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2" dur="500" fill="hold"/>
                                        <p:tgtEl>
                                          <p:spTgt spid="42600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3" dur="500" fill="hold"/>
                                        <p:tgtEl>
                                          <p:spTgt spid="42600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4" dur="500"/>
                                        <p:tgtEl>
                                          <p:spTgt spid="4260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5" fill="hold" nodeType="clickPar">
                      <p:stCondLst>
                        <p:cond delay="indefinite"/>
                      </p:stCondLst>
                      <p:childTnLst>
                        <p:par>
                          <p:cTn id="20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60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9" dur="500" fill="hold"/>
                                        <p:tgtEl>
                                          <p:spTgt spid="42600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0" dur="500" fill="hold"/>
                                        <p:tgtEl>
                                          <p:spTgt spid="42600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1" dur="500"/>
                                        <p:tgtEl>
                                          <p:spTgt spid="4260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60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4" dur="500" fill="hold"/>
                                        <p:tgtEl>
                                          <p:spTgt spid="42600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5" dur="500" fill="hold"/>
                                        <p:tgtEl>
                                          <p:spTgt spid="42600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6" dur="500"/>
                                        <p:tgtEl>
                                          <p:spTgt spid="4260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7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1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60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0" dur="500" fill="hold"/>
                                        <p:tgtEl>
                                          <p:spTgt spid="42600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1" dur="500" fill="hold"/>
                                        <p:tgtEl>
                                          <p:spTgt spid="42600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2" dur="500"/>
                                        <p:tgtEl>
                                          <p:spTgt spid="4260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3" fill="hold" nodeType="clickPar">
                      <p:stCondLst>
                        <p:cond delay="indefinite"/>
                      </p:stCondLst>
                      <p:childTnLst>
                        <p:par>
                          <p:cTn id="2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2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60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7" dur="500" fill="hold"/>
                                        <p:tgtEl>
                                          <p:spTgt spid="4260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8" dur="500" fill="hold"/>
                                        <p:tgtEl>
                                          <p:spTgt spid="4260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9" dur="500"/>
                                        <p:tgtEl>
                                          <p:spTgt spid="4260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60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2" dur="500" fill="hold"/>
                                        <p:tgtEl>
                                          <p:spTgt spid="4260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3" dur="500" fill="hold"/>
                                        <p:tgtEl>
                                          <p:spTgt spid="4260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4" dur="500"/>
                                        <p:tgtEl>
                                          <p:spTgt spid="4260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5" fill="hold" nodeType="clickPar">
                      <p:stCondLst>
                        <p:cond delay="indefinite"/>
                      </p:stCondLst>
                      <p:childTnLst>
                        <p:par>
                          <p:cTn id="2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60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9" dur="500" fill="hold"/>
                                        <p:tgtEl>
                                          <p:spTgt spid="4260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0" dur="500" fill="hold"/>
                                        <p:tgtEl>
                                          <p:spTgt spid="4260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1" dur="500"/>
                                        <p:tgtEl>
                                          <p:spTgt spid="4260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60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4" dur="500" fill="hold"/>
                                        <p:tgtEl>
                                          <p:spTgt spid="4260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5" dur="500" fill="hold"/>
                                        <p:tgtEl>
                                          <p:spTgt spid="4260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6" dur="500"/>
                                        <p:tgtEl>
                                          <p:spTgt spid="4260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7" fill="hold">
                      <p:stCondLst>
                        <p:cond delay="indefinite"/>
                      </p:stCondLst>
                      <p:childTnLst>
                        <p:par>
                          <p:cTn id="248" fill="hold">
                            <p:stCondLst>
                              <p:cond delay="0"/>
                            </p:stCondLst>
                            <p:childTnLst>
                              <p:par>
                                <p:cTn id="24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2" fill="hold">
                      <p:stCondLst>
                        <p:cond delay="indefinite"/>
                      </p:stCondLst>
                      <p:childTnLst>
                        <p:par>
                          <p:cTn id="253" fill="hold">
                            <p:stCondLst>
                              <p:cond delay="0"/>
                            </p:stCondLst>
                            <p:childTnLst>
                              <p:par>
                                <p:cTn id="25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7" fill="hold">
                      <p:stCondLst>
                        <p:cond delay="indefinite"/>
                      </p:stCondLst>
                      <p:childTnLst>
                        <p:par>
                          <p:cTn id="258" fill="hold">
                            <p:stCondLst>
                              <p:cond delay="0"/>
                            </p:stCondLst>
                            <p:childTnLst>
                              <p:par>
                                <p:cTn id="25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2" fill="hold">
                      <p:stCondLst>
                        <p:cond delay="indefinite"/>
                      </p:stCondLst>
                      <p:childTnLst>
                        <p:par>
                          <p:cTn id="263" fill="hold">
                            <p:stCondLst>
                              <p:cond delay="0"/>
                            </p:stCondLst>
                            <p:childTnLst>
                              <p:par>
                                <p:cTn id="26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3" grpId="0" animBg="1"/>
      <p:bldP spid="425987" grpId="0" build="p" animBg="1"/>
      <p:bldP spid="425988" grpId="0" animBg="1"/>
      <p:bldP spid="425989" grpId="0" animBg="1"/>
      <p:bldP spid="425990" grpId="0"/>
      <p:bldP spid="425991" grpId="0" animBg="1"/>
      <p:bldP spid="425992" grpId="0"/>
      <p:bldP spid="425994" grpId="0" animBg="1"/>
      <p:bldP spid="425995" grpId="0"/>
      <p:bldP spid="425997" grpId="0" animBg="1"/>
      <p:bldP spid="425998" grpId="0"/>
      <p:bldP spid="425999" grpId="0" animBg="1"/>
      <p:bldP spid="426000" grpId="0" animBg="1"/>
      <p:bldP spid="426001" grpId="0"/>
      <p:bldP spid="426002" grpId="0" animBg="1"/>
      <p:bldP spid="426003" grpId="0" animBg="1"/>
      <p:bldP spid="426004" grpId="0"/>
      <p:bldP spid="426005" grpId="0" animBg="1"/>
      <p:bldP spid="426006" grpId="0"/>
      <p:bldP spid="426007" grpId="0" animBg="1"/>
      <p:bldP spid="426008" grpId="0"/>
      <p:bldP spid="426009" grpId="0" animBg="1"/>
      <p:bldP spid="426010" grpId="0" animBg="1"/>
      <p:bldP spid="426011" grpId="0"/>
      <p:bldP spid="426012" grpId="0" animBg="1"/>
      <p:bldP spid="426013" grpId="0"/>
      <p:bldP spid="36" grpId="0" animBg="1"/>
      <p:bldP spid="37" grpId="0" animBg="1"/>
      <p:bldP spid="39" grpId="0" animBg="1"/>
      <p:bldP spid="4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矩形 34"/>
          <p:cNvSpPr/>
          <p:nvPr/>
        </p:nvSpPr>
        <p:spPr>
          <a:xfrm>
            <a:off x="3162300" y="3900488"/>
            <a:ext cx="1000125" cy="1077912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" name="矩形 2"/>
          <p:cNvSpPr/>
          <p:nvPr/>
        </p:nvSpPr>
        <p:spPr>
          <a:xfrm>
            <a:off x="3160713" y="1677988"/>
            <a:ext cx="1001712" cy="122237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25987" name="Rectangle 3"/>
          <p:cNvSpPr>
            <a:spLocks noGrp="1" noChangeArrowheads="1"/>
          </p:cNvSpPr>
          <p:nvPr>
            <p:ph idx="1"/>
          </p:nvPr>
        </p:nvSpPr>
        <p:spPr>
          <a:xfrm>
            <a:off x="1671638" y="731838"/>
            <a:ext cx="1073150" cy="1465262"/>
          </a:xfrm>
          <a:solidFill>
            <a:schemeClr val="accent5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/>
          <a:lstStyle/>
          <a:p>
            <a:pPr marL="609600" indent="-609600" eaLnBrk="1" hangingPunct="1">
              <a:lnSpc>
                <a:spcPct val="90000"/>
              </a:lnSpc>
              <a:spcBef>
                <a:spcPct val="0"/>
              </a:spcBef>
              <a:buFont typeface="Wingdings" pitchFamily="2" charset="2"/>
              <a:buNone/>
              <a:defRPr/>
            </a:pPr>
            <a:r>
              <a:rPr lang="en-US" altLang="zh-CN" sz="2000" b="1" i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I</a:t>
            </a:r>
            <a:r>
              <a:rPr lang="en-US" altLang="zh-CN" sz="2000" b="1" i="1" baseline="-25000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0</a:t>
            </a:r>
            <a:r>
              <a:rPr lang="en-US" altLang="zh-CN" sz="2000" b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:</a:t>
            </a:r>
          </a:p>
          <a:p>
            <a:pPr marL="609600" indent="-609600" eaLnBrk="1" hangingPunct="1">
              <a:lnSpc>
                <a:spcPct val="90000"/>
              </a:lnSpc>
              <a:spcBef>
                <a:spcPct val="0"/>
              </a:spcBef>
              <a:buFont typeface="Wingdings" pitchFamily="2" charset="2"/>
              <a:buNone/>
              <a:defRPr/>
            </a:pPr>
            <a:r>
              <a:rPr lang="en-US" altLang="zh-CN" sz="2000" b="1" i="1" dirty="0">
                <a:solidFill>
                  <a:srgbClr val="0070C0"/>
                </a:solidFill>
                <a:ea typeface="楷体_GB2312" pitchFamily="49" charset="-122"/>
                <a:cs typeface="Times New Roman" pitchFamily="18" charset="0"/>
              </a:rPr>
              <a:t>S' </a:t>
            </a:r>
            <a:r>
              <a:rPr lang="en-US" altLang="zh-CN" sz="2000" b="1" dirty="0">
                <a:solidFill>
                  <a:srgbClr val="0070C0"/>
                </a:solidFill>
                <a:ea typeface="楷体_GB2312" pitchFamily="49" charset="-122"/>
                <a:cs typeface="Times New Roman" pitchFamily="18" charset="0"/>
              </a:rPr>
              <a:t>→</a:t>
            </a:r>
            <a:r>
              <a:rPr lang="en-US" altLang="zh-CN" sz="2000" b="1" dirty="0">
                <a:solidFill>
                  <a:srgbClr val="0070C0"/>
                </a:solidFill>
                <a:cs typeface="Times New Roman" pitchFamily="18" charset="0"/>
              </a:rPr>
              <a:t>·</a:t>
            </a:r>
            <a:r>
              <a:rPr lang="en-US" altLang="zh-CN" sz="2000" b="1" i="1" dirty="0">
                <a:solidFill>
                  <a:srgbClr val="0070C0"/>
                </a:solidFill>
                <a:ea typeface="楷体_GB2312" pitchFamily="49" charset="-122"/>
                <a:cs typeface="Times New Roman" pitchFamily="18" charset="0"/>
              </a:rPr>
              <a:t>S</a:t>
            </a:r>
          </a:p>
          <a:p>
            <a:pPr marL="609600" indent="-609600" eaLnBrk="1" hangingPunct="1">
              <a:lnSpc>
                <a:spcPct val="90000"/>
              </a:lnSpc>
              <a:spcBef>
                <a:spcPct val="0"/>
              </a:spcBef>
              <a:buFont typeface="Wingdings" pitchFamily="2" charset="2"/>
              <a:buNone/>
              <a:defRPr/>
            </a:pPr>
            <a:r>
              <a:rPr lang="en-US" altLang="zh-CN" sz="2000" b="1" i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S</a:t>
            </a:r>
            <a:r>
              <a:rPr lang="en-US" altLang="zh-CN" sz="2000" b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→</a:t>
            </a:r>
            <a:r>
              <a:rPr lang="en-US" altLang="zh-CN" sz="2000" b="1" dirty="0">
                <a:solidFill>
                  <a:schemeClr val="tx1"/>
                </a:solidFill>
              </a:rPr>
              <a:t>·</a:t>
            </a:r>
            <a:r>
              <a:rPr lang="en-US" altLang="zh-CN" sz="2000" b="1" i="1" dirty="0">
                <a:solidFill>
                  <a:schemeClr val="tx1"/>
                </a:solidFill>
                <a:ea typeface="宋体" pitchFamily="2" charset="-122"/>
                <a:cs typeface="Times New Roman" pitchFamily="18" charset="0"/>
              </a:rPr>
              <a:t>BB</a:t>
            </a:r>
          </a:p>
          <a:p>
            <a:pPr marL="609600" indent="-609600" eaLnBrk="1" hangingPunct="1">
              <a:lnSpc>
                <a:spcPct val="90000"/>
              </a:lnSpc>
              <a:spcBef>
                <a:spcPct val="0"/>
              </a:spcBef>
              <a:buFont typeface="Wingdings" pitchFamily="2" charset="2"/>
              <a:buNone/>
              <a:defRPr/>
            </a:pPr>
            <a:r>
              <a:rPr lang="en-US" altLang="zh-CN" sz="2000" b="1" i="1" dirty="0">
                <a:solidFill>
                  <a:schemeClr val="tx1"/>
                </a:solidFill>
                <a:ea typeface="宋体" pitchFamily="2" charset="-122"/>
                <a:cs typeface="Times New Roman" pitchFamily="18" charset="0"/>
              </a:rPr>
              <a:t>B</a:t>
            </a:r>
            <a:r>
              <a:rPr lang="en-US" altLang="zh-CN" sz="2000" b="1" dirty="0">
                <a:solidFill>
                  <a:schemeClr val="tx1"/>
                </a:solidFill>
                <a:ea typeface="宋体" pitchFamily="2" charset="-122"/>
                <a:cs typeface="Times New Roman" pitchFamily="18" charset="0"/>
              </a:rPr>
              <a:t>→</a:t>
            </a:r>
            <a:r>
              <a:rPr lang="en-US" altLang="zh-CN" sz="2000" b="1" dirty="0">
                <a:solidFill>
                  <a:schemeClr val="tx1"/>
                </a:solidFill>
              </a:rPr>
              <a:t>·</a:t>
            </a:r>
            <a:r>
              <a:rPr lang="en-US" altLang="zh-CN" sz="2000" b="1" i="1" dirty="0" err="1">
                <a:solidFill>
                  <a:schemeClr val="tx1"/>
                </a:solidFill>
                <a:ea typeface="宋体" pitchFamily="2" charset="-122"/>
                <a:cs typeface="Times New Roman" pitchFamily="18" charset="0"/>
              </a:rPr>
              <a:t>aB</a:t>
            </a:r>
            <a:endParaRPr lang="en-US" altLang="zh-CN" sz="2000" b="1" i="1" dirty="0">
              <a:solidFill>
                <a:schemeClr val="tx1"/>
              </a:solidFill>
              <a:ea typeface="宋体" pitchFamily="2" charset="-122"/>
              <a:cs typeface="Times New Roman" pitchFamily="18" charset="0"/>
            </a:endParaRPr>
          </a:p>
          <a:p>
            <a:pPr marL="609600" indent="-609600" eaLnBrk="1" hangingPunct="1">
              <a:lnSpc>
                <a:spcPct val="90000"/>
              </a:lnSpc>
              <a:spcBef>
                <a:spcPct val="0"/>
              </a:spcBef>
              <a:buFont typeface="Wingdings" pitchFamily="2" charset="2"/>
              <a:buNone/>
              <a:defRPr/>
            </a:pPr>
            <a:r>
              <a:rPr lang="en-US" altLang="zh-CN" sz="2000" b="1" i="1" dirty="0">
                <a:solidFill>
                  <a:schemeClr val="tx1"/>
                </a:solidFill>
                <a:ea typeface="宋体" pitchFamily="2" charset="-122"/>
                <a:cs typeface="Times New Roman" pitchFamily="18" charset="0"/>
              </a:rPr>
              <a:t>B</a:t>
            </a:r>
            <a:r>
              <a:rPr lang="en-US" altLang="zh-CN" sz="2000" b="1" dirty="0">
                <a:solidFill>
                  <a:schemeClr val="tx1"/>
                </a:solidFill>
                <a:ea typeface="宋体" pitchFamily="2" charset="-122"/>
                <a:cs typeface="Times New Roman" pitchFamily="18" charset="0"/>
              </a:rPr>
              <a:t>→</a:t>
            </a:r>
            <a:r>
              <a:rPr lang="en-US" altLang="zh-CN" sz="2000" b="1" dirty="0">
                <a:solidFill>
                  <a:schemeClr val="tx1"/>
                </a:solidFill>
              </a:rPr>
              <a:t>·</a:t>
            </a:r>
            <a:r>
              <a:rPr lang="en-US" altLang="zh-CN" sz="2000" b="1" i="1" dirty="0">
                <a:solidFill>
                  <a:schemeClr val="tx1"/>
                </a:solidFill>
                <a:ea typeface="宋体" pitchFamily="2" charset="-122"/>
                <a:cs typeface="Times New Roman" pitchFamily="18" charset="0"/>
              </a:rPr>
              <a:t>b</a:t>
            </a:r>
            <a:r>
              <a:rPr lang="en-US" altLang="zh-CN" sz="2000" b="1" dirty="0">
                <a:solidFill>
                  <a:schemeClr val="tx1"/>
                </a:solidFill>
                <a:ea typeface="宋体" pitchFamily="2" charset="-122"/>
                <a:cs typeface="Times New Roman" pitchFamily="18" charset="0"/>
              </a:rPr>
              <a:t>	</a:t>
            </a:r>
            <a:endParaRPr lang="en-US" altLang="zh-CN" b="1" dirty="0">
              <a:solidFill>
                <a:schemeClr val="tx1"/>
              </a:solidFill>
              <a:ea typeface="宋体" pitchFamily="2" charset="-122"/>
              <a:cs typeface="Times New Roman" pitchFamily="18" charset="0"/>
            </a:endParaRPr>
          </a:p>
        </p:txBody>
      </p:sp>
      <p:sp>
        <p:nvSpPr>
          <p:cNvPr id="425988" name="Rectangle 4"/>
          <p:cNvSpPr>
            <a:spLocks noChangeArrowheads="1"/>
          </p:cNvSpPr>
          <p:nvPr/>
        </p:nvSpPr>
        <p:spPr bwMode="auto">
          <a:xfrm>
            <a:off x="3160713" y="757238"/>
            <a:ext cx="1001712" cy="70802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lIns="92075" tIns="46038" rIns="92075" bIns="46038"/>
          <a:lstStyle/>
          <a:p>
            <a:pPr marL="609600" indent="-609600">
              <a:buClr>
                <a:srgbClr val="073E87"/>
              </a:buClr>
              <a:buSzPct val="75000"/>
              <a:buFont typeface="Monotype Sorts"/>
              <a:buNone/>
              <a:defRPr/>
            </a:pPr>
            <a:r>
              <a:rPr kumimoji="1" lang="en-US" altLang="zh-CN" sz="2000" b="1" i="1" dirty="0">
                <a:solidFill>
                  <a:prstClr val="black"/>
                </a:solidFill>
                <a:latin typeface="Times New Roman" pitchFamily="18" charset="0"/>
                <a:cs typeface="Times New Roman" pitchFamily="18" charset="0"/>
              </a:rPr>
              <a:t>I</a:t>
            </a:r>
            <a:r>
              <a:rPr kumimoji="1" lang="en-US" altLang="zh-CN" sz="2000" b="1" i="1" baseline="-25000" dirty="0">
                <a:solidFill>
                  <a:prstClr val="black"/>
                </a:solidFill>
                <a:latin typeface="Times New Roman" pitchFamily="18" charset="0"/>
                <a:cs typeface="Times New Roman" pitchFamily="18" charset="0"/>
              </a:rPr>
              <a:t>1</a:t>
            </a:r>
            <a:r>
              <a:rPr kumimoji="1" lang="en-US" altLang="zh-CN" sz="2000" b="1" dirty="0">
                <a:solidFill>
                  <a:prstClr val="black"/>
                </a:solidFill>
                <a:latin typeface="Times New Roman" pitchFamily="18" charset="0"/>
                <a:cs typeface="Times New Roman" pitchFamily="18" charset="0"/>
              </a:rPr>
              <a:t>:</a:t>
            </a:r>
          </a:p>
          <a:p>
            <a:pPr marL="609600" indent="-609600">
              <a:buClr>
                <a:srgbClr val="073E87"/>
              </a:buClr>
              <a:buSzPct val="75000"/>
              <a:buFont typeface="Monotype Sorts"/>
              <a:buNone/>
              <a:defRPr/>
            </a:pPr>
            <a:r>
              <a:rPr kumimoji="1" lang="en-US" altLang="zh-CN" sz="2000" b="1" i="1" dirty="0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S</a:t>
            </a:r>
            <a:r>
              <a:rPr lang="en-US" altLang="zh-CN" sz="2000" b="1" i="1" dirty="0">
                <a:solidFill>
                  <a:srgbClr val="0070C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' </a:t>
            </a:r>
            <a:r>
              <a:rPr kumimoji="1" lang="en-US" altLang="zh-CN" sz="2000" b="1" dirty="0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→</a:t>
            </a:r>
            <a:r>
              <a:rPr kumimoji="1" lang="en-US" altLang="zh-CN" sz="2000" b="1" i="1" dirty="0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S</a:t>
            </a:r>
            <a:r>
              <a:rPr lang="en-US" altLang="zh-CN" sz="20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·</a:t>
            </a:r>
            <a:endParaRPr kumimoji="1" lang="en-US" altLang="zh-CN" sz="2000" b="1" dirty="0">
              <a:solidFill>
                <a:srgbClr val="0070C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25989" name="Line 5"/>
          <p:cNvSpPr>
            <a:spLocks noChangeShapeType="1"/>
          </p:cNvSpPr>
          <p:nvPr/>
        </p:nvSpPr>
        <p:spPr bwMode="auto">
          <a:xfrm>
            <a:off x="2744788" y="1112838"/>
            <a:ext cx="420687" cy="158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425990" name="Text Box 6"/>
          <p:cNvSpPr txBox="1">
            <a:spLocks noChangeArrowheads="1"/>
          </p:cNvSpPr>
          <p:nvPr/>
        </p:nvSpPr>
        <p:spPr bwMode="auto">
          <a:xfrm>
            <a:off x="2698750" y="714375"/>
            <a:ext cx="5334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50000"/>
              </a:spcBef>
            </a:pPr>
            <a:r>
              <a:rPr kumimoji="1" lang="en-US" altLang="zh-CN" sz="20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425991" name="Line 7"/>
          <p:cNvSpPr>
            <a:spLocks noChangeShapeType="1"/>
          </p:cNvSpPr>
          <p:nvPr/>
        </p:nvSpPr>
        <p:spPr bwMode="auto">
          <a:xfrm>
            <a:off x="2744788" y="1755775"/>
            <a:ext cx="417512" cy="1588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425992" name="Text Box 8"/>
          <p:cNvSpPr txBox="1">
            <a:spLocks noChangeArrowheads="1"/>
          </p:cNvSpPr>
          <p:nvPr/>
        </p:nvSpPr>
        <p:spPr bwMode="auto">
          <a:xfrm>
            <a:off x="2716213" y="1347788"/>
            <a:ext cx="5334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50000"/>
              </a:spcBef>
            </a:pPr>
            <a:r>
              <a:rPr kumimoji="1" lang="en-US" altLang="zh-CN" sz="20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B</a:t>
            </a:r>
          </a:p>
        </p:txBody>
      </p:sp>
      <p:sp>
        <p:nvSpPr>
          <p:cNvPr id="425993" name="Rectangle 9"/>
          <p:cNvSpPr>
            <a:spLocks noChangeArrowheads="1"/>
          </p:cNvSpPr>
          <p:nvPr/>
        </p:nvSpPr>
        <p:spPr bwMode="auto">
          <a:xfrm>
            <a:off x="3154363" y="1627188"/>
            <a:ext cx="1295400" cy="1400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609600" indent="-609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buClr>
                <a:srgbClr val="073E87"/>
              </a:buClr>
              <a:buSzPct val="75000"/>
              <a:buFont typeface="Monotype Sorts"/>
              <a:buNone/>
            </a:pPr>
            <a:r>
              <a:rPr kumimoji="1" lang="en-US" altLang="zh-CN" sz="20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I</a:t>
            </a:r>
            <a:r>
              <a:rPr kumimoji="1" lang="en-US" altLang="zh-CN" sz="2000" b="1" i="1" baseline="-25000" dirty="0">
                <a:solidFill>
                  <a:prstClr val="black"/>
                </a:solidFill>
                <a:latin typeface="Times New Roman" panose="02020603050405020304" pitchFamily="18" charset="0"/>
              </a:rPr>
              <a:t>2</a:t>
            </a:r>
            <a:r>
              <a:rPr kumimoji="1" lang="en-US" altLang="zh-CN" sz="2000" b="1" dirty="0">
                <a:solidFill>
                  <a:prstClr val="black"/>
                </a:solidFill>
                <a:latin typeface="Times New Roman" panose="02020603050405020304" pitchFamily="18" charset="0"/>
              </a:rPr>
              <a:t>:</a:t>
            </a:r>
          </a:p>
          <a:p>
            <a:pPr>
              <a:buClr>
                <a:srgbClr val="073E87"/>
              </a:buClr>
              <a:buSzPct val="75000"/>
              <a:buFont typeface="Monotype Sorts"/>
              <a:buNone/>
            </a:pPr>
            <a:r>
              <a:rPr kumimoji="1" lang="en-US" altLang="zh-CN" sz="2000" b="1" i="1" dirty="0">
                <a:solidFill>
                  <a:srgbClr val="0070C0"/>
                </a:solidFill>
                <a:latin typeface="Times New Roman" panose="02020603050405020304" pitchFamily="18" charset="0"/>
              </a:rPr>
              <a:t>S</a:t>
            </a:r>
            <a:r>
              <a:rPr kumimoji="1" lang="en-US" altLang="zh-CN" sz="2000" b="1" dirty="0">
                <a:solidFill>
                  <a:srgbClr val="0070C0"/>
                </a:solidFill>
                <a:latin typeface="Times New Roman" panose="02020603050405020304" pitchFamily="18" charset="0"/>
              </a:rPr>
              <a:t>→</a:t>
            </a:r>
            <a:r>
              <a:rPr kumimoji="1" lang="en-US" altLang="zh-CN" sz="2000" b="1" i="1" dirty="0">
                <a:solidFill>
                  <a:srgbClr val="0070C0"/>
                </a:solidFill>
                <a:latin typeface="Times New Roman" panose="02020603050405020304" pitchFamily="18" charset="0"/>
              </a:rPr>
              <a:t>B</a:t>
            </a:r>
            <a:r>
              <a:rPr lang="en-US" altLang="zh-CN" sz="2000" b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r>
              <a:rPr kumimoji="1" lang="en-US" altLang="zh-CN" sz="2000" b="1" i="1" dirty="0">
                <a:solidFill>
                  <a:srgbClr val="0070C0"/>
                </a:solidFill>
                <a:latin typeface="Times New Roman" panose="02020603050405020304" pitchFamily="18" charset="0"/>
              </a:rPr>
              <a:t>B</a:t>
            </a:r>
          </a:p>
          <a:p>
            <a:pPr>
              <a:buClr>
                <a:srgbClr val="073E87"/>
              </a:buClr>
              <a:buSzPct val="75000"/>
              <a:buFont typeface="Monotype Sorts"/>
              <a:buNone/>
            </a:pPr>
            <a:r>
              <a:rPr kumimoji="1" lang="en-US" altLang="zh-CN" sz="20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B</a:t>
            </a:r>
            <a:r>
              <a:rPr kumimoji="1" lang="en-US" altLang="zh-CN" sz="2000" b="1" dirty="0">
                <a:solidFill>
                  <a:prstClr val="black"/>
                </a:solidFill>
                <a:latin typeface="Times New Roman" panose="02020603050405020304" pitchFamily="18" charset="0"/>
              </a:rPr>
              <a:t>→</a:t>
            </a:r>
            <a:r>
              <a:rPr lang="en-US" altLang="zh-CN" sz="2000" b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r>
              <a:rPr kumimoji="1" lang="en-US" altLang="zh-CN" sz="2000" b="1" i="1" dirty="0" err="1">
                <a:solidFill>
                  <a:prstClr val="black"/>
                </a:solidFill>
                <a:latin typeface="Times New Roman" panose="02020603050405020304" pitchFamily="18" charset="0"/>
              </a:rPr>
              <a:t>aB</a:t>
            </a:r>
            <a:endParaRPr kumimoji="1" lang="en-US" altLang="zh-CN" sz="2000" b="1" i="1" dirty="0">
              <a:solidFill>
                <a:prstClr val="black"/>
              </a:solidFill>
              <a:latin typeface="Times New Roman" panose="02020603050405020304" pitchFamily="18" charset="0"/>
            </a:endParaRPr>
          </a:p>
          <a:p>
            <a:pPr>
              <a:buClr>
                <a:schemeClr val="tx2"/>
              </a:buClr>
              <a:buSzPct val="75000"/>
              <a:buFont typeface="Monotype Sorts"/>
              <a:buNone/>
            </a:pPr>
            <a:r>
              <a:rPr kumimoji="1" lang="en-US" altLang="zh-CN" sz="2000" b="1" i="1" dirty="0">
                <a:latin typeface="Times New Roman" panose="02020603050405020304" pitchFamily="18" charset="0"/>
              </a:rPr>
              <a:t>B→·b	</a:t>
            </a:r>
          </a:p>
        </p:txBody>
      </p:sp>
      <p:sp>
        <p:nvSpPr>
          <p:cNvPr id="425994" name="Freeform 10"/>
          <p:cNvSpPr>
            <a:spLocks/>
          </p:cNvSpPr>
          <p:nvPr/>
        </p:nvSpPr>
        <p:spPr bwMode="auto">
          <a:xfrm>
            <a:off x="2024063" y="2208213"/>
            <a:ext cx="1141412" cy="2343150"/>
          </a:xfrm>
          <a:custGeom>
            <a:avLst/>
            <a:gdLst>
              <a:gd name="T0" fmla="*/ 0 w 816"/>
              <a:gd name="T1" fmla="*/ 0 h 1344"/>
              <a:gd name="T2" fmla="*/ 2147483646 w 816"/>
              <a:gd name="T3" fmla="*/ 2147483646 h 1344"/>
              <a:gd name="T4" fmla="*/ 2147483646 w 816"/>
              <a:gd name="T5" fmla="*/ 2147483646 h 1344"/>
              <a:gd name="T6" fmla="*/ 2147483646 w 816"/>
              <a:gd name="T7" fmla="*/ 2147483646 h 1344"/>
              <a:gd name="T8" fmla="*/ 0 60000 65536"/>
              <a:gd name="T9" fmla="*/ 0 60000 65536"/>
              <a:gd name="T10" fmla="*/ 0 60000 65536"/>
              <a:gd name="T11" fmla="*/ 0 60000 65536"/>
              <a:gd name="T12" fmla="*/ 0 w 816"/>
              <a:gd name="T13" fmla="*/ 0 h 1344"/>
              <a:gd name="T14" fmla="*/ 816 w 816"/>
              <a:gd name="T15" fmla="*/ 1344 h 1344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816" h="1344">
                <a:moveTo>
                  <a:pt x="0" y="0"/>
                </a:moveTo>
                <a:cubicBezTo>
                  <a:pt x="0" y="312"/>
                  <a:pt x="0" y="624"/>
                  <a:pt x="48" y="816"/>
                </a:cubicBezTo>
                <a:cubicBezTo>
                  <a:pt x="96" y="1008"/>
                  <a:pt x="160" y="1064"/>
                  <a:pt x="288" y="1152"/>
                </a:cubicBezTo>
                <a:cubicBezTo>
                  <a:pt x="416" y="1240"/>
                  <a:pt x="720" y="1304"/>
                  <a:pt x="816" y="1344"/>
                </a:cubicBezTo>
              </a:path>
            </a:pathLst>
          </a:custGeom>
          <a:noFill/>
          <a:ln w="38100">
            <a:solidFill>
              <a:schemeClr val="tx1"/>
            </a:solidFill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425995" name="Text Box 11"/>
          <p:cNvSpPr txBox="1">
            <a:spLocks noChangeArrowheads="1"/>
          </p:cNvSpPr>
          <p:nvPr/>
        </p:nvSpPr>
        <p:spPr bwMode="auto">
          <a:xfrm>
            <a:off x="1701800" y="2471738"/>
            <a:ext cx="4572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50000"/>
              </a:spcBef>
            </a:pPr>
            <a:r>
              <a:rPr kumimoji="1" lang="en-US" altLang="zh-CN" sz="2000" b="1" i="1">
                <a:solidFill>
                  <a:prstClr val="black"/>
                </a:solidFill>
                <a:latin typeface="Times New Roman" panose="02020603050405020304" pitchFamily="18" charset="0"/>
              </a:rPr>
              <a:t>a</a:t>
            </a:r>
          </a:p>
        </p:txBody>
      </p:sp>
      <p:sp>
        <p:nvSpPr>
          <p:cNvPr id="425996" name="Rectangle 12"/>
          <p:cNvSpPr>
            <a:spLocks noChangeArrowheads="1"/>
          </p:cNvSpPr>
          <p:nvPr/>
        </p:nvSpPr>
        <p:spPr bwMode="auto">
          <a:xfrm>
            <a:off x="3162300" y="3863975"/>
            <a:ext cx="1295400" cy="1085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609600" indent="-609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lnSpc>
                <a:spcPct val="90000"/>
              </a:lnSpc>
              <a:buClr>
                <a:srgbClr val="073E87"/>
              </a:buClr>
              <a:buSzPct val="75000"/>
              <a:buFont typeface="Monotype Sorts"/>
              <a:buNone/>
            </a:pPr>
            <a:r>
              <a:rPr kumimoji="1" lang="en-US" altLang="zh-CN" sz="20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I</a:t>
            </a:r>
            <a:r>
              <a:rPr kumimoji="1" lang="en-US" altLang="zh-CN" sz="2000" b="1" i="1" baseline="-25000" dirty="0">
                <a:solidFill>
                  <a:prstClr val="black"/>
                </a:solidFill>
                <a:latin typeface="Times New Roman" panose="02020603050405020304" pitchFamily="18" charset="0"/>
              </a:rPr>
              <a:t>3</a:t>
            </a:r>
            <a:r>
              <a:rPr kumimoji="1" lang="en-US" altLang="zh-CN" sz="2000" b="1" dirty="0">
                <a:solidFill>
                  <a:prstClr val="black"/>
                </a:solidFill>
                <a:latin typeface="Times New Roman" panose="02020603050405020304" pitchFamily="18" charset="0"/>
              </a:rPr>
              <a:t>:</a:t>
            </a:r>
          </a:p>
          <a:p>
            <a:pPr>
              <a:lnSpc>
                <a:spcPct val="90000"/>
              </a:lnSpc>
              <a:buClr>
                <a:srgbClr val="073E87"/>
              </a:buClr>
              <a:buSzPct val="75000"/>
              <a:buFont typeface="Monotype Sorts"/>
              <a:buNone/>
            </a:pPr>
            <a:r>
              <a:rPr kumimoji="1" lang="en-US" altLang="zh-CN" sz="2000" b="1" i="1" dirty="0" err="1">
                <a:solidFill>
                  <a:srgbClr val="0070C0"/>
                </a:solidFill>
                <a:latin typeface="Times New Roman" panose="02020603050405020304" pitchFamily="18" charset="0"/>
              </a:rPr>
              <a:t>B</a:t>
            </a:r>
            <a:r>
              <a:rPr kumimoji="1" lang="en-US" altLang="zh-CN" sz="2000" b="1" dirty="0" err="1">
                <a:solidFill>
                  <a:srgbClr val="0070C0"/>
                </a:solidFill>
                <a:latin typeface="Times New Roman" panose="02020603050405020304" pitchFamily="18" charset="0"/>
              </a:rPr>
              <a:t>→</a:t>
            </a:r>
            <a:r>
              <a:rPr kumimoji="1" lang="en-US" altLang="zh-CN" sz="2000" b="1" i="1" dirty="0" err="1">
                <a:solidFill>
                  <a:srgbClr val="0070C0"/>
                </a:solidFill>
                <a:latin typeface="Times New Roman" panose="02020603050405020304" pitchFamily="18" charset="0"/>
              </a:rPr>
              <a:t>a</a:t>
            </a:r>
            <a:r>
              <a:rPr lang="en-US" altLang="zh-CN" sz="2000" b="1" dirty="0" err="1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r>
              <a:rPr kumimoji="1" lang="en-US" altLang="zh-CN" sz="2000" b="1" i="1" dirty="0" err="1">
                <a:solidFill>
                  <a:srgbClr val="0070C0"/>
                </a:solidFill>
                <a:latin typeface="Times New Roman" panose="02020603050405020304" pitchFamily="18" charset="0"/>
              </a:rPr>
              <a:t>B</a:t>
            </a:r>
            <a:endParaRPr kumimoji="1" lang="en-US" altLang="zh-CN" sz="2000" b="1" i="1" dirty="0">
              <a:solidFill>
                <a:srgbClr val="0070C0"/>
              </a:solidFill>
              <a:latin typeface="Times New Roman" panose="02020603050405020304" pitchFamily="18" charset="0"/>
            </a:endParaRPr>
          </a:p>
          <a:p>
            <a:pPr>
              <a:lnSpc>
                <a:spcPct val="90000"/>
              </a:lnSpc>
              <a:buClr>
                <a:srgbClr val="073E87"/>
              </a:buClr>
              <a:buSzPct val="75000"/>
              <a:buFont typeface="Monotype Sorts"/>
              <a:buNone/>
            </a:pPr>
            <a:r>
              <a:rPr kumimoji="1" lang="en-US" altLang="zh-CN" sz="20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B</a:t>
            </a:r>
            <a:r>
              <a:rPr kumimoji="1" lang="en-US" altLang="zh-CN" sz="2000" b="1" dirty="0">
                <a:solidFill>
                  <a:prstClr val="black"/>
                </a:solidFill>
                <a:latin typeface="Times New Roman" panose="02020603050405020304" pitchFamily="18" charset="0"/>
              </a:rPr>
              <a:t>→</a:t>
            </a:r>
            <a:r>
              <a:rPr lang="en-US" altLang="zh-CN" sz="2000" b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r>
              <a:rPr kumimoji="1" lang="en-US" altLang="zh-CN" sz="2000" b="1" i="1" dirty="0" err="1">
                <a:solidFill>
                  <a:prstClr val="black"/>
                </a:solidFill>
                <a:latin typeface="Times New Roman" panose="02020603050405020304" pitchFamily="18" charset="0"/>
              </a:rPr>
              <a:t>aB</a:t>
            </a:r>
            <a:endParaRPr kumimoji="1" lang="en-US" altLang="zh-CN" sz="2000" b="1" i="1" dirty="0">
              <a:solidFill>
                <a:prstClr val="black"/>
              </a:solidFill>
              <a:latin typeface="Times New Roman" panose="02020603050405020304" pitchFamily="18" charset="0"/>
            </a:endParaRPr>
          </a:p>
          <a:p>
            <a:pPr>
              <a:lnSpc>
                <a:spcPct val="90000"/>
              </a:lnSpc>
              <a:buClr>
                <a:srgbClr val="073E87"/>
              </a:buClr>
              <a:buSzPct val="75000"/>
              <a:buFont typeface="Monotype Sorts"/>
              <a:buNone/>
            </a:pPr>
            <a:r>
              <a:rPr kumimoji="1" lang="en-US" altLang="zh-CN" sz="20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B</a:t>
            </a:r>
            <a:r>
              <a:rPr kumimoji="1" lang="en-US" altLang="zh-CN" sz="2000" b="1" dirty="0">
                <a:solidFill>
                  <a:prstClr val="black"/>
                </a:solidFill>
                <a:latin typeface="Times New Roman" panose="02020603050405020304" pitchFamily="18" charset="0"/>
              </a:rPr>
              <a:t>→</a:t>
            </a:r>
            <a:r>
              <a:rPr lang="en-US" altLang="zh-CN" sz="2000" b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r>
              <a:rPr kumimoji="1" lang="en-US" altLang="zh-CN" sz="20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b</a:t>
            </a:r>
            <a:r>
              <a:rPr kumimoji="1" lang="en-US" altLang="zh-CN" sz="2000" b="1" dirty="0">
                <a:solidFill>
                  <a:prstClr val="black"/>
                </a:solidFill>
                <a:latin typeface="Times New Roman" panose="02020603050405020304" pitchFamily="18" charset="0"/>
              </a:rPr>
              <a:t>	</a:t>
            </a:r>
          </a:p>
        </p:txBody>
      </p:sp>
      <p:sp>
        <p:nvSpPr>
          <p:cNvPr id="425997" name="Freeform 13"/>
          <p:cNvSpPr>
            <a:spLocks/>
          </p:cNvSpPr>
          <p:nvPr/>
        </p:nvSpPr>
        <p:spPr bwMode="auto">
          <a:xfrm>
            <a:off x="2444750" y="2212975"/>
            <a:ext cx="715963" cy="1243013"/>
          </a:xfrm>
          <a:custGeom>
            <a:avLst/>
            <a:gdLst>
              <a:gd name="T0" fmla="*/ 0 w 1680"/>
              <a:gd name="T1" fmla="*/ 0 h 1056"/>
              <a:gd name="T2" fmla="*/ 2147483646 w 1680"/>
              <a:gd name="T3" fmla="*/ 2147483646 h 1056"/>
              <a:gd name="T4" fmla="*/ 2147483646 w 1680"/>
              <a:gd name="T5" fmla="*/ 2147483646 h 1056"/>
              <a:gd name="T6" fmla="*/ 2147483646 w 1680"/>
              <a:gd name="T7" fmla="*/ 2147483646 h 1056"/>
              <a:gd name="T8" fmla="*/ 2147483646 w 1680"/>
              <a:gd name="T9" fmla="*/ 2147483646 h 105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680"/>
              <a:gd name="T16" fmla="*/ 0 h 1056"/>
              <a:gd name="T17" fmla="*/ 1680 w 1680"/>
              <a:gd name="T18" fmla="*/ 1056 h 105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680" h="1056">
                <a:moveTo>
                  <a:pt x="0" y="0"/>
                </a:moveTo>
                <a:cubicBezTo>
                  <a:pt x="4" y="240"/>
                  <a:pt x="8" y="480"/>
                  <a:pt x="48" y="624"/>
                </a:cubicBezTo>
                <a:cubicBezTo>
                  <a:pt x="88" y="768"/>
                  <a:pt x="128" y="800"/>
                  <a:pt x="240" y="864"/>
                </a:cubicBezTo>
                <a:cubicBezTo>
                  <a:pt x="352" y="928"/>
                  <a:pt x="480" y="976"/>
                  <a:pt x="720" y="1008"/>
                </a:cubicBezTo>
                <a:cubicBezTo>
                  <a:pt x="960" y="1040"/>
                  <a:pt x="1528" y="1056"/>
                  <a:pt x="1680" y="1056"/>
                </a:cubicBezTo>
              </a:path>
            </a:pathLst>
          </a:custGeom>
          <a:noFill/>
          <a:ln w="38100">
            <a:solidFill>
              <a:schemeClr val="tx1"/>
            </a:solidFill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425998" name="Text Box 14"/>
          <p:cNvSpPr txBox="1">
            <a:spLocks noChangeArrowheads="1"/>
          </p:cNvSpPr>
          <p:nvPr/>
        </p:nvSpPr>
        <p:spPr bwMode="auto">
          <a:xfrm>
            <a:off x="2459038" y="2500313"/>
            <a:ext cx="4572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50000"/>
              </a:spcBef>
            </a:pPr>
            <a:r>
              <a:rPr kumimoji="1" lang="en-US" altLang="zh-CN" sz="20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b</a:t>
            </a:r>
          </a:p>
        </p:txBody>
      </p:sp>
      <p:sp>
        <p:nvSpPr>
          <p:cNvPr id="425999" name="Rectangle 15"/>
          <p:cNvSpPr>
            <a:spLocks noChangeArrowheads="1"/>
          </p:cNvSpPr>
          <p:nvPr/>
        </p:nvSpPr>
        <p:spPr bwMode="auto">
          <a:xfrm>
            <a:off x="3162300" y="2971800"/>
            <a:ext cx="1000125" cy="642938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lIns="92075" tIns="46038" rIns="92075" bIns="46038"/>
          <a:lstStyle/>
          <a:p>
            <a:pPr marL="609600" indent="-609600">
              <a:lnSpc>
                <a:spcPct val="90000"/>
              </a:lnSpc>
              <a:buClr>
                <a:srgbClr val="073E87"/>
              </a:buClr>
              <a:buSzPct val="75000"/>
              <a:buFont typeface="Monotype Sorts"/>
              <a:buNone/>
              <a:defRPr/>
            </a:pPr>
            <a:r>
              <a:rPr kumimoji="1" lang="en-US" altLang="zh-CN" sz="2000" b="1" i="1" dirty="0">
                <a:solidFill>
                  <a:prstClr val="black"/>
                </a:solidFill>
                <a:latin typeface="Times New Roman" pitchFamily="18" charset="0"/>
                <a:cs typeface="Times New Roman" pitchFamily="18" charset="0"/>
              </a:rPr>
              <a:t>I</a:t>
            </a:r>
            <a:r>
              <a:rPr kumimoji="1" lang="en-US" altLang="zh-CN" sz="2000" b="1" i="1" baseline="-25000" dirty="0">
                <a:solidFill>
                  <a:prstClr val="black"/>
                </a:solidFill>
                <a:latin typeface="Times New Roman" pitchFamily="18" charset="0"/>
                <a:cs typeface="Times New Roman" pitchFamily="18" charset="0"/>
              </a:rPr>
              <a:t>4</a:t>
            </a:r>
            <a:r>
              <a:rPr kumimoji="1" lang="en-US" altLang="zh-CN" sz="2000" b="1" dirty="0">
                <a:solidFill>
                  <a:prstClr val="black"/>
                </a:solidFill>
                <a:latin typeface="Times New Roman" pitchFamily="18" charset="0"/>
                <a:cs typeface="Times New Roman" pitchFamily="18" charset="0"/>
              </a:rPr>
              <a:t>:</a:t>
            </a:r>
          </a:p>
          <a:p>
            <a:pPr marL="609600" indent="-609600">
              <a:lnSpc>
                <a:spcPct val="90000"/>
              </a:lnSpc>
              <a:buClr>
                <a:srgbClr val="073E87"/>
              </a:buClr>
              <a:buSzPct val="75000"/>
              <a:buFont typeface="Monotype Sorts"/>
              <a:buNone/>
              <a:defRPr/>
            </a:pPr>
            <a:r>
              <a:rPr kumimoji="1" lang="en-US" altLang="zh-CN" sz="2000" b="1" i="1" dirty="0" err="1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B</a:t>
            </a:r>
            <a:r>
              <a:rPr kumimoji="1" lang="en-US" altLang="zh-CN" sz="2000" b="1" dirty="0" err="1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→</a:t>
            </a:r>
            <a:r>
              <a:rPr kumimoji="1" lang="en-US" altLang="zh-CN" sz="2000" b="1" i="1" dirty="0" err="1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b</a:t>
            </a:r>
            <a:r>
              <a:rPr lang="en-US" altLang="zh-CN" sz="2000" b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 </a:t>
            </a:r>
            <a:r>
              <a:rPr kumimoji="1" lang="en-US" altLang="zh-CN" sz="2000" dirty="0">
                <a:solidFill>
                  <a:srgbClr val="FFFF00"/>
                </a:solidFill>
                <a:latin typeface="Times New Roman" pitchFamily="18" charset="0"/>
                <a:cs typeface="Times New Roman" pitchFamily="18" charset="0"/>
              </a:rPr>
              <a:t>	</a:t>
            </a:r>
            <a:endParaRPr kumimoji="1" lang="en-US" altLang="zh-CN" sz="2000" dirty="0">
              <a:solidFill>
                <a:prstClr val="black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26000" name="Line 16"/>
          <p:cNvSpPr>
            <a:spLocks noChangeShapeType="1"/>
          </p:cNvSpPr>
          <p:nvPr/>
        </p:nvSpPr>
        <p:spPr bwMode="auto">
          <a:xfrm>
            <a:off x="4162425" y="1763713"/>
            <a:ext cx="382588" cy="793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426001" name="Text Box 17"/>
          <p:cNvSpPr txBox="1">
            <a:spLocks noChangeArrowheads="1"/>
          </p:cNvSpPr>
          <p:nvPr/>
        </p:nvSpPr>
        <p:spPr bwMode="auto">
          <a:xfrm>
            <a:off x="4113213" y="1357313"/>
            <a:ext cx="5334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50000"/>
              </a:spcBef>
            </a:pPr>
            <a:r>
              <a:rPr kumimoji="1" lang="en-US" altLang="zh-CN" sz="20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B</a:t>
            </a:r>
          </a:p>
        </p:txBody>
      </p:sp>
      <p:sp>
        <p:nvSpPr>
          <p:cNvPr id="426002" name="Rectangle 18"/>
          <p:cNvSpPr>
            <a:spLocks noChangeArrowheads="1"/>
          </p:cNvSpPr>
          <p:nvPr/>
        </p:nvSpPr>
        <p:spPr bwMode="auto">
          <a:xfrm>
            <a:off x="4545013" y="1557338"/>
            <a:ext cx="1035050" cy="72072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lIns="92075" tIns="46038" rIns="92075" bIns="46038"/>
          <a:lstStyle/>
          <a:p>
            <a:pPr marL="609600" indent="-609600">
              <a:buClr>
                <a:srgbClr val="073E87"/>
              </a:buClr>
              <a:buSzPct val="75000"/>
              <a:buFont typeface="Monotype Sorts"/>
              <a:buNone/>
              <a:defRPr/>
            </a:pPr>
            <a:r>
              <a:rPr kumimoji="1" lang="en-US" altLang="zh-CN" sz="2000" b="1" i="1" dirty="0">
                <a:solidFill>
                  <a:prstClr val="black"/>
                </a:solidFill>
                <a:latin typeface="Times New Roman" pitchFamily="18" charset="0"/>
                <a:cs typeface="Times New Roman" pitchFamily="18" charset="0"/>
              </a:rPr>
              <a:t>I</a:t>
            </a:r>
            <a:r>
              <a:rPr kumimoji="1" lang="en-US" altLang="zh-CN" sz="2000" b="1" i="1" baseline="-25000" dirty="0">
                <a:solidFill>
                  <a:prstClr val="black"/>
                </a:solidFill>
                <a:latin typeface="Times New Roman" pitchFamily="18" charset="0"/>
                <a:cs typeface="Times New Roman" pitchFamily="18" charset="0"/>
              </a:rPr>
              <a:t>5</a:t>
            </a:r>
            <a:r>
              <a:rPr kumimoji="1" lang="en-US" altLang="zh-CN" sz="2000" b="1" dirty="0">
                <a:solidFill>
                  <a:prstClr val="black"/>
                </a:solidFill>
                <a:latin typeface="Times New Roman" pitchFamily="18" charset="0"/>
                <a:cs typeface="Times New Roman" pitchFamily="18" charset="0"/>
              </a:rPr>
              <a:t>:</a:t>
            </a:r>
          </a:p>
          <a:p>
            <a:pPr marL="609600" indent="-609600">
              <a:buClr>
                <a:srgbClr val="073E87"/>
              </a:buClr>
              <a:buSzPct val="75000"/>
              <a:buFont typeface="Monotype Sorts"/>
              <a:buNone/>
              <a:defRPr/>
            </a:pPr>
            <a:r>
              <a:rPr kumimoji="1" lang="en-US" altLang="zh-CN" sz="2000" b="1" i="1" dirty="0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S</a:t>
            </a:r>
            <a:r>
              <a:rPr kumimoji="1" lang="en-US" altLang="zh-CN" sz="2000" b="1" dirty="0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→</a:t>
            </a:r>
            <a:r>
              <a:rPr kumimoji="1" lang="en-US" altLang="zh-CN" sz="2000" b="1" i="1" dirty="0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BB</a:t>
            </a:r>
            <a:r>
              <a:rPr lang="en-US" altLang="zh-CN" sz="2000" b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endParaRPr kumimoji="1" lang="en-US" altLang="zh-CN" sz="2000" b="1" dirty="0">
              <a:solidFill>
                <a:srgbClr val="0070C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26003" name="Freeform 19"/>
          <p:cNvSpPr>
            <a:spLocks/>
          </p:cNvSpPr>
          <p:nvPr/>
        </p:nvSpPr>
        <p:spPr bwMode="auto">
          <a:xfrm>
            <a:off x="4162425" y="2278063"/>
            <a:ext cx="793750" cy="1781175"/>
          </a:xfrm>
          <a:custGeom>
            <a:avLst/>
            <a:gdLst>
              <a:gd name="T0" fmla="*/ 0 w 1424"/>
              <a:gd name="T1" fmla="*/ 0 h 1968"/>
              <a:gd name="T2" fmla="*/ 2147483646 w 1424"/>
              <a:gd name="T3" fmla="*/ 2147483646 h 1968"/>
              <a:gd name="T4" fmla="*/ 2147483646 w 1424"/>
              <a:gd name="T5" fmla="*/ 2147483646 h 1968"/>
              <a:gd name="T6" fmla="*/ 2147483646 w 1424"/>
              <a:gd name="T7" fmla="*/ 2147483646 h 1968"/>
              <a:gd name="T8" fmla="*/ 0 60000 65536"/>
              <a:gd name="T9" fmla="*/ 0 60000 65536"/>
              <a:gd name="T10" fmla="*/ 0 60000 65536"/>
              <a:gd name="T11" fmla="*/ 0 60000 65536"/>
              <a:gd name="T12" fmla="*/ 0 w 1424"/>
              <a:gd name="T13" fmla="*/ 0 h 1968"/>
              <a:gd name="T14" fmla="*/ 1424 w 1424"/>
              <a:gd name="T15" fmla="*/ 1968 h 1968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1424" h="1968">
                <a:moveTo>
                  <a:pt x="0" y="0"/>
                </a:moveTo>
                <a:cubicBezTo>
                  <a:pt x="448" y="112"/>
                  <a:pt x="896" y="224"/>
                  <a:pt x="1104" y="432"/>
                </a:cubicBezTo>
                <a:cubicBezTo>
                  <a:pt x="1312" y="640"/>
                  <a:pt x="1424" y="992"/>
                  <a:pt x="1248" y="1248"/>
                </a:cubicBezTo>
                <a:cubicBezTo>
                  <a:pt x="1072" y="1504"/>
                  <a:pt x="248" y="1848"/>
                  <a:pt x="48" y="1968"/>
                </a:cubicBezTo>
              </a:path>
            </a:pathLst>
          </a:custGeom>
          <a:noFill/>
          <a:ln w="38100">
            <a:solidFill>
              <a:schemeClr val="tx1"/>
            </a:solidFill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426004" name="Text Box 20"/>
          <p:cNvSpPr txBox="1">
            <a:spLocks noChangeArrowheads="1"/>
          </p:cNvSpPr>
          <p:nvPr/>
        </p:nvSpPr>
        <p:spPr bwMode="auto">
          <a:xfrm>
            <a:off x="4924425" y="2857500"/>
            <a:ext cx="3810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50000"/>
              </a:spcBef>
            </a:pPr>
            <a:r>
              <a:rPr kumimoji="1" lang="en-US" altLang="zh-CN" sz="2000" b="1" i="1">
                <a:solidFill>
                  <a:prstClr val="black"/>
                </a:solidFill>
                <a:latin typeface="Times New Roman" panose="02020603050405020304" pitchFamily="18" charset="0"/>
              </a:rPr>
              <a:t>a</a:t>
            </a:r>
          </a:p>
        </p:txBody>
      </p:sp>
      <p:sp>
        <p:nvSpPr>
          <p:cNvPr id="426005" name="Freeform 21"/>
          <p:cNvSpPr>
            <a:spLocks/>
          </p:cNvSpPr>
          <p:nvPr/>
        </p:nvSpPr>
        <p:spPr bwMode="auto">
          <a:xfrm>
            <a:off x="4162425" y="2735263"/>
            <a:ext cx="317500" cy="514350"/>
          </a:xfrm>
          <a:custGeom>
            <a:avLst/>
            <a:gdLst>
              <a:gd name="T0" fmla="*/ 0 w 200"/>
              <a:gd name="T1" fmla="*/ 0 h 432"/>
              <a:gd name="T2" fmla="*/ 2147483646 w 200"/>
              <a:gd name="T3" fmla="*/ 2147483646 h 432"/>
              <a:gd name="T4" fmla="*/ 2147483646 w 200"/>
              <a:gd name="T5" fmla="*/ 2147483646 h 432"/>
              <a:gd name="T6" fmla="*/ 0 60000 65536"/>
              <a:gd name="T7" fmla="*/ 0 60000 65536"/>
              <a:gd name="T8" fmla="*/ 0 60000 65536"/>
              <a:gd name="T9" fmla="*/ 0 w 200"/>
              <a:gd name="T10" fmla="*/ 0 h 432"/>
              <a:gd name="T11" fmla="*/ 200 w 200"/>
              <a:gd name="T12" fmla="*/ 432 h 43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00" h="432">
                <a:moveTo>
                  <a:pt x="0" y="0"/>
                </a:moveTo>
                <a:cubicBezTo>
                  <a:pt x="92" y="60"/>
                  <a:pt x="184" y="120"/>
                  <a:pt x="192" y="192"/>
                </a:cubicBezTo>
                <a:cubicBezTo>
                  <a:pt x="200" y="264"/>
                  <a:pt x="124" y="348"/>
                  <a:pt x="48" y="432"/>
                </a:cubicBezTo>
              </a:path>
            </a:pathLst>
          </a:custGeom>
          <a:noFill/>
          <a:ln w="38100">
            <a:solidFill>
              <a:schemeClr val="tx1"/>
            </a:solidFill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426006" name="Text Box 22"/>
          <p:cNvSpPr txBox="1">
            <a:spLocks noChangeArrowheads="1"/>
          </p:cNvSpPr>
          <p:nvPr/>
        </p:nvSpPr>
        <p:spPr bwMode="auto">
          <a:xfrm>
            <a:off x="4448175" y="2849563"/>
            <a:ext cx="3810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50000"/>
              </a:spcBef>
            </a:pPr>
            <a:r>
              <a:rPr kumimoji="1" lang="en-US" altLang="zh-CN" sz="2000" b="1" i="1">
                <a:solidFill>
                  <a:prstClr val="black"/>
                </a:solidFill>
                <a:latin typeface="Times New Roman" panose="02020603050405020304" pitchFamily="18" charset="0"/>
              </a:rPr>
              <a:t>b</a:t>
            </a:r>
          </a:p>
        </p:txBody>
      </p:sp>
      <p:sp>
        <p:nvSpPr>
          <p:cNvPr id="426007" name="Line 23"/>
          <p:cNvSpPr>
            <a:spLocks noChangeShapeType="1"/>
          </p:cNvSpPr>
          <p:nvPr/>
        </p:nvSpPr>
        <p:spPr bwMode="auto">
          <a:xfrm flipV="1">
            <a:off x="4162425" y="4324350"/>
            <a:ext cx="382588" cy="127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426008" name="Text Box 24"/>
          <p:cNvSpPr txBox="1">
            <a:spLocks noChangeArrowheads="1"/>
          </p:cNvSpPr>
          <p:nvPr/>
        </p:nvSpPr>
        <p:spPr bwMode="auto">
          <a:xfrm>
            <a:off x="4233863" y="3867894"/>
            <a:ext cx="3810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50000"/>
              </a:spcBef>
            </a:pPr>
            <a:r>
              <a:rPr kumimoji="1" lang="en-US" altLang="zh-CN" sz="20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B</a:t>
            </a:r>
          </a:p>
        </p:txBody>
      </p:sp>
      <p:sp>
        <p:nvSpPr>
          <p:cNvPr id="426009" name="Rectangle 25"/>
          <p:cNvSpPr>
            <a:spLocks noChangeArrowheads="1"/>
          </p:cNvSpPr>
          <p:nvPr/>
        </p:nvSpPr>
        <p:spPr bwMode="auto">
          <a:xfrm>
            <a:off x="4545013" y="3867150"/>
            <a:ext cx="1001712" cy="68580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lIns="92075" tIns="46038" rIns="92075" bIns="46038"/>
          <a:lstStyle/>
          <a:p>
            <a:pPr marL="609600" indent="-609600">
              <a:buClr>
                <a:srgbClr val="073E87"/>
              </a:buClr>
              <a:buSzPct val="75000"/>
              <a:buFont typeface="Monotype Sorts"/>
              <a:buNone/>
              <a:defRPr/>
            </a:pPr>
            <a:r>
              <a:rPr kumimoji="1" lang="en-US" altLang="zh-CN" sz="2000" b="1" i="1" dirty="0">
                <a:solidFill>
                  <a:prstClr val="black"/>
                </a:solidFill>
                <a:latin typeface="Times New Roman" pitchFamily="18" charset="0"/>
                <a:cs typeface="Times New Roman" pitchFamily="18" charset="0"/>
              </a:rPr>
              <a:t>I</a:t>
            </a:r>
            <a:r>
              <a:rPr kumimoji="1" lang="en-US" altLang="zh-CN" sz="2000" b="1" i="1" baseline="-25000" dirty="0">
                <a:solidFill>
                  <a:prstClr val="black"/>
                </a:solidFill>
                <a:latin typeface="Times New Roman" pitchFamily="18" charset="0"/>
                <a:cs typeface="Times New Roman" pitchFamily="18" charset="0"/>
              </a:rPr>
              <a:t>6</a:t>
            </a:r>
            <a:r>
              <a:rPr kumimoji="1" lang="en-US" altLang="zh-CN" sz="2000" b="1" dirty="0">
                <a:solidFill>
                  <a:prstClr val="black"/>
                </a:solidFill>
                <a:latin typeface="Times New Roman" pitchFamily="18" charset="0"/>
                <a:cs typeface="Times New Roman" pitchFamily="18" charset="0"/>
              </a:rPr>
              <a:t>:</a:t>
            </a:r>
          </a:p>
          <a:p>
            <a:pPr marL="609600" indent="-609600">
              <a:buClr>
                <a:srgbClr val="073E87"/>
              </a:buClr>
              <a:buSzPct val="75000"/>
              <a:buFont typeface="Monotype Sorts"/>
              <a:buNone/>
              <a:defRPr/>
            </a:pPr>
            <a:r>
              <a:rPr kumimoji="1" lang="en-US" altLang="zh-CN" sz="2000" b="1" i="1" dirty="0" err="1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B</a:t>
            </a:r>
            <a:r>
              <a:rPr kumimoji="1" lang="en-US" altLang="zh-CN" sz="2000" b="1" dirty="0" err="1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→</a:t>
            </a:r>
            <a:r>
              <a:rPr kumimoji="1" lang="en-US" altLang="zh-CN" sz="2000" b="1" i="1" dirty="0" err="1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aB</a:t>
            </a:r>
            <a:r>
              <a:rPr lang="en-US" altLang="zh-CN" sz="2000" b="1" dirty="0">
                <a:solidFill>
                  <a:srgbClr val="0070C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endParaRPr kumimoji="1" lang="en-US" altLang="zh-CN" sz="2800" b="1" dirty="0">
              <a:solidFill>
                <a:srgbClr val="0070C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26010" name="Freeform 26"/>
          <p:cNvSpPr>
            <a:spLocks/>
          </p:cNvSpPr>
          <p:nvPr/>
        </p:nvSpPr>
        <p:spPr bwMode="auto">
          <a:xfrm>
            <a:off x="4162425" y="4508500"/>
            <a:ext cx="457200" cy="342900"/>
          </a:xfrm>
          <a:custGeom>
            <a:avLst/>
            <a:gdLst>
              <a:gd name="T0" fmla="*/ 0 w 288"/>
              <a:gd name="T1" fmla="*/ 0 h 288"/>
              <a:gd name="T2" fmla="*/ 2147483646 w 288"/>
              <a:gd name="T3" fmla="*/ 2147483646 h 288"/>
              <a:gd name="T4" fmla="*/ 0 w 288"/>
              <a:gd name="T5" fmla="*/ 2147483646 h 288"/>
              <a:gd name="T6" fmla="*/ 0 60000 65536"/>
              <a:gd name="T7" fmla="*/ 0 60000 65536"/>
              <a:gd name="T8" fmla="*/ 0 60000 65536"/>
              <a:gd name="T9" fmla="*/ 0 w 288"/>
              <a:gd name="T10" fmla="*/ 0 h 288"/>
              <a:gd name="T11" fmla="*/ 288 w 288"/>
              <a:gd name="T12" fmla="*/ 288 h 288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88" h="288">
                <a:moveTo>
                  <a:pt x="0" y="0"/>
                </a:moveTo>
                <a:cubicBezTo>
                  <a:pt x="144" y="48"/>
                  <a:pt x="288" y="96"/>
                  <a:pt x="288" y="144"/>
                </a:cubicBezTo>
                <a:cubicBezTo>
                  <a:pt x="288" y="192"/>
                  <a:pt x="144" y="240"/>
                  <a:pt x="0" y="288"/>
                </a:cubicBezTo>
              </a:path>
            </a:pathLst>
          </a:custGeom>
          <a:noFill/>
          <a:ln w="38100">
            <a:solidFill>
              <a:schemeClr val="tx1"/>
            </a:solidFill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426011" name="Text Box 27"/>
          <p:cNvSpPr txBox="1">
            <a:spLocks noChangeArrowheads="1"/>
          </p:cNvSpPr>
          <p:nvPr/>
        </p:nvSpPr>
        <p:spPr bwMode="auto">
          <a:xfrm>
            <a:off x="4662488" y="4459288"/>
            <a:ext cx="457200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50000"/>
              </a:spcBef>
            </a:pPr>
            <a:r>
              <a:rPr kumimoji="1" lang="en-US" altLang="zh-CN" sz="2400" b="1" i="1">
                <a:solidFill>
                  <a:prstClr val="black"/>
                </a:solidFill>
                <a:latin typeface="Times New Roman" panose="02020603050405020304" pitchFamily="18" charset="0"/>
              </a:rPr>
              <a:t>a</a:t>
            </a:r>
          </a:p>
        </p:txBody>
      </p:sp>
      <p:sp>
        <p:nvSpPr>
          <p:cNvPr id="426012" name="Line 28"/>
          <p:cNvSpPr>
            <a:spLocks noChangeShapeType="1"/>
          </p:cNvSpPr>
          <p:nvPr/>
        </p:nvSpPr>
        <p:spPr bwMode="auto">
          <a:xfrm flipV="1">
            <a:off x="3733800" y="3614738"/>
            <a:ext cx="0" cy="28575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426013" name="Text Box 29"/>
          <p:cNvSpPr txBox="1">
            <a:spLocks noChangeArrowheads="1"/>
          </p:cNvSpPr>
          <p:nvPr/>
        </p:nvSpPr>
        <p:spPr bwMode="auto">
          <a:xfrm>
            <a:off x="3805238" y="3543300"/>
            <a:ext cx="5334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50000"/>
              </a:spcBef>
            </a:pPr>
            <a:r>
              <a:rPr kumimoji="1" lang="en-US" altLang="zh-CN" sz="2000" b="1" i="1">
                <a:solidFill>
                  <a:prstClr val="black"/>
                </a:solidFill>
                <a:latin typeface="Times New Roman" panose="02020603050405020304" pitchFamily="18" charset="0"/>
              </a:rPr>
              <a:t>b</a:t>
            </a:r>
          </a:p>
        </p:txBody>
      </p:sp>
      <p:sp>
        <p:nvSpPr>
          <p:cNvPr id="67615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3168278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例：</a:t>
            </a:r>
            <a:r>
              <a:rPr lang="en-US" altLang="zh-CN" sz="3000" dirty="0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LR(0)</a:t>
            </a:r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自动机</a:t>
            </a:r>
            <a:endParaRPr lang="zh-CN" altLang="en-US" sz="3000" i="1" dirty="0">
              <a:solidFill>
                <a:schemeClr val="tx1"/>
              </a:solidFill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" name="内容占位符 2"/>
          <p:cNvSpPr txBox="1">
            <a:spLocks/>
          </p:cNvSpPr>
          <p:nvPr/>
        </p:nvSpPr>
        <p:spPr bwMode="auto">
          <a:xfrm>
            <a:off x="168127" y="744984"/>
            <a:ext cx="1379537" cy="168275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/>
          <a:lstStyle/>
          <a:p>
            <a:pPr>
              <a:spcBef>
                <a:spcPct val="20000"/>
              </a:spcBef>
              <a:buClr>
                <a:srgbClr val="5EAEFF"/>
              </a:buClr>
              <a:buSzPct val="60000"/>
              <a:buFont typeface="Wingdings" pitchFamily="2" charset="2"/>
              <a:buNone/>
              <a:defRPr/>
            </a:pPr>
            <a:r>
              <a:rPr lang="zh-CN" altLang="en-US" b="1" dirty="0">
                <a:solidFill>
                  <a:prstClr val="black"/>
                </a:solidFill>
                <a:latin typeface="楷体" pitchFamily="49" charset="-122"/>
                <a:ea typeface="楷体" pitchFamily="49" charset="-122"/>
                <a:cs typeface="Times New Roman" pitchFamily="18" charset="0"/>
              </a:rPr>
              <a:t>文法</a:t>
            </a:r>
            <a:endParaRPr lang="en-US" altLang="zh-CN" b="1" dirty="0">
              <a:solidFill>
                <a:prstClr val="black"/>
              </a:solidFill>
              <a:latin typeface="楷体" pitchFamily="49" charset="-122"/>
              <a:ea typeface="楷体" pitchFamily="49" charset="-122"/>
              <a:cs typeface="Times New Roman" pitchFamily="18" charset="0"/>
            </a:endParaRPr>
          </a:p>
          <a:p>
            <a:pPr>
              <a:spcBef>
                <a:spcPct val="20000"/>
              </a:spcBef>
              <a:buClr>
                <a:srgbClr val="5EAEFF"/>
              </a:buClr>
              <a:buSzPct val="60000"/>
              <a:buFont typeface="Wingdings" pitchFamily="2" charset="2"/>
              <a:buNone/>
              <a:defRPr/>
            </a:pPr>
            <a:r>
              <a:rPr lang="en-US" altLang="zh-CN" b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(0) </a:t>
            </a:r>
            <a:r>
              <a:rPr lang="en-US" altLang="zh-CN" b="1" i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S' </a:t>
            </a:r>
            <a:r>
              <a:rPr lang="en-US" altLang="zh-CN" b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→ </a:t>
            </a:r>
            <a:r>
              <a:rPr lang="en-US" altLang="zh-CN" b="1" i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S</a:t>
            </a:r>
            <a:r>
              <a:rPr lang="en-US" altLang="zh-CN" b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 </a:t>
            </a:r>
          </a:p>
          <a:p>
            <a:pPr>
              <a:spcBef>
                <a:spcPct val="20000"/>
              </a:spcBef>
              <a:buClr>
                <a:srgbClr val="5EAEFF"/>
              </a:buClr>
              <a:buSzPct val="60000"/>
              <a:buFont typeface="Wingdings" pitchFamily="2" charset="2"/>
              <a:buNone/>
              <a:defRPr/>
            </a:pPr>
            <a:r>
              <a:rPr lang="en-US" altLang="zh-CN" b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(1) </a:t>
            </a:r>
            <a:r>
              <a:rPr lang="en-US" altLang="zh-CN" b="1" i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S </a:t>
            </a:r>
            <a:r>
              <a:rPr lang="en-US" altLang="zh-CN" b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→ </a:t>
            </a:r>
            <a:r>
              <a:rPr lang="en-US" altLang="zh-CN" b="1" i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BB</a:t>
            </a:r>
            <a:endParaRPr lang="en-US" altLang="zh-CN" b="1" dirty="0">
              <a:solidFill>
                <a:prstClr val="black"/>
              </a:solidFill>
              <a:latin typeface="Times New Roman" pitchFamily="18" charset="0"/>
              <a:ea typeface="楷体_GB2312"/>
              <a:cs typeface="Times New Roman" pitchFamily="18" charset="0"/>
            </a:endParaRPr>
          </a:p>
          <a:p>
            <a:pPr>
              <a:spcBef>
                <a:spcPct val="20000"/>
              </a:spcBef>
              <a:buClr>
                <a:srgbClr val="5EAEFF"/>
              </a:buClr>
              <a:buSzPct val="60000"/>
              <a:buFont typeface="Wingdings" pitchFamily="2" charset="2"/>
              <a:buNone/>
              <a:defRPr/>
            </a:pPr>
            <a:r>
              <a:rPr lang="en-US" altLang="zh-CN" b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(2) </a:t>
            </a:r>
            <a:r>
              <a:rPr lang="en-US" altLang="zh-CN" b="1" i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B </a:t>
            </a:r>
            <a:r>
              <a:rPr lang="en-US" altLang="zh-CN" b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→ </a:t>
            </a:r>
            <a:r>
              <a:rPr lang="en-US" altLang="zh-CN" b="1" i="1" dirty="0" err="1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aB</a:t>
            </a:r>
            <a:endParaRPr lang="en-US" altLang="zh-CN" b="1" dirty="0">
              <a:solidFill>
                <a:prstClr val="black"/>
              </a:solidFill>
              <a:latin typeface="Times New Roman" pitchFamily="18" charset="0"/>
              <a:ea typeface="楷体_GB2312"/>
              <a:cs typeface="Times New Roman" pitchFamily="18" charset="0"/>
            </a:endParaRPr>
          </a:p>
          <a:p>
            <a:pPr>
              <a:spcBef>
                <a:spcPct val="20000"/>
              </a:spcBef>
              <a:buClr>
                <a:srgbClr val="5EAEFF"/>
              </a:buClr>
              <a:buSzPct val="60000"/>
              <a:buFont typeface="Wingdings" pitchFamily="2" charset="2"/>
              <a:buNone/>
              <a:defRPr/>
            </a:pPr>
            <a:r>
              <a:rPr lang="en-US" altLang="zh-CN" b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(3) </a:t>
            </a:r>
            <a:r>
              <a:rPr lang="en-US" altLang="zh-CN" b="1" i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B </a:t>
            </a:r>
            <a:r>
              <a:rPr lang="en-US" altLang="zh-CN" b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→ </a:t>
            </a:r>
            <a:r>
              <a:rPr lang="en-US" altLang="zh-CN" b="1" i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b</a:t>
            </a:r>
            <a:endParaRPr lang="zh-CN" altLang="en-US" b="1" dirty="0">
              <a:solidFill>
                <a:prstClr val="black"/>
              </a:solidFill>
              <a:ea typeface="楷体_GB2312"/>
              <a:cs typeface="Times New Roman" pitchFamily="18" charset="0"/>
            </a:endParaRPr>
          </a:p>
        </p:txBody>
      </p:sp>
      <p:graphicFrame>
        <p:nvGraphicFramePr>
          <p:cNvPr id="37" name="Group 18">
            <a:extLst>
              <a:ext uri="{FF2B5EF4-FFF2-40B4-BE49-F238E27FC236}">
                <a16:creationId xmlns:a16="http://schemas.microsoft.com/office/drawing/2014/main" id="{158FAE23-270A-44EF-AA96-666A768A94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1200161"/>
              </p:ext>
            </p:extLst>
          </p:nvPr>
        </p:nvGraphicFramePr>
        <p:xfrm>
          <a:off x="5799138" y="1131888"/>
          <a:ext cx="3236912" cy="3657597"/>
        </p:xfrm>
        <a:graphic>
          <a:graphicData uri="http://schemas.openxmlformats.org/drawingml/2006/table">
            <a:tbl>
              <a:tblPr/>
              <a:tblGrid>
                <a:gridCol w="3571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62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62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32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762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374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25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华文楷体" pitchFamily="2" charset="-122"/>
                          <a:ea typeface="华文楷体" pitchFamily="2" charset="-122"/>
                          <a:cs typeface="Times New Roman" pitchFamily="18" charset="0"/>
                        </a:rPr>
                        <a:t>状态</a:t>
                      </a:r>
                    </a:p>
                  </a:txBody>
                  <a:tcPr marL="91420" marR="91420" marT="34277" marB="34277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" pitchFamily="49" charset="-122"/>
                        </a:rPr>
                        <a:t>ACTION</a:t>
                      </a:r>
                      <a:endParaRPr kumimoji="0" lang="zh-CN" altLang="en-US" sz="20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" pitchFamily="49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" pitchFamily="49" charset="-122"/>
                        </a:rPr>
                        <a:t>GOTO</a:t>
                      </a:r>
                      <a:endParaRPr kumimoji="0" lang="zh-CN" altLang="en-US" sz="20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" pitchFamily="49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1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a</a:t>
                      </a:r>
                      <a:endParaRPr kumimoji="0" lang="zh-CN" altLang="en-US" sz="2200" b="1" i="1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" pitchFamily="49" charset="-122"/>
                        </a:rPr>
                        <a:t>b</a:t>
                      </a:r>
                      <a:endParaRPr kumimoji="0" lang="zh-CN" altLang="en-US" sz="22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" pitchFamily="49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$ 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" pitchFamily="49" charset="-122"/>
                        </a:rPr>
                        <a:t>S</a:t>
                      </a:r>
                      <a:endParaRPr kumimoji="0" lang="zh-CN" altLang="en-US" sz="22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" pitchFamily="49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1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B</a:t>
                      </a:r>
                      <a:endParaRPr kumimoji="0" lang="zh-CN" altLang="en-US" sz="2200" b="1" i="1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385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385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1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85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2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385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3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folHlink"/>
                          </a:solidFill>
                          <a:effectLst/>
                          <a:latin typeface="宋体" pitchFamily="2" charset="-122"/>
                          <a:ea typeface="华文楷体" pitchFamily="2" charset="-122"/>
                          <a:cs typeface="Times New Roman" pitchFamily="18" charset="0"/>
                        </a:rPr>
                        <a:t> </a:t>
                      </a:r>
                      <a:endParaRPr kumimoji="0" lang="zh-CN" altLang="en-US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385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4</a:t>
                      </a:r>
                      <a:endParaRPr kumimoji="0" lang="zh-CN" altLang="en-US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385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5</a:t>
                      </a:r>
                      <a:endParaRPr kumimoji="0" lang="zh-CN" altLang="en-US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385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6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9" name="矩形 38">
            <a:extLst>
              <a:ext uri="{FF2B5EF4-FFF2-40B4-BE49-F238E27FC236}">
                <a16:creationId xmlns:a16="http://schemas.microsoft.com/office/drawing/2014/main" id="{F2669860-AD23-4EE6-9EAD-EFB4A006C5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8275" y="700088"/>
            <a:ext cx="1800225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r>
              <a:rPr lang="en-US" altLang="zh-CN" sz="2400" b="1" i="1" dirty="0">
                <a:latin typeface="华文楷体" panose="02010600040101010101" pitchFamily="2" charset="-122"/>
                <a:ea typeface="华文楷体" panose="02010600040101010101" pitchFamily="2" charset="-122"/>
              </a:rPr>
              <a:t>LR</a:t>
            </a:r>
            <a:r>
              <a:rPr lang="en-US" altLang="zh-CN" sz="2400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(0)</a:t>
            </a:r>
            <a:r>
              <a:rPr lang="zh-CN" altLang="en-US" sz="2400" b="1" dirty="0">
                <a:latin typeface="华文楷体" panose="02010600040101010101" pitchFamily="2" charset="-122"/>
                <a:ea typeface="华文楷体" panose="02010600040101010101" pitchFamily="2" charset="-122"/>
              </a:rPr>
              <a:t>分析表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4A2E6F4F-5480-4029-B05B-04788D5F4F6B}"/>
              </a:ext>
            </a:extLst>
          </p:cNvPr>
          <p:cNvSpPr txBox="1"/>
          <p:nvPr/>
        </p:nvSpPr>
        <p:spPr>
          <a:xfrm>
            <a:off x="100013" y="4119671"/>
            <a:ext cx="2130425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+mn-ea"/>
                <a:ea typeface="+mn-ea"/>
              </a:rPr>
              <a:t>LR(0)</a:t>
            </a:r>
            <a:r>
              <a:rPr lang="zh-CN" altLang="en-US" b="1" dirty="0">
                <a:latin typeface="+mn-ea"/>
                <a:ea typeface="+mn-ea"/>
              </a:rPr>
              <a:t>中的 </a:t>
            </a:r>
            <a:r>
              <a:rPr lang="en-US" altLang="zh-CN" b="1" dirty="0">
                <a:latin typeface="+mn-ea"/>
                <a:ea typeface="+mn-ea"/>
              </a:rPr>
              <a:t>0</a:t>
            </a:r>
            <a:r>
              <a:rPr lang="zh-CN" altLang="en-US" b="1" dirty="0">
                <a:latin typeface="+mn-ea"/>
                <a:ea typeface="+mn-ea"/>
              </a:rPr>
              <a:t>表示：</a:t>
            </a:r>
            <a:endParaRPr lang="en-US" altLang="zh-CN" b="1" dirty="0">
              <a:latin typeface="+mn-ea"/>
              <a:ea typeface="+mn-ea"/>
            </a:endParaRPr>
          </a:p>
          <a:p>
            <a:r>
              <a:rPr lang="zh-CN" altLang="en-US" b="1" dirty="0">
                <a:latin typeface="+mn-ea"/>
                <a:ea typeface="+mn-ea"/>
              </a:rPr>
              <a:t>执行</a:t>
            </a:r>
            <a:r>
              <a:rPr lang="zh-CN" altLang="en-US" b="1" dirty="0">
                <a:solidFill>
                  <a:srgbClr val="FF0000"/>
                </a:solidFill>
                <a:latin typeface="+mn-ea"/>
                <a:ea typeface="+mn-ea"/>
              </a:rPr>
              <a:t>归约动作</a:t>
            </a:r>
            <a:r>
              <a:rPr lang="zh-CN" altLang="en-US" b="1" dirty="0">
                <a:latin typeface="+mn-ea"/>
                <a:ea typeface="+mn-ea"/>
              </a:rPr>
              <a:t>时，不需查看输入符号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DFF399D-5E80-4FD0-92BF-A3BC20B336A2}"/>
              </a:ext>
            </a:extLst>
          </p:cNvPr>
          <p:cNvSpPr/>
          <p:nvPr/>
        </p:nvSpPr>
        <p:spPr>
          <a:xfrm>
            <a:off x="6248292" y="1964777"/>
            <a:ext cx="41229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ctr" eaLnBrk="1" hangingPunct="1"/>
            <a:r>
              <a:rPr kumimoji="1" lang="en-US" altLang="zh-CN" sz="2000" b="1" dirty="0">
                <a:latin typeface="Times New Roman" pitchFamily="18" charset="0"/>
                <a:ea typeface="华文楷体" pitchFamily="2" charset="-122"/>
                <a:cs typeface="Times New Roman" pitchFamily="18" charset="0"/>
              </a:rPr>
              <a:t>s3</a:t>
            </a:r>
            <a:endParaRPr lang="zh-CN" altLang="en-US" sz="2000" b="1" dirty="0">
              <a:solidFill>
                <a:srgbClr val="000000"/>
              </a:solidFill>
              <a:latin typeface="Times New Roman" pitchFamily="18" charset="0"/>
              <a:ea typeface="华文楷体" pitchFamily="2" charset="-122"/>
              <a:cs typeface="Times New Roman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6F85B43-DF61-4E97-9FF9-306EEDF852D2}"/>
              </a:ext>
            </a:extLst>
          </p:cNvPr>
          <p:cNvSpPr/>
          <p:nvPr/>
        </p:nvSpPr>
        <p:spPr>
          <a:xfrm>
            <a:off x="6804484" y="1955616"/>
            <a:ext cx="41229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ctr" eaLnBrk="1" hangingPunct="1"/>
            <a:r>
              <a:rPr kumimoji="1" lang="en-US" altLang="zh-CN" sz="2000" b="1" dirty="0">
                <a:latin typeface="Times New Roman" pitchFamily="18" charset="0"/>
                <a:ea typeface="华文楷体" pitchFamily="2" charset="-122"/>
                <a:cs typeface="Times New Roman" pitchFamily="18" charset="0"/>
              </a:rPr>
              <a:t>s4</a:t>
            </a:r>
            <a:endParaRPr lang="zh-CN" altLang="en-US" sz="2000" b="1" dirty="0">
              <a:solidFill>
                <a:srgbClr val="000000"/>
              </a:solidFill>
              <a:latin typeface="Times New Roman" pitchFamily="18" charset="0"/>
              <a:ea typeface="华文楷体" pitchFamily="2" charset="-122"/>
              <a:cs typeface="Times New Roman" pitchFamily="18" charset="0"/>
            </a:endParaRPr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A1E05706-170B-4C99-9C81-F82E99FED2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4360119"/>
              </p:ext>
            </p:extLst>
          </p:nvPr>
        </p:nvGraphicFramePr>
        <p:xfrm>
          <a:off x="7956550" y="1964929"/>
          <a:ext cx="503238" cy="403856"/>
        </p:xfrm>
        <a:graphic>
          <a:graphicData uri="http://schemas.openxmlformats.org/drawingml/2006/table">
            <a:tbl>
              <a:tblPr/>
              <a:tblGrid>
                <a:gridCol w="503238">
                  <a:extLst>
                    <a:ext uri="{9D8B030D-6E8A-4147-A177-3AD203B41FA5}">
                      <a16:colId xmlns:a16="http://schemas.microsoft.com/office/drawing/2014/main" val="4089828443"/>
                    </a:ext>
                  </a:extLst>
                </a:gridCol>
              </a:tblGrid>
              <a:tr h="40385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1</a:t>
                      </a:r>
                      <a:endParaRPr kumimoji="0" lang="zh-CN" altLang="en-US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7485600"/>
                  </a:ext>
                </a:extLst>
              </a:tr>
            </a:tbl>
          </a:graphicData>
        </a:graphic>
      </p:graphicFrame>
      <p:sp>
        <p:nvSpPr>
          <p:cNvPr id="9" name="矩形 8">
            <a:extLst>
              <a:ext uri="{FF2B5EF4-FFF2-40B4-BE49-F238E27FC236}">
                <a16:creationId xmlns:a16="http://schemas.microsoft.com/office/drawing/2014/main" id="{9F587EAA-C2B7-4B8E-BBE8-62C2EA105199}"/>
              </a:ext>
            </a:extLst>
          </p:cNvPr>
          <p:cNvSpPr/>
          <p:nvPr/>
        </p:nvSpPr>
        <p:spPr>
          <a:xfrm>
            <a:off x="7343834" y="2355726"/>
            <a:ext cx="54053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ctr" eaLnBrk="1" hangingPunct="1"/>
            <a:r>
              <a:rPr lang="en-US" altLang="zh-CN" sz="2000" b="1" dirty="0">
                <a:solidFill>
                  <a:srgbClr val="000000"/>
                </a:solidFill>
                <a:latin typeface="Times New Roman" pitchFamily="18" charset="0"/>
              </a:rPr>
              <a:t>acc</a:t>
            </a:r>
            <a:endParaRPr lang="zh-CN" altLang="en-US" sz="2000" b="1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C754DB2-0ECD-41A3-BC32-0C2018D87354}"/>
              </a:ext>
            </a:extLst>
          </p:cNvPr>
          <p:cNvSpPr/>
          <p:nvPr/>
        </p:nvSpPr>
        <p:spPr>
          <a:xfrm>
            <a:off x="6232267" y="2747704"/>
            <a:ext cx="41229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ctr" eaLnBrk="1" hangingPunct="1"/>
            <a:r>
              <a:rPr kumimoji="1" lang="en-US" altLang="zh-CN" sz="2000" b="1" dirty="0">
                <a:latin typeface="Times New Roman" pitchFamily="18" charset="0"/>
                <a:ea typeface="华文楷体" pitchFamily="2" charset="-122"/>
                <a:cs typeface="Times New Roman" pitchFamily="18" charset="0"/>
              </a:rPr>
              <a:t>s3</a:t>
            </a:r>
            <a:endParaRPr lang="zh-CN" altLang="en-US" sz="2000" b="1" dirty="0">
              <a:solidFill>
                <a:srgbClr val="000000"/>
              </a:solidFill>
              <a:latin typeface="Times New Roman" pitchFamily="18" charset="0"/>
              <a:ea typeface="华文楷体" pitchFamily="2" charset="-122"/>
              <a:cs typeface="Times New Roman" pitchFamily="18" charset="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823CF12-0B48-42FD-A956-DC11FC73B48C}"/>
              </a:ext>
            </a:extLst>
          </p:cNvPr>
          <p:cNvSpPr/>
          <p:nvPr/>
        </p:nvSpPr>
        <p:spPr>
          <a:xfrm>
            <a:off x="6802632" y="2755836"/>
            <a:ext cx="41229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ctr" eaLnBrk="1" hangingPunct="1"/>
            <a:r>
              <a:rPr kumimoji="1" lang="en-US" altLang="zh-CN" sz="2000" b="1" dirty="0">
                <a:latin typeface="Times New Roman" pitchFamily="18" charset="0"/>
                <a:ea typeface="华文楷体" pitchFamily="2" charset="-122"/>
                <a:cs typeface="Times New Roman" pitchFamily="18" charset="0"/>
              </a:rPr>
              <a:t>s4</a:t>
            </a:r>
            <a:endParaRPr lang="zh-CN" altLang="en-US" sz="2000" b="1" dirty="0">
              <a:solidFill>
                <a:srgbClr val="000000"/>
              </a:solidFill>
              <a:latin typeface="Times New Roman" pitchFamily="18" charset="0"/>
              <a:ea typeface="华文楷体" pitchFamily="2" charset="-122"/>
              <a:cs typeface="Times New Roman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EA64E44-1E3C-4EE8-A2D7-B1B813BCEEA5}"/>
              </a:ext>
            </a:extLst>
          </p:cNvPr>
          <p:cNvSpPr/>
          <p:nvPr/>
        </p:nvSpPr>
        <p:spPr>
          <a:xfrm>
            <a:off x="8584899" y="2786614"/>
            <a:ext cx="312907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ctr" eaLnBrk="1" hangingPunct="1"/>
            <a:r>
              <a:rPr lang="en-US" altLang="zh-CN" sz="2000" b="1" dirty="0">
                <a:solidFill>
                  <a:srgbClr val="000000"/>
                </a:solidFill>
                <a:latin typeface="Times New Roman" pitchFamily="18" charset="0"/>
              </a:rPr>
              <a:t>5</a:t>
            </a:r>
            <a:endParaRPr lang="zh-CN" altLang="en-US" sz="2000" b="1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0F04937-62D0-4F61-8F18-7786F1197FD3}"/>
              </a:ext>
            </a:extLst>
          </p:cNvPr>
          <p:cNvSpPr/>
          <p:nvPr/>
        </p:nvSpPr>
        <p:spPr>
          <a:xfrm>
            <a:off x="6261430" y="3152202"/>
            <a:ext cx="41229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2000" b="1" dirty="0">
                <a:latin typeface="Times New Roman" pitchFamily="18" charset="0"/>
                <a:ea typeface="华文楷体" pitchFamily="2" charset="-122"/>
                <a:cs typeface="Times New Roman" pitchFamily="18" charset="0"/>
              </a:rPr>
              <a:t>s3</a:t>
            </a:r>
            <a:endParaRPr lang="zh-CN" altLang="en-US" sz="2000" dirty="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23E6C77-7F5F-4ED1-88AA-3879F3D01A33}"/>
              </a:ext>
            </a:extLst>
          </p:cNvPr>
          <p:cNvSpPr/>
          <p:nvPr/>
        </p:nvSpPr>
        <p:spPr>
          <a:xfrm>
            <a:off x="6799387" y="3162462"/>
            <a:ext cx="41229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ctr" eaLnBrk="1" hangingPunct="1"/>
            <a:r>
              <a:rPr kumimoji="1" lang="en-US" altLang="zh-CN" sz="2000" b="1" dirty="0">
                <a:latin typeface="Times New Roman" pitchFamily="18" charset="0"/>
                <a:ea typeface="华文楷体" pitchFamily="2" charset="-122"/>
                <a:cs typeface="Times New Roman" pitchFamily="18" charset="0"/>
              </a:rPr>
              <a:t>s4</a:t>
            </a:r>
            <a:endParaRPr lang="zh-CN" altLang="en-US" sz="2000" b="1" dirty="0">
              <a:solidFill>
                <a:srgbClr val="000000"/>
              </a:solidFill>
              <a:latin typeface="Times New Roman" pitchFamily="18" charset="0"/>
              <a:ea typeface="华文楷体" pitchFamily="2" charset="-122"/>
              <a:cs typeface="Times New Roman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11052B5-C643-4F6D-A170-707CE62FD59B}"/>
              </a:ext>
            </a:extLst>
          </p:cNvPr>
          <p:cNvSpPr/>
          <p:nvPr/>
        </p:nvSpPr>
        <p:spPr>
          <a:xfrm>
            <a:off x="8585553" y="3162462"/>
            <a:ext cx="312907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ctr" eaLnBrk="1" hangingPunct="1"/>
            <a:r>
              <a:rPr lang="en-US" altLang="zh-CN" sz="2000" b="1" dirty="0">
                <a:solidFill>
                  <a:srgbClr val="000000"/>
                </a:solidFill>
                <a:latin typeface="Times New Roman" pitchFamily="18" charset="0"/>
              </a:rPr>
              <a:t>6</a:t>
            </a:r>
            <a:endParaRPr lang="zh-CN" altLang="en-US" sz="2000" b="1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F98B6819-18DA-41CE-923A-9F658E5C2A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0842002"/>
              </p:ext>
            </p:extLst>
          </p:nvPr>
        </p:nvGraphicFramePr>
        <p:xfrm>
          <a:off x="6156325" y="3575053"/>
          <a:ext cx="1800225" cy="403856"/>
        </p:xfrm>
        <a:graphic>
          <a:graphicData uri="http://schemas.openxmlformats.org/drawingml/2006/table">
            <a:tbl>
              <a:tblPr/>
              <a:tblGrid>
                <a:gridCol w="576263">
                  <a:extLst>
                    <a:ext uri="{9D8B030D-6E8A-4147-A177-3AD203B41FA5}">
                      <a16:colId xmlns:a16="http://schemas.microsoft.com/office/drawing/2014/main" val="1752699289"/>
                    </a:ext>
                  </a:extLst>
                </a:gridCol>
                <a:gridCol w="576262">
                  <a:extLst>
                    <a:ext uri="{9D8B030D-6E8A-4147-A177-3AD203B41FA5}">
                      <a16:colId xmlns:a16="http://schemas.microsoft.com/office/drawing/2014/main" val="2185620926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881512547"/>
                    </a:ext>
                  </a:extLst>
                </a:gridCol>
              </a:tblGrid>
              <a:tr h="40385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r3</a:t>
                      </a:r>
                      <a:endParaRPr kumimoji="0" lang="zh-CN" altLang="en-US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r3</a:t>
                      </a:r>
                      <a:endParaRPr kumimoji="0" lang="zh-CN" altLang="en-US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r3</a:t>
                      </a:r>
                      <a:endParaRPr kumimoji="0" lang="zh-CN" altLang="en-US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4867181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A9E4F5BA-C7BE-4EBC-8FC3-00299A5299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8554416"/>
              </p:ext>
            </p:extLst>
          </p:nvPr>
        </p:nvGraphicFramePr>
        <p:xfrm>
          <a:off x="6153358" y="3981679"/>
          <a:ext cx="1800225" cy="403856"/>
        </p:xfrm>
        <a:graphic>
          <a:graphicData uri="http://schemas.openxmlformats.org/drawingml/2006/table">
            <a:tbl>
              <a:tblPr/>
              <a:tblGrid>
                <a:gridCol w="576263">
                  <a:extLst>
                    <a:ext uri="{9D8B030D-6E8A-4147-A177-3AD203B41FA5}">
                      <a16:colId xmlns:a16="http://schemas.microsoft.com/office/drawing/2014/main" val="2797958012"/>
                    </a:ext>
                  </a:extLst>
                </a:gridCol>
                <a:gridCol w="576262">
                  <a:extLst>
                    <a:ext uri="{9D8B030D-6E8A-4147-A177-3AD203B41FA5}">
                      <a16:colId xmlns:a16="http://schemas.microsoft.com/office/drawing/2014/main" val="203947316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4287264198"/>
                    </a:ext>
                  </a:extLst>
                </a:gridCol>
              </a:tblGrid>
              <a:tr h="40385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r1</a:t>
                      </a:r>
                      <a:endParaRPr kumimoji="0" lang="zh-CN" altLang="en-US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r1</a:t>
                      </a:r>
                      <a:endParaRPr kumimoji="0" lang="zh-CN" altLang="en-US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r1</a:t>
                      </a:r>
                      <a:endParaRPr kumimoji="0" lang="zh-CN" altLang="en-US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9284563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4A76776D-C9A3-4ECA-AE11-5E143DEA51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7865058"/>
              </p:ext>
            </p:extLst>
          </p:nvPr>
        </p:nvGraphicFramePr>
        <p:xfrm>
          <a:off x="6150518" y="4379408"/>
          <a:ext cx="1800225" cy="403856"/>
        </p:xfrm>
        <a:graphic>
          <a:graphicData uri="http://schemas.openxmlformats.org/drawingml/2006/table">
            <a:tbl>
              <a:tblPr/>
              <a:tblGrid>
                <a:gridCol w="576263">
                  <a:extLst>
                    <a:ext uri="{9D8B030D-6E8A-4147-A177-3AD203B41FA5}">
                      <a16:colId xmlns:a16="http://schemas.microsoft.com/office/drawing/2014/main" val="2836354286"/>
                    </a:ext>
                  </a:extLst>
                </a:gridCol>
                <a:gridCol w="576262">
                  <a:extLst>
                    <a:ext uri="{9D8B030D-6E8A-4147-A177-3AD203B41FA5}">
                      <a16:colId xmlns:a16="http://schemas.microsoft.com/office/drawing/2014/main" val="1745362718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1493450755"/>
                    </a:ext>
                  </a:extLst>
                </a:gridCol>
              </a:tblGrid>
              <a:tr h="40385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r2</a:t>
                      </a:r>
                      <a:endParaRPr kumimoji="0" lang="zh-CN" altLang="en-US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r2</a:t>
                      </a:r>
                      <a:endParaRPr kumimoji="0" lang="zh-CN" altLang="en-US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r2</a:t>
                      </a:r>
                      <a:endParaRPr kumimoji="0" lang="zh-CN" altLang="en-US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5123804"/>
                  </a:ext>
                </a:extLst>
              </a:tr>
            </a:tbl>
          </a:graphicData>
        </a:graphic>
      </p:graphicFrame>
      <p:graphicFrame>
        <p:nvGraphicFramePr>
          <p:cNvPr id="55" name="表格 54">
            <a:extLst>
              <a:ext uri="{FF2B5EF4-FFF2-40B4-BE49-F238E27FC236}">
                <a16:creationId xmlns:a16="http://schemas.microsoft.com/office/drawing/2014/main" id="{33F73BA0-2175-4639-B08B-EBB22288F8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3823610"/>
              </p:ext>
            </p:extLst>
          </p:nvPr>
        </p:nvGraphicFramePr>
        <p:xfrm>
          <a:off x="8459078" y="1962058"/>
          <a:ext cx="576262" cy="403856"/>
        </p:xfrm>
        <a:graphic>
          <a:graphicData uri="http://schemas.openxmlformats.org/drawingml/2006/table">
            <a:tbl>
              <a:tblPr/>
              <a:tblGrid>
                <a:gridCol w="576262">
                  <a:extLst>
                    <a:ext uri="{9D8B030D-6E8A-4147-A177-3AD203B41FA5}">
                      <a16:colId xmlns:a16="http://schemas.microsoft.com/office/drawing/2014/main" val="2988259911"/>
                    </a:ext>
                  </a:extLst>
                </a:gridCol>
              </a:tblGrid>
              <a:tr h="40385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2</a:t>
                      </a:r>
                      <a:endParaRPr kumimoji="0" lang="zh-CN" altLang="en-US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7485600"/>
                  </a:ext>
                </a:extLst>
              </a:tr>
            </a:tbl>
          </a:graphicData>
        </a:graphic>
      </p:graphicFrame>
      <p:sp>
        <p:nvSpPr>
          <p:cNvPr id="50" name="文本框 49">
            <a:extLst>
              <a:ext uri="{FF2B5EF4-FFF2-40B4-BE49-F238E27FC236}">
                <a16:creationId xmlns:a16="http://schemas.microsoft.com/office/drawing/2014/main" id="{D8EC0D2E-E8BE-4E7D-93B9-2E0A7DDE0F2C}"/>
              </a:ext>
            </a:extLst>
          </p:cNvPr>
          <p:cNvSpPr txBox="1"/>
          <p:nvPr/>
        </p:nvSpPr>
        <p:spPr>
          <a:xfrm>
            <a:off x="100012" y="2913214"/>
            <a:ext cx="1893889" cy="120032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zh-CN" altLang="en-US" b="1" dirty="0">
                <a:latin typeface="+mn-ea"/>
                <a:ea typeface="+mn-ea"/>
              </a:rPr>
              <a:t>状态中项目可以指导栈操作（移入、归约、接受）</a:t>
            </a:r>
          </a:p>
        </p:txBody>
      </p:sp>
    </p:spTree>
    <p:extLst>
      <p:ext uri="{BB962C8B-B14F-4D97-AF65-F5344CB8AC3E}">
        <p14:creationId xmlns:p14="http://schemas.microsoft.com/office/powerpoint/2010/main" val="2882275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 tmFilter="0, 0; .2, .5; .8, .5; 1, 0"/>
                                        <p:tgtEl>
                                          <p:spTgt spid="42598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4" dur="250" autoRev="1" fill="hold"/>
                                        <p:tgtEl>
                                          <p:spTgt spid="425987">
                                            <p:bg/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2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 tmFilter="0, 0; .2, .5; .8, .5; 1, 0"/>
                                        <p:tgtEl>
                                          <p:spTgt spid="4259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7" dur="250" autoRev="1" fill="hold"/>
                                        <p:tgtEl>
                                          <p:spTgt spid="4259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8" presetID="2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500" tmFilter="0, 0; .2, .5; .8, .5; 1, 0"/>
                                        <p:tgtEl>
                                          <p:spTgt spid="4259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0" dur="250" autoRev="1" fill="hold"/>
                                        <p:tgtEl>
                                          <p:spTgt spid="4259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31" presetID="2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500" tmFilter="0, 0; .2, .5; .8, .5; 1, 0"/>
                                        <p:tgtEl>
                                          <p:spTgt spid="425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3" dur="250" autoRev="1" fill="hold"/>
                                        <p:tgtEl>
                                          <p:spTgt spid="425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34" presetID="2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500" tmFilter="0, 0; .2, .5; .8, .5; 1, 0"/>
                                        <p:tgtEl>
                                          <p:spTgt spid="4259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6" dur="250" autoRev="1" fill="hold"/>
                                        <p:tgtEl>
                                          <p:spTgt spid="4259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37" presetID="2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500" tmFilter="0, 0; .2, .5; .8, .5; 1, 0"/>
                                        <p:tgtEl>
                                          <p:spTgt spid="4259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9" dur="250" autoRev="1" fill="hold"/>
                                        <p:tgtEl>
                                          <p:spTgt spid="4259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500" tmFilter="0, 0; .2, .5; .8, .5; 1, 0"/>
                                        <p:tgtEl>
                                          <p:spTgt spid="42599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4" dur="250" autoRev="1" fill="hold"/>
                                        <p:tgtEl>
                                          <p:spTgt spid="42599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45" presetID="2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500" tmFilter="0, 0; .2, .5; .8, .5; 1, 0"/>
                                        <p:tgtEl>
                                          <p:spTgt spid="42599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7" dur="250" autoRev="1" fill="hold"/>
                                        <p:tgtEl>
                                          <p:spTgt spid="42599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500" tmFilter="0, 0; .2, .5; .8, .5; 1, 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1" dur="250" autoRev="1" fill="hold"/>
                                        <p:tgtEl>
                                          <p:spTgt spid="3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" dur="500" tmFilter="0, 0; .2, .5; .8, .5; 1, 0"/>
                                        <p:tgtEl>
                                          <p:spTgt spid="42599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1" dur="250" autoRev="1" fill="hold"/>
                                        <p:tgtEl>
                                          <p:spTgt spid="42599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2" presetID="2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500" tmFilter="0, 0; .2, .5; .8, .5; 1, 0"/>
                                        <p:tgtEl>
                                          <p:spTgt spid="42599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4" dur="250" autoRev="1" fill="hold"/>
                                        <p:tgtEl>
                                          <p:spTgt spid="42599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500"/>
                            </p:stCondLst>
                            <p:childTnLst>
                              <p:par>
                                <p:cTn id="66" presetID="2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500" tmFilter="0, 0; .2, .5; .8, .5; 1, 0"/>
                                        <p:tgtEl>
                                          <p:spTgt spid="42599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8" dur="250" autoRev="1" fill="hold"/>
                                        <p:tgtEl>
                                          <p:spTgt spid="42599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500" tmFilter="0, 0; .2, .5; .8, .5; 1, 0"/>
                                        <p:tgtEl>
                                          <p:spTgt spid="42599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8" dur="250" autoRev="1" fill="hold"/>
                                        <p:tgtEl>
                                          <p:spTgt spid="42599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79" presetID="2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" dur="500" tmFilter="0, 0; .2, .5; .8, .5; 1, 0"/>
                                        <p:tgtEl>
                                          <p:spTgt spid="42598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1" dur="250" autoRev="1" fill="hold"/>
                                        <p:tgtEl>
                                          <p:spTgt spid="42598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500"/>
                            </p:stCondLst>
                            <p:childTnLst>
                              <p:par>
                                <p:cTn id="83" presetID="2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" dur="500" tmFilter="0, 0; .2, .5; .8, .5; 1, 0"/>
                                        <p:tgtEl>
                                          <p:spTgt spid="42598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5" dur="250" autoRev="1" fill="hold"/>
                                        <p:tgtEl>
                                          <p:spTgt spid="42598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4" dur="500" tmFilter="0, 0; .2, .5; .8, .5; 1, 0"/>
                                        <p:tgtEl>
                                          <p:spTgt spid="42599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5" dur="250" autoRev="1" fill="hold"/>
                                        <p:tgtEl>
                                          <p:spTgt spid="42599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96" presetID="2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7" dur="500" tmFilter="0, 0; .2, .5; .8, .5; 1, 0"/>
                                        <p:tgtEl>
                                          <p:spTgt spid="42599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8" dur="250" autoRev="1" fill="hold"/>
                                        <p:tgtEl>
                                          <p:spTgt spid="42599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500"/>
                            </p:stCondLst>
                            <p:childTnLst>
                              <p:par>
                                <p:cTn id="100" presetID="2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500" tmFilter="0, 0; .2, .5; .8, .5; 1, 0"/>
                                        <p:tgtEl>
                                          <p:spTgt spid="42599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02" dur="250" autoRev="1" fill="hold"/>
                                        <p:tgtEl>
                                          <p:spTgt spid="42599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1" dur="500" tmFilter="0, 0; .2, .5; .8, .5; 1, 0"/>
                                        <p:tgtEl>
                                          <p:spTgt spid="42598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2" dur="250" autoRev="1" fill="hold"/>
                                        <p:tgtEl>
                                          <p:spTgt spid="42598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1" dur="500" tmFilter="0, 0; .2, .5; .8, .5; 1, 0"/>
                                        <p:tgtEl>
                                          <p:spTgt spid="42599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2" dur="250" autoRev="1" fill="hold"/>
                                        <p:tgtEl>
                                          <p:spTgt spid="42599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6" dur="500" tmFilter="0, 0; .2, .5; .8, .5; 1, 0"/>
                                        <p:tgtEl>
                                          <p:spTgt spid="42600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7" dur="250" autoRev="1" fill="hold"/>
                                        <p:tgtEl>
                                          <p:spTgt spid="42600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8" presetID="2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9" dur="500" tmFilter="0, 0; .2, .5; .8, .5; 1, 0"/>
                                        <p:tgtEl>
                                          <p:spTgt spid="42600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0" dur="250" autoRev="1" fill="hold"/>
                                        <p:tgtEl>
                                          <p:spTgt spid="42600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500"/>
                            </p:stCondLst>
                            <p:childTnLst>
                              <p:par>
                                <p:cTn id="132" presetID="26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3" dur="500" tmFilter="0, 0; .2, .5; .8, .5; 1, 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4" dur="250" autoRev="1" fill="hold"/>
                                        <p:tgtEl>
                                          <p:spTgt spid="3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500" tmFilter="0, 0; .2, .5; .8, .5; 1, 0"/>
                                        <p:tgtEl>
                                          <p:spTgt spid="42600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4" dur="250" autoRev="1" fill="hold"/>
                                        <p:tgtEl>
                                          <p:spTgt spid="42600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45" presetID="2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6" dur="500" tmFilter="0, 0; .2, .5; .8, .5; 1, 0"/>
                                        <p:tgtEl>
                                          <p:spTgt spid="42600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7" dur="250" autoRev="1" fill="hold"/>
                                        <p:tgtEl>
                                          <p:spTgt spid="42600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8" fill="hold">
                            <p:stCondLst>
                              <p:cond delay="500"/>
                            </p:stCondLst>
                            <p:childTnLst>
                              <p:par>
                                <p:cTn id="149" presetID="26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0" dur="500" tmFilter="0, 0; .2, .5; .8, .5; 1, 0"/>
                                        <p:tgtEl>
                                          <p:spTgt spid="42599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51" dur="250" autoRev="1" fill="hold"/>
                                        <p:tgtEl>
                                          <p:spTgt spid="42599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2" fill="hold">
                      <p:stCondLst>
                        <p:cond delay="indefinite"/>
                      </p:stCondLst>
                      <p:childTnLst>
                        <p:par>
                          <p:cTn id="153" fill="hold">
                            <p:stCondLst>
                              <p:cond delay="0"/>
                            </p:stCondLst>
                            <p:childTnLst>
                              <p:par>
                                <p:cTn id="15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7" fill="hold">
                      <p:stCondLst>
                        <p:cond delay="indefinite"/>
                      </p:stCondLst>
                      <p:childTnLst>
                        <p:par>
                          <p:cTn id="158" fill="hold">
                            <p:stCondLst>
                              <p:cond delay="0"/>
                            </p:stCondLst>
                            <p:childTnLst>
                              <p:par>
                                <p:cTn id="159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0" dur="500" tmFilter="0, 0; .2, .5; .8, .5; 1, 0"/>
                                        <p:tgtEl>
                                          <p:spTgt spid="42600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61" dur="250" autoRev="1" fill="hold"/>
                                        <p:tgtEl>
                                          <p:spTgt spid="42600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62" presetID="2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3" dur="500" tmFilter="0, 0; .2, .5; .8, .5; 1, 0"/>
                                        <p:tgtEl>
                                          <p:spTgt spid="42600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64" dur="250" autoRev="1" fill="hold"/>
                                        <p:tgtEl>
                                          <p:spTgt spid="42600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5" fill="hold">
                            <p:stCondLst>
                              <p:cond delay="500"/>
                            </p:stCondLst>
                            <p:childTnLst>
                              <p:par>
                                <p:cTn id="166" presetID="26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" dur="500" tmFilter="0, 0; .2, .5; .8, .5; 1, 0"/>
                                        <p:tgtEl>
                                          <p:spTgt spid="42600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68" dur="250" autoRev="1" fill="hold"/>
                                        <p:tgtEl>
                                          <p:spTgt spid="42600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9" fill="hold">
                      <p:stCondLst>
                        <p:cond delay="indefinite"/>
                      </p:stCondLst>
                      <p:childTnLst>
                        <p:par>
                          <p:cTn id="170" fill="hold">
                            <p:stCondLst>
                              <p:cond delay="0"/>
                            </p:stCondLst>
                            <p:childTnLst>
                              <p:par>
                                <p:cTn id="171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4" fill="hold">
                      <p:stCondLst>
                        <p:cond delay="indefinite"/>
                      </p:stCondLst>
                      <p:childTnLst>
                        <p:par>
                          <p:cTn id="175" fill="hold">
                            <p:stCondLst>
                              <p:cond delay="0"/>
                            </p:stCondLst>
                            <p:childTnLst>
                              <p:par>
                                <p:cTn id="176" presetID="27" presetClass="emph" presetSubtype="0" fill="remove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77" dur="250" autoRev="1" fill="remove"/>
                                        <p:tgtEl>
                                          <p:spTgt spid="42599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78" dur="250" autoRev="1" fill="remove"/>
                                        <p:tgtEl>
                                          <p:spTgt spid="42599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79" dur="250" autoRev="1" fill="remove"/>
                                        <p:tgtEl>
                                          <p:spTgt spid="42599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80" dur="250" autoRev="1" fill="remove"/>
                                        <p:tgtEl>
                                          <p:spTgt spid="42599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indefinite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4" dur="500" tmFilter="0, 0; .2, .5; .8, .5; 1, 0"/>
                                        <p:tgtEl>
                                          <p:spTgt spid="42601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85" dur="250" autoRev="1" fill="hold"/>
                                        <p:tgtEl>
                                          <p:spTgt spid="42601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86" presetID="2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7" dur="500" tmFilter="0, 0; .2, .5; .8, .5; 1, 0"/>
                                        <p:tgtEl>
                                          <p:spTgt spid="42601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88" dur="250" autoRev="1" fill="hold"/>
                                        <p:tgtEl>
                                          <p:spTgt spid="42601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9" fill="hold">
                            <p:stCondLst>
                              <p:cond delay="500"/>
                            </p:stCondLst>
                            <p:childTnLst>
                              <p:par>
                                <p:cTn id="190" presetID="26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500" tmFilter="0, 0; .2, .5; .8, .5; 1, 0"/>
                                        <p:tgtEl>
                                          <p:spTgt spid="42599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92" dur="250" autoRev="1" fill="hold"/>
                                        <p:tgtEl>
                                          <p:spTgt spid="42599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3" fill="hold">
                      <p:stCondLst>
                        <p:cond delay="indefinite"/>
                      </p:stCondLst>
                      <p:childTnLst>
                        <p:par>
                          <p:cTn id="194" fill="hold">
                            <p:stCondLst>
                              <p:cond delay="0"/>
                            </p:stCondLst>
                            <p:childTnLst>
                              <p:par>
                                <p:cTn id="1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8" fill="hold">
                      <p:stCondLst>
                        <p:cond delay="indefinite"/>
                      </p:stCondLst>
                      <p:childTnLst>
                        <p:par>
                          <p:cTn id="199" fill="hold">
                            <p:stCondLst>
                              <p:cond delay="0"/>
                            </p:stCondLst>
                            <p:childTnLst>
                              <p:par>
                                <p:cTn id="200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1" dur="500" tmFilter="0, 0; .2, .5; .8, .5; 1, 0"/>
                                        <p:tgtEl>
                                          <p:spTgt spid="4260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02" dur="250" autoRev="1" fill="hold"/>
                                        <p:tgtEl>
                                          <p:spTgt spid="42601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03" presetID="2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4" dur="500" tmFilter="0, 0; .2, .5; .8, .5; 1, 0"/>
                                        <p:tgtEl>
                                          <p:spTgt spid="42601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05" dur="250" autoRev="1" fill="hold"/>
                                        <p:tgtEl>
                                          <p:spTgt spid="42601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6" fill="hold">
                            <p:stCondLst>
                              <p:cond delay="500"/>
                            </p:stCondLst>
                            <p:childTnLst>
                              <p:par>
                                <p:cTn id="207" presetID="26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8" dur="500" tmFilter="0, 0; .2, .5; .8, .5; 1, 0"/>
                                        <p:tgtEl>
                                          <p:spTgt spid="42599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09" dur="250" autoRev="1" fill="hold"/>
                                        <p:tgtEl>
                                          <p:spTgt spid="42599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" fill="hold">
                      <p:stCondLst>
                        <p:cond delay="indefinite"/>
                      </p:stCondLst>
                      <p:childTnLst>
                        <p:par>
                          <p:cTn id="211" fill="hold">
                            <p:stCondLst>
                              <p:cond delay="0"/>
                            </p:stCondLst>
                            <p:childTnLst>
                              <p:par>
                                <p:cTn id="21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5" fill="hold">
                      <p:stCondLst>
                        <p:cond delay="indefinite"/>
                      </p:stCondLst>
                      <p:childTnLst>
                        <p:par>
                          <p:cTn id="216" fill="hold">
                            <p:stCondLst>
                              <p:cond delay="0"/>
                            </p:stCondLst>
                            <p:childTnLst>
                              <p:par>
                                <p:cTn id="217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8" dur="500" tmFilter="0, 0; .2, .5; .8, .5; 1, 0"/>
                                        <p:tgtEl>
                                          <p:spTgt spid="42600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19" dur="250" autoRev="1" fill="hold"/>
                                        <p:tgtEl>
                                          <p:spTgt spid="42600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20" presetID="2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500" tmFilter="0, 0; .2, .5; .8, .5; 1, 0"/>
                                        <p:tgtEl>
                                          <p:spTgt spid="42600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22" dur="250" autoRev="1" fill="hold"/>
                                        <p:tgtEl>
                                          <p:spTgt spid="42600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3" fill="hold">
                            <p:stCondLst>
                              <p:cond delay="500"/>
                            </p:stCondLst>
                            <p:childTnLst>
                              <p:par>
                                <p:cTn id="224" presetID="2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5" dur="500" tmFilter="0, 0; .2, .5; .8, .5; 1, 0"/>
                                        <p:tgtEl>
                                          <p:spTgt spid="42600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26" dur="250" autoRev="1" fill="hold"/>
                                        <p:tgtEl>
                                          <p:spTgt spid="42600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7" fill="hold">
                      <p:stCondLst>
                        <p:cond delay="indefinite"/>
                      </p:stCondLst>
                      <p:childTnLst>
                        <p:par>
                          <p:cTn id="228" fill="hold">
                            <p:stCondLst>
                              <p:cond delay="0"/>
                            </p:stCondLst>
                            <p:childTnLst>
                              <p:par>
                                <p:cTn id="22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2" fill="hold">
                      <p:stCondLst>
                        <p:cond delay="indefinite"/>
                      </p:stCondLst>
                      <p:childTnLst>
                        <p:par>
                          <p:cTn id="233" fill="hold">
                            <p:stCondLst>
                              <p:cond delay="0"/>
                            </p:stCondLst>
                            <p:childTnLst>
                              <p:par>
                                <p:cTn id="234" presetID="26" presetClass="emph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5" dur="500" tmFilter="0, 0; .2, .5; .8, .5; 1, 0"/>
                                        <p:tgtEl>
                                          <p:spTgt spid="42599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36" dur="250" autoRev="1" fill="hold"/>
                                        <p:tgtEl>
                                          <p:spTgt spid="42599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7" fill="hold">
                      <p:stCondLst>
                        <p:cond delay="indefinite"/>
                      </p:stCondLst>
                      <p:childTnLst>
                        <p:par>
                          <p:cTn id="238" fill="hold">
                            <p:stCondLst>
                              <p:cond delay="0"/>
                            </p:stCondLst>
                            <p:childTnLst>
                              <p:par>
                                <p:cTn id="23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2" fill="hold">
                      <p:stCondLst>
                        <p:cond delay="indefinite"/>
                      </p:stCondLst>
                      <p:childTnLst>
                        <p:par>
                          <p:cTn id="243" fill="hold">
                            <p:stCondLst>
                              <p:cond delay="0"/>
                            </p:stCondLst>
                            <p:childTnLst>
                              <p:par>
                                <p:cTn id="24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7" fill="hold">
                      <p:stCondLst>
                        <p:cond delay="indefinite"/>
                      </p:stCondLst>
                      <p:childTnLst>
                        <p:par>
                          <p:cTn id="248" fill="hold">
                            <p:stCondLst>
                              <p:cond delay="0"/>
                            </p:stCondLst>
                            <p:childTnLst>
                              <p:par>
                                <p:cTn id="249" presetID="27" presetClass="emph" presetSubtype="0" fill="remove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50" dur="250" autoRev="1" fill="remove"/>
                                        <p:tgtEl>
                                          <p:spTgt spid="42600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251" dur="250" autoRev="1" fill="remove"/>
                                        <p:tgtEl>
                                          <p:spTgt spid="42600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252" dur="250" autoRev="1" fill="remove"/>
                                        <p:tgtEl>
                                          <p:spTgt spid="42600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53" dur="250" autoRev="1" fill="remove"/>
                                        <p:tgtEl>
                                          <p:spTgt spid="42600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4" fill="hold">
                      <p:stCondLst>
                        <p:cond delay="indefinite"/>
                      </p:stCondLst>
                      <p:childTnLst>
                        <p:par>
                          <p:cTn id="255" fill="hold">
                            <p:stCondLst>
                              <p:cond delay="0"/>
                            </p:stCondLst>
                            <p:childTnLst>
                              <p:par>
                                <p:cTn id="25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9" fill="hold">
                      <p:stCondLst>
                        <p:cond delay="indefinite"/>
                      </p:stCondLst>
                      <p:childTnLst>
                        <p:par>
                          <p:cTn id="260" fill="hold">
                            <p:stCondLst>
                              <p:cond delay="0"/>
                            </p:stCondLst>
                            <p:childTnLst>
                              <p:par>
                                <p:cTn id="261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2" dur="500" tmFilter="0, 0; .2, .5; .8, .5; 1, 0"/>
                                        <p:tgtEl>
                                          <p:spTgt spid="42600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63" dur="250" autoRev="1" fill="hold"/>
                                        <p:tgtEl>
                                          <p:spTgt spid="42600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4" fill="hold">
                      <p:stCondLst>
                        <p:cond delay="indefinite"/>
                      </p:stCondLst>
                      <p:childTnLst>
                        <p:par>
                          <p:cTn id="265" fill="hold">
                            <p:stCondLst>
                              <p:cond delay="0"/>
                            </p:stCondLst>
                            <p:childTnLst>
                              <p:par>
                                <p:cTn id="26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9" presetID="2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0" dur="500" tmFilter="0, 0; .2, .5; .8, .5; 1, 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71" dur="250" autoRev="1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35" grpId="1" animBg="1"/>
      <p:bldP spid="3" grpId="0" animBg="1"/>
      <p:bldP spid="425987" grpId="0" uiExpand="1" build="p" animBg="1"/>
      <p:bldP spid="425988" grpId="0" animBg="1"/>
      <p:bldP spid="425988" grpId="1" animBg="1"/>
      <p:bldP spid="425989" grpId="0" animBg="1"/>
      <p:bldP spid="425990" grpId="0"/>
      <p:bldP spid="425991" grpId="0" animBg="1"/>
      <p:bldP spid="425992" grpId="0"/>
      <p:bldP spid="425993" grpId="0"/>
      <p:bldP spid="425993" grpId="1"/>
      <p:bldP spid="425994" grpId="0" animBg="1"/>
      <p:bldP spid="425995" grpId="0"/>
      <p:bldP spid="425996" grpId="0"/>
      <p:bldP spid="425996" grpId="1"/>
      <p:bldP spid="425997" grpId="0" animBg="1"/>
      <p:bldP spid="425998" grpId="0"/>
      <p:bldP spid="425999" grpId="0" animBg="1"/>
      <p:bldP spid="425999" grpId="1" animBg="1"/>
      <p:bldP spid="425999" grpId="2" animBg="1"/>
      <p:bldP spid="425999" grpId="3" animBg="1"/>
      <p:bldP spid="426000" grpId="0" animBg="1"/>
      <p:bldP spid="426001" grpId="0"/>
      <p:bldP spid="426002" grpId="0" animBg="1"/>
      <p:bldP spid="426002" grpId="1" animBg="1"/>
      <p:bldP spid="426003" grpId="0" animBg="1"/>
      <p:bldP spid="426004" grpId="0"/>
      <p:bldP spid="426005" grpId="0" animBg="1"/>
      <p:bldP spid="426006" grpId="0"/>
      <p:bldP spid="426007" grpId="0" animBg="1"/>
      <p:bldP spid="426008" grpId="0"/>
      <p:bldP spid="426009" grpId="0" animBg="1"/>
      <p:bldP spid="426009" grpId="1" animBg="1"/>
      <p:bldP spid="426010" grpId="0" animBg="1"/>
      <p:bldP spid="426011" grpId="0"/>
      <p:bldP spid="426012" grpId="0" animBg="1"/>
      <p:bldP spid="426013" grpId="0"/>
      <p:bldP spid="39" grpId="0"/>
      <p:bldP spid="41" grpId="0" animBg="1"/>
      <p:bldP spid="2" grpId="0"/>
      <p:bldP spid="5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5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矩形 34"/>
          <p:cNvSpPr/>
          <p:nvPr/>
        </p:nvSpPr>
        <p:spPr>
          <a:xfrm>
            <a:off x="3162300" y="3900488"/>
            <a:ext cx="1000125" cy="1077912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" name="矩形 2"/>
          <p:cNvSpPr/>
          <p:nvPr/>
        </p:nvSpPr>
        <p:spPr>
          <a:xfrm>
            <a:off x="3160713" y="1677988"/>
            <a:ext cx="1001712" cy="122237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25987" name="Rectangle 3"/>
          <p:cNvSpPr>
            <a:spLocks noGrp="1" noChangeArrowheads="1"/>
          </p:cNvSpPr>
          <p:nvPr>
            <p:ph idx="1"/>
          </p:nvPr>
        </p:nvSpPr>
        <p:spPr>
          <a:xfrm>
            <a:off x="1671638" y="731838"/>
            <a:ext cx="1073150" cy="1465262"/>
          </a:xfrm>
          <a:solidFill>
            <a:schemeClr val="accent5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/>
          <a:lstStyle/>
          <a:p>
            <a:pPr marL="609600" indent="-609600" eaLnBrk="1" hangingPunct="1">
              <a:lnSpc>
                <a:spcPct val="90000"/>
              </a:lnSpc>
              <a:spcBef>
                <a:spcPct val="0"/>
              </a:spcBef>
              <a:buFont typeface="Wingdings" pitchFamily="2" charset="2"/>
              <a:buNone/>
              <a:defRPr/>
            </a:pPr>
            <a:r>
              <a:rPr lang="en-US" altLang="zh-CN" sz="2000" b="1" i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I</a:t>
            </a:r>
            <a:r>
              <a:rPr lang="en-US" altLang="zh-CN" sz="2000" b="1" i="1" baseline="-25000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0</a:t>
            </a:r>
            <a:r>
              <a:rPr lang="en-US" altLang="zh-CN" sz="2000" b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:</a:t>
            </a:r>
          </a:p>
          <a:p>
            <a:pPr marL="609600" indent="-609600" eaLnBrk="1" hangingPunct="1">
              <a:lnSpc>
                <a:spcPct val="90000"/>
              </a:lnSpc>
              <a:spcBef>
                <a:spcPct val="0"/>
              </a:spcBef>
              <a:buFont typeface="Wingdings" pitchFamily="2" charset="2"/>
              <a:buNone/>
              <a:defRPr/>
            </a:pPr>
            <a:r>
              <a:rPr lang="en-US" altLang="zh-CN" sz="2000" b="1" i="1" dirty="0">
                <a:solidFill>
                  <a:srgbClr val="FF0000"/>
                </a:solidFill>
                <a:ea typeface="楷体_GB2312" pitchFamily="49" charset="-122"/>
                <a:cs typeface="Times New Roman" pitchFamily="18" charset="0"/>
              </a:rPr>
              <a:t>S' </a:t>
            </a:r>
            <a:r>
              <a:rPr lang="en-US" altLang="zh-CN" sz="2000" b="1" dirty="0">
                <a:solidFill>
                  <a:srgbClr val="FF0000"/>
                </a:solidFill>
                <a:ea typeface="楷体_GB2312" pitchFamily="49" charset="-122"/>
                <a:cs typeface="Times New Roman" pitchFamily="18" charset="0"/>
              </a:rPr>
              <a:t>→</a:t>
            </a:r>
            <a:r>
              <a:rPr lang="en-US" altLang="zh-CN" sz="2000" b="1" dirty="0">
                <a:solidFill>
                  <a:srgbClr val="FF0000"/>
                </a:solidFill>
                <a:cs typeface="Times New Roman" pitchFamily="18" charset="0"/>
              </a:rPr>
              <a:t>·</a:t>
            </a:r>
            <a:r>
              <a:rPr lang="en-US" altLang="zh-CN" sz="2000" b="1" i="1" dirty="0">
                <a:solidFill>
                  <a:srgbClr val="FF0000"/>
                </a:solidFill>
                <a:ea typeface="楷体_GB2312" pitchFamily="49" charset="-122"/>
                <a:cs typeface="Times New Roman" pitchFamily="18" charset="0"/>
              </a:rPr>
              <a:t>S</a:t>
            </a:r>
          </a:p>
          <a:p>
            <a:pPr marL="609600" indent="-609600" eaLnBrk="1" hangingPunct="1">
              <a:lnSpc>
                <a:spcPct val="90000"/>
              </a:lnSpc>
              <a:spcBef>
                <a:spcPct val="0"/>
              </a:spcBef>
              <a:buFont typeface="Wingdings" pitchFamily="2" charset="2"/>
              <a:buNone/>
              <a:defRPr/>
            </a:pPr>
            <a:r>
              <a:rPr lang="en-US" altLang="zh-CN" sz="2000" b="1" i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S</a:t>
            </a:r>
            <a:r>
              <a:rPr lang="en-US" altLang="zh-CN" sz="2000" b="1" dirty="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→</a:t>
            </a:r>
            <a:r>
              <a:rPr lang="en-US" altLang="zh-CN" sz="2000" b="1" dirty="0">
                <a:solidFill>
                  <a:schemeClr val="tx1"/>
                </a:solidFill>
              </a:rPr>
              <a:t>·</a:t>
            </a:r>
            <a:r>
              <a:rPr lang="en-US" altLang="zh-CN" sz="2000" b="1" i="1" dirty="0">
                <a:solidFill>
                  <a:schemeClr val="tx1"/>
                </a:solidFill>
                <a:ea typeface="宋体" pitchFamily="2" charset="-122"/>
                <a:cs typeface="Times New Roman" pitchFamily="18" charset="0"/>
              </a:rPr>
              <a:t>BB</a:t>
            </a:r>
          </a:p>
          <a:p>
            <a:pPr marL="609600" indent="-609600" eaLnBrk="1" hangingPunct="1">
              <a:lnSpc>
                <a:spcPct val="90000"/>
              </a:lnSpc>
              <a:spcBef>
                <a:spcPct val="0"/>
              </a:spcBef>
              <a:buFont typeface="Wingdings" pitchFamily="2" charset="2"/>
              <a:buNone/>
              <a:defRPr/>
            </a:pPr>
            <a:r>
              <a:rPr lang="en-US" altLang="zh-CN" sz="2000" b="1" i="1" dirty="0">
                <a:solidFill>
                  <a:schemeClr val="tx1"/>
                </a:solidFill>
                <a:ea typeface="宋体" pitchFamily="2" charset="-122"/>
                <a:cs typeface="Times New Roman" pitchFamily="18" charset="0"/>
              </a:rPr>
              <a:t>B</a:t>
            </a:r>
            <a:r>
              <a:rPr lang="en-US" altLang="zh-CN" sz="2000" b="1" dirty="0">
                <a:solidFill>
                  <a:schemeClr val="tx1"/>
                </a:solidFill>
                <a:ea typeface="宋体" pitchFamily="2" charset="-122"/>
                <a:cs typeface="Times New Roman" pitchFamily="18" charset="0"/>
              </a:rPr>
              <a:t>→</a:t>
            </a:r>
            <a:r>
              <a:rPr lang="en-US" altLang="zh-CN" sz="2000" b="1" dirty="0">
                <a:solidFill>
                  <a:schemeClr val="tx1"/>
                </a:solidFill>
              </a:rPr>
              <a:t>·</a:t>
            </a:r>
            <a:r>
              <a:rPr lang="en-US" altLang="zh-CN" sz="2000" b="1" i="1" dirty="0" err="1">
                <a:solidFill>
                  <a:schemeClr val="tx1"/>
                </a:solidFill>
                <a:ea typeface="宋体" pitchFamily="2" charset="-122"/>
                <a:cs typeface="Times New Roman" pitchFamily="18" charset="0"/>
              </a:rPr>
              <a:t>aB</a:t>
            </a:r>
            <a:endParaRPr lang="en-US" altLang="zh-CN" sz="2000" b="1" i="1" dirty="0">
              <a:solidFill>
                <a:schemeClr val="tx1"/>
              </a:solidFill>
              <a:ea typeface="宋体" pitchFamily="2" charset="-122"/>
              <a:cs typeface="Times New Roman" pitchFamily="18" charset="0"/>
            </a:endParaRPr>
          </a:p>
          <a:p>
            <a:pPr marL="609600" indent="-609600" eaLnBrk="1" hangingPunct="1">
              <a:lnSpc>
                <a:spcPct val="90000"/>
              </a:lnSpc>
              <a:spcBef>
                <a:spcPct val="0"/>
              </a:spcBef>
              <a:buFont typeface="Wingdings" pitchFamily="2" charset="2"/>
              <a:buNone/>
              <a:defRPr/>
            </a:pPr>
            <a:r>
              <a:rPr lang="en-US" altLang="zh-CN" sz="2000" b="1" i="1" dirty="0">
                <a:solidFill>
                  <a:schemeClr val="tx1"/>
                </a:solidFill>
                <a:ea typeface="宋体" pitchFamily="2" charset="-122"/>
                <a:cs typeface="Times New Roman" pitchFamily="18" charset="0"/>
              </a:rPr>
              <a:t>B</a:t>
            </a:r>
            <a:r>
              <a:rPr lang="en-US" altLang="zh-CN" sz="2000" b="1" dirty="0">
                <a:solidFill>
                  <a:schemeClr val="tx1"/>
                </a:solidFill>
                <a:ea typeface="宋体" pitchFamily="2" charset="-122"/>
                <a:cs typeface="Times New Roman" pitchFamily="18" charset="0"/>
              </a:rPr>
              <a:t>→</a:t>
            </a:r>
            <a:r>
              <a:rPr lang="en-US" altLang="zh-CN" sz="2000" b="1" dirty="0">
                <a:solidFill>
                  <a:schemeClr val="tx1"/>
                </a:solidFill>
              </a:rPr>
              <a:t>·</a:t>
            </a:r>
            <a:r>
              <a:rPr lang="en-US" altLang="zh-CN" sz="2000" b="1" i="1" dirty="0">
                <a:solidFill>
                  <a:schemeClr val="tx1"/>
                </a:solidFill>
                <a:ea typeface="宋体" pitchFamily="2" charset="-122"/>
                <a:cs typeface="Times New Roman" pitchFamily="18" charset="0"/>
              </a:rPr>
              <a:t>b</a:t>
            </a:r>
            <a:r>
              <a:rPr lang="en-US" altLang="zh-CN" sz="2000" b="1" dirty="0">
                <a:solidFill>
                  <a:schemeClr val="tx1"/>
                </a:solidFill>
                <a:ea typeface="宋体" pitchFamily="2" charset="-122"/>
                <a:cs typeface="Times New Roman" pitchFamily="18" charset="0"/>
              </a:rPr>
              <a:t>	</a:t>
            </a:r>
            <a:endParaRPr lang="en-US" altLang="zh-CN" b="1" dirty="0">
              <a:solidFill>
                <a:schemeClr val="tx1"/>
              </a:solidFill>
              <a:ea typeface="宋体" pitchFamily="2" charset="-122"/>
              <a:cs typeface="Times New Roman" pitchFamily="18" charset="0"/>
            </a:endParaRPr>
          </a:p>
        </p:txBody>
      </p:sp>
      <p:sp>
        <p:nvSpPr>
          <p:cNvPr id="425988" name="Rectangle 4"/>
          <p:cNvSpPr>
            <a:spLocks noChangeArrowheads="1"/>
          </p:cNvSpPr>
          <p:nvPr/>
        </p:nvSpPr>
        <p:spPr bwMode="auto">
          <a:xfrm>
            <a:off x="3160713" y="757238"/>
            <a:ext cx="1001712" cy="70802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lIns="92075" tIns="46038" rIns="92075" bIns="46038"/>
          <a:lstStyle/>
          <a:p>
            <a:pPr marL="609600" indent="-609600">
              <a:buClr>
                <a:srgbClr val="073E87"/>
              </a:buClr>
              <a:buSzPct val="75000"/>
              <a:buFont typeface="Monotype Sorts"/>
              <a:buNone/>
              <a:defRPr/>
            </a:pPr>
            <a:r>
              <a:rPr kumimoji="1" lang="en-US" altLang="zh-CN" sz="2000" b="1" i="1" dirty="0">
                <a:solidFill>
                  <a:prstClr val="black"/>
                </a:solidFill>
                <a:latin typeface="Times New Roman" pitchFamily="18" charset="0"/>
                <a:cs typeface="Times New Roman" pitchFamily="18" charset="0"/>
              </a:rPr>
              <a:t>I</a:t>
            </a:r>
            <a:r>
              <a:rPr kumimoji="1" lang="en-US" altLang="zh-CN" sz="2000" b="1" i="1" baseline="-25000" dirty="0">
                <a:solidFill>
                  <a:prstClr val="black"/>
                </a:solidFill>
                <a:latin typeface="Times New Roman" pitchFamily="18" charset="0"/>
                <a:cs typeface="Times New Roman" pitchFamily="18" charset="0"/>
              </a:rPr>
              <a:t>1</a:t>
            </a:r>
            <a:r>
              <a:rPr kumimoji="1" lang="en-US" altLang="zh-CN" sz="2000" b="1" dirty="0">
                <a:solidFill>
                  <a:prstClr val="black"/>
                </a:solidFill>
                <a:latin typeface="Times New Roman" pitchFamily="18" charset="0"/>
                <a:cs typeface="Times New Roman" pitchFamily="18" charset="0"/>
              </a:rPr>
              <a:t>:</a:t>
            </a:r>
          </a:p>
          <a:p>
            <a:pPr marL="609600" indent="-609600">
              <a:buClr>
                <a:srgbClr val="073E87"/>
              </a:buClr>
              <a:buSzPct val="75000"/>
              <a:buFont typeface="Monotype Sorts"/>
              <a:buNone/>
              <a:defRPr/>
            </a:pPr>
            <a:r>
              <a:rPr kumimoji="1" lang="en-US" altLang="zh-CN" sz="2000" b="1" i="1" dirty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S</a:t>
            </a:r>
            <a:r>
              <a:rPr lang="en-US" altLang="zh-CN" sz="2000" b="1" i="1" dirty="0">
                <a:solidFill>
                  <a:srgbClr val="FF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' </a:t>
            </a:r>
            <a:r>
              <a:rPr kumimoji="1" lang="en-US" altLang="zh-CN" sz="2000" b="1" dirty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→</a:t>
            </a:r>
            <a:r>
              <a:rPr kumimoji="1" lang="en-US" altLang="zh-CN" sz="2000" b="1" i="1" u="sng" dirty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S</a:t>
            </a:r>
            <a:r>
              <a:rPr lang="en-US" altLang="zh-CN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·</a:t>
            </a:r>
            <a:endParaRPr kumimoji="1" lang="en-US" altLang="zh-CN" sz="2000" b="1" dirty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25989" name="Line 5"/>
          <p:cNvSpPr>
            <a:spLocks noChangeShapeType="1"/>
          </p:cNvSpPr>
          <p:nvPr/>
        </p:nvSpPr>
        <p:spPr bwMode="auto">
          <a:xfrm>
            <a:off x="2744788" y="1112838"/>
            <a:ext cx="420687" cy="158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425990" name="Text Box 6"/>
          <p:cNvSpPr txBox="1">
            <a:spLocks noChangeArrowheads="1"/>
          </p:cNvSpPr>
          <p:nvPr/>
        </p:nvSpPr>
        <p:spPr bwMode="auto">
          <a:xfrm>
            <a:off x="2698750" y="714375"/>
            <a:ext cx="5334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50000"/>
              </a:spcBef>
            </a:pPr>
            <a:r>
              <a:rPr kumimoji="1" lang="en-US" altLang="zh-CN" sz="2000" b="1" i="1">
                <a:solidFill>
                  <a:prstClr val="black"/>
                </a:solidFill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425991" name="Line 7"/>
          <p:cNvSpPr>
            <a:spLocks noChangeShapeType="1"/>
          </p:cNvSpPr>
          <p:nvPr/>
        </p:nvSpPr>
        <p:spPr bwMode="auto">
          <a:xfrm>
            <a:off x="2744788" y="1755775"/>
            <a:ext cx="417512" cy="1588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425992" name="Text Box 8"/>
          <p:cNvSpPr txBox="1">
            <a:spLocks noChangeArrowheads="1"/>
          </p:cNvSpPr>
          <p:nvPr/>
        </p:nvSpPr>
        <p:spPr bwMode="auto">
          <a:xfrm>
            <a:off x="2716213" y="1347788"/>
            <a:ext cx="5334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50000"/>
              </a:spcBef>
            </a:pPr>
            <a:r>
              <a:rPr kumimoji="1" lang="en-US" altLang="zh-CN" sz="2000" b="1" i="1">
                <a:solidFill>
                  <a:prstClr val="black"/>
                </a:solidFill>
                <a:latin typeface="Times New Roman" panose="02020603050405020304" pitchFamily="18" charset="0"/>
              </a:rPr>
              <a:t>B</a:t>
            </a:r>
          </a:p>
        </p:txBody>
      </p:sp>
      <p:sp>
        <p:nvSpPr>
          <p:cNvPr id="425993" name="Rectangle 9"/>
          <p:cNvSpPr>
            <a:spLocks noChangeArrowheads="1"/>
          </p:cNvSpPr>
          <p:nvPr/>
        </p:nvSpPr>
        <p:spPr bwMode="auto">
          <a:xfrm>
            <a:off x="3154363" y="1627188"/>
            <a:ext cx="1295400" cy="1400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609600" indent="-609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buClr>
                <a:srgbClr val="073E87"/>
              </a:buClr>
              <a:buSzPct val="75000"/>
              <a:buFont typeface="Monotype Sorts"/>
              <a:buNone/>
            </a:pPr>
            <a:r>
              <a:rPr kumimoji="1" lang="en-US" altLang="zh-CN" sz="20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I</a:t>
            </a:r>
            <a:r>
              <a:rPr kumimoji="1" lang="en-US" altLang="zh-CN" sz="2000" b="1" i="1" baseline="-25000" dirty="0">
                <a:solidFill>
                  <a:prstClr val="black"/>
                </a:solidFill>
                <a:latin typeface="Times New Roman" panose="02020603050405020304" pitchFamily="18" charset="0"/>
              </a:rPr>
              <a:t>2</a:t>
            </a:r>
            <a:r>
              <a:rPr kumimoji="1" lang="en-US" altLang="zh-CN" sz="2000" b="1" dirty="0">
                <a:solidFill>
                  <a:prstClr val="black"/>
                </a:solidFill>
                <a:latin typeface="Times New Roman" panose="02020603050405020304" pitchFamily="18" charset="0"/>
              </a:rPr>
              <a:t>:</a:t>
            </a:r>
          </a:p>
          <a:p>
            <a:pPr>
              <a:buClr>
                <a:srgbClr val="073E87"/>
              </a:buClr>
              <a:buSzPct val="75000"/>
              <a:buFont typeface="Monotype Sorts"/>
              <a:buNone/>
            </a:pPr>
            <a:r>
              <a:rPr kumimoji="1" lang="en-US" altLang="zh-CN" sz="2000" b="1" i="1" dirty="0">
                <a:solidFill>
                  <a:srgbClr val="FF0000"/>
                </a:solidFill>
                <a:latin typeface="Times New Roman" panose="02020603050405020304" pitchFamily="18" charset="0"/>
              </a:rPr>
              <a:t>S</a:t>
            </a:r>
            <a:r>
              <a:rPr kumimoji="1" lang="en-US" altLang="zh-CN" sz="2000" b="1" dirty="0">
                <a:solidFill>
                  <a:srgbClr val="FF0000"/>
                </a:solidFill>
                <a:latin typeface="Times New Roman" panose="02020603050405020304" pitchFamily="18" charset="0"/>
              </a:rPr>
              <a:t>→</a:t>
            </a:r>
            <a:r>
              <a:rPr kumimoji="1" lang="en-US" altLang="zh-CN" sz="2000" b="1" i="1" u="sng" dirty="0">
                <a:solidFill>
                  <a:srgbClr val="FF0000"/>
                </a:solidFill>
                <a:latin typeface="Times New Roman" panose="02020603050405020304" pitchFamily="18" charset="0"/>
              </a:rPr>
              <a:t>B</a:t>
            </a:r>
            <a:r>
              <a:rPr lang="en-US" altLang="zh-CN" sz="2000" b="1" dirty="0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r>
              <a:rPr kumimoji="1" lang="en-US" altLang="zh-CN" sz="2000" b="1" i="1" dirty="0">
                <a:solidFill>
                  <a:srgbClr val="FF0000"/>
                </a:solidFill>
                <a:latin typeface="Times New Roman" panose="02020603050405020304" pitchFamily="18" charset="0"/>
              </a:rPr>
              <a:t>B</a:t>
            </a:r>
          </a:p>
          <a:p>
            <a:pPr>
              <a:buClr>
                <a:srgbClr val="073E87"/>
              </a:buClr>
              <a:buSzPct val="75000"/>
              <a:buFont typeface="Monotype Sorts"/>
              <a:buNone/>
            </a:pPr>
            <a:r>
              <a:rPr kumimoji="1" lang="en-US" altLang="zh-CN" sz="20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B</a:t>
            </a:r>
            <a:r>
              <a:rPr kumimoji="1" lang="en-US" altLang="zh-CN" sz="2000" b="1" dirty="0">
                <a:solidFill>
                  <a:prstClr val="black"/>
                </a:solidFill>
                <a:latin typeface="Times New Roman" panose="02020603050405020304" pitchFamily="18" charset="0"/>
              </a:rPr>
              <a:t>→</a:t>
            </a:r>
            <a:r>
              <a:rPr lang="en-US" altLang="zh-CN" sz="2000" b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r>
              <a:rPr kumimoji="1" lang="en-US" altLang="zh-CN" sz="2000" b="1" i="1" dirty="0" err="1">
                <a:solidFill>
                  <a:prstClr val="black"/>
                </a:solidFill>
                <a:latin typeface="Times New Roman" panose="02020603050405020304" pitchFamily="18" charset="0"/>
              </a:rPr>
              <a:t>aB</a:t>
            </a:r>
            <a:endParaRPr kumimoji="1" lang="en-US" altLang="zh-CN" sz="2000" b="1" i="1" dirty="0">
              <a:solidFill>
                <a:prstClr val="black"/>
              </a:solidFill>
              <a:latin typeface="Times New Roman" panose="02020603050405020304" pitchFamily="18" charset="0"/>
            </a:endParaRPr>
          </a:p>
          <a:p>
            <a:pPr>
              <a:buClr>
                <a:schemeClr val="tx2"/>
              </a:buClr>
              <a:buSzPct val="75000"/>
            </a:pPr>
            <a:r>
              <a:rPr kumimoji="1" lang="en-US" altLang="zh-CN" sz="2000" b="1" i="1" dirty="0">
                <a:latin typeface="Times New Roman" panose="02020603050405020304" pitchFamily="18" charset="0"/>
              </a:rPr>
              <a:t>B→·b	</a:t>
            </a:r>
          </a:p>
        </p:txBody>
      </p:sp>
      <p:sp>
        <p:nvSpPr>
          <p:cNvPr id="425994" name="Freeform 10"/>
          <p:cNvSpPr>
            <a:spLocks/>
          </p:cNvSpPr>
          <p:nvPr/>
        </p:nvSpPr>
        <p:spPr bwMode="auto">
          <a:xfrm>
            <a:off x="2024063" y="2208213"/>
            <a:ext cx="1141412" cy="2343150"/>
          </a:xfrm>
          <a:custGeom>
            <a:avLst/>
            <a:gdLst>
              <a:gd name="T0" fmla="*/ 0 w 816"/>
              <a:gd name="T1" fmla="*/ 0 h 1344"/>
              <a:gd name="T2" fmla="*/ 2147483646 w 816"/>
              <a:gd name="T3" fmla="*/ 2147483646 h 1344"/>
              <a:gd name="T4" fmla="*/ 2147483646 w 816"/>
              <a:gd name="T5" fmla="*/ 2147483646 h 1344"/>
              <a:gd name="T6" fmla="*/ 2147483646 w 816"/>
              <a:gd name="T7" fmla="*/ 2147483646 h 1344"/>
              <a:gd name="T8" fmla="*/ 0 60000 65536"/>
              <a:gd name="T9" fmla="*/ 0 60000 65536"/>
              <a:gd name="T10" fmla="*/ 0 60000 65536"/>
              <a:gd name="T11" fmla="*/ 0 60000 65536"/>
              <a:gd name="T12" fmla="*/ 0 w 816"/>
              <a:gd name="T13" fmla="*/ 0 h 1344"/>
              <a:gd name="T14" fmla="*/ 816 w 816"/>
              <a:gd name="T15" fmla="*/ 1344 h 1344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816" h="1344">
                <a:moveTo>
                  <a:pt x="0" y="0"/>
                </a:moveTo>
                <a:cubicBezTo>
                  <a:pt x="0" y="312"/>
                  <a:pt x="0" y="624"/>
                  <a:pt x="48" y="816"/>
                </a:cubicBezTo>
                <a:cubicBezTo>
                  <a:pt x="96" y="1008"/>
                  <a:pt x="160" y="1064"/>
                  <a:pt x="288" y="1152"/>
                </a:cubicBezTo>
                <a:cubicBezTo>
                  <a:pt x="416" y="1240"/>
                  <a:pt x="720" y="1304"/>
                  <a:pt x="816" y="1344"/>
                </a:cubicBezTo>
              </a:path>
            </a:pathLst>
          </a:custGeom>
          <a:noFill/>
          <a:ln w="38100">
            <a:solidFill>
              <a:schemeClr val="tx1"/>
            </a:solidFill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425995" name="Text Box 11"/>
          <p:cNvSpPr txBox="1">
            <a:spLocks noChangeArrowheads="1"/>
          </p:cNvSpPr>
          <p:nvPr/>
        </p:nvSpPr>
        <p:spPr bwMode="auto">
          <a:xfrm>
            <a:off x="2106613" y="3333750"/>
            <a:ext cx="4572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50000"/>
              </a:spcBef>
            </a:pPr>
            <a:r>
              <a:rPr kumimoji="1" lang="en-US" altLang="zh-CN" sz="20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a</a:t>
            </a:r>
          </a:p>
        </p:txBody>
      </p:sp>
      <p:sp>
        <p:nvSpPr>
          <p:cNvPr id="425996" name="Rectangle 12"/>
          <p:cNvSpPr>
            <a:spLocks noChangeArrowheads="1"/>
          </p:cNvSpPr>
          <p:nvPr/>
        </p:nvSpPr>
        <p:spPr bwMode="auto">
          <a:xfrm>
            <a:off x="3162300" y="3863975"/>
            <a:ext cx="1295400" cy="1085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609600" indent="-609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lnSpc>
                <a:spcPct val="90000"/>
              </a:lnSpc>
              <a:buClr>
                <a:srgbClr val="073E87"/>
              </a:buClr>
              <a:buSzPct val="75000"/>
              <a:buFont typeface="Monotype Sorts"/>
              <a:buNone/>
            </a:pPr>
            <a:r>
              <a:rPr kumimoji="1" lang="en-US" altLang="zh-CN" sz="20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I</a:t>
            </a:r>
            <a:r>
              <a:rPr kumimoji="1" lang="en-US" altLang="zh-CN" sz="2000" b="1" i="1" baseline="-25000" dirty="0">
                <a:solidFill>
                  <a:prstClr val="black"/>
                </a:solidFill>
                <a:latin typeface="Times New Roman" panose="02020603050405020304" pitchFamily="18" charset="0"/>
              </a:rPr>
              <a:t>3</a:t>
            </a:r>
            <a:r>
              <a:rPr kumimoji="1" lang="en-US" altLang="zh-CN" sz="2000" b="1" dirty="0">
                <a:solidFill>
                  <a:prstClr val="black"/>
                </a:solidFill>
                <a:latin typeface="Times New Roman" panose="02020603050405020304" pitchFamily="18" charset="0"/>
              </a:rPr>
              <a:t>:</a:t>
            </a:r>
          </a:p>
          <a:p>
            <a:pPr>
              <a:lnSpc>
                <a:spcPct val="90000"/>
              </a:lnSpc>
              <a:buClr>
                <a:srgbClr val="073E87"/>
              </a:buClr>
              <a:buSzPct val="75000"/>
              <a:buFont typeface="Monotype Sorts"/>
              <a:buNone/>
            </a:pPr>
            <a:r>
              <a:rPr kumimoji="1" lang="en-US" altLang="zh-CN" sz="2000" b="1" i="1" dirty="0" err="1">
                <a:solidFill>
                  <a:srgbClr val="FF0000"/>
                </a:solidFill>
                <a:latin typeface="Times New Roman" panose="02020603050405020304" pitchFamily="18" charset="0"/>
              </a:rPr>
              <a:t>B</a:t>
            </a:r>
            <a:r>
              <a:rPr kumimoji="1" lang="en-US" altLang="zh-CN" sz="2000" b="1" dirty="0" err="1">
                <a:solidFill>
                  <a:srgbClr val="FF0000"/>
                </a:solidFill>
                <a:latin typeface="Times New Roman" panose="02020603050405020304" pitchFamily="18" charset="0"/>
              </a:rPr>
              <a:t>→</a:t>
            </a:r>
            <a:r>
              <a:rPr kumimoji="1" lang="en-US" altLang="zh-CN" sz="2000" b="1" i="1" u="sng" dirty="0" err="1">
                <a:solidFill>
                  <a:srgbClr val="FF0000"/>
                </a:solidFill>
                <a:latin typeface="Times New Roman" panose="02020603050405020304" pitchFamily="18" charset="0"/>
              </a:rPr>
              <a:t>a</a:t>
            </a:r>
            <a:r>
              <a:rPr lang="en-US" altLang="zh-CN" sz="2000" b="1" dirty="0" err="1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r>
              <a:rPr kumimoji="1" lang="en-US" altLang="zh-CN" sz="2000" b="1" i="1" dirty="0" err="1">
                <a:solidFill>
                  <a:srgbClr val="FF0000"/>
                </a:solidFill>
                <a:latin typeface="Times New Roman" panose="02020603050405020304" pitchFamily="18" charset="0"/>
              </a:rPr>
              <a:t>B</a:t>
            </a:r>
            <a:endParaRPr kumimoji="1" lang="en-US" altLang="zh-CN" sz="2000" b="1" i="1" dirty="0">
              <a:solidFill>
                <a:srgbClr val="FF0000"/>
              </a:solidFill>
              <a:latin typeface="Times New Roman" panose="02020603050405020304" pitchFamily="18" charset="0"/>
            </a:endParaRPr>
          </a:p>
          <a:p>
            <a:pPr>
              <a:lnSpc>
                <a:spcPct val="90000"/>
              </a:lnSpc>
              <a:buClr>
                <a:srgbClr val="073E87"/>
              </a:buClr>
              <a:buSzPct val="75000"/>
              <a:buFont typeface="Monotype Sorts"/>
              <a:buNone/>
            </a:pPr>
            <a:r>
              <a:rPr kumimoji="1" lang="en-US" altLang="zh-CN" sz="20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B</a:t>
            </a:r>
            <a:r>
              <a:rPr kumimoji="1" lang="en-US" altLang="zh-CN" sz="2000" b="1" dirty="0">
                <a:solidFill>
                  <a:prstClr val="black"/>
                </a:solidFill>
                <a:latin typeface="Times New Roman" panose="02020603050405020304" pitchFamily="18" charset="0"/>
              </a:rPr>
              <a:t>→</a:t>
            </a:r>
            <a:r>
              <a:rPr lang="en-US" altLang="zh-CN" sz="2000" b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r>
              <a:rPr kumimoji="1" lang="en-US" altLang="zh-CN" sz="2000" b="1" i="1" dirty="0" err="1">
                <a:solidFill>
                  <a:prstClr val="black"/>
                </a:solidFill>
                <a:latin typeface="Times New Roman" panose="02020603050405020304" pitchFamily="18" charset="0"/>
              </a:rPr>
              <a:t>aB</a:t>
            </a:r>
            <a:endParaRPr kumimoji="1" lang="en-US" altLang="zh-CN" sz="2000" b="1" i="1" dirty="0">
              <a:solidFill>
                <a:prstClr val="black"/>
              </a:solidFill>
              <a:latin typeface="Times New Roman" panose="02020603050405020304" pitchFamily="18" charset="0"/>
            </a:endParaRPr>
          </a:p>
          <a:p>
            <a:pPr>
              <a:lnSpc>
                <a:spcPct val="90000"/>
              </a:lnSpc>
              <a:buClr>
                <a:srgbClr val="073E87"/>
              </a:buClr>
              <a:buSzPct val="75000"/>
              <a:buFont typeface="Monotype Sorts"/>
              <a:buNone/>
            </a:pPr>
            <a:r>
              <a:rPr kumimoji="1" lang="en-US" altLang="zh-CN" sz="20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B</a:t>
            </a:r>
            <a:r>
              <a:rPr kumimoji="1" lang="en-US" altLang="zh-CN" sz="2000" b="1" dirty="0">
                <a:solidFill>
                  <a:prstClr val="black"/>
                </a:solidFill>
                <a:latin typeface="Times New Roman" panose="02020603050405020304" pitchFamily="18" charset="0"/>
              </a:rPr>
              <a:t>→</a:t>
            </a:r>
            <a:r>
              <a:rPr lang="en-US" altLang="zh-CN" sz="2000" b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r>
              <a:rPr kumimoji="1" lang="en-US" altLang="zh-CN" sz="20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b</a:t>
            </a:r>
            <a:r>
              <a:rPr kumimoji="1" lang="en-US" altLang="zh-CN" sz="2000" b="1" dirty="0">
                <a:solidFill>
                  <a:prstClr val="black"/>
                </a:solidFill>
                <a:latin typeface="Times New Roman" panose="02020603050405020304" pitchFamily="18" charset="0"/>
              </a:rPr>
              <a:t>	</a:t>
            </a:r>
          </a:p>
        </p:txBody>
      </p:sp>
      <p:sp>
        <p:nvSpPr>
          <p:cNvPr id="425997" name="Freeform 13"/>
          <p:cNvSpPr>
            <a:spLocks/>
          </p:cNvSpPr>
          <p:nvPr/>
        </p:nvSpPr>
        <p:spPr bwMode="auto">
          <a:xfrm>
            <a:off x="2444750" y="2212975"/>
            <a:ext cx="715963" cy="1243013"/>
          </a:xfrm>
          <a:custGeom>
            <a:avLst/>
            <a:gdLst>
              <a:gd name="T0" fmla="*/ 0 w 1680"/>
              <a:gd name="T1" fmla="*/ 0 h 1056"/>
              <a:gd name="T2" fmla="*/ 2147483646 w 1680"/>
              <a:gd name="T3" fmla="*/ 2147483646 h 1056"/>
              <a:gd name="T4" fmla="*/ 2147483646 w 1680"/>
              <a:gd name="T5" fmla="*/ 2147483646 h 1056"/>
              <a:gd name="T6" fmla="*/ 2147483646 w 1680"/>
              <a:gd name="T7" fmla="*/ 2147483646 h 1056"/>
              <a:gd name="T8" fmla="*/ 2147483646 w 1680"/>
              <a:gd name="T9" fmla="*/ 2147483646 h 105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680"/>
              <a:gd name="T16" fmla="*/ 0 h 1056"/>
              <a:gd name="T17" fmla="*/ 1680 w 1680"/>
              <a:gd name="T18" fmla="*/ 1056 h 105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680" h="1056">
                <a:moveTo>
                  <a:pt x="0" y="0"/>
                </a:moveTo>
                <a:cubicBezTo>
                  <a:pt x="4" y="240"/>
                  <a:pt x="8" y="480"/>
                  <a:pt x="48" y="624"/>
                </a:cubicBezTo>
                <a:cubicBezTo>
                  <a:pt x="88" y="768"/>
                  <a:pt x="128" y="800"/>
                  <a:pt x="240" y="864"/>
                </a:cubicBezTo>
                <a:cubicBezTo>
                  <a:pt x="352" y="928"/>
                  <a:pt x="480" y="976"/>
                  <a:pt x="720" y="1008"/>
                </a:cubicBezTo>
                <a:cubicBezTo>
                  <a:pt x="960" y="1040"/>
                  <a:pt x="1528" y="1056"/>
                  <a:pt x="1680" y="1056"/>
                </a:cubicBezTo>
              </a:path>
            </a:pathLst>
          </a:custGeom>
          <a:noFill/>
          <a:ln w="38100">
            <a:solidFill>
              <a:schemeClr val="tx1"/>
            </a:solidFill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425998" name="Text Box 14"/>
          <p:cNvSpPr txBox="1">
            <a:spLocks noChangeArrowheads="1"/>
          </p:cNvSpPr>
          <p:nvPr/>
        </p:nvSpPr>
        <p:spPr bwMode="auto">
          <a:xfrm>
            <a:off x="2459038" y="2500313"/>
            <a:ext cx="4572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50000"/>
              </a:spcBef>
            </a:pPr>
            <a:r>
              <a:rPr kumimoji="1" lang="en-US" altLang="zh-CN" sz="2000" b="1" i="1">
                <a:solidFill>
                  <a:prstClr val="black"/>
                </a:solidFill>
                <a:latin typeface="Times New Roman" panose="02020603050405020304" pitchFamily="18" charset="0"/>
              </a:rPr>
              <a:t>b</a:t>
            </a:r>
          </a:p>
        </p:txBody>
      </p:sp>
      <p:sp>
        <p:nvSpPr>
          <p:cNvPr id="425999" name="Rectangle 15"/>
          <p:cNvSpPr>
            <a:spLocks noChangeArrowheads="1"/>
          </p:cNvSpPr>
          <p:nvPr/>
        </p:nvSpPr>
        <p:spPr bwMode="auto">
          <a:xfrm>
            <a:off x="3162300" y="2971799"/>
            <a:ext cx="1000125" cy="627063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lIns="92075" tIns="46038" rIns="92075" bIns="46038"/>
          <a:lstStyle/>
          <a:p>
            <a:pPr marL="609600" indent="-609600">
              <a:lnSpc>
                <a:spcPct val="90000"/>
              </a:lnSpc>
              <a:buClr>
                <a:srgbClr val="073E87"/>
              </a:buClr>
              <a:buSzPct val="75000"/>
              <a:buFont typeface="Monotype Sorts"/>
              <a:buNone/>
              <a:defRPr/>
            </a:pPr>
            <a:r>
              <a:rPr kumimoji="1" lang="en-US" altLang="zh-CN" sz="2000" b="1" i="1" dirty="0">
                <a:solidFill>
                  <a:prstClr val="black"/>
                </a:solidFill>
                <a:latin typeface="Times New Roman" pitchFamily="18" charset="0"/>
                <a:cs typeface="Times New Roman" pitchFamily="18" charset="0"/>
              </a:rPr>
              <a:t>I</a:t>
            </a:r>
            <a:r>
              <a:rPr kumimoji="1" lang="en-US" altLang="zh-CN" sz="2000" b="1" i="1" baseline="-25000" dirty="0">
                <a:solidFill>
                  <a:prstClr val="black"/>
                </a:solidFill>
                <a:latin typeface="Times New Roman" pitchFamily="18" charset="0"/>
                <a:cs typeface="Times New Roman" pitchFamily="18" charset="0"/>
              </a:rPr>
              <a:t>4</a:t>
            </a:r>
            <a:r>
              <a:rPr kumimoji="1" lang="en-US" altLang="zh-CN" sz="2000" b="1" dirty="0">
                <a:solidFill>
                  <a:prstClr val="black"/>
                </a:solidFill>
                <a:latin typeface="Times New Roman" pitchFamily="18" charset="0"/>
                <a:cs typeface="Times New Roman" pitchFamily="18" charset="0"/>
              </a:rPr>
              <a:t>:</a:t>
            </a:r>
          </a:p>
          <a:p>
            <a:pPr marL="609600" indent="-609600">
              <a:lnSpc>
                <a:spcPct val="90000"/>
              </a:lnSpc>
              <a:buClr>
                <a:srgbClr val="073E87"/>
              </a:buClr>
              <a:buSzPct val="75000"/>
              <a:buFont typeface="Monotype Sorts"/>
              <a:buNone/>
              <a:defRPr/>
            </a:pPr>
            <a:r>
              <a:rPr kumimoji="1" lang="en-US" altLang="zh-CN" sz="2000" b="1" i="1" dirty="0" err="1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B</a:t>
            </a:r>
            <a:r>
              <a:rPr kumimoji="1" lang="en-US" altLang="zh-CN" sz="2000" b="1" dirty="0" err="1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→</a:t>
            </a:r>
            <a:r>
              <a:rPr kumimoji="1" lang="en-US" altLang="zh-CN" sz="2000" b="1" i="1" u="sng" dirty="0" err="1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b</a:t>
            </a:r>
            <a:r>
              <a:rPr lang="en-US" altLang="zh-CN" sz="2000" b="1" dirty="0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r>
              <a:rPr lang="en-US" altLang="zh-CN" sz="2000" b="1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 </a:t>
            </a:r>
            <a:r>
              <a:rPr kumimoji="1" lang="en-US" altLang="zh-CN" sz="2000" dirty="0">
                <a:solidFill>
                  <a:srgbClr val="FFFF00"/>
                </a:solidFill>
                <a:latin typeface="Times New Roman" pitchFamily="18" charset="0"/>
                <a:cs typeface="Times New Roman" pitchFamily="18" charset="0"/>
              </a:rPr>
              <a:t>	</a:t>
            </a:r>
            <a:endParaRPr kumimoji="1" lang="en-US" altLang="zh-CN" sz="2000" dirty="0">
              <a:solidFill>
                <a:prstClr val="black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26000" name="Line 16"/>
          <p:cNvSpPr>
            <a:spLocks noChangeShapeType="1"/>
          </p:cNvSpPr>
          <p:nvPr/>
        </p:nvSpPr>
        <p:spPr bwMode="auto">
          <a:xfrm>
            <a:off x="4162425" y="1763713"/>
            <a:ext cx="382588" cy="793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426001" name="Text Box 17"/>
          <p:cNvSpPr txBox="1">
            <a:spLocks noChangeArrowheads="1"/>
          </p:cNvSpPr>
          <p:nvPr/>
        </p:nvSpPr>
        <p:spPr bwMode="auto">
          <a:xfrm>
            <a:off x="4113213" y="1357313"/>
            <a:ext cx="5334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50000"/>
              </a:spcBef>
            </a:pPr>
            <a:r>
              <a:rPr kumimoji="1" lang="en-US" altLang="zh-CN" sz="2000" b="1" i="1">
                <a:solidFill>
                  <a:prstClr val="black"/>
                </a:solidFill>
                <a:latin typeface="Times New Roman" panose="02020603050405020304" pitchFamily="18" charset="0"/>
              </a:rPr>
              <a:t>B</a:t>
            </a:r>
          </a:p>
        </p:txBody>
      </p:sp>
      <p:sp>
        <p:nvSpPr>
          <p:cNvPr id="426002" name="Rectangle 18"/>
          <p:cNvSpPr>
            <a:spLocks noChangeArrowheads="1"/>
          </p:cNvSpPr>
          <p:nvPr/>
        </p:nvSpPr>
        <p:spPr bwMode="auto">
          <a:xfrm>
            <a:off x="4545013" y="1557338"/>
            <a:ext cx="1035050" cy="72072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lIns="92075" tIns="46038" rIns="92075" bIns="46038"/>
          <a:lstStyle/>
          <a:p>
            <a:pPr marL="609600" indent="-609600">
              <a:buClr>
                <a:srgbClr val="073E87"/>
              </a:buClr>
              <a:buSzPct val="75000"/>
              <a:buFont typeface="Monotype Sorts"/>
              <a:buNone/>
              <a:defRPr/>
            </a:pPr>
            <a:r>
              <a:rPr kumimoji="1" lang="en-US" altLang="zh-CN" sz="2000" b="1" i="1" dirty="0">
                <a:solidFill>
                  <a:prstClr val="black"/>
                </a:solidFill>
                <a:latin typeface="Times New Roman" pitchFamily="18" charset="0"/>
                <a:cs typeface="Times New Roman" pitchFamily="18" charset="0"/>
              </a:rPr>
              <a:t>I</a:t>
            </a:r>
            <a:r>
              <a:rPr kumimoji="1" lang="en-US" altLang="zh-CN" sz="2000" b="1" i="1" baseline="-25000" dirty="0">
                <a:solidFill>
                  <a:prstClr val="black"/>
                </a:solidFill>
                <a:latin typeface="Times New Roman" pitchFamily="18" charset="0"/>
                <a:cs typeface="Times New Roman" pitchFamily="18" charset="0"/>
              </a:rPr>
              <a:t>5</a:t>
            </a:r>
            <a:r>
              <a:rPr kumimoji="1" lang="en-US" altLang="zh-CN" sz="2000" b="1" dirty="0">
                <a:solidFill>
                  <a:prstClr val="black"/>
                </a:solidFill>
                <a:latin typeface="Times New Roman" pitchFamily="18" charset="0"/>
                <a:cs typeface="Times New Roman" pitchFamily="18" charset="0"/>
              </a:rPr>
              <a:t>:</a:t>
            </a:r>
          </a:p>
          <a:p>
            <a:pPr marL="609600" indent="-609600">
              <a:buClr>
                <a:srgbClr val="073E87"/>
              </a:buClr>
              <a:buSzPct val="75000"/>
              <a:buFont typeface="Monotype Sorts"/>
              <a:buNone/>
              <a:defRPr/>
            </a:pPr>
            <a:r>
              <a:rPr kumimoji="1" lang="en-US" altLang="zh-CN" sz="2000" b="1" i="1" dirty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S</a:t>
            </a:r>
            <a:r>
              <a:rPr kumimoji="1" lang="en-US" altLang="zh-CN" sz="2000" b="1" dirty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→</a:t>
            </a:r>
            <a:r>
              <a:rPr kumimoji="1" lang="en-US" altLang="zh-CN" sz="2000" b="1" i="1" dirty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B</a:t>
            </a:r>
            <a:r>
              <a:rPr kumimoji="1" lang="en-US" altLang="zh-CN" sz="2000" b="1" i="1" u="sng" dirty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B</a:t>
            </a:r>
            <a:r>
              <a:rPr lang="en-US" altLang="zh-CN" sz="2000" b="1" dirty="0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endParaRPr kumimoji="1" lang="en-US" altLang="zh-CN" sz="2000" b="1" dirty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26003" name="Freeform 19"/>
          <p:cNvSpPr>
            <a:spLocks/>
          </p:cNvSpPr>
          <p:nvPr/>
        </p:nvSpPr>
        <p:spPr bwMode="auto">
          <a:xfrm>
            <a:off x="4162425" y="2278063"/>
            <a:ext cx="793750" cy="1781175"/>
          </a:xfrm>
          <a:custGeom>
            <a:avLst/>
            <a:gdLst>
              <a:gd name="T0" fmla="*/ 0 w 1424"/>
              <a:gd name="T1" fmla="*/ 0 h 1968"/>
              <a:gd name="T2" fmla="*/ 2147483646 w 1424"/>
              <a:gd name="T3" fmla="*/ 2147483646 h 1968"/>
              <a:gd name="T4" fmla="*/ 2147483646 w 1424"/>
              <a:gd name="T5" fmla="*/ 2147483646 h 1968"/>
              <a:gd name="T6" fmla="*/ 2147483646 w 1424"/>
              <a:gd name="T7" fmla="*/ 2147483646 h 1968"/>
              <a:gd name="T8" fmla="*/ 0 60000 65536"/>
              <a:gd name="T9" fmla="*/ 0 60000 65536"/>
              <a:gd name="T10" fmla="*/ 0 60000 65536"/>
              <a:gd name="T11" fmla="*/ 0 60000 65536"/>
              <a:gd name="T12" fmla="*/ 0 w 1424"/>
              <a:gd name="T13" fmla="*/ 0 h 1968"/>
              <a:gd name="T14" fmla="*/ 1424 w 1424"/>
              <a:gd name="T15" fmla="*/ 1968 h 1968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1424" h="1968">
                <a:moveTo>
                  <a:pt x="0" y="0"/>
                </a:moveTo>
                <a:cubicBezTo>
                  <a:pt x="448" y="112"/>
                  <a:pt x="896" y="224"/>
                  <a:pt x="1104" y="432"/>
                </a:cubicBezTo>
                <a:cubicBezTo>
                  <a:pt x="1312" y="640"/>
                  <a:pt x="1424" y="992"/>
                  <a:pt x="1248" y="1248"/>
                </a:cubicBezTo>
                <a:cubicBezTo>
                  <a:pt x="1072" y="1504"/>
                  <a:pt x="248" y="1848"/>
                  <a:pt x="48" y="1968"/>
                </a:cubicBezTo>
              </a:path>
            </a:pathLst>
          </a:custGeom>
          <a:noFill/>
          <a:ln w="38100">
            <a:solidFill>
              <a:schemeClr val="tx1"/>
            </a:solidFill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426004" name="Text Box 20"/>
          <p:cNvSpPr txBox="1">
            <a:spLocks noChangeArrowheads="1"/>
          </p:cNvSpPr>
          <p:nvPr/>
        </p:nvSpPr>
        <p:spPr bwMode="auto">
          <a:xfrm>
            <a:off x="4924425" y="2857500"/>
            <a:ext cx="3810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50000"/>
              </a:spcBef>
            </a:pPr>
            <a:r>
              <a:rPr kumimoji="1" lang="en-US" altLang="zh-CN" sz="2000" b="1" i="1">
                <a:solidFill>
                  <a:prstClr val="black"/>
                </a:solidFill>
                <a:latin typeface="Times New Roman" panose="02020603050405020304" pitchFamily="18" charset="0"/>
              </a:rPr>
              <a:t>a</a:t>
            </a:r>
          </a:p>
        </p:txBody>
      </p:sp>
      <p:sp>
        <p:nvSpPr>
          <p:cNvPr id="426005" name="Freeform 21"/>
          <p:cNvSpPr>
            <a:spLocks/>
          </p:cNvSpPr>
          <p:nvPr/>
        </p:nvSpPr>
        <p:spPr bwMode="auto">
          <a:xfrm>
            <a:off x="4162425" y="2735263"/>
            <a:ext cx="317500" cy="514350"/>
          </a:xfrm>
          <a:custGeom>
            <a:avLst/>
            <a:gdLst>
              <a:gd name="T0" fmla="*/ 0 w 200"/>
              <a:gd name="T1" fmla="*/ 0 h 432"/>
              <a:gd name="T2" fmla="*/ 2147483646 w 200"/>
              <a:gd name="T3" fmla="*/ 2147483646 h 432"/>
              <a:gd name="T4" fmla="*/ 2147483646 w 200"/>
              <a:gd name="T5" fmla="*/ 2147483646 h 432"/>
              <a:gd name="T6" fmla="*/ 0 60000 65536"/>
              <a:gd name="T7" fmla="*/ 0 60000 65536"/>
              <a:gd name="T8" fmla="*/ 0 60000 65536"/>
              <a:gd name="T9" fmla="*/ 0 w 200"/>
              <a:gd name="T10" fmla="*/ 0 h 432"/>
              <a:gd name="T11" fmla="*/ 200 w 200"/>
              <a:gd name="T12" fmla="*/ 432 h 43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00" h="432">
                <a:moveTo>
                  <a:pt x="0" y="0"/>
                </a:moveTo>
                <a:cubicBezTo>
                  <a:pt x="92" y="60"/>
                  <a:pt x="184" y="120"/>
                  <a:pt x="192" y="192"/>
                </a:cubicBezTo>
                <a:cubicBezTo>
                  <a:pt x="200" y="264"/>
                  <a:pt x="124" y="348"/>
                  <a:pt x="48" y="432"/>
                </a:cubicBezTo>
              </a:path>
            </a:pathLst>
          </a:custGeom>
          <a:noFill/>
          <a:ln w="38100">
            <a:solidFill>
              <a:schemeClr val="tx1"/>
            </a:solidFill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426006" name="Text Box 22"/>
          <p:cNvSpPr txBox="1">
            <a:spLocks noChangeArrowheads="1"/>
          </p:cNvSpPr>
          <p:nvPr/>
        </p:nvSpPr>
        <p:spPr bwMode="auto">
          <a:xfrm>
            <a:off x="4448175" y="2849563"/>
            <a:ext cx="3810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50000"/>
              </a:spcBef>
            </a:pPr>
            <a:r>
              <a:rPr kumimoji="1" lang="en-US" altLang="zh-CN" sz="2000" b="1" i="1">
                <a:solidFill>
                  <a:prstClr val="black"/>
                </a:solidFill>
                <a:latin typeface="Times New Roman" panose="02020603050405020304" pitchFamily="18" charset="0"/>
              </a:rPr>
              <a:t>b</a:t>
            </a:r>
          </a:p>
        </p:txBody>
      </p:sp>
      <p:sp>
        <p:nvSpPr>
          <p:cNvPr id="426007" name="Line 23"/>
          <p:cNvSpPr>
            <a:spLocks noChangeShapeType="1"/>
          </p:cNvSpPr>
          <p:nvPr/>
        </p:nvSpPr>
        <p:spPr bwMode="auto">
          <a:xfrm flipV="1">
            <a:off x="4162425" y="4324350"/>
            <a:ext cx="382588" cy="127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426008" name="Text Box 24"/>
          <p:cNvSpPr txBox="1">
            <a:spLocks noChangeArrowheads="1"/>
          </p:cNvSpPr>
          <p:nvPr/>
        </p:nvSpPr>
        <p:spPr bwMode="auto">
          <a:xfrm>
            <a:off x="4233863" y="3971925"/>
            <a:ext cx="3810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50000"/>
              </a:spcBef>
            </a:pPr>
            <a:r>
              <a:rPr kumimoji="1" lang="en-US" altLang="zh-CN" sz="2000" b="1" i="1">
                <a:solidFill>
                  <a:prstClr val="black"/>
                </a:solidFill>
                <a:latin typeface="Times New Roman" panose="02020603050405020304" pitchFamily="18" charset="0"/>
              </a:rPr>
              <a:t>B</a:t>
            </a:r>
          </a:p>
        </p:txBody>
      </p:sp>
      <p:sp>
        <p:nvSpPr>
          <p:cNvPr id="426009" name="Rectangle 25"/>
          <p:cNvSpPr>
            <a:spLocks noChangeArrowheads="1"/>
          </p:cNvSpPr>
          <p:nvPr/>
        </p:nvSpPr>
        <p:spPr bwMode="auto">
          <a:xfrm>
            <a:off x="4545013" y="3867150"/>
            <a:ext cx="1001712" cy="68580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lIns="92075" tIns="46038" rIns="92075" bIns="46038"/>
          <a:lstStyle/>
          <a:p>
            <a:pPr marL="609600" indent="-609600">
              <a:buClr>
                <a:srgbClr val="073E87"/>
              </a:buClr>
              <a:buSzPct val="75000"/>
              <a:buFont typeface="Monotype Sorts"/>
              <a:buNone/>
              <a:defRPr/>
            </a:pPr>
            <a:r>
              <a:rPr kumimoji="1" lang="en-US" altLang="zh-CN" sz="2000" b="1" i="1" dirty="0">
                <a:solidFill>
                  <a:prstClr val="black"/>
                </a:solidFill>
                <a:latin typeface="Times New Roman" pitchFamily="18" charset="0"/>
                <a:cs typeface="Times New Roman" pitchFamily="18" charset="0"/>
              </a:rPr>
              <a:t>I</a:t>
            </a:r>
            <a:r>
              <a:rPr kumimoji="1" lang="en-US" altLang="zh-CN" sz="2000" b="1" i="1" baseline="-25000" dirty="0">
                <a:solidFill>
                  <a:prstClr val="black"/>
                </a:solidFill>
                <a:latin typeface="Times New Roman" pitchFamily="18" charset="0"/>
                <a:cs typeface="Times New Roman" pitchFamily="18" charset="0"/>
              </a:rPr>
              <a:t>6</a:t>
            </a:r>
            <a:r>
              <a:rPr kumimoji="1" lang="en-US" altLang="zh-CN" sz="2000" b="1" dirty="0">
                <a:solidFill>
                  <a:prstClr val="black"/>
                </a:solidFill>
                <a:latin typeface="Times New Roman" pitchFamily="18" charset="0"/>
                <a:cs typeface="Times New Roman" pitchFamily="18" charset="0"/>
              </a:rPr>
              <a:t>:</a:t>
            </a:r>
          </a:p>
          <a:p>
            <a:pPr marL="609600" indent="-609600">
              <a:buClr>
                <a:srgbClr val="073E87"/>
              </a:buClr>
              <a:buSzPct val="75000"/>
              <a:buFont typeface="Monotype Sorts"/>
              <a:buNone/>
              <a:defRPr/>
            </a:pPr>
            <a:r>
              <a:rPr kumimoji="1" lang="en-US" altLang="zh-CN" sz="2000" b="1" i="1" dirty="0" err="1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B</a:t>
            </a:r>
            <a:r>
              <a:rPr kumimoji="1" lang="en-US" altLang="zh-CN" sz="2000" b="1" dirty="0" err="1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→</a:t>
            </a:r>
            <a:r>
              <a:rPr kumimoji="1" lang="en-US" altLang="zh-CN" sz="2000" b="1" i="1" dirty="0" err="1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a</a:t>
            </a:r>
            <a:r>
              <a:rPr kumimoji="1" lang="en-US" altLang="zh-CN" sz="2000" b="1" i="1" u="sng" dirty="0" err="1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B</a:t>
            </a:r>
            <a:r>
              <a:rPr lang="en-US" altLang="zh-CN" sz="2000" b="1" dirty="0">
                <a:solidFill>
                  <a:srgbClr val="FF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endParaRPr kumimoji="1" lang="en-US" altLang="zh-CN" sz="2800" b="1" dirty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26010" name="Freeform 26"/>
          <p:cNvSpPr>
            <a:spLocks/>
          </p:cNvSpPr>
          <p:nvPr/>
        </p:nvSpPr>
        <p:spPr bwMode="auto">
          <a:xfrm>
            <a:off x="4162425" y="4508500"/>
            <a:ext cx="457200" cy="342900"/>
          </a:xfrm>
          <a:custGeom>
            <a:avLst/>
            <a:gdLst>
              <a:gd name="T0" fmla="*/ 0 w 288"/>
              <a:gd name="T1" fmla="*/ 0 h 288"/>
              <a:gd name="T2" fmla="*/ 2147483646 w 288"/>
              <a:gd name="T3" fmla="*/ 2147483646 h 288"/>
              <a:gd name="T4" fmla="*/ 0 w 288"/>
              <a:gd name="T5" fmla="*/ 2147483646 h 288"/>
              <a:gd name="T6" fmla="*/ 0 60000 65536"/>
              <a:gd name="T7" fmla="*/ 0 60000 65536"/>
              <a:gd name="T8" fmla="*/ 0 60000 65536"/>
              <a:gd name="T9" fmla="*/ 0 w 288"/>
              <a:gd name="T10" fmla="*/ 0 h 288"/>
              <a:gd name="T11" fmla="*/ 288 w 288"/>
              <a:gd name="T12" fmla="*/ 288 h 288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88" h="288">
                <a:moveTo>
                  <a:pt x="0" y="0"/>
                </a:moveTo>
                <a:cubicBezTo>
                  <a:pt x="144" y="48"/>
                  <a:pt x="288" y="96"/>
                  <a:pt x="288" y="144"/>
                </a:cubicBezTo>
                <a:cubicBezTo>
                  <a:pt x="288" y="192"/>
                  <a:pt x="144" y="240"/>
                  <a:pt x="0" y="288"/>
                </a:cubicBezTo>
              </a:path>
            </a:pathLst>
          </a:custGeom>
          <a:noFill/>
          <a:ln w="38100">
            <a:solidFill>
              <a:schemeClr val="tx1"/>
            </a:solidFill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426011" name="Text Box 27"/>
          <p:cNvSpPr txBox="1">
            <a:spLocks noChangeArrowheads="1"/>
          </p:cNvSpPr>
          <p:nvPr/>
        </p:nvSpPr>
        <p:spPr bwMode="auto">
          <a:xfrm>
            <a:off x="4662488" y="4459288"/>
            <a:ext cx="457200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50000"/>
              </a:spcBef>
            </a:pPr>
            <a:r>
              <a:rPr kumimoji="1" lang="en-US" altLang="zh-CN" sz="2400" b="1" i="1">
                <a:solidFill>
                  <a:prstClr val="black"/>
                </a:solidFill>
                <a:latin typeface="Times New Roman" panose="02020603050405020304" pitchFamily="18" charset="0"/>
              </a:rPr>
              <a:t>a</a:t>
            </a:r>
          </a:p>
        </p:txBody>
      </p:sp>
      <p:sp>
        <p:nvSpPr>
          <p:cNvPr id="426012" name="Line 28"/>
          <p:cNvSpPr>
            <a:spLocks noChangeShapeType="1"/>
          </p:cNvSpPr>
          <p:nvPr/>
        </p:nvSpPr>
        <p:spPr bwMode="auto">
          <a:xfrm flipV="1">
            <a:off x="3733800" y="3614738"/>
            <a:ext cx="0" cy="28575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426013" name="Text Box 29"/>
          <p:cNvSpPr txBox="1">
            <a:spLocks noChangeArrowheads="1"/>
          </p:cNvSpPr>
          <p:nvPr/>
        </p:nvSpPr>
        <p:spPr bwMode="auto">
          <a:xfrm>
            <a:off x="3805238" y="3543300"/>
            <a:ext cx="5334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50000"/>
              </a:spcBef>
            </a:pPr>
            <a:r>
              <a:rPr kumimoji="1" lang="en-US" altLang="zh-CN" sz="2000" b="1" i="1">
                <a:solidFill>
                  <a:prstClr val="black"/>
                </a:solidFill>
                <a:latin typeface="Times New Roman" panose="02020603050405020304" pitchFamily="18" charset="0"/>
              </a:rPr>
              <a:t>b</a:t>
            </a:r>
          </a:p>
        </p:txBody>
      </p:sp>
      <p:sp>
        <p:nvSpPr>
          <p:cNvPr id="67615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3240286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例：</a:t>
            </a:r>
            <a:r>
              <a:rPr lang="en-US" altLang="zh-CN" sz="3000" dirty="0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LR(0)</a:t>
            </a:r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自动机</a:t>
            </a:r>
            <a:endParaRPr lang="zh-CN" altLang="en-US" sz="3000" i="1" dirty="0">
              <a:solidFill>
                <a:schemeClr val="tx1"/>
              </a:solidFill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" name="内容占位符 2"/>
          <p:cNvSpPr txBox="1">
            <a:spLocks/>
          </p:cNvSpPr>
          <p:nvPr/>
        </p:nvSpPr>
        <p:spPr bwMode="auto">
          <a:xfrm>
            <a:off x="168127" y="699542"/>
            <a:ext cx="1379537" cy="168275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/>
          <a:lstStyle/>
          <a:p>
            <a:pPr>
              <a:spcBef>
                <a:spcPct val="20000"/>
              </a:spcBef>
              <a:buClr>
                <a:srgbClr val="5EAEFF"/>
              </a:buClr>
              <a:buSzPct val="60000"/>
              <a:buFont typeface="Wingdings" pitchFamily="2" charset="2"/>
              <a:buNone/>
              <a:defRPr/>
            </a:pPr>
            <a:r>
              <a:rPr lang="zh-CN" altLang="en-US" b="1" dirty="0">
                <a:solidFill>
                  <a:prstClr val="black"/>
                </a:solidFill>
                <a:latin typeface="楷体" pitchFamily="49" charset="-122"/>
                <a:ea typeface="楷体" pitchFamily="49" charset="-122"/>
                <a:cs typeface="Times New Roman" pitchFamily="18" charset="0"/>
              </a:rPr>
              <a:t>文法</a:t>
            </a:r>
            <a:endParaRPr lang="en-US" altLang="zh-CN" b="1" dirty="0">
              <a:solidFill>
                <a:prstClr val="black"/>
              </a:solidFill>
              <a:latin typeface="楷体" pitchFamily="49" charset="-122"/>
              <a:ea typeface="楷体" pitchFamily="49" charset="-122"/>
              <a:cs typeface="Times New Roman" pitchFamily="18" charset="0"/>
            </a:endParaRPr>
          </a:p>
          <a:p>
            <a:pPr>
              <a:spcBef>
                <a:spcPct val="20000"/>
              </a:spcBef>
              <a:buClr>
                <a:srgbClr val="5EAEFF"/>
              </a:buClr>
              <a:buSzPct val="60000"/>
              <a:buFont typeface="Wingdings" pitchFamily="2" charset="2"/>
              <a:buNone/>
              <a:defRPr/>
            </a:pPr>
            <a:r>
              <a:rPr lang="en-US" altLang="zh-CN" b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(0) </a:t>
            </a:r>
            <a:r>
              <a:rPr lang="en-US" altLang="zh-CN" b="1" i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S' </a:t>
            </a:r>
            <a:r>
              <a:rPr lang="en-US" altLang="zh-CN" b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→ </a:t>
            </a:r>
            <a:r>
              <a:rPr lang="en-US" altLang="zh-CN" b="1" i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S</a:t>
            </a:r>
            <a:r>
              <a:rPr lang="en-US" altLang="zh-CN" b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 </a:t>
            </a:r>
          </a:p>
          <a:p>
            <a:pPr>
              <a:spcBef>
                <a:spcPct val="20000"/>
              </a:spcBef>
              <a:buClr>
                <a:srgbClr val="5EAEFF"/>
              </a:buClr>
              <a:buSzPct val="60000"/>
              <a:buFont typeface="Wingdings" pitchFamily="2" charset="2"/>
              <a:buNone/>
              <a:defRPr/>
            </a:pPr>
            <a:r>
              <a:rPr lang="en-US" altLang="zh-CN" b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(1) </a:t>
            </a:r>
            <a:r>
              <a:rPr lang="en-US" altLang="zh-CN" b="1" i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S </a:t>
            </a:r>
            <a:r>
              <a:rPr lang="en-US" altLang="zh-CN" b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→ </a:t>
            </a:r>
            <a:r>
              <a:rPr lang="en-US" altLang="zh-CN" b="1" i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BB</a:t>
            </a:r>
            <a:endParaRPr lang="en-US" altLang="zh-CN" b="1" dirty="0">
              <a:solidFill>
                <a:prstClr val="black"/>
              </a:solidFill>
              <a:latin typeface="Times New Roman" pitchFamily="18" charset="0"/>
              <a:ea typeface="楷体_GB2312"/>
              <a:cs typeface="Times New Roman" pitchFamily="18" charset="0"/>
            </a:endParaRPr>
          </a:p>
          <a:p>
            <a:pPr>
              <a:spcBef>
                <a:spcPct val="20000"/>
              </a:spcBef>
              <a:buClr>
                <a:srgbClr val="5EAEFF"/>
              </a:buClr>
              <a:buSzPct val="60000"/>
              <a:buFont typeface="Wingdings" pitchFamily="2" charset="2"/>
              <a:buNone/>
              <a:defRPr/>
            </a:pPr>
            <a:r>
              <a:rPr lang="en-US" altLang="zh-CN" b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(2) </a:t>
            </a:r>
            <a:r>
              <a:rPr lang="en-US" altLang="zh-CN" b="1" i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B </a:t>
            </a:r>
            <a:r>
              <a:rPr lang="en-US" altLang="zh-CN" b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→ </a:t>
            </a:r>
            <a:r>
              <a:rPr lang="en-US" altLang="zh-CN" b="1" i="1" dirty="0" err="1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aB</a:t>
            </a:r>
            <a:endParaRPr lang="en-US" altLang="zh-CN" b="1" dirty="0">
              <a:solidFill>
                <a:prstClr val="black"/>
              </a:solidFill>
              <a:latin typeface="Times New Roman" pitchFamily="18" charset="0"/>
              <a:ea typeface="楷体_GB2312"/>
              <a:cs typeface="Times New Roman" pitchFamily="18" charset="0"/>
            </a:endParaRPr>
          </a:p>
          <a:p>
            <a:pPr>
              <a:spcBef>
                <a:spcPct val="20000"/>
              </a:spcBef>
              <a:buClr>
                <a:srgbClr val="5EAEFF"/>
              </a:buClr>
              <a:buSzPct val="60000"/>
              <a:buFont typeface="Wingdings" pitchFamily="2" charset="2"/>
              <a:buNone/>
              <a:defRPr/>
            </a:pPr>
            <a:r>
              <a:rPr lang="en-US" altLang="zh-CN" b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(3) </a:t>
            </a:r>
            <a:r>
              <a:rPr lang="en-US" altLang="zh-CN" b="1" i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B </a:t>
            </a:r>
            <a:r>
              <a:rPr lang="en-US" altLang="zh-CN" b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→ </a:t>
            </a:r>
            <a:r>
              <a:rPr lang="en-US" altLang="zh-CN" b="1" i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b</a:t>
            </a:r>
            <a:endParaRPr lang="zh-CN" altLang="en-US" b="1" dirty="0">
              <a:solidFill>
                <a:prstClr val="black"/>
              </a:solidFill>
              <a:ea typeface="楷体_GB2312"/>
              <a:cs typeface="Times New Roman" pitchFamily="18" charset="0"/>
            </a:endParaRPr>
          </a:p>
        </p:txBody>
      </p:sp>
      <p:graphicFrame>
        <p:nvGraphicFramePr>
          <p:cNvPr id="34" name="Group 18"/>
          <p:cNvGraphicFramePr>
            <a:graphicFrameLocks noGrp="1"/>
          </p:cNvGraphicFramePr>
          <p:nvPr/>
        </p:nvGraphicFramePr>
        <p:xfrm>
          <a:off x="5799138" y="1131888"/>
          <a:ext cx="3236912" cy="3657597"/>
        </p:xfrm>
        <a:graphic>
          <a:graphicData uri="http://schemas.openxmlformats.org/drawingml/2006/table">
            <a:tbl>
              <a:tblPr/>
              <a:tblGrid>
                <a:gridCol w="3571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62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62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32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762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374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25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华文楷体" pitchFamily="2" charset="-122"/>
                          <a:ea typeface="华文楷体" pitchFamily="2" charset="-122"/>
                          <a:cs typeface="Times New Roman" pitchFamily="18" charset="0"/>
                        </a:rPr>
                        <a:t>状态</a:t>
                      </a:r>
                    </a:p>
                  </a:txBody>
                  <a:tcPr marL="91420" marR="91420" marT="34277" marB="34277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" pitchFamily="49" charset="-122"/>
                        </a:rPr>
                        <a:t>ACTION</a:t>
                      </a:r>
                      <a:endParaRPr kumimoji="0" lang="zh-CN" altLang="en-US" sz="20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" pitchFamily="49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" pitchFamily="49" charset="-122"/>
                        </a:rPr>
                        <a:t>GOTO</a:t>
                      </a:r>
                      <a:endParaRPr kumimoji="0" lang="zh-CN" altLang="en-US" sz="20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" pitchFamily="49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1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a</a:t>
                      </a:r>
                      <a:endParaRPr kumimoji="0" lang="zh-CN" altLang="en-US" sz="2200" b="1" i="1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" pitchFamily="49" charset="-122"/>
                        </a:rPr>
                        <a:t>b</a:t>
                      </a:r>
                      <a:endParaRPr kumimoji="0" lang="zh-CN" altLang="en-US" sz="22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" pitchFamily="49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$ 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" pitchFamily="49" charset="-122"/>
                        </a:rPr>
                        <a:t>S</a:t>
                      </a:r>
                      <a:endParaRPr kumimoji="0" lang="zh-CN" altLang="en-US" sz="22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" pitchFamily="49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1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B</a:t>
                      </a:r>
                      <a:endParaRPr kumimoji="0" lang="zh-CN" altLang="en-US" sz="2200" b="1" i="1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385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s3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s4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1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2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385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1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acc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85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2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s3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s4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5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385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3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s3</a:t>
                      </a: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folHlink"/>
                          </a:solidFill>
                          <a:effectLst/>
                          <a:latin typeface="宋体" pitchFamily="2" charset="-122"/>
                          <a:ea typeface="华文楷体" pitchFamily="2" charset="-122"/>
                          <a:cs typeface="Times New Roman" pitchFamily="18" charset="0"/>
                        </a:rPr>
                        <a:t> 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s4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6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385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4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r3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r3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r3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385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5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r1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r1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r1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385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6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r2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r2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r2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" name="矩形 1"/>
          <p:cNvSpPr>
            <a:spLocks noChangeArrowheads="1"/>
          </p:cNvSpPr>
          <p:nvPr/>
        </p:nvSpPr>
        <p:spPr bwMode="auto">
          <a:xfrm>
            <a:off x="6518275" y="700088"/>
            <a:ext cx="1800225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r>
              <a:rPr lang="en-US" altLang="zh-CN" sz="2400" b="1" i="1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LR</a:t>
            </a:r>
            <a:r>
              <a:rPr lang="en-US" altLang="zh-CN" sz="2400" b="1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(0)</a:t>
            </a:r>
            <a:r>
              <a:rPr lang="zh-CN" altLang="en-US" sz="2400" b="1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分析表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7EA8C38-2CC7-4E76-8EC4-F69FCE0E20F3}"/>
              </a:ext>
            </a:extLst>
          </p:cNvPr>
          <p:cNvSpPr txBox="1"/>
          <p:nvPr/>
        </p:nvSpPr>
        <p:spPr>
          <a:xfrm>
            <a:off x="184745" y="4558357"/>
            <a:ext cx="25218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例如：分析</a:t>
            </a:r>
            <a:r>
              <a:rPr lang="en-US" altLang="zh-CN" sz="2400" b="1" dirty="0" err="1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abb</a:t>
            </a:r>
            <a:r>
              <a:rPr lang="en-US" altLang="zh-CN" sz="2400" b="1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$</a:t>
            </a:r>
            <a:endParaRPr lang="zh-CN" altLang="en-US" sz="2400" b="1" dirty="0"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39" name="Text Box 30">
            <a:extLst>
              <a:ext uri="{FF2B5EF4-FFF2-40B4-BE49-F238E27FC236}">
                <a16:creationId xmlns:a16="http://schemas.microsoft.com/office/drawing/2014/main" id="{7233A05B-1266-41FA-B5CB-38874E60C1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496" y="2509113"/>
            <a:ext cx="1944118" cy="2092881"/>
          </a:xfrm>
          <a:prstGeom prst="rect">
            <a:avLst/>
          </a:prstGeom>
          <a:noFill/>
          <a:ln>
            <a:solidFill>
              <a:schemeClr val="tx1"/>
            </a:solidFill>
          </a:ln>
          <a:extLst/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 b="1">
                <a:solidFill>
                  <a:schemeClr val="tx1"/>
                </a:solidFill>
                <a:latin typeface="Tahoma" panose="020B0604030504040204" pitchFamily="34" charset="0"/>
                <a:ea typeface="楷体_GB2312" panose="02010609030101010101" pitchFamily="49" charset="-122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800" b="1">
                <a:solidFill>
                  <a:schemeClr val="tx1"/>
                </a:solidFill>
                <a:latin typeface="Tahoma" panose="020B0604030504040204" pitchFamily="34" charset="0"/>
                <a:ea typeface="楷体_GB2312" panose="02010609030101010101" pitchFamily="49" charset="-122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Tahoma" panose="020B0604030504040204" pitchFamily="34" charset="0"/>
                <a:ea typeface="楷体_GB2312" panose="02010609030101010101" pitchFamily="49" charset="-122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Tahoma" panose="020B0604030504040204" pitchFamily="34" charset="0"/>
                <a:ea typeface="楷体_GB2312" panose="02010609030101010101" pitchFamily="49" charset="-122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Tahoma" panose="020B0604030504040204" pitchFamily="34" charset="0"/>
                <a:ea typeface="楷体_GB2312" panose="02010609030101010101" pitchFamily="49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Tahoma" panose="020B0604030504040204" pitchFamily="34" charset="0"/>
                <a:ea typeface="楷体_GB2312" panose="02010609030101010101" pitchFamily="49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Tahoma" panose="020B0604030504040204" pitchFamily="34" charset="0"/>
                <a:ea typeface="楷体_GB2312" panose="02010609030101010101" pitchFamily="49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Tahoma" panose="020B0604030504040204" pitchFamily="34" charset="0"/>
                <a:ea typeface="楷体_GB2312" panose="02010609030101010101" pitchFamily="49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Tahoma" panose="020B0604030504040204" pitchFamily="34" charset="0"/>
                <a:ea typeface="楷体_GB2312" panose="02010609030101010101" pitchFamily="49" charset="-122"/>
              </a:defRPr>
            </a:lvl9pPr>
          </a:lstStyle>
          <a:p>
            <a:pPr indent="14288">
              <a:spcBef>
                <a:spcPct val="50000"/>
              </a:spcBef>
              <a:buClrTx/>
              <a:buSzTx/>
              <a:buFont typeface="Wingdings" panose="05000000000000000000" pitchFamily="2" charset="2"/>
              <a:buChar char="Ø"/>
            </a:pPr>
            <a:r>
              <a:rPr lang="zh-CN" altLang="en-US" sz="2000" dirty="0">
                <a:solidFill>
                  <a:srgbClr val="0070C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每个状态与其入边上标记的符号对应</a:t>
            </a:r>
            <a:endParaRPr lang="en-US" altLang="zh-CN" sz="2000" dirty="0">
              <a:solidFill>
                <a:srgbClr val="0070C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indent="14288">
              <a:spcBef>
                <a:spcPct val="50000"/>
              </a:spcBef>
              <a:buClrTx/>
              <a:buSzTx/>
              <a:buFont typeface="Wingdings" panose="05000000000000000000" pitchFamily="2" charset="2"/>
              <a:buChar char="Ø"/>
            </a:pPr>
            <a:r>
              <a:rPr lang="zh-CN" altLang="en-US" sz="2000" dirty="0">
                <a:solidFill>
                  <a:srgbClr val="0070C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状态代表了栈中所有符号的信息</a:t>
            </a:r>
            <a:endParaRPr lang="en-US" altLang="zh-CN" sz="2000" dirty="0">
              <a:solidFill>
                <a:srgbClr val="0070C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A457196A-318C-41BA-A323-6ACFAAEB4AB2}"/>
              </a:ext>
            </a:extLst>
          </p:cNvPr>
          <p:cNvSpPr/>
          <p:nvPr/>
        </p:nvSpPr>
        <p:spPr>
          <a:xfrm>
            <a:off x="3968750" y="51470"/>
            <a:ext cx="517525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000" b="1" dirty="0">
                <a:latin typeface="+mn-ea"/>
                <a:ea typeface="+mn-ea"/>
              </a:rPr>
              <a:t>任一时刻分析栈中的符号串，一定是从</a:t>
            </a:r>
            <a:r>
              <a:rPr lang="zh-CN" altLang="en-US" sz="20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+mn-ea"/>
                <a:ea typeface="+mn-ea"/>
              </a:rPr>
              <a:t>初始状态</a:t>
            </a:r>
            <a:r>
              <a:rPr lang="zh-CN" altLang="en-US" sz="2000" b="1" dirty="0">
                <a:latin typeface="+mn-ea"/>
                <a:ea typeface="+mn-ea"/>
              </a:rPr>
              <a:t>到</a:t>
            </a:r>
            <a:r>
              <a:rPr lang="zh-CN" altLang="en-US" sz="20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+mn-ea"/>
                <a:ea typeface="+mn-ea"/>
              </a:rPr>
              <a:t>栈顶状态</a:t>
            </a:r>
            <a:r>
              <a:rPr lang="zh-CN" altLang="en-US" sz="2000" b="1" dirty="0">
                <a:latin typeface="+mn-ea"/>
                <a:ea typeface="+mn-ea"/>
              </a:rPr>
              <a:t>的</a:t>
            </a:r>
            <a:r>
              <a:rPr lang="zh-CN" altLang="en-US" sz="20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+mn-ea"/>
                <a:ea typeface="+mn-ea"/>
              </a:rPr>
              <a:t>路径上对应</a:t>
            </a:r>
            <a:r>
              <a:rPr lang="zh-CN" altLang="en-US" sz="2000" b="1" dirty="0">
                <a:latin typeface="+mn-ea"/>
                <a:ea typeface="+mn-ea"/>
              </a:rPr>
              <a:t>的</a:t>
            </a:r>
            <a:r>
              <a:rPr lang="zh-CN" altLang="en-US" sz="20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+mn-ea"/>
                <a:ea typeface="+mn-ea"/>
              </a:rPr>
              <a:t>符号串。</a:t>
            </a:r>
            <a:endParaRPr lang="zh-CN" altLang="en-US" sz="2000" b="1" dirty="0">
              <a:solidFill>
                <a:srgbClr val="FF0000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5693427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38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矩形 34"/>
          <p:cNvSpPr/>
          <p:nvPr/>
        </p:nvSpPr>
        <p:spPr>
          <a:xfrm>
            <a:off x="3162300" y="3900488"/>
            <a:ext cx="1000125" cy="1077912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3" name="矩形 2"/>
          <p:cNvSpPr/>
          <p:nvPr/>
        </p:nvSpPr>
        <p:spPr>
          <a:xfrm>
            <a:off x="3160713" y="1677988"/>
            <a:ext cx="1001712" cy="122237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425987" name="Rectangle 3"/>
          <p:cNvSpPr>
            <a:spLocks noGrp="1" noChangeArrowheads="1"/>
          </p:cNvSpPr>
          <p:nvPr>
            <p:ph idx="1"/>
          </p:nvPr>
        </p:nvSpPr>
        <p:spPr>
          <a:xfrm>
            <a:off x="1671638" y="731838"/>
            <a:ext cx="1073150" cy="1465262"/>
          </a:xfrm>
          <a:solidFill>
            <a:schemeClr val="accent5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/>
          <a:lstStyle/>
          <a:p>
            <a:pPr marL="609600" indent="-609600" eaLnBrk="1" hangingPunct="1">
              <a:lnSpc>
                <a:spcPct val="90000"/>
              </a:lnSpc>
              <a:spcBef>
                <a:spcPct val="0"/>
              </a:spcBef>
              <a:buFont typeface="Wingdings" pitchFamily="2" charset="2"/>
              <a:buNone/>
              <a:defRPr/>
            </a:pPr>
            <a:r>
              <a:rPr lang="en-US" altLang="zh-CN" sz="2000" b="1" i="1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I</a:t>
            </a:r>
            <a:r>
              <a:rPr lang="en-US" altLang="zh-CN" sz="2000" b="1" i="1" baseline="-25000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0</a:t>
            </a:r>
            <a:r>
              <a:rPr lang="en-US" altLang="zh-CN" sz="2000" b="1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:</a:t>
            </a:r>
          </a:p>
          <a:p>
            <a:pPr marL="609600" indent="-609600" eaLnBrk="1" hangingPunct="1">
              <a:lnSpc>
                <a:spcPct val="90000"/>
              </a:lnSpc>
              <a:spcBef>
                <a:spcPct val="0"/>
              </a:spcBef>
              <a:buFont typeface="Wingdings" pitchFamily="2" charset="2"/>
              <a:buNone/>
              <a:defRPr/>
            </a:pPr>
            <a:r>
              <a:rPr lang="en-US" altLang="zh-CN" sz="2000" b="1" i="1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S</a:t>
            </a:r>
            <a:r>
              <a:rPr lang="en-US" altLang="zh-CN" sz="2000" b="1" i="1">
                <a:solidFill>
                  <a:srgbClr val="000000"/>
                </a:solidFill>
                <a:ea typeface="楷体_GB2312" pitchFamily="49" charset="-122"/>
                <a:cs typeface="Times New Roman" pitchFamily="18" charset="0"/>
              </a:rPr>
              <a:t>' </a:t>
            </a:r>
            <a:r>
              <a:rPr lang="en-US" altLang="zh-CN" sz="2000" b="1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→</a:t>
            </a:r>
            <a:r>
              <a:rPr lang="en-US" altLang="zh-CN" sz="2000" b="1">
                <a:solidFill>
                  <a:schemeClr val="tx1"/>
                </a:solidFill>
                <a:cs typeface="Times New Roman" pitchFamily="18" charset="0"/>
              </a:rPr>
              <a:t>·</a:t>
            </a:r>
            <a:r>
              <a:rPr lang="en-US" altLang="zh-CN" sz="2000" b="1" i="1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S</a:t>
            </a:r>
          </a:p>
          <a:p>
            <a:pPr marL="609600" indent="-609600" eaLnBrk="1" hangingPunct="1">
              <a:lnSpc>
                <a:spcPct val="90000"/>
              </a:lnSpc>
              <a:spcBef>
                <a:spcPct val="0"/>
              </a:spcBef>
              <a:buFont typeface="Wingdings" pitchFamily="2" charset="2"/>
              <a:buNone/>
              <a:defRPr/>
            </a:pPr>
            <a:r>
              <a:rPr lang="en-US" altLang="zh-CN" sz="2000" b="1" i="1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S</a:t>
            </a:r>
            <a:r>
              <a:rPr lang="en-US" altLang="zh-CN" sz="2000" b="1">
                <a:solidFill>
                  <a:schemeClr val="tx1"/>
                </a:solidFill>
                <a:ea typeface="楷体_GB2312" pitchFamily="49" charset="-122"/>
                <a:cs typeface="Times New Roman" pitchFamily="18" charset="0"/>
              </a:rPr>
              <a:t>→</a:t>
            </a:r>
            <a:r>
              <a:rPr lang="en-US" altLang="zh-CN" sz="2000" b="1">
                <a:solidFill>
                  <a:schemeClr val="tx1"/>
                </a:solidFill>
              </a:rPr>
              <a:t>·</a:t>
            </a:r>
            <a:r>
              <a:rPr lang="en-US" altLang="zh-CN" sz="2000" b="1" i="1">
                <a:solidFill>
                  <a:schemeClr val="tx1"/>
                </a:solidFill>
                <a:ea typeface="宋体" pitchFamily="2" charset="-122"/>
                <a:cs typeface="Times New Roman" pitchFamily="18" charset="0"/>
              </a:rPr>
              <a:t>BB</a:t>
            </a:r>
          </a:p>
          <a:p>
            <a:pPr marL="609600" indent="-609600" eaLnBrk="1" hangingPunct="1">
              <a:lnSpc>
                <a:spcPct val="90000"/>
              </a:lnSpc>
              <a:spcBef>
                <a:spcPct val="0"/>
              </a:spcBef>
              <a:buFont typeface="Wingdings" pitchFamily="2" charset="2"/>
              <a:buNone/>
              <a:defRPr/>
            </a:pPr>
            <a:r>
              <a:rPr lang="en-US" altLang="zh-CN" sz="2000" b="1" i="1">
                <a:solidFill>
                  <a:schemeClr val="tx1"/>
                </a:solidFill>
                <a:ea typeface="宋体" pitchFamily="2" charset="-122"/>
                <a:cs typeface="Times New Roman" pitchFamily="18" charset="0"/>
              </a:rPr>
              <a:t>B</a:t>
            </a:r>
            <a:r>
              <a:rPr lang="en-US" altLang="zh-CN" sz="2000" b="1">
                <a:solidFill>
                  <a:schemeClr val="tx1"/>
                </a:solidFill>
                <a:ea typeface="宋体" pitchFamily="2" charset="-122"/>
                <a:cs typeface="Times New Roman" pitchFamily="18" charset="0"/>
              </a:rPr>
              <a:t>→</a:t>
            </a:r>
            <a:r>
              <a:rPr lang="en-US" altLang="zh-CN" sz="2000" b="1">
                <a:solidFill>
                  <a:schemeClr val="tx1"/>
                </a:solidFill>
              </a:rPr>
              <a:t>·</a:t>
            </a:r>
            <a:r>
              <a:rPr lang="en-US" altLang="zh-CN" sz="2000" b="1" i="1">
                <a:solidFill>
                  <a:schemeClr val="tx1"/>
                </a:solidFill>
                <a:ea typeface="宋体" pitchFamily="2" charset="-122"/>
                <a:cs typeface="Times New Roman" pitchFamily="18" charset="0"/>
              </a:rPr>
              <a:t>aB</a:t>
            </a:r>
          </a:p>
          <a:p>
            <a:pPr marL="609600" indent="-609600" eaLnBrk="1" hangingPunct="1">
              <a:lnSpc>
                <a:spcPct val="90000"/>
              </a:lnSpc>
              <a:spcBef>
                <a:spcPct val="0"/>
              </a:spcBef>
              <a:buFont typeface="Wingdings" pitchFamily="2" charset="2"/>
              <a:buNone/>
              <a:defRPr/>
            </a:pPr>
            <a:r>
              <a:rPr lang="en-US" altLang="zh-CN" sz="2000" b="1" i="1">
                <a:solidFill>
                  <a:schemeClr val="tx1"/>
                </a:solidFill>
                <a:ea typeface="宋体" pitchFamily="2" charset="-122"/>
                <a:cs typeface="Times New Roman" pitchFamily="18" charset="0"/>
              </a:rPr>
              <a:t>B</a:t>
            </a:r>
            <a:r>
              <a:rPr lang="en-US" altLang="zh-CN" sz="2000" b="1">
                <a:solidFill>
                  <a:schemeClr val="tx1"/>
                </a:solidFill>
                <a:ea typeface="宋体" pitchFamily="2" charset="-122"/>
                <a:cs typeface="Times New Roman" pitchFamily="18" charset="0"/>
              </a:rPr>
              <a:t>→</a:t>
            </a:r>
            <a:r>
              <a:rPr lang="en-US" altLang="zh-CN" sz="2000" b="1">
                <a:solidFill>
                  <a:schemeClr val="tx1"/>
                </a:solidFill>
              </a:rPr>
              <a:t>·</a:t>
            </a:r>
            <a:r>
              <a:rPr lang="en-US" altLang="zh-CN" sz="2000" b="1" i="1">
                <a:solidFill>
                  <a:schemeClr val="tx1"/>
                </a:solidFill>
                <a:ea typeface="宋体" pitchFamily="2" charset="-122"/>
                <a:cs typeface="Times New Roman" pitchFamily="18" charset="0"/>
              </a:rPr>
              <a:t>b</a:t>
            </a:r>
            <a:r>
              <a:rPr lang="en-US" altLang="zh-CN" sz="2000" b="1">
                <a:solidFill>
                  <a:schemeClr val="tx1"/>
                </a:solidFill>
                <a:ea typeface="宋体" pitchFamily="2" charset="-122"/>
                <a:cs typeface="Times New Roman" pitchFamily="18" charset="0"/>
              </a:rPr>
              <a:t>	</a:t>
            </a:r>
            <a:endParaRPr lang="en-US" altLang="zh-CN" b="1">
              <a:solidFill>
                <a:schemeClr val="tx1"/>
              </a:solidFill>
              <a:ea typeface="宋体" pitchFamily="2" charset="-122"/>
              <a:cs typeface="Times New Roman" pitchFamily="18" charset="0"/>
            </a:endParaRPr>
          </a:p>
        </p:txBody>
      </p:sp>
      <p:sp>
        <p:nvSpPr>
          <p:cNvPr id="425988" name="Rectangle 4"/>
          <p:cNvSpPr>
            <a:spLocks noChangeArrowheads="1"/>
          </p:cNvSpPr>
          <p:nvPr/>
        </p:nvSpPr>
        <p:spPr bwMode="auto">
          <a:xfrm>
            <a:off x="3160713" y="757238"/>
            <a:ext cx="1001712" cy="70802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lIns="92075" tIns="46038" rIns="92075" bIns="46038"/>
          <a:lstStyle/>
          <a:p>
            <a:pPr marL="609600" indent="-609600">
              <a:buClr>
                <a:srgbClr val="073E87"/>
              </a:buClr>
              <a:buSzPct val="75000"/>
              <a:buFont typeface="Monotype Sorts"/>
              <a:buNone/>
              <a:defRPr/>
            </a:pPr>
            <a:r>
              <a:rPr kumimoji="1" lang="en-US" altLang="zh-CN" sz="2000" b="1" i="1" dirty="0">
                <a:solidFill>
                  <a:prstClr val="black"/>
                </a:solidFill>
                <a:latin typeface="Times New Roman" pitchFamily="18" charset="0"/>
                <a:cs typeface="Times New Roman" pitchFamily="18" charset="0"/>
              </a:rPr>
              <a:t>I</a:t>
            </a:r>
            <a:r>
              <a:rPr kumimoji="1" lang="en-US" altLang="zh-CN" sz="2000" b="1" i="1" baseline="-25000" dirty="0">
                <a:solidFill>
                  <a:prstClr val="black"/>
                </a:solidFill>
                <a:latin typeface="Times New Roman" pitchFamily="18" charset="0"/>
                <a:cs typeface="Times New Roman" pitchFamily="18" charset="0"/>
              </a:rPr>
              <a:t>1</a:t>
            </a:r>
            <a:r>
              <a:rPr kumimoji="1" lang="en-US" altLang="zh-CN" sz="2000" b="1" dirty="0">
                <a:solidFill>
                  <a:prstClr val="black"/>
                </a:solidFill>
                <a:latin typeface="Times New Roman" pitchFamily="18" charset="0"/>
                <a:cs typeface="Times New Roman" pitchFamily="18" charset="0"/>
              </a:rPr>
              <a:t>:</a:t>
            </a:r>
          </a:p>
          <a:p>
            <a:pPr marL="609600" indent="-609600">
              <a:buClr>
                <a:srgbClr val="073E87"/>
              </a:buClr>
              <a:buSzPct val="75000"/>
              <a:buFont typeface="Monotype Sorts"/>
              <a:buNone/>
              <a:defRPr/>
            </a:pPr>
            <a:r>
              <a:rPr kumimoji="1" lang="en-US" altLang="zh-CN" sz="2000" b="1" i="1" dirty="0">
                <a:solidFill>
                  <a:prstClr val="black"/>
                </a:solidFill>
                <a:latin typeface="Times New Roman" pitchFamily="18" charset="0"/>
                <a:cs typeface="Times New Roman" pitchFamily="18" charset="0"/>
              </a:rPr>
              <a:t>S</a:t>
            </a:r>
            <a:r>
              <a:rPr lang="en-US" altLang="zh-CN" sz="2000" b="1" i="1" dirty="0">
                <a:solidFill>
                  <a:prstClr val="black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' </a:t>
            </a:r>
            <a:r>
              <a:rPr kumimoji="1" lang="en-US" altLang="zh-CN" sz="2000" b="1" dirty="0">
                <a:solidFill>
                  <a:prstClr val="black"/>
                </a:solidFill>
                <a:latin typeface="Times New Roman" pitchFamily="18" charset="0"/>
                <a:cs typeface="Times New Roman" pitchFamily="18" charset="0"/>
              </a:rPr>
              <a:t>→</a:t>
            </a:r>
            <a:r>
              <a:rPr kumimoji="1" lang="en-US" altLang="zh-CN" sz="2000" b="1" i="1" dirty="0">
                <a:solidFill>
                  <a:prstClr val="black"/>
                </a:solidFill>
                <a:latin typeface="Times New Roman" pitchFamily="18" charset="0"/>
                <a:cs typeface="Times New Roman" pitchFamily="18" charset="0"/>
              </a:rPr>
              <a:t>S</a:t>
            </a:r>
            <a:r>
              <a:rPr lang="en-US" altLang="zh-CN" sz="2000" b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·</a:t>
            </a:r>
            <a:endParaRPr kumimoji="1" lang="en-US" altLang="zh-CN" sz="2000" b="1" dirty="0">
              <a:solidFill>
                <a:prstClr val="black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25989" name="Line 5"/>
          <p:cNvSpPr>
            <a:spLocks noChangeShapeType="1"/>
          </p:cNvSpPr>
          <p:nvPr/>
        </p:nvSpPr>
        <p:spPr bwMode="auto">
          <a:xfrm>
            <a:off x="2744788" y="1112838"/>
            <a:ext cx="420687" cy="158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425990" name="Text Box 6"/>
          <p:cNvSpPr txBox="1">
            <a:spLocks noChangeArrowheads="1"/>
          </p:cNvSpPr>
          <p:nvPr/>
        </p:nvSpPr>
        <p:spPr bwMode="auto">
          <a:xfrm>
            <a:off x="2698750" y="714375"/>
            <a:ext cx="5334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50000"/>
              </a:spcBef>
            </a:pPr>
            <a:r>
              <a:rPr kumimoji="1" lang="en-US" altLang="zh-CN" sz="2000" b="1" i="1">
                <a:solidFill>
                  <a:prstClr val="black"/>
                </a:solidFill>
                <a:latin typeface="Times New Roman" panose="02020603050405020304" pitchFamily="18" charset="0"/>
              </a:rPr>
              <a:t>S</a:t>
            </a:r>
          </a:p>
        </p:txBody>
      </p:sp>
      <p:sp>
        <p:nvSpPr>
          <p:cNvPr id="425991" name="Line 7"/>
          <p:cNvSpPr>
            <a:spLocks noChangeShapeType="1"/>
          </p:cNvSpPr>
          <p:nvPr/>
        </p:nvSpPr>
        <p:spPr bwMode="auto">
          <a:xfrm>
            <a:off x="2744788" y="1755775"/>
            <a:ext cx="417512" cy="1588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425992" name="Text Box 8"/>
          <p:cNvSpPr txBox="1">
            <a:spLocks noChangeArrowheads="1"/>
          </p:cNvSpPr>
          <p:nvPr/>
        </p:nvSpPr>
        <p:spPr bwMode="auto">
          <a:xfrm>
            <a:off x="2716213" y="1347788"/>
            <a:ext cx="5334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50000"/>
              </a:spcBef>
            </a:pPr>
            <a:r>
              <a:rPr kumimoji="1" lang="en-US" altLang="zh-CN" sz="2000" b="1" i="1">
                <a:solidFill>
                  <a:prstClr val="black"/>
                </a:solidFill>
                <a:latin typeface="Times New Roman" panose="02020603050405020304" pitchFamily="18" charset="0"/>
              </a:rPr>
              <a:t>B</a:t>
            </a:r>
          </a:p>
        </p:txBody>
      </p:sp>
      <p:sp>
        <p:nvSpPr>
          <p:cNvPr id="425993" name="Rectangle 9"/>
          <p:cNvSpPr>
            <a:spLocks noChangeArrowheads="1"/>
          </p:cNvSpPr>
          <p:nvPr/>
        </p:nvSpPr>
        <p:spPr bwMode="auto">
          <a:xfrm>
            <a:off x="3154363" y="1603623"/>
            <a:ext cx="1295400" cy="1400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609600" indent="-609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buClr>
                <a:srgbClr val="073E87"/>
              </a:buClr>
              <a:buSzPct val="75000"/>
              <a:buFont typeface="Monotype Sorts"/>
              <a:buNone/>
            </a:pPr>
            <a:r>
              <a:rPr kumimoji="1" lang="en-US" altLang="zh-CN" sz="20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I</a:t>
            </a:r>
            <a:r>
              <a:rPr kumimoji="1" lang="en-US" altLang="zh-CN" sz="2000" b="1" i="1" baseline="-25000" dirty="0">
                <a:solidFill>
                  <a:prstClr val="black"/>
                </a:solidFill>
                <a:latin typeface="Times New Roman" panose="02020603050405020304" pitchFamily="18" charset="0"/>
              </a:rPr>
              <a:t>2</a:t>
            </a:r>
            <a:r>
              <a:rPr kumimoji="1" lang="en-US" altLang="zh-CN" sz="2000" b="1" dirty="0">
                <a:solidFill>
                  <a:prstClr val="black"/>
                </a:solidFill>
                <a:latin typeface="Times New Roman" panose="02020603050405020304" pitchFamily="18" charset="0"/>
              </a:rPr>
              <a:t>:</a:t>
            </a:r>
          </a:p>
          <a:p>
            <a:pPr marL="0" indent="0">
              <a:buClr>
                <a:srgbClr val="073E87"/>
              </a:buClr>
              <a:buSzPct val="75000"/>
              <a:buFont typeface="Monotype Sorts"/>
              <a:buNone/>
            </a:pPr>
            <a:r>
              <a:rPr kumimoji="1" lang="en-US" altLang="zh-CN" sz="20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S</a:t>
            </a:r>
            <a:r>
              <a:rPr kumimoji="1" lang="en-US" altLang="zh-CN" sz="2000" b="1" dirty="0">
                <a:solidFill>
                  <a:prstClr val="black"/>
                </a:solidFill>
                <a:latin typeface="Times New Roman" panose="02020603050405020304" pitchFamily="18" charset="0"/>
              </a:rPr>
              <a:t>→</a:t>
            </a:r>
            <a:r>
              <a:rPr kumimoji="1" lang="en-US" altLang="zh-CN" sz="20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B</a:t>
            </a:r>
            <a:r>
              <a:rPr lang="en-US" altLang="zh-CN" sz="2000" b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r>
              <a:rPr kumimoji="1" lang="en-US" altLang="zh-CN" sz="20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B</a:t>
            </a:r>
          </a:p>
          <a:p>
            <a:pPr marL="0" indent="0">
              <a:buClr>
                <a:srgbClr val="073E87"/>
              </a:buClr>
              <a:buSzPct val="75000"/>
              <a:buFont typeface="Monotype Sorts"/>
              <a:buNone/>
            </a:pPr>
            <a:r>
              <a:rPr kumimoji="1" lang="en-US" altLang="zh-CN" sz="20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B</a:t>
            </a:r>
            <a:r>
              <a:rPr kumimoji="1" lang="en-US" altLang="zh-CN" sz="2000" b="1" dirty="0">
                <a:solidFill>
                  <a:prstClr val="black"/>
                </a:solidFill>
                <a:latin typeface="Times New Roman" panose="02020603050405020304" pitchFamily="18" charset="0"/>
              </a:rPr>
              <a:t>→</a:t>
            </a:r>
            <a:r>
              <a:rPr lang="en-US" altLang="zh-CN" sz="2000" b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r>
              <a:rPr kumimoji="1" lang="en-US" altLang="zh-CN" sz="2000" b="1" i="1" dirty="0" err="1">
                <a:solidFill>
                  <a:prstClr val="black"/>
                </a:solidFill>
                <a:latin typeface="Times New Roman" panose="02020603050405020304" pitchFamily="18" charset="0"/>
              </a:rPr>
              <a:t>aB</a:t>
            </a:r>
            <a:endParaRPr kumimoji="1" lang="en-US" altLang="zh-CN" sz="2000" b="1" i="1" dirty="0">
              <a:solidFill>
                <a:prstClr val="black"/>
              </a:solidFill>
              <a:latin typeface="Times New Roman" panose="02020603050405020304" pitchFamily="18" charset="0"/>
            </a:endParaRPr>
          </a:p>
          <a:p>
            <a:pPr marL="0" indent="0">
              <a:buClr>
                <a:srgbClr val="073E87"/>
              </a:buClr>
              <a:buSzPct val="75000"/>
              <a:buFont typeface="Monotype Sorts"/>
              <a:buNone/>
            </a:pPr>
            <a:r>
              <a:rPr kumimoji="1" lang="en-US" altLang="zh-CN" sz="20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B</a:t>
            </a:r>
            <a:r>
              <a:rPr kumimoji="1" lang="en-US" altLang="zh-CN" sz="2000" b="1" dirty="0">
                <a:solidFill>
                  <a:prstClr val="black"/>
                </a:solidFill>
                <a:latin typeface="Times New Roman" panose="02020603050405020304" pitchFamily="18" charset="0"/>
              </a:rPr>
              <a:t>→</a:t>
            </a:r>
            <a:r>
              <a:rPr lang="en-US" altLang="zh-CN" sz="2000" b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r>
              <a:rPr kumimoji="1" lang="en-US" altLang="zh-CN" sz="2000" b="1" i="1" dirty="0">
                <a:solidFill>
                  <a:prstClr val="black"/>
                </a:solidFill>
                <a:latin typeface="Times New Roman" panose="02020603050405020304" pitchFamily="18" charset="0"/>
              </a:rPr>
              <a:t>b</a:t>
            </a:r>
            <a:r>
              <a:rPr kumimoji="1" lang="en-US" altLang="zh-CN" sz="2400" b="1" dirty="0">
                <a:solidFill>
                  <a:prstClr val="black"/>
                </a:solidFill>
                <a:latin typeface="Times New Roman" panose="02020603050405020304" pitchFamily="18" charset="0"/>
              </a:rPr>
              <a:t>	</a:t>
            </a:r>
            <a:endParaRPr kumimoji="1" lang="en-US" altLang="zh-CN" sz="2800" b="1" dirty="0">
              <a:solidFill>
                <a:prstClr val="black"/>
              </a:solidFill>
              <a:latin typeface="Times New Roman" panose="02020603050405020304" pitchFamily="18" charset="0"/>
            </a:endParaRPr>
          </a:p>
        </p:txBody>
      </p:sp>
      <p:sp>
        <p:nvSpPr>
          <p:cNvPr id="425994" name="Freeform 10"/>
          <p:cNvSpPr>
            <a:spLocks/>
          </p:cNvSpPr>
          <p:nvPr/>
        </p:nvSpPr>
        <p:spPr bwMode="auto">
          <a:xfrm>
            <a:off x="2024063" y="2208213"/>
            <a:ext cx="1141412" cy="2343150"/>
          </a:xfrm>
          <a:custGeom>
            <a:avLst/>
            <a:gdLst>
              <a:gd name="T0" fmla="*/ 0 w 816"/>
              <a:gd name="T1" fmla="*/ 0 h 1344"/>
              <a:gd name="T2" fmla="*/ 2147483646 w 816"/>
              <a:gd name="T3" fmla="*/ 2147483646 h 1344"/>
              <a:gd name="T4" fmla="*/ 2147483646 w 816"/>
              <a:gd name="T5" fmla="*/ 2147483646 h 1344"/>
              <a:gd name="T6" fmla="*/ 2147483646 w 816"/>
              <a:gd name="T7" fmla="*/ 2147483646 h 1344"/>
              <a:gd name="T8" fmla="*/ 0 60000 65536"/>
              <a:gd name="T9" fmla="*/ 0 60000 65536"/>
              <a:gd name="T10" fmla="*/ 0 60000 65536"/>
              <a:gd name="T11" fmla="*/ 0 60000 65536"/>
              <a:gd name="T12" fmla="*/ 0 w 816"/>
              <a:gd name="T13" fmla="*/ 0 h 1344"/>
              <a:gd name="T14" fmla="*/ 816 w 816"/>
              <a:gd name="T15" fmla="*/ 1344 h 1344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816" h="1344">
                <a:moveTo>
                  <a:pt x="0" y="0"/>
                </a:moveTo>
                <a:cubicBezTo>
                  <a:pt x="0" y="312"/>
                  <a:pt x="0" y="624"/>
                  <a:pt x="48" y="816"/>
                </a:cubicBezTo>
                <a:cubicBezTo>
                  <a:pt x="96" y="1008"/>
                  <a:pt x="160" y="1064"/>
                  <a:pt x="288" y="1152"/>
                </a:cubicBezTo>
                <a:cubicBezTo>
                  <a:pt x="416" y="1240"/>
                  <a:pt x="720" y="1304"/>
                  <a:pt x="816" y="1344"/>
                </a:cubicBezTo>
              </a:path>
            </a:pathLst>
          </a:custGeom>
          <a:noFill/>
          <a:ln w="38100">
            <a:solidFill>
              <a:schemeClr val="tx1"/>
            </a:solidFill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425995" name="Text Box 11"/>
          <p:cNvSpPr txBox="1">
            <a:spLocks noChangeArrowheads="1"/>
          </p:cNvSpPr>
          <p:nvPr/>
        </p:nvSpPr>
        <p:spPr bwMode="auto">
          <a:xfrm>
            <a:off x="1701800" y="2471738"/>
            <a:ext cx="4572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50000"/>
              </a:spcBef>
            </a:pPr>
            <a:r>
              <a:rPr kumimoji="1" lang="en-US" altLang="zh-CN" sz="2000" b="1" i="1">
                <a:solidFill>
                  <a:prstClr val="black"/>
                </a:solidFill>
                <a:latin typeface="Times New Roman" panose="02020603050405020304" pitchFamily="18" charset="0"/>
              </a:rPr>
              <a:t>a</a:t>
            </a:r>
          </a:p>
        </p:txBody>
      </p:sp>
      <p:sp>
        <p:nvSpPr>
          <p:cNvPr id="425996" name="Rectangle 12"/>
          <p:cNvSpPr>
            <a:spLocks noChangeArrowheads="1"/>
          </p:cNvSpPr>
          <p:nvPr/>
        </p:nvSpPr>
        <p:spPr bwMode="auto">
          <a:xfrm>
            <a:off x="3162300" y="3863975"/>
            <a:ext cx="1295400" cy="1085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609600" indent="-609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lnSpc>
                <a:spcPct val="90000"/>
              </a:lnSpc>
              <a:buClr>
                <a:srgbClr val="073E87"/>
              </a:buClr>
              <a:buSzPct val="75000"/>
              <a:buFont typeface="Monotype Sorts"/>
              <a:buNone/>
            </a:pPr>
            <a:r>
              <a:rPr kumimoji="1" lang="en-US" altLang="zh-CN" sz="2000" b="1" i="1">
                <a:solidFill>
                  <a:prstClr val="black"/>
                </a:solidFill>
                <a:latin typeface="Times New Roman" panose="02020603050405020304" pitchFamily="18" charset="0"/>
              </a:rPr>
              <a:t>I</a:t>
            </a:r>
            <a:r>
              <a:rPr kumimoji="1" lang="en-US" altLang="zh-CN" sz="2000" b="1" i="1" baseline="-25000">
                <a:solidFill>
                  <a:prstClr val="black"/>
                </a:solidFill>
                <a:latin typeface="Times New Roman" panose="02020603050405020304" pitchFamily="18" charset="0"/>
              </a:rPr>
              <a:t>3</a:t>
            </a:r>
            <a:r>
              <a:rPr kumimoji="1" lang="en-US" altLang="zh-CN" sz="2000" b="1">
                <a:solidFill>
                  <a:prstClr val="black"/>
                </a:solidFill>
                <a:latin typeface="Times New Roman" panose="02020603050405020304" pitchFamily="18" charset="0"/>
              </a:rPr>
              <a:t>:</a:t>
            </a:r>
          </a:p>
          <a:p>
            <a:pPr>
              <a:lnSpc>
                <a:spcPct val="90000"/>
              </a:lnSpc>
              <a:buClr>
                <a:srgbClr val="073E87"/>
              </a:buClr>
              <a:buSzPct val="75000"/>
              <a:buFont typeface="Monotype Sorts"/>
              <a:buNone/>
            </a:pPr>
            <a:r>
              <a:rPr kumimoji="1" lang="en-US" altLang="zh-CN" sz="2000" b="1" i="1">
                <a:solidFill>
                  <a:prstClr val="black"/>
                </a:solidFill>
                <a:latin typeface="Times New Roman" panose="02020603050405020304" pitchFamily="18" charset="0"/>
              </a:rPr>
              <a:t>B</a:t>
            </a:r>
            <a:r>
              <a:rPr kumimoji="1" lang="en-US" altLang="zh-CN" sz="2000" b="1">
                <a:solidFill>
                  <a:prstClr val="black"/>
                </a:solidFill>
                <a:latin typeface="Times New Roman" panose="02020603050405020304" pitchFamily="18" charset="0"/>
              </a:rPr>
              <a:t>→</a:t>
            </a:r>
            <a:r>
              <a:rPr kumimoji="1" lang="en-US" altLang="zh-CN" sz="2000" b="1" i="1">
                <a:solidFill>
                  <a:prstClr val="black"/>
                </a:solidFill>
                <a:latin typeface="Times New Roman" panose="02020603050405020304" pitchFamily="18" charset="0"/>
              </a:rPr>
              <a:t>a</a:t>
            </a:r>
            <a:r>
              <a:rPr lang="en-US" altLang="zh-CN" sz="2000" b="1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r>
              <a:rPr kumimoji="1" lang="en-US" altLang="zh-CN" sz="2000" b="1" i="1">
                <a:solidFill>
                  <a:prstClr val="black"/>
                </a:solidFill>
                <a:latin typeface="Times New Roman" panose="02020603050405020304" pitchFamily="18" charset="0"/>
              </a:rPr>
              <a:t>B</a:t>
            </a:r>
          </a:p>
          <a:p>
            <a:pPr>
              <a:lnSpc>
                <a:spcPct val="90000"/>
              </a:lnSpc>
              <a:buClr>
                <a:srgbClr val="073E87"/>
              </a:buClr>
              <a:buSzPct val="75000"/>
              <a:buFont typeface="Monotype Sorts"/>
              <a:buNone/>
            </a:pPr>
            <a:r>
              <a:rPr kumimoji="1" lang="en-US" altLang="zh-CN" sz="2000" b="1" i="1">
                <a:solidFill>
                  <a:prstClr val="black"/>
                </a:solidFill>
                <a:latin typeface="Times New Roman" panose="02020603050405020304" pitchFamily="18" charset="0"/>
              </a:rPr>
              <a:t>B</a:t>
            </a:r>
            <a:r>
              <a:rPr kumimoji="1" lang="en-US" altLang="zh-CN" sz="2000" b="1">
                <a:solidFill>
                  <a:prstClr val="black"/>
                </a:solidFill>
                <a:latin typeface="Times New Roman" panose="02020603050405020304" pitchFamily="18" charset="0"/>
              </a:rPr>
              <a:t>→</a:t>
            </a:r>
            <a:r>
              <a:rPr lang="en-US" altLang="zh-CN" sz="2000" b="1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r>
              <a:rPr kumimoji="1" lang="en-US" altLang="zh-CN" sz="2000" b="1" i="1">
                <a:solidFill>
                  <a:prstClr val="black"/>
                </a:solidFill>
                <a:latin typeface="Times New Roman" panose="02020603050405020304" pitchFamily="18" charset="0"/>
              </a:rPr>
              <a:t>aB</a:t>
            </a:r>
          </a:p>
          <a:p>
            <a:pPr>
              <a:lnSpc>
                <a:spcPct val="90000"/>
              </a:lnSpc>
              <a:buClr>
                <a:srgbClr val="073E87"/>
              </a:buClr>
              <a:buSzPct val="75000"/>
              <a:buFont typeface="Monotype Sorts"/>
              <a:buNone/>
            </a:pPr>
            <a:r>
              <a:rPr kumimoji="1" lang="en-US" altLang="zh-CN" sz="2000" b="1" i="1">
                <a:solidFill>
                  <a:prstClr val="black"/>
                </a:solidFill>
                <a:latin typeface="Times New Roman" panose="02020603050405020304" pitchFamily="18" charset="0"/>
              </a:rPr>
              <a:t>B</a:t>
            </a:r>
            <a:r>
              <a:rPr kumimoji="1" lang="en-US" altLang="zh-CN" sz="2000" b="1">
                <a:solidFill>
                  <a:prstClr val="black"/>
                </a:solidFill>
                <a:latin typeface="Times New Roman" panose="02020603050405020304" pitchFamily="18" charset="0"/>
              </a:rPr>
              <a:t>→</a:t>
            </a:r>
            <a:r>
              <a:rPr lang="en-US" altLang="zh-CN" sz="2000" b="1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r>
              <a:rPr kumimoji="1" lang="en-US" altLang="zh-CN" sz="2000" b="1" i="1">
                <a:solidFill>
                  <a:prstClr val="black"/>
                </a:solidFill>
                <a:latin typeface="Times New Roman" panose="02020603050405020304" pitchFamily="18" charset="0"/>
              </a:rPr>
              <a:t>b</a:t>
            </a:r>
            <a:r>
              <a:rPr kumimoji="1" lang="en-US" altLang="zh-CN" sz="2000" b="1">
                <a:solidFill>
                  <a:prstClr val="black"/>
                </a:solidFill>
                <a:latin typeface="Times New Roman" panose="02020603050405020304" pitchFamily="18" charset="0"/>
              </a:rPr>
              <a:t>	</a:t>
            </a:r>
          </a:p>
        </p:txBody>
      </p:sp>
      <p:sp>
        <p:nvSpPr>
          <p:cNvPr id="425997" name="Freeform 13"/>
          <p:cNvSpPr>
            <a:spLocks/>
          </p:cNvSpPr>
          <p:nvPr/>
        </p:nvSpPr>
        <p:spPr bwMode="auto">
          <a:xfrm>
            <a:off x="2444750" y="2212975"/>
            <a:ext cx="715963" cy="1243013"/>
          </a:xfrm>
          <a:custGeom>
            <a:avLst/>
            <a:gdLst>
              <a:gd name="T0" fmla="*/ 0 w 1680"/>
              <a:gd name="T1" fmla="*/ 0 h 1056"/>
              <a:gd name="T2" fmla="*/ 2147483646 w 1680"/>
              <a:gd name="T3" fmla="*/ 2147483646 h 1056"/>
              <a:gd name="T4" fmla="*/ 2147483646 w 1680"/>
              <a:gd name="T5" fmla="*/ 2147483646 h 1056"/>
              <a:gd name="T6" fmla="*/ 2147483646 w 1680"/>
              <a:gd name="T7" fmla="*/ 2147483646 h 1056"/>
              <a:gd name="T8" fmla="*/ 2147483646 w 1680"/>
              <a:gd name="T9" fmla="*/ 2147483646 h 105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680"/>
              <a:gd name="T16" fmla="*/ 0 h 1056"/>
              <a:gd name="T17" fmla="*/ 1680 w 1680"/>
              <a:gd name="T18" fmla="*/ 1056 h 105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680" h="1056">
                <a:moveTo>
                  <a:pt x="0" y="0"/>
                </a:moveTo>
                <a:cubicBezTo>
                  <a:pt x="4" y="240"/>
                  <a:pt x="8" y="480"/>
                  <a:pt x="48" y="624"/>
                </a:cubicBezTo>
                <a:cubicBezTo>
                  <a:pt x="88" y="768"/>
                  <a:pt x="128" y="800"/>
                  <a:pt x="240" y="864"/>
                </a:cubicBezTo>
                <a:cubicBezTo>
                  <a:pt x="352" y="928"/>
                  <a:pt x="480" y="976"/>
                  <a:pt x="720" y="1008"/>
                </a:cubicBezTo>
                <a:cubicBezTo>
                  <a:pt x="960" y="1040"/>
                  <a:pt x="1528" y="1056"/>
                  <a:pt x="1680" y="1056"/>
                </a:cubicBezTo>
              </a:path>
            </a:pathLst>
          </a:custGeom>
          <a:noFill/>
          <a:ln w="38100">
            <a:solidFill>
              <a:schemeClr val="tx1"/>
            </a:solidFill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425998" name="Text Box 14"/>
          <p:cNvSpPr txBox="1">
            <a:spLocks noChangeArrowheads="1"/>
          </p:cNvSpPr>
          <p:nvPr/>
        </p:nvSpPr>
        <p:spPr bwMode="auto">
          <a:xfrm>
            <a:off x="2459038" y="2500313"/>
            <a:ext cx="4572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50000"/>
              </a:spcBef>
            </a:pPr>
            <a:r>
              <a:rPr kumimoji="1" lang="en-US" altLang="zh-CN" sz="2000" b="1" i="1">
                <a:solidFill>
                  <a:prstClr val="black"/>
                </a:solidFill>
                <a:latin typeface="Times New Roman" panose="02020603050405020304" pitchFamily="18" charset="0"/>
              </a:rPr>
              <a:t>b</a:t>
            </a:r>
          </a:p>
        </p:txBody>
      </p:sp>
      <p:sp>
        <p:nvSpPr>
          <p:cNvPr id="425999" name="Rectangle 15"/>
          <p:cNvSpPr>
            <a:spLocks noChangeArrowheads="1"/>
          </p:cNvSpPr>
          <p:nvPr/>
        </p:nvSpPr>
        <p:spPr bwMode="auto">
          <a:xfrm>
            <a:off x="3162300" y="2971800"/>
            <a:ext cx="1000125" cy="57150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lIns="92075" tIns="46038" rIns="92075" bIns="46038"/>
          <a:lstStyle/>
          <a:p>
            <a:pPr marL="609600" indent="-609600">
              <a:lnSpc>
                <a:spcPct val="90000"/>
              </a:lnSpc>
              <a:buClr>
                <a:srgbClr val="073E87"/>
              </a:buClr>
              <a:buSzPct val="75000"/>
              <a:buFont typeface="Monotype Sorts"/>
              <a:buNone/>
              <a:defRPr/>
            </a:pPr>
            <a:r>
              <a:rPr kumimoji="1" lang="en-US" altLang="zh-CN" sz="2000" b="1" i="1" dirty="0">
                <a:solidFill>
                  <a:prstClr val="black"/>
                </a:solidFill>
                <a:latin typeface="Times New Roman" pitchFamily="18" charset="0"/>
                <a:cs typeface="Times New Roman" pitchFamily="18" charset="0"/>
              </a:rPr>
              <a:t>I</a:t>
            </a:r>
            <a:r>
              <a:rPr kumimoji="1" lang="en-US" altLang="zh-CN" sz="2000" b="1" i="1" baseline="-25000" dirty="0">
                <a:solidFill>
                  <a:prstClr val="black"/>
                </a:solidFill>
                <a:latin typeface="Times New Roman" pitchFamily="18" charset="0"/>
                <a:cs typeface="Times New Roman" pitchFamily="18" charset="0"/>
              </a:rPr>
              <a:t>4</a:t>
            </a:r>
            <a:r>
              <a:rPr kumimoji="1" lang="en-US" altLang="zh-CN" sz="2000" b="1" dirty="0">
                <a:solidFill>
                  <a:prstClr val="black"/>
                </a:solidFill>
                <a:latin typeface="Times New Roman" pitchFamily="18" charset="0"/>
                <a:cs typeface="Times New Roman" pitchFamily="18" charset="0"/>
              </a:rPr>
              <a:t>:</a:t>
            </a:r>
          </a:p>
          <a:p>
            <a:pPr marL="609600" indent="-609600">
              <a:lnSpc>
                <a:spcPct val="90000"/>
              </a:lnSpc>
              <a:buClr>
                <a:srgbClr val="073E87"/>
              </a:buClr>
              <a:buSzPct val="75000"/>
              <a:buFont typeface="Monotype Sorts"/>
              <a:buNone/>
              <a:defRPr/>
            </a:pPr>
            <a:r>
              <a:rPr kumimoji="1" lang="en-US" altLang="zh-CN" sz="2000" b="1" i="1" dirty="0" err="1">
                <a:solidFill>
                  <a:prstClr val="black"/>
                </a:solidFill>
                <a:latin typeface="Times New Roman" pitchFamily="18" charset="0"/>
                <a:cs typeface="Times New Roman" pitchFamily="18" charset="0"/>
              </a:rPr>
              <a:t>B</a:t>
            </a:r>
            <a:r>
              <a:rPr kumimoji="1" lang="en-US" altLang="zh-CN" sz="2000" b="1" dirty="0" err="1">
                <a:solidFill>
                  <a:prstClr val="black"/>
                </a:solidFill>
                <a:latin typeface="Times New Roman" pitchFamily="18" charset="0"/>
                <a:cs typeface="Times New Roman" pitchFamily="18" charset="0"/>
              </a:rPr>
              <a:t>→</a:t>
            </a:r>
            <a:r>
              <a:rPr kumimoji="1" lang="en-US" altLang="zh-CN" sz="2000" b="1" i="1" dirty="0" err="1">
                <a:solidFill>
                  <a:prstClr val="black"/>
                </a:solidFill>
                <a:latin typeface="Times New Roman" pitchFamily="18" charset="0"/>
                <a:cs typeface="Times New Roman" pitchFamily="18" charset="0"/>
              </a:rPr>
              <a:t>b</a:t>
            </a:r>
            <a:r>
              <a:rPr lang="en-US" altLang="zh-CN" sz="2000" b="1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 </a:t>
            </a:r>
            <a:r>
              <a:rPr kumimoji="1" lang="en-US" altLang="zh-CN" sz="2000" dirty="0">
                <a:solidFill>
                  <a:srgbClr val="FFFF00"/>
                </a:solidFill>
                <a:latin typeface="Times New Roman" pitchFamily="18" charset="0"/>
                <a:cs typeface="Times New Roman" pitchFamily="18" charset="0"/>
              </a:rPr>
              <a:t>	</a:t>
            </a:r>
            <a:endParaRPr kumimoji="1" lang="en-US" altLang="zh-CN" sz="2000" dirty="0">
              <a:solidFill>
                <a:prstClr val="black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26000" name="Line 16"/>
          <p:cNvSpPr>
            <a:spLocks noChangeShapeType="1"/>
          </p:cNvSpPr>
          <p:nvPr/>
        </p:nvSpPr>
        <p:spPr bwMode="auto">
          <a:xfrm>
            <a:off x="4162425" y="1763713"/>
            <a:ext cx="382588" cy="7937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426001" name="Text Box 17"/>
          <p:cNvSpPr txBox="1">
            <a:spLocks noChangeArrowheads="1"/>
          </p:cNvSpPr>
          <p:nvPr/>
        </p:nvSpPr>
        <p:spPr bwMode="auto">
          <a:xfrm>
            <a:off x="4113213" y="1357313"/>
            <a:ext cx="5334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50000"/>
              </a:spcBef>
            </a:pPr>
            <a:r>
              <a:rPr kumimoji="1" lang="en-US" altLang="zh-CN" sz="2000" b="1" i="1">
                <a:solidFill>
                  <a:prstClr val="black"/>
                </a:solidFill>
                <a:latin typeface="Times New Roman" panose="02020603050405020304" pitchFamily="18" charset="0"/>
              </a:rPr>
              <a:t>B</a:t>
            </a:r>
          </a:p>
        </p:txBody>
      </p:sp>
      <p:sp>
        <p:nvSpPr>
          <p:cNvPr id="426002" name="Rectangle 18"/>
          <p:cNvSpPr>
            <a:spLocks noChangeArrowheads="1"/>
          </p:cNvSpPr>
          <p:nvPr/>
        </p:nvSpPr>
        <p:spPr bwMode="auto">
          <a:xfrm>
            <a:off x="4545013" y="1557338"/>
            <a:ext cx="1035050" cy="72072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lIns="92075" tIns="46038" rIns="92075" bIns="46038"/>
          <a:lstStyle/>
          <a:p>
            <a:pPr marL="609600" indent="-609600">
              <a:buClr>
                <a:srgbClr val="073E87"/>
              </a:buClr>
              <a:buSzPct val="75000"/>
              <a:buFont typeface="Monotype Sorts"/>
              <a:buNone/>
              <a:defRPr/>
            </a:pPr>
            <a:r>
              <a:rPr kumimoji="1" lang="en-US" altLang="zh-CN" sz="2000" b="1" i="1" dirty="0">
                <a:solidFill>
                  <a:prstClr val="black"/>
                </a:solidFill>
                <a:latin typeface="Times New Roman" pitchFamily="18" charset="0"/>
                <a:cs typeface="Times New Roman" pitchFamily="18" charset="0"/>
              </a:rPr>
              <a:t>I</a:t>
            </a:r>
            <a:r>
              <a:rPr kumimoji="1" lang="en-US" altLang="zh-CN" sz="2000" b="1" i="1" baseline="-25000" dirty="0">
                <a:solidFill>
                  <a:prstClr val="black"/>
                </a:solidFill>
                <a:latin typeface="Times New Roman" pitchFamily="18" charset="0"/>
                <a:cs typeface="Times New Roman" pitchFamily="18" charset="0"/>
              </a:rPr>
              <a:t>5</a:t>
            </a:r>
            <a:r>
              <a:rPr kumimoji="1" lang="en-US" altLang="zh-CN" sz="2000" b="1" dirty="0">
                <a:solidFill>
                  <a:prstClr val="black"/>
                </a:solidFill>
                <a:latin typeface="Times New Roman" pitchFamily="18" charset="0"/>
                <a:cs typeface="Times New Roman" pitchFamily="18" charset="0"/>
              </a:rPr>
              <a:t>:</a:t>
            </a:r>
          </a:p>
          <a:p>
            <a:pPr marL="609600" indent="-609600">
              <a:buClr>
                <a:srgbClr val="073E87"/>
              </a:buClr>
              <a:buSzPct val="75000"/>
              <a:buFont typeface="Monotype Sorts"/>
              <a:buNone/>
              <a:defRPr/>
            </a:pPr>
            <a:r>
              <a:rPr kumimoji="1" lang="en-US" altLang="zh-CN" sz="2000" b="1" i="1" dirty="0">
                <a:solidFill>
                  <a:prstClr val="black"/>
                </a:solidFill>
                <a:latin typeface="Times New Roman" pitchFamily="18" charset="0"/>
                <a:cs typeface="Times New Roman" pitchFamily="18" charset="0"/>
              </a:rPr>
              <a:t>S</a:t>
            </a:r>
            <a:r>
              <a:rPr kumimoji="1" lang="en-US" altLang="zh-CN" sz="2000" b="1" dirty="0">
                <a:solidFill>
                  <a:prstClr val="black"/>
                </a:solidFill>
                <a:latin typeface="Times New Roman" pitchFamily="18" charset="0"/>
                <a:cs typeface="Times New Roman" pitchFamily="18" charset="0"/>
              </a:rPr>
              <a:t>→</a:t>
            </a:r>
            <a:r>
              <a:rPr kumimoji="1" lang="en-US" altLang="zh-CN" sz="2000" b="1" i="1" dirty="0">
                <a:solidFill>
                  <a:prstClr val="black"/>
                </a:solidFill>
                <a:latin typeface="Times New Roman" pitchFamily="18" charset="0"/>
                <a:cs typeface="Times New Roman" pitchFamily="18" charset="0"/>
              </a:rPr>
              <a:t>BB</a:t>
            </a:r>
            <a:r>
              <a:rPr lang="en-US" altLang="zh-CN" sz="2000" b="1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endParaRPr kumimoji="1" lang="en-US" altLang="zh-CN" sz="2000" b="1" dirty="0">
              <a:solidFill>
                <a:prstClr val="black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26003" name="Freeform 19"/>
          <p:cNvSpPr>
            <a:spLocks/>
          </p:cNvSpPr>
          <p:nvPr/>
        </p:nvSpPr>
        <p:spPr bwMode="auto">
          <a:xfrm>
            <a:off x="4162425" y="2278063"/>
            <a:ext cx="793750" cy="1781175"/>
          </a:xfrm>
          <a:custGeom>
            <a:avLst/>
            <a:gdLst>
              <a:gd name="T0" fmla="*/ 0 w 1424"/>
              <a:gd name="T1" fmla="*/ 0 h 1968"/>
              <a:gd name="T2" fmla="*/ 2147483646 w 1424"/>
              <a:gd name="T3" fmla="*/ 2147483646 h 1968"/>
              <a:gd name="T4" fmla="*/ 2147483646 w 1424"/>
              <a:gd name="T5" fmla="*/ 2147483646 h 1968"/>
              <a:gd name="T6" fmla="*/ 2147483646 w 1424"/>
              <a:gd name="T7" fmla="*/ 2147483646 h 1968"/>
              <a:gd name="T8" fmla="*/ 0 60000 65536"/>
              <a:gd name="T9" fmla="*/ 0 60000 65536"/>
              <a:gd name="T10" fmla="*/ 0 60000 65536"/>
              <a:gd name="T11" fmla="*/ 0 60000 65536"/>
              <a:gd name="T12" fmla="*/ 0 w 1424"/>
              <a:gd name="T13" fmla="*/ 0 h 1968"/>
              <a:gd name="T14" fmla="*/ 1424 w 1424"/>
              <a:gd name="T15" fmla="*/ 1968 h 1968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1424" h="1968">
                <a:moveTo>
                  <a:pt x="0" y="0"/>
                </a:moveTo>
                <a:cubicBezTo>
                  <a:pt x="448" y="112"/>
                  <a:pt x="896" y="224"/>
                  <a:pt x="1104" y="432"/>
                </a:cubicBezTo>
                <a:cubicBezTo>
                  <a:pt x="1312" y="640"/>
                  <a:pt x="1424" y="992"/>
                  <a:pt x="1248" y="1248"/>
                </a:cubicBezTo>
                <a:cubicBezTo>
                  <a:pt x="1072" y="1504"/>
                  <a:pt x="248" y="1848"/>
                  <a:pt x="48" y="1968"/>
                </a:cubicBezTo>
              </a:path>
            </a:pathLst>
          </a:custGeom>
          <a:noFill/>
          <a:ln w="38100">
            <a:solidFill>
              <a:schemeClr val="tx1"/>
            </a:solidFill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426004" name="Text Box 20"/>
          <p:cNvSpPr txBox="1">
            <a:spLocks noChangeArrowheads="1"/>
          </p:cNvSpPr>
          <p:nvPr/>
        </p:nvSpPr>
        <p:spPr bwMode="auto">
          <a:xfrm>
            <a:off x="4924425" y="2857500"/>
            <a:ext cx="3810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50000"/>
              </a:spcBef>
            </a:pPr>
            <a:r>
              <a:rPr kumimoji="1" lang="en-US" altLang="zh-CN" sz="2000" b="1" i="1">
                <a:solidFill>
                  <a:prstClr val="black"/>
                </a:solidFill>
                <a:latin typeface="Times New Roman" panose="02020603050405020304" pitchFamily="18" charset="0"/>
              </a:rPr>
              <a:t>a</a:t>
            </a:r>
          </a:p>
        </p:txBody>
      </p:sp>
      <p:sp>
        <p:nvSpPr>
          <p:cNvPr id="426005" name="Freeform 21"/>
          <p:cNvSpPr>
            <a:spLocks/>
          </p:cNvSpPr>
          <p:nvPr/>
        </p:nvSpPr>
        <p:spPr bwMode="auto">
          <a:xfrm>
            <a:off x="4162425" y="2735263"/>
            <a:ext cx="317500" cy="514350"/>
          </a:xfrm>
          <a:custGeom>
            <a:avLst/>
            <a:gdLst>
              <a:gd name="T0" fmla="*/ 0 w 200"/>
              <a:gd name="T1" fmla="*/ 0 h 432"/>
              <a:gd name="T2" fmla="*/ 2147483646 w 200"/>
              <a:gd name="T3" fmla="*/ 2147483646 h 432"/>
              <a:gd name="T4" fmla="*/ 2147483646 w 200"/>
              <a:gd name="T5" fmla="*/ 2147483646 h 432"/>
              <a:gd name="T6" fmla="*/ 0 60000 65536"/>
              <a:gd name="T7" fmla="*/ 0 60000 65536"/>
              <a:gd name="T8" fmla="*/ 0 60000 65536"/>
              <a:gd name="T9" fmla="*/ 0 w 200"/>
              <a:gd name="T10" fmla="*/ 0 h 432"/>
              <a:gd name="T11" fmla="*/ 200 w 200"/>
              <a:gd name="T12" fmla="*/ 432 h 43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00" h="432">
                <a:moveTo>
                  <a:pt x="0" y="0"/>
                </a:moveTo>
                <a:cubicBezTo>
                  <a:pt x="92" y="60"/>
                  <a:pt x="184" y="120"/>
                  <a:pt x="192" y="192"/>
                </a:cubicBezTo>
                <a:cubicBezTo>
                  <a:pt x="200" y="264"/>
                  <a:pt x="124" y="348"/>
                  <a:pt x="48" y="432"/>
                </a:cubicBezTo>
              </a:path>
            </a:pathLst>
          </a:custGeom>
          <a:noFill/>
          <a:ln w="38100">
            <a:solidFill>
              <a:schemeClr val="tx1"/>
            </a:solidFill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426006" name="Text Box 22"/>
          <p:cNvSpPr txBox="1">
            <a:spLocks noChangeArrowheads="1"/>
          </p:cNvSpPr>
          <p:nvPr/>
        </p:nvSpPr>
        <p:spPr bwMode="auto">
          <a:xfrm>
            <a:off x="4448175" y="2849563"/>
            <a:ext cx="3810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50000"/>
              </a:spcBef>
            </a:pPr>
            <a:r>
              <a:rPr kumimoji="1" lang="en-US" altLang="zh-CN" sz="2000" b="1" i="1">
                <a:solidFill>
                  <a:prstClr val="black"/>
                </a:solidFill>
                <a:latin typeface="Times New Roman" panose="02020603050405020304" pitchFamily="18" charset="0"/>
              </a:rPr>
              <a:t>b</a:t>
            </a:r>
          </a:p>
        </p:txBody>
      </p:sp>
      <p:sp>
        <p:nvSpPr>
          <p:cNvPr id="426007" name="Line 23"/>
          <p:cNvSpPr>
            <a:spLocks noChangeShapeType="1"/>
          </p:cNvSpPr>
          <p:nvPr/>
        </p:nvSpPr>
        <p:spPr bwMode="auto">
          <a:xfrm flipV="1">
            <a:off x="4162425" y="4324350"/>
            <a:ext cx="382588" cy="127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426008" name="Text Box 24"/>
          <p:cNvSpPr txBox="1">
            <a:spLocks noChangeArrowheads="1"/>
          </p:cNvSpPr>
          <p:nvPr/>
        </p:nvSpPr>
        <p:spPr bwMode="auto">
          <a:xfrm>
            <a:off x="4233863" y="3971925"/>
            <a:ext cx="3810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50000"/>
              </a:spcBef>
            </a:pPr>
            <a:r>
              <a:rPr kumimoji="1" lang="en-US" altLang="zh-CN" sz="2000" b="1" i="1">
                <a:solidFill>
                  <a:prstClr val="black"/>
                </a:solidFill>
                <a:latin typeface="Times New Roman" panose="02020603050405020304" pitchFamily="18" charset="0"/>
              </a:rPr>
              <a:t>B</a:t>
            </a:r>
          </a:p>
        </p:txBody>
      </p:sp>
      <p:sp>
        <p:nvSpPr>
          <p:cNvPr id="426009" name="Rectangle 25"/>
          <p:cNvSpPr>
            <a:spLocks noChangeArrowheads="1"/>
          </p:cNvSpPr>
          <p:nvPr/>
        </p:nvSpPr>
        <p:spPr bwMode="auto">
          <a:xfrm>
            <a:off x="4545013" y="3867150"/>
            <a:ext cx="1001712" cy="68580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lIns="92075" tIns="46038" rIns="92075" bIns="46038"/>
          <a:lstStyle/>
          <a:p>
            <a:pPr marL="609600" indent="-609600">
              <a:buClr>
                <a:srgbClr val="073E87"/>
              </a:buClr>
              <a:buSzPct val="75000"/>
              <a:buFont typeface="Monotype Sorts"/>
              <a:buNone/>
              <a:defRPr/>
            </a:pPr>
            <a:r>
              <a:rPr kumimoji="1" lang="en-US" altLang="zh-CN" sz="2000" b="1" i="1" dirty="0">
                <a:solidFill>
                  <a:prstClr val="black"/>
                </a:solidFill>
                <a:latin typeface="Times New Roman" pitchFamily="18" charset="0"/>
                <a:cs typeface="Times New Roman" pitchFamily="18" charset="0"/>
              </a:rPr>
              <a:t>I</a:t>
            </a:r>
            <a:r>
              <a:rPr kumimoji="1" lang="en-US" altLang="zh-CN" sz="2000" b="1" i="1" baseline="-25000" dirty="0">
                <a:solidFill>
                  <a:prstClr val="black"/>
                </a:solidFill>
                <a:latin typeface="Times New Roman" pitchFamily="18" charset="0"/>
                <a:cs typeface="Times New Roman" pitchFamily="18" charset="0"/>
              </a:rPr>
              <a:t>6</a:t>
            </a:r>
            <a:r>
              <a:rPr kumimoji="1" lang="en-US" altLang="zh-CN" sz="2000" b="1" dirty="0">
                <a:solidFill>
                  <a:prstClr val="black"/>
                </a:solidFill>
                <a:latin typeface="Times New Roman" pitchFamily="18" charset="0"/>
                <a:cs typeface="Times New Roman" pitchFamily="18" charset="0"/>
              </a:rPr>
              <a:t>:</a:t>
            </a:r>
          </a:p>
          <a:p>
            <a:pPr marL="609600" indent="-609600">
              <a:buClr>
                <a:srgbClr val="073E87"/>
              </a:buClr>
              <a:buSzPct val="75000"/>
              <a:buFont typeface="Monotype Sorts"/>
              <a:buNone/>
              <a:defRPr/>
            </a:pPr>
            <a:r>
              <a:rPr kumimoji="1" lang="en-US" altLang="zh-CN" sz="2000" b="1" i="1" dirty="0" err="1">
                <a:solidFill>
                  <a:prstClr val="black"/>
                </a:solidFill>
                <a:latin typeface="Times New Roman" pitchFamily="18" charset="0"/>
                <a:cs typeface="Times New Roman" pitchFamily="18" charset="0"/>
              </a:rPr>
              <a:t>B</a:t>
            </a:r>
            <a:r>
              <a:rPr kumimoji="1" lang="en-US" altLang="zh-CN" sz="2000" b="1" dirty="0" err="1">
                <a:solidFill>
                  <a:prstClr val="black"/>
                </a:solidFill>
                <a:latin typeface="Times New Roman" pitchFamily="18" charset="0"/>
                <a:cs typeface="Times New Roman" pitchFamily="18" charset="0"/>
              </a:rPr>
              <a:t>→</a:t>
            </a:r>
            <a:r>
              <a:rPr kumimoji="1" lang="en-US" altLang="zh-CN" sz="2000" b="1" i="1" dirty="0" err="1">
                <a:solidFill>
                  <a:prstClr val="black"/>
                </a:solidFill>
                <a:latin typeface="Times New Roman" pitchFamily="18" charset="0"/>
                <a:cs typeface="Times New Roman" pitchFamily="18" charset="0"/>
              </a:rPr>
              <a:t>aB</a:t>
            </a:r>
            <a:r>
              <a:rPr lang="en-US" altLang="zh-CN" sz="2000" b="1" dirty="0">
                <a:solidFill>
                  <a:prstClr val="black"/>
                </a:solidFill>
                <a:latin typeface="Times New Roman" panose="02020603050405020304" pitchFamily="18" charset="0"/>
                <a:ea typeface="华文楷体" panose="02010600040101010101" pitchFamily="2" charset="-122"/>
              </a:rPr>
              <a:t>·</a:t>
            </a:r>
            <a:endParaRPr kumimoji="1" lang="en-US" altLang="zh-CN" sz="2800" b="1" dirty="0">
              <a:solidFill>
                <a:prstClr val="black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26010" name="Freeform 26"/>
          <p:cNvSpPr>
            <a:spLocks/>
          </p:cNvSpPr>
          <p:nvPr/>
        </p:nvSpPr>
        <p:spPr bwMode="auto">
          <a:xfrm>
            <a:off x="4162425" y="4508500"/>
            <a:ext cx="457200" cy="342900"/>
          </a:xfrm>
          <a:custGeom>
            <a:avLst/>
            <a:gdLst>
              <a:gd name="T0" fmla="*/ 0 w 288"/>
              <a:gd name="T1" fmla="*/ 0 h 288"/>
              <a:gd name="T2" fmla="*/ 2147483646 w 288"/>
              <a:gd name="T3" fmla="*/ 2147483646 h 288"/>
              <a:gd name="T4" fmla="*/ 0 w 288"/>
              <a:gd name="T5" fmla="*/ 2147483646 h 288"/>
              <a:gd name="T6" fmla="*/ 0 60000 65536"/>
              <a:gd name="T7" fmla="*/ 0 60000 65536"/>
              <a:gd name="T8" fmla="*/ 0 60000 65536"/>
              <a:gd name="T9" fmla="*/ 0 w 288"/>
              <a:gd name="T10" fmla="*/ 0 h 288"/>
              <a:gd name="T11" fmla="*/ 288 w 288"/>
              <a:gd name="T12" fmla="*/ 288 h 288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88" h="288">
                <a:moveTo>
                  <a:pt x="0" y="0"/>
                </a:moveTo>
                <a:cubicBezTo>
                  <a:pt x="144" y="48"/>
                  <a:pt x="288" y="96"/>
                  <a:pt x="288" y="144"/>
                </a:cubicBezTo>
                <a:cubicBezTo>
                  <a:pt x="288" y="192"/>
                  <a:pt x="144" y="240"/>
                  <a:pt x="0" y="288"/>
                </a:cubicBezTo>
              </a:path>
            </a:pathLst>
          </a:custGeom>
          <a:noFill/>
          <a:ln w="38100">
            <a:solidFill>
              <a:schemeClr val="tx1"/>
            </a:solidFill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426011" name="Text Box 27"/>
          <p:cNvSpPr txBox="1">
            <a:spLocks noChangeArrowheads="1"/>
          </p:cNvSpPr>
          <p:nvPr/>
        </p:nvSpPr>
        <p:spPr bwMode="auto">
          <a:xfrm>
            <a:off x="4662488" y="4459288"/>
            <a:ext cx="457200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50000"/>
              </a:spcBef>
            </a:pPr>
            <a:r>
              <a:rPr kumimoji="1" lang="en-US" altLang="zh-CN" sz="2400" b="1" i="1">
                <a:solidFill>
                  <a:prstClr val="black"/>
                </a:solidFill>
                <a:latin typeface="Times New Roman" panose="02020603050405020304" pitchFamily="18" charset="0"/>
              </a:rPr>
              <a:t>a</a:t>
            </a:r>
          </a:p>
        </p:txBody>
      </p:sp>
      <p:sp>
        <p:nvSpPr>
          <p:cNvPr id="426012" name="Line 28"/>
          <p:cNvSpPr>
            <a:spLocks noChangeShapeType="1"/>
          </p:cNvSpPr>
          <p:nvPr/>
        </p:nvSpPr>
        <p:spPr bwMode="auto">
          <a:xfrm flipV="1">
            <a:off x="3733800" y="3614738"/>
            <a:ext cx="0" cy="28575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sm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426013" name="Text Box 29"/>
          <p:cNvSpPr txBox="1">
            <a:spLocks noChangeArrowheads="1"/>
          </p:cNvSpPr>
          <p:nvPr/>
        </p:nvSpPr>
        <p:spPr bwMode="auto">
          <a:xfrm>
            <a:off x="3805238" y="3543300"/>
            <a:ext cx="5334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>
              <a:spcBef>
                <a:spcPct val="50000"/>
              </a:spcBef>
            </a:pPr>
            <a:r>
              <a:rPr kumimoji="1" lang="en-US" altLang="zh-CN" sz="2000" b="1" i="1">
                <a:solidFill>
                  <a:prstClr val="black"/>
                </a:solidFill>
                <a:latin typeface="Times New Roman" panose="02020603050405020304" pitchFamily="18" charset="0"/>
              </a:rPr>
              <a:t>b</a:t>
            </a:r>
          </a:p>
        </p:txBody>
      </p:sp>
      <p:sp>
        <p:nvSpPr>
          <p:cNvPr id="67615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83883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例：</a:t>
            </a:r>
            <a:r>
              <a:rPr lang="en-US" altLang="zh-CN" sz="3000" dirty="0">
                <a:solidFill>
                  <a:schemeClr val="tx1"/>
                </a:solidFill>
                <a:ea typeface="微软雅黑" panose="020B0503020204020204" pitchFamily="34" charset="-122"/>
                <a:cs typeface="Times New Roman" panose="02020603050405020304" pitchFamily="18" charset="0"/>
              </a:rPr>
              <a:t>LR(0)</a:t>
            </a:r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自动机</a:t>
            </a:r>
            <a:endParaRPr lang="zh-CN" altLang="en-US" sz="3000" i="1" dirty="0">
              <a:solidFill>
                <a:schemeClr val="tx1"/>
              </a:solidFill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" name="内容占位符 2"/>
          <p:cNvSpPr txBox="1">
            <a:spLocks/>
          </p:cNvSpPr>
          <p:nvPr/>
        </p:nvSpPr>
        <p:spPr bwMode="auto">
          <a:xfrm>
            <a:off x="96838" y="1104900"/>
            <a:ext cx="1379537" cy="168275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/>
          <a:lstStyle/>
          <a:p>
            <a:pPr>
              <a:spcBef>
                <a:spcPct val="20000"/>
              </a:spcBef>
              <a:buClr>
                <a:srgbClr val="5EAEFF"/>
              </a:buClr>
              <a:buSzPct val="60000"/>
              <a:buFont typeface="Wingdings" pitchFamily="2" charset="2"/>
              <a:buNone/>
              <a:defRPr/>
            </a:pPr>
            <a:r>
              <a:rPr lang="zh-CN" altLang="en-US" b="1" dirty="0">
                <a:solidFill>
                  <a:prstClr val="black"/>
                </a:solidFill>
                <a:latin typeface="楷体" pitchFamily="49" charset="-122"/>
                <a:ea typeface="楷体" pitchFamily="49" charset="-122"/>
                <a:cs typeface="Times New Roman" pitchFamily="18" charset="0"/>
              </a:rPr>
              <a:t>增广文法</a:t>
            </a:r>
            <a:endParaRPr lang="en-US" altLang="zh-CN" b="1" dirty="0">
              <a:solidFill>
                <a:prstClr val="black"/>
              </a:solidFill>
              <a:latin typeface="楷体" pitchFamily="49" charset="-122"/>
              <a:ea typeface="楷体" pitchFamily="49" charset="-122"/>
              <a:cs typeface="Times New Roman" pitchFamily="18" charset="0"/>
            </a:endParaRPr>
          </a:p>
          <a:p>
            <a:pPr>
              <a:spcBef>
                <a:spcPct val="20000"/>
              </a:spcBef>
              <a:buClr>
                <a:srgbClr val="5EAEFF"/>
              </a:buClr>
              <a:buSzPct val="60000"/>
              <a:buFont typeface="Wingdings" pitchFamily="2" charset="2"/>
              <a:buNone/>
              <a:defRPr/>
            </a:pPr>
            <a:r>
              <a:rPr lang="en-US" altLang="zh-CN" b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(0) </a:t>
            </a:r>
            <a:r>
              <a:rPr lang="en-US" altLang="zh-CN" b="1" i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S' </a:t>
            </a:r>
            <a:r>
              <a:rPr lang="en-US" altLang="zh-CN" b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→ </a:t>
            </a:r>
            <a:r>
              <a:rPr lang="en-US" altLang="zh-CN" b="1" i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S</a:t>
            </a:r>
            <a:r>
              <a:rPr lang="en-US" altLang="zh-CN" b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 </a:t>
            </a:r>
          </a:p>
          <a:p>
            <a:pPr>
              <a:spcBef>
                <a:spcPct val="20000"/>
              </a:spcBef>
              <a:buClr>
                <a:srgbClr val="5EAEFF"/>
              </a:buClr>
              <a:buSzPct val="60000"/>
              <a:buFont typeface="Wingdings" pitchFamily="2" charset="2"/>
              <a:buNone/>
              <a:defRPr/>
            </a:pPr>
            <a:r>
              <a:rPr lang="en-US" altLang="zh-CN" b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(1) </a:t>
            </a:r>
            <a:r>
              <a:rPr lang="en-US" altLang="zh-CN" b="1" i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S </a:t>
            </a:r>
            <a:r>
              <a:rPr lang="en-US" altLang="zh-CN" b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→ </a:t>
            </a:r>
            <a:r>
              <a:rPr lang="en-US" altLang="zh-CN" b="1" i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BB</a:t>
            </a:r>
            <a:endParaRPr lang="en-US" altLang="zh-CN" b="1" dirty="0">
              <a:solidFill>
                <a:prstClr val="black"/>
              </a:solidFill>
              <a:latin typeface="Times New Roman" pitchFamily="18" charset="0"/>
              <a:ea typeface="楷体_GB2312"/>
              <a:cs typeface="Times New Roman" pitchFamily="18" charset="0"/>
            </a:endParaRPr>
          </a:p>
          <a:p>
            <a:pPr>
              <a:spcBef>
                <a:spcPct val="20000"/>
              </a:spcBef>
              <a:buClr>
                <a:srgbClr val="5EAEFF"/>
              </a:buClr>
              <a:buSzPct val="60000"/>
              <a:buFont typeface="Wingdings" pitchFamily="2" charset="2"/>
              <a:buNone/>
              <a:defRPr/>
            </a:pPr>
            <a:r>
              <a:rPr lang="en-US" altLang="zh-CN" b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(2) </a:t>
            </a:r>
            <a:r>
              <a:rPr lang="en-US" altLang="zh-CN" b="1" i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B </a:t>
            </a:r>
            <a:r>
              <a:rPr lang="en-US" altLang="zh-CN" b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→ </a:t>
            </a:r>
            <a:r>
              <a:rPr lang="en-US" altLang="zh-CN" b="1" i="1" dirty="0" err="1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aB</a:t>
            </a:r>
            <a:endParaRPr lang="en-US" altLang="zh-CN" b="1" dirty="0">
              <a:solidFill>
                <a:prstClr val="black"/>
              </a:solidFill>
              <a:latin typeface="Times New Roman" pitchFamily="18" charset="0"/>
              <a:ea typeface="楷体_GB2312"/>
              <a:cs typeface="Times New Roman" pitchFamily="18" charset="0"/>
            </a:endParaRPr>
          </a:p>
          <a:p>
            <a:pPr>
              <a:spcBef>
                <a:spcPct val="20000"/>
              </a:spcBef>
              <a:buClr>
                <a:srgbClr val="5EAEFF"/>
              </a:buClr>
              <a:buSzPct val="60000"/>
              <a:buFont typeface="Wingdings" pitchFamily="2" charset="2"/>
              <a:buNone/>
              <a:defRPr/>
            </a:pPr>
            <a:r>
              <a:rPr lang="en-US" altLang="zh-CN" b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(3) </a:t>
            </a:r>
            <a:r>
              <a:rPr lang="en-US" altLang="zh-CN" b="1" i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B </a:t>
            </a:r>
            <a:r>
              <a:rPr lang="en-US" altLang="zh-CN" b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→ </a:t>
            </a:r>
            <a:r>
              <a:rPr lang="en-US" altLang="zh-CN" b="1" i="1" dirty="0">
                <a:solidFill>
                  <a:prstClr val="black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b</a:t>
            </a:r>
            <a:endParaRPr lang="zh-CN" altLang="en-US" b="1" dirty="0">
              <a:solidFill>
                <a:prstClr val="black"/>
              </a:solidFill>
              <a:ea typeface="楷体_GB2312"/>
              <a:cs typeface="Times New Roman" pitchFamily="18" charset="0"/>
            </a:endParaRPr>
          </a:p>
        </p:txBody>
      </p:sp>
      <p:graphicFrame>
        <p:nvGraphicFramePr>
          <p:cNvPr id="34" name="Group 18"/>
          <p:cNvGraphicFramePr>
            <a:graphicFrameLocks noGrp="1"/>
          </p:cNvGraphicFramePr>
          <p:nvPr/>
        </p:nvGraphicFramePr>
        <p:xfrm>
          <a:off x="5799138" y="1131888"/>
          <a:ext cx="3236912" cy="3657597"/>
        </p:xfrm>
        <a:graphic>
          <a:graphicData uri="http://schemas.openxmlformats.org/drawingml/2006/table">
            <a:tbl>
              <a:tblPr/>
              <a:tblGrid>
                <a:gridCol w="3571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62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62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32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762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3374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25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华文楷体" pitchFamily="2" charset="-122"/>
                          <a:ea typeface="华文楷体" pitchFamily="2" charset="-122"/>
                          <a:cs typeface="Times New Roman" pitchFamily="18" charset="0"/>
                        </a:rPr>
                        <a:t>状态</a:t>
                      </a:r>
                    </a:p>
                  </a:txBody>
                  <a:tcPr marL="91420" marR="91420" marT="34277" marB="34277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" pitchFamily="49" charset="-122"/>
                        </a:rPr>
                        <a:t>ACTION</a:t>
                      </a:r>
                      <a:endParaRPr kumimoji="0" lang="zh-CN" altLang="en-US" sz="20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" pitchFamily="49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" pitchFamily="49" charset="-122"/>
                        </a:rPr>
                        <a:t>GOTO</a:t>
                      </a:r>
                      <a:endParaRPr kumimoji="0" lang="zh-CN" altLang="en-US" sz="20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" pitchFamily="49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3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1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a</a:t>
                      </a:r>
                      <a:endParaRPr kumimoji="0" lang="zh-CN" altLang="en-US" sz="2200" b="1" i="1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" pitchFamily="49" charset="-122"/>
                        </a:rPr>
                        <a:t>b</a:t>
                      </a:r>
                      <a:endParaRPr kumimoji="0" lang="zh-CN" altLang="en-US" sz="22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" pitchFamily="49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$ 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" pitchFamily="49" charset="-122"/>
                        </a:rPr>
                        <a:t>S</a:t>
                      </a:r>
                      <a:endParaRPr kumimoji="0" lang="zh-CN" altLang="en-US" sz="22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" pitchFamily="49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1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B</a:t>
                      </a:r>
                      <a:endParaRPr kumimoji="0" lang="zh-CN" altLang="en-US" sz="2200" b="1" i="1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385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s3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s4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1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2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385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1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acc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85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2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s3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s4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5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385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3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s3</a:t>
                      </a: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folHlink"/>
                          </a:solidFill>
                          <a:effectLst/>
                          <a:latin typeface="宋体" pitchFamily="2" charset="-122"/>
                          <a:ea typeface="华文楷体" pitchFamily="2" charset="-122"/>
                          <a:cs typeface="Times New Roman" pitchFamily="18" charset="0"/>
                        </a:rPr>
                        <a:t> 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s4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6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385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4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r3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r3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r3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385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5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r1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r1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r1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385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6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r2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r2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r2</a:t>
                      </a: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22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20" marR="91420" marT="34277" marB="34277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" name="矩形 1"/>
          <p:cNvSpPr>
            <a:spLocks noChangeArrowheads="1"/>
          </p:cNvSpPr>
          <p:nvPr/>
        </p:nvSpPr>
        <p:spPr bwMode="auto">
          <a:xfrm>
            <a:off x="6518275" y="700088"/>
            <a:ext cx="1800225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r>
              <a:rPr lang="en-US" altLang="zh-CN" sz="2400" b="1" i="1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LR</a:t>
            </a:r>
            <a:r>
              <a:rPr lang="en-US" altLang="zh-CN" sz="2400" b="1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(0)</a:t>
            </a:r>
            <a:r>
              <a:rPr lang="zh-CN" altLang="en-US" sz="2400" b="1">
                <a:solidFill>
                  <a:prstClr val="black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分析表</a:t>
            </a:r>
          </a:p>
        </p:txBody>
      </p:sp>
      <p:sp>
        <p:nvSpPr>
          <p:cNvPr id="36" name="矩形 35"/>
          <p:cNvSpPr/>
          <p:nvPr/>
        </p:nvSpPr>
        <p:spPr>
          <a:xfrm>
            <a:off x="-14287" y="2936285"/>
            <a:ext cx="2109787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73E87">
                    <a:lumMod val="60000"/>
                    <a:lumOff val="40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基于</a:t>
            </a:r>
            <a:r>
              <a:rPr kumimoji="0" lang="en-US" altLang="zh-CN" sz="1800" b="1" i="0" u="none" strike="noStrike" kern="0" cap="none" spc="0" normalizeH="0" baseline="0" noProof="0" dirty="0">
                <a:ln>
                  <a:noFill/>
                </a:ln>
                <a:solidFill>
                  <a:srgbClr val="073E87">
                    <a:lumMod val="60000"/>
                    <a:lumOff val="40000"/>
                  </a:srgbClr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LR(0)</a:t>
            </a:r>
            <a:r>
              <a:rPr kumimoji="0" lang="zh-CN" alt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73E87">
                    <a:lumMod val="60000"/>
                    <a:lumOff val="40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项目识别文法全部</a:t>
            </a:r>
            <a:r>
              <a:rPr kumimoji="0" lang="zh-CN" alt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活前缀</a:t>
            </a:r>
            <a:r>
              <a:rPr kumimoji="0" lang="zh-CN" alt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73E87">
                    <a:lumMod val="60000"/>
                    <a:lumOff val="40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的</a:t>
            </a:r>
            <a:r>
              <a:rPr kumimoji="0" lang="en-US" altLang="zh-CN" sz="1800" b="1" i="0" u="none" strike="noStrike" kern="0" cap="none" spc="0" normalizeH="0" baseline="0" noProof="0" dirty="0">
                <a:ln>
                  <a:noFill/>
                </a:ln>
                <a:solidFill>
                  <a:srgbClr val="073E87">
                    <a:lumMod val="60000"/>
                    <a:lumOff val="40000"/>
                  </a:srgbClr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DFA</a:t>
            </a:r>
            <a:r>
              <a:rPr kumimoji="0" lang="zh-CN" alt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73E87">
                    <a:lumMod val="60000"/>
                    <a:lumOff val="40000"/>
                  </a:srgbClr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。所有</a:t>
            </a:r>
            <a:r>
              <a:rPr lang="zh-CN" altLang="en-US" b="1" kern="0" noProof="0" dirty="0">
                <a:solidFill>
                  <a:srgbClr val="073E87">
                    <a:lumMod val="60000"/>
                    <a:lumOff val="40000"/>
                  </a:srgbClr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状态都是接收状态。</a:t>
            </a:r>
            <a:endParaRPr kumimoji="0" lang="zh-CN" altLang="en-US" sz="1100" b="0" i="0" u="none" strike="noStrike" kern="0" cap="none" spc="0" normalizeH="0" baseline="0" noProof="0" dirty="0">
              <a:ln>
                <a:noFill/>
              </a:ln>
              <a:solidFill>
                <a:srgbClr val="073E87">
                  <a:lumMod val="60000"/>
                  <a:lumOff val="40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71A6A7B-5242-44F2-9115-F2D200E593EC}"/>
              </a:ext>
            </a:extLst>
          </p:cNvPr>
          <p:cNvSpPr txBox="1"/>
          <p:nvPr/>
        </p:nvSpPr>
        <p:spPr>
          <a:xfrm>
            <a:off x="49641" y="4215750"/>
            <a:ext cx="218079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I</a:t>
            </a:r>
            <a:r>
              <a:rPr lang="en-US" altLang="zh-CN" sz="2000" b="1" baseline="-25000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</a:t>
            </a:r>
            <a:r>
              <a:rPr lang="zh-CN" altLang="en-US" sz="2000" b="1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是句子识别状态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71285AA7-CB08-477C-B1FB-43C21F614189}"/>
              </a:ext>
            </a:extLst>
          </p:cNvPr>
          <p:cNvSpPr txBox="1"/>
          <p:nvPr/>
        </p:nvSpPr>
        <p:spPr>
          <a:xfrm>
            <a:off x="14081" y="4638646"/>
            <a:ext cx="31402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</a:t>
            </a:r>
            <a:r>
              <a:rPr lang="en-US" altLang="zh-CN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 </a:t>
            </a:r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zh-CN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</a:t>
            </a:r>
            <a:r>
              <a:rPr lang="en-US" altLang="zh-CN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</a:t>
            </a:r>
            <a:r>
              <a:rPr lang="en-US" altLang="zh-CN" sz="2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zh-CN" altLang="en-US" sz="2000" b="1" dirty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是句柄识别状态</a:t>
            </a:r>
          </a:p>
        </p:txBody>
      </p:sp>
    </p:spTree>
    <p:extLst>
      <p:ext uri="{BB962C8B-B14F-4D97-AF65-F5344CB8AC3E}">
        <p14:creationId xmlns:p14="http://schemas.microsoft.com/office/powerpoint/2010/main" val="1186266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/>
      <p:bldP spid="5" grpId="0"/>
      <p:bldP spid="38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63" name="Rectangle 3"/>
          <p:cNvSpPr>
            <a:spLocks noGrp="1" noChangeArrowheads="1"/>
          </p:cNvSpPr>
          <p:nvPr>
            <p:ph idx="1"/>
          </p:nvPr>
        </p:nvSpPr>
        <p:spPr>
          <a:xfrm>
            <a:off x="412750" y="1203597"/>
            <a:ext cx="8302625" cy="2808015"/>
          </a:xfrm>
        </p:spPr>
        <p:txBody>
          <a:bodyPr/>
          <a:lstStyle/>
          <a:p>
            <a:pPr eaLnBrk="1" hangingPunct="1">
              <a:lnSpc>
                <a:spcPts val="3200"/>
              </a:lnSpc>
              <a:buClr>
                <a:schemeClr val="tx1"/>
              </a:buClr>
            </a:pPr>
            <a:r>
              <a:rPr lang="zh-CN" altLang="en-US" sz="2800" dirty="0"/>
              <a:t>设</a:t>
            </a:r>
            <a:r>
              <a:rPr lang="en-US" altLang="zh-CN" sz="2800" i="1" dirty="0"/>
              <a:t>A</a:t>
            </a:r>
            <a:r>
              <a:rPr lang="en-US" altLang="zh-CN" sz="2800" dirty="0"/>
              <a:t>→</a:t>
            </a:r>
            <a:r>
              <a:rPr lang="en-US" altLang="zh-CN" sz="2800" i="1" dirty="0">
                <a:sym typeface="Symbol" panose="05050102010706020507" pitchFamily="18" charset="2"/>
              </a:rPr>
              <a:t> </a:t>
            </a:r>
            <a:r>
              <a:rPr lang="zh-CN" altLang="en-US" sz="2800" dirty="0">
                <a:sym typeface="Symbol" panose="05050102010706020507" pitchFamily="18" charset="2"/>
              </a:rPr>
              <a:t>是句柄 ，</a:t>
            </a:r>
            <a:r>
              <a:rPr lang="zh-CN" altLang="en-US" sz="2800" dirty="0"/>
              <a:t>栈中的规范句型活前缀与句柄的关系：</a:t>
            </a:r>
            <a:endParaRPr lang="en-US" altLang="zh-CN" sz="2800" dirty="0"/>
          </a:p>
          <a:p>
            <a:pPr lvl="1" eaLnBrk="1" hangingPunct="1">
              <a:lnSpc>
                <a:spcPts val="3200"/>
              </a:lnSpc>
              <a:buClr>
                <a:schemeClr val="tx1"/>
              </a:buClr>
            </a:pPr>
            <a:r>
              <a:rPr lang="zh-CN" altLang="en-US" sz="28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不含</a:t>
            </a:r>
            <a:r>
              <a:rPr lang="zh-CN" altLang="en-US" sz="2800" b="1" dirty="0">
                <a:solidFill>
                  <a:schemeClr val="tx1"/>
                </a:solidFill>
                <a:cs typeface="Times New Roman" panose="02020603050405020304" pitchFamily="18" charset="0"/>
              </a:rPr>
              <a:t>句柄的任何符号：</a:t>
            </a:r>
            <a:r>
              <a:rPr lang="en-US" altLang="zh-CN" sz="2800" b="1" dirty="0">
                <a:solidFill>
                  <a:schemeClr val="tx1"/>
                </a:solidFill>
                <a:cs typeface="Times New Roman" panose="02020603050405020304" pitchFamily="18" charset="0"/>
              </a:rPr>
              <a:t>A→.</a:t>
            </a:r>
            <a:r>
              <a:rPr lang="en-US" altLang="zh-CN" sz="2800" b="1" kern="0" dirty="0">
                <a:solidFill>
                  <a:srgbClr val="000000"/>
                </a:solidFill>
                <a:ea typeface="楷体_GB2312" pitchFamily="49" charset="-122"/>
                <a:cs typeface="Times New Roman" panose="02020603050405020304" pitchFamily="18" charset="0"/>
                <a:sym typeface="Symbol" panose="05050102010706020507" pitchFamily="18" charset="2"/>
              </a:rPr>
              <a:t> </a:t>
            </a:r>
            <a:r>
              <a:rPr lang="en-US" altLang="zh-CN" sz="2800" b="1" i="1" kern="0" dirty="0">
                <a:solidFill>
                  <a:srgbClr val="000000"/>
                </a:solidFill>
                <a:ea typeface="楷体_GB2312" pitchFamily="49" charset="-122"/>
                <a:cs typeface="Times New Roman" panose="02020603050405020304" pitchFamily="18" charset="0"/>
                <a:sym typeface="Symbol" panose="05050102010706020507" pitchFamily="18" charset="2"/>
              </a:rPr>
              <a:t></a:t>
            </a:r>
            <a:endParaRPr lang="en-US" altLang="zh-CN" sz="2800" b="1" i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 eaLnBrk="1" hangingPunct="1">
              <a:lnSpc>
                <a:spcPts val="3200"/>
              </a:lnSpc>
              <a:buClr>
                <a:schemeClr val="tx1"/>
              </a:buClr>
            </a:pPr>
            <a:r>
              <a:rPr lang="zh-CN" altLang="en-US" sz="28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包含</a:t>
            </a:r>
            <a:r>
              <a:rPr lang="zh-CN" altLang="en-US" sz="2800" b="1" dirty="0">
                <a:solidFill>
                  <a:schemeClr val="tx1"/>
                </a:solidFill>
                <a:cs typeface="Times New Roman" panose="02020603050405020304" pitchFamily="18" charset="0"/>
              </a:rPr>
              <a:t>句柄的</a:t>
            </a:r>
            <a:r>
              <a:rPr lang="zh-CN" altLang="en-US" sz="28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部分</a:t>
            </a:r>
            <a:r>
              <a:rPr lang="zh-CN" altLang="en-US" sz="2800" b="1" dirty="0">
                <a:solidFill>
                  <a:schemeClr val="tx1"/>
                </a:solidFill>
                <a:cs typeface="Times New Roman" panose="02020603050405020304" pitchFamily="18" charset="0"/>
              </a:rPr>
              <a:t>符号：</a:t>
            </a:r>
            <a:r>
              <a:rPr lang="en-US" altLang="zh-CN" sz="2800" b="1" dirty="0">
                <a:solidFill>
                  <a:schemeClr val="tx1"/>
                </a:solidFill>
                <a:cs typeface="Times New Roman" panose="02020603050405020304" pitchFamily="18" charset="0"/>
              </a:rPr>
              <a:t>A→</a:t>
            </a:r>
            <a:r>
              <a:rPr lang="en-US" altLang="zh-CN" sz="2800" b="1" kern="0" dirty="0">
                <a:solidFill>
                  <a:srgbClr val="000000"/>
                </a:solidFill>
                <a:ea typeface="楷体_GB2312" pitchFamily="49" charset="-122"/>
                <a:cs typeface="Times New Roman" panose="02020603050405020304" pitchFamily="18" charset="0"/>
                <a:sym typeface="Symbol" panose="05050102010706020507" pitchFamily="18" charset="2"/>
              </a:rPr>
              <a:t> </a:t>
            </a:r>
            <a:r>
              <a:rPr lang="en-US" altLang="zh-CN" sz="2800" b="1" i="1" kern="0" dirty="0">
                <a:solidFill>
                  <a:srgbClr val="000000"/>
                </a:solidFill>
                <a:ea typeface="楷体_GB2312" pitchFamily="49" charset="-122"/>
                <a:cs typeface="Times New Roman" panose="02020603050405020304" pitchFamily="18" charset="0"/>
                <a:sym typeface="Symbol" panose="05050102010706020507" pitchFamily="18" charset="2"/>
              </a:rPr>
              <a:t></a:t>
            </a:r>
            <a:r>
              <a:rPr lang="en-US" altLang="zh-CN" sz="2800" b="1" i="1" kern="0" baseline="-25000" dirty="0">
                <a:solidFill>
                  <a:srgbClr val="000000"/>
                </a:solidFill>
                <a:ea typeface="楷体_GB2312" pitchFamily="49" charset="-122"/>
                <a:cs typeface="Times New Roman" panose="02020603050405020304" pitchFamily="18" charset="0"/>
                <a:sym typeface="Symbol" panose="05050102010706020507" pitchFamily="18" charset="2"/>
              </a:rPr>
              <a:t>1</a:t>
            </a:r>
            <a:r>
              <a:rPr lang="en-US" altLang="zh-CN" sz="2800" b="1" kern="0" baseline="-25000" dirty="0">
                <a:solidFill>
                  <a:srgbClr val="000000"/>
                </a:solidFill>
                <a:ea typeface="楷体_GB2312" pitchFamily="49" charset="-122"/>
                <a:cs typeface="Times New Roman" panose="02020603050405020304" pitchFamily="18" charset="0"/>
                <a:sym typeface="Symbol" panose="05050102010706020507" pitchFamily="18" charset="2"/>
              </a:rPr>
              <a:t> </a:t>
            </a:r>
            <a:r>
              <a:rPr lang="en-US" altLang="zh-CN" sz="2800" b="1" dirty="0">
                <a:solidFill>
                  <a:schemeClr val="tx1"/>
                </a:solidFill>
                <a:cs typeface="Times New Roman" panose="02020603050405020304" pitchFamily="18" charset="0"/>
              </a:rPr>
              <a:t>.</a:t>
            </a:r>
            <a:r>
              <a:rPr lang="en-US" altLang="zh-CN" sz="2800" b="1" kern="0" dirty="0">
                <a:solidFill>
                  <a:srgbClr val="000000"/>
                </a:solidFill>
                <a:ea typeface="楷体_GB2312" pitchFamily="49" charset="-122"/>
                <a:cs typeface="Times New Roman" panose="02020603050405020304" pitchFamily="18" charset="0"/>
                <a:sym typeface="Symbol" panose="05050102010706020507" pitchFamily="18" charset="2"/>
              </a:rPr>
              <a:t> </a:t>
            </a:r>
            <a:r>
              <a:rPr lang="en-US" altLang="zh-CN" sz="2800" b="1" i="1" kern="0" dirty="0">
                <a:solidFill>
                  <a:srgbClr val="000000"/>
                </a:solidFill>
                <a:ea typeface="楷体_GB2312" pitchFamily="49" charset="-122"/>
                <a:cs typeface="Times New Roman" panose="02020603050405020304" pitchFamily="18" charset="0"/>
                <a:sym typeface="Symbol" panose="05050102010706020507" pitchFamily="18" charset="2"/>
              </a:rPr>
              <a:t></a:t>
            </a:r>
            <a:r>
              <a:rPr lang="en-US" altLang="zh-CN" sz="2800" b="1" i="1" kern="0" baseline="-25000" dirty="0">
                <a:solidFill>
                  <a:srgbClr val="000000"/>
                </a:solidFill>
                <a:ea typeface="楷体_GB2312" pitchFamily="49" charset="-122"/>
                <a:cs typeface="Times New Roman" panose="02020603050405020304" pitchFamily="18" charset="0"/>
                <a:sym typeface="Symbol" panose="05050102010706020507" pitchFamily="18" charset="2"/>
              </a:rPr>
              <a:t>2</a:t>
            </a:r>
            <a:endParaRPr lang="en-US" altLang="zh-CN" sz="2800" b="1" i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 eaLnBrk="1" hangingPunct="1">
              <a:lnSpc>
                <a:spcPts val="3200"/>
              </a:lnSpc>
              <a:buClr>
                <a:schemeClr val="tx1"/>
              </a:buClr>
            </a:pPr>
            <a:r>
              <a:rPr lang="zh-CN" altLang="en-US" sz="28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包含</a:t>
            </a:r>
            <a:r>
              <a:rPr lang="zh-CN" altLang="en-US" sz="2800" b="1" dirty="0">
                <a:solidFill>
                  <a:schemeClr val="tx1"/>
                </a:solidFill>
                <a:cs typeface="Times New Roman" panose="02020603050405020304" pitchFamily="18" charset="0"/>
              </a:rPr>
              <a:t>句柄的</a:t>
            </a:r>
            <a:r>
              <a:rPr lang="zh-CN" altLang="en-US" sz="2800" b="1" dirty="0">
                <a:solidFill>
                  <a:schemeClr val="tx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全部</a:t>
            </a:r>
            <a:r>
              <a:rPr lang="zh-CN" altLang="en-US" sz="2800" b="1" dirty="0">
                <a:solidFill>
                  <a:schemeClr val="tx1"/>
                </a:solidFill>
                <a:cs typeface="Times New Roman" panose="02020603050405020304" pitchFamily="18" charset="0"/>
              </a:rPr>
              <a:t>符号：</a:t>
            </a:r>
            <a:r>
              <a:rPr lang="en-US" altLang="zh-CN" sz="2800" b="1" dirty="0">
                <a:solidFill>
                  <a:schemeClr val="tx1"/>
                </a:solidFill>
                <a:cs typeface="Times New Roman" panose="02020603050405020304" pitchFamily="18" charset="0"/>
              </a:rPr>
              <a:t>A→</a:t>
            </a:r>
            <a:r>
              <a:rPr lang="en-US" altLang="zh-CN" sz="2800" b="1" kern="0" dirty="0">
                <a:solidFill>
                  <a:srgbClr val="000000"/>
                </a:solidFill>
                <a:ea typeface="楷体_GB2312" pitchFamily="49" charset="-122"/>
                <a:cs typeface="Times New Roman" panose="02020603050405020304" pitchFamily="18" charset="0"/>
                <a:sym typeface="Symbol" panose="05050102010706020507" pitchFamily="18" charset="2"/>
              </a:rPr>
              <a:t> </a:t>
            </a:r>
            <a:r>
              <a:rPr lang="en-US" altLang="zh-CN" sz="2800" b="1" i="1" kern="0" dirty="0">
                <a:solidFill>
                  <a:srgbClr val="000000"/>
                </a:solidFill>
                <a:ea typeface="楷体_GB2312" pitchFamily="49" charset="-122"/>
                <a:cs typeface="Times New Roman" panose="02020603050405020304" pitchFamily="18" charset="0"/>
                <a:sym typeface="Symbol" panose="05050102010706020507" pitchFamily="18" charset="2"/>
              </a:rPr>
              <a:t></a:t>
            </a:r>
            <a:r>
              <a:rPr lang="en-US" altLang="zh-CN" sz="2800" b="1" dirty="0">
                <a:solidFill>
                  <a:schemeClr val="tx1"/>
                </a:solidFill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40963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>
              <a:defRPr/>
            </a:pPr>
            <a:r>
              <a:rPr lang="zh-CN" altLang="en-US" sz="3000" spc="300" dirty="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rPr>
              <a:t>活前缀与句柄的关系</a:t>
            </a:r>
            <a:endParaRPr lang="en-US" altLang="zh-CN" sz="3000" spc="300" dirty="0">
              <a:solidFill>
                <a:schemeClr val="tx1"/>
              </a:solidFill>
              <a:latin typeface="微软雅黑" pitchFamily="34" charset="-122"/>
              <a:ea typeface="微软雅黑" pitchFamily="34" charset="-122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189589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55576" y="128770"/>
            <a:ext cx="6264696" cy="575072"/>
          </a:xfrm>
        </p:spPr>
        <p:txBody>
          <a:bodyPr/>
          <a:lstStyle/>
          <a:p>
            <a:r>
              <a:rPr lang="zh-CN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构造</a:t>
            </a:r>
            <a:r>
              <a:rPr lang="en-US" altLang="zh-C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r>
              <a:rPr lang="zh-CN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分析表的算法</a:t>
            </a:r>
            <a:endParaRPr lang="zh-CN" altLang="en-US" sz="28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内容占位符 2"/>
              <p:cNvSpPr>
                <a:spLocks noGrp="1"/>
              </p:cNvSpPr>
              <p:nvPr>
                <p:ph idx="1"/>
              </p:nvPr>
            </p:nvSpPr>
            <p:spPr>
              <a:xfrm>
                <a:off x="611560" y="1563638"/>
                <a:ext cx="8370676" cy="3215786"/>
              </a:xfrm>
            </p:spPr>
            <p:txBody>
              <a:bodyPr/>
              <a:lstStyle/>
              <a:p>
                <a:pPr>
                  <a:spcBef>
                    <a:spcPts val="1200"/>
                  </a:spcBef>
                </a:pPr>
                <a:r>
                  <a:rPr lang="zh-CN" altLang="en-US" dirty="0">
                    <a:latin typeface="黑体" panose="02010609060101010101" pitchFamily="49" charset="-122"/>
                    <a:ea typeface="黑体" panose="02010609060101010101" pitchFamily="49" charset="-122"/>
                    <a:cs typeface="Times New Roman" panose="02020603050405020304" pitchFamily="18" charset="0"/>
                  </a:rPr>
                  <a:t>计算项集 </a:t>
                </a:r>
                <a:r>
                  <a:rPr lang="en-US" altLang="zh-CN" i="1" dirty="0">
                    <a:ea typeface="黑体" panose="02010609060101010101" pitchFamily="49" charset="-122"/>
                    <a:cs typeface="Times New Roman" panose="02020603050405020304" pitchFamily="18" charset="0"/>
                  </a:rPr>
                  <a:t>I </a:t>
                </a:r>
                <a:r>
                  <a:rPr lang="zh-CN" altLang="en-US" dirty="0">
                    <a:solidFill>
                      <a:srgbClr val="0070C0"/>
                    </a:solidFill>
                    <a:latin typeface="黑体" panose="02010609060101010101" pitchFamily="49" charset="-122"/>
                    <a:ea typeface="黑体" panose="02010609060101010101" pitchFamily="49" charset="-122"/>
                    <a:cs typeface="Times New Roman" panose="02020603050405020304" pitchFamily="18" charset="0"/>
                  </a:rPr>
                  <a:t>闭包</a:t>
                </a:r>
                <a:r>
                  <a:rPr lang="zh-CN" altLang="en-US" dirty="0">
                    <a:latin typeface="黑体" panose="02010609060101010101" pitchFamily="49" charset="-122"/>
                    <a:ea typeface="黑体" panose="02010609060101010101" pitchFamily="49" charset="-122"/>
                    <a:cs typeface="Times New Roman" panose="02020603050405020304" pitchFamily="18" charset="0"/>
                  </a:rPr>
                  <a:t>：</a:t>
                </a:r>
                <a:r>
                  <a:rPr lang="en-US" altLang="zh-CN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CLOSURE</a:t>
                </a:r>
                <a:r>
                  <a:rPr lang="zh-CN" altLang="en-US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闭包函数</a:t>
                </a:r>
                <a:endParaRPr lang="en-US" altLang="zh-CN" dirty="0">
                  <a:solidFill>
                    <a:srgbClr val="0070C0"/>
                  </a:solidFill>
                  <a:cs typeface="Times New Roman" panose="02020603050405020304" pitchFamily="18" charset="0"/>
                </a:endParaRPr>
              </a:p>
              <a:p>
                <a:pPr marL="0" indent="0" algn="ctr" eaLnBrk="1" hangingPunct="1">
                  <a:buNone/>
                  <a:defRPr/>
                </a:pPr>
                <a:r>
                  <a:rPr lang="en-US" altLang="zh-CN" sz="2000" dirty="0">
                    <a:solidFill>
                      <a:srgbClr val="0070C0"/>
                    </a:solidFill>
                    <a:ea typeface="楷体_GB2312"/>
                    <a:cs typeface="Times New Roman" pitchFamily="18" charset="0"/>
                  </a:rPr>
                  <a:t>CLOSURE</a:t>
                </a:r>
                <a:r>
                  <a:rPr lang="en-US" altLang="zh-CN" sz="2000" spc="300" dirty="0">
                    <a:solidFill>
                      <a:srgbClr val="0070C0"/>
                    </a:solidFill>
                    <a:ea typeface="楷体_GB2312"/>
                    <a:cs typeface="Times New Roman" pitchFamily="18" charset="0"/>
                  </a:rPr>
                  <a:t>(</a:t>
                </a:r>
                <a:r>
                  <a:rPr lang="en-US" altLang="zh-CN" sz="2000" i="1" spc="300" dirty="0">
                    <a:solidFill>
                      <a:srgbClr val="0070C0"/>
                    </a:solidFill>
                    <a:ea typeface="楷体_GB2312"/>
                    <a:cs typeface="Times New Roman" pitchFamily="18" charset="0"/>
                  </a:rPr>
                  <a:t>I</a:t>
                </a:r>
                <a:r>
                  <a:rPr lang="en-US" altLang="zh-CN" sz="2000" spc="300" dirty="0">
                    <a:solidFill>
                      <a:srgbClr val="0070C0"/>
                    </a:solidFill>
                    <a:ea typeface="楷体_GB2312"/>
                    <a:cs typeface="Times New Roman" pitchFamily="18" charset="0"/>
                  </a:rPr>
                  <a:t>) </a:t>
                </a:r>
                <a:r>
                  <a:rPr lang="en-US" altLang="zh-CN" sz="2000" dirty="0">
                    <a:solidFill>
                      <a:srgbClr val="000000"/>
                    </a:solidFill>
                    <a:ea typeface="楷体_GB2312"/>
                    <a:cs typeface="Times New Roman" pitchFamily="18" charset="0"/>
                  </a:rPr>
                  <a:t>= </a:t>
                </a:r>
                <a:r>
                  <a:rPr lang="en-US" altLang="zh-CN" sz="2000" i="1" dirty="0">
                    <a:solidFill>
                      <a:srgbClr val="000000"/>
                    </a:solidFill>
                    <a:ea typeface="楷体_GB2312"/>
                    <a:cs typeface="Times New Roman" pitchFamily="18" charset="0"/>
                  </a:rPr>
                  <a:t>I </a:t>
                </a:r>
                <a:r>
                  <a:rPr lang="en-US" altLang="zh-CN" sz="2000" dirty="0">
                    <a:solidFill>
                      <a:srgbClr val="000000"/>
                    </a:solidFill>
                    <a:ea typeface="楷体_GB2312"/>
                    <a:cs typeface="Times New Roman" pitchFamily="18" charset="0"/>
                  </a:rPr>
                  <a:t>∪ { </a:t>
                </a:r>
                <a:r>
                  <a:rPr lang="en-US" altLang="zh-CN" sz="2000" i="1" dirty="0">
                    <a:solidFill>
                      <a:srgbClr val="000000"/>
                    </a:solidFill>
                    <a:ea typeface="楷体_GB2312"/>
                    <a:cs typeface="Times New Roman" pitchFamily="18" charset="0"/>
                  </a:rPr>
                  <a:t>B</a:t>
                </a:r>
                <a:r>
                  <a:rPr lang="en-US" altLang="zh-CN" sz="2000" dirty="0">
                    <a:solidFill>
                      <a:srgbClr val="000000"/>
                    </a:solidFill>
                    <a:ea typeface="楷体_GB2312"/>
                    <a:cs typeface="Times New Roman" pitchFamily="18" charset="0"/>
                  </a:rPr>
                  <a:t>→ </a:t>
                </a:r>
                <a:r>
                  <a:rPr lang="en-US" altLang="zh-CN" sz="2000" i="1" dirty="0">
                    <a:ea typeface="楷体_GB2312"/>
                    <a:cs typeface="Times New Roman" panose="02020603050405020304" pitchFamily="18" charset="0"/>
                  </a:rPr>
                  <a:t>·</a:t>
                </a:r>
                <a:r>
                  <a:rPr lang="en-US" altLang="zh-CN" sz="2000" i="1" dirty="0">
                    <a:solidFill>
                      <a:srgbClr val="2D83F4"/>
                    </a:solidFill>
                    <a:ea typeface="楷体_GB2312"/>
                    <a:cs typeface="楷体_GB2312"/>
                  </a:rPr>
                  <a:t> </a:t>
                </a:r>
                <a:r>
                  <a:rPr lang="en-US" altLang="zh-CN" sz="2000" i="1" dirty="0">
                    <a:solidFill>
                      <a:srgbClr val="000000"/>
                    </a:solidFill>
                    <a:ea typeface="楷体_GB2312"/>
                    <a:cs typeface="Times New Roman" pitchFamily="18" charset="0"/>
                  </a:rPr>
                  <a:t>γ </a:t>
                </a:r>
                <a:r>
                  <a:rPr lang="en-US" altLang="zh-CN" sz="2000" dirty="0">
                    <a:solidFill>
                      <a:srgbClr val="000000"/>
                    </a:solidFill>
                    <a:ea typeface="楷体_GB2312"/>
                    <a:cs typeface="Times New Roman" pitchFamily="18" charset="0"/>
                  </a:rPr>
                  <a:t>| </a:t>
                </a:r>
                <a:r>
                  <a:rPr lang="en-US" altLang="zh-CN" sz="2000" dirty="0">
                    <a:solidFill>
                      <a:srgbClr val="000000"/>
                    </a:solidFill>
                    <a:ea typeface="楷体_GB2312"/>
                    <a:cs typeface="Times New Roman" panose="02020603050405020304" pitchFamily="18" charset="0"/>
                    <a:sym typeface="Symbol" panose="05050102010706020507" pitchFamily="18" charset="2"/>
                  </a:rPr>
                  <a:t></a:t>
                </a:r>
                <a:r>
                  <a:rPr lang="en-US" altLang="zh-CN" sz="2000" i="1" dirty="0">
                    <a:solidFill>
                      <a:srgbClr val="000000"/>
                    </a:solidFill>
                    <a:ea typeface="楷体_GB2312"/>
                    <a:cs typeface="Times New Roman" pitchFamily="18" charset="0"/>
                  </a:rPr>
                  <a:t>A</a:t>
                </a:r>
                <a:r>
                  <a:rPr lang="en-US" altLang="zh-CN" sz="2000" dirty="0">
                    <a:solidFill>
                      <a:srgbClr val="000000"/>
                    </a:solidFill>
                    <a:ea typeface="楷体_GB2312"/>
                    <a:cs typeface="Times New Roman" pitchFamily="18" charset="0"/>
                  </a:rPr>
                  <a:t>→</a:t>
                </a:r>
                <a:r>
                  <a:rPr lang="en-US" altLang="zh-CN" sz="2000" i="1" dirty="0">
                    <a:solidFill>
                      <a:srgbClr val="000000"/>
                    </a:solidFill>
                    <a:ea typeface="楷体_GB2312"/>
                    <a:cs typeface="Times New Roman" pitchFamily="18" charset="0"/>
                  </a:rPr>
                  <a:t>α</a:t>
                </a:r>
                <a:r>
                  <a:rPr lang="en-US" altLang="zh-CN" sz="2000" dirty="0">
                    <a:solidFill>
                      <a:srgbClr val="000000"/>
                    </a:solidFill>
                    <a:ea typeface="楷体_GB2312"/>
                    <a:cs typeface="Times New Roman" pitchFamily="18" charset="0"/>
                  </a:rPr>
                  <a:t>·</a:t>
                </a:r>
                <a:r>
                  <a:rPr lang="en-US" altLang="zh-CN" sz="2000" i="1" dirty="0">
                    <a:solidFill>
                      <a:srgbClr val="000000"/>
                    </a:solidFill>
                    <a:ea typeface="楷体_GB2312"/>
                    <a:cs typeface="Times New Roman" pitchFamily="18" charset="0"/>
                  </a:rPr>
                  <a:t>Bβ </a:t>
                </a:r>
                <a:r>
                  <a:rPr lang="en-US" altLang="zh-CN" sz="2000" dirty="0">
                    <a:solidFill>
                      <a:srgbClr val="000000"/>
                    </a:solidFill>
                    <a:ea typeface="楷体_GB2312"/>
                    <a:cs typeface="Times New Roman" pitchFamily="18" charset="0"/>
                  </a:rPr>
                  <a:t>∈ </a:t>
                </a:r>
                <a:r>
                  <a:rPr lang="en-US" altLang="zh-CN" sz="2000" dirty="0">
                    <a:solidFill>
                      <a:srgbClr val="0070C0"/>
                    </a:solidFill>
                    <a:ea typeface="楷体_GB2312"/>
                    <a:cs typeface="Times New Roman" pitchFamily="18" charset="0"/>
                  </a:rPr>
                  <a:t>CLOSURE</a:t>
                </a:r>
                <a:r>
                  <a:rPr lang="en-US" altLang="zh-CN" sz="2000" spc="300" dirty="0">
                    <a:solidFill>
                      <a:srgbClr val="0070C0"/>
                    </a:solidFill>
                    <a:ea typeface="楷体_GB2312"/>
                    <a:cs typeface="Times New Roman" pitchFamily="18" charset="0"/>
                  </a:rPr>
                  <a:t>(</a:t>
                </a:r>
                <a:r>
                  <a:rPr lang="en-US" altLang="zh-CN" sz="2000" i="1" spc="300" dirty="0">
                    <a:solidFill>
                      <a:srgbClr val="0070C0"/>
                    </a:solidFill>
                    <a:ea typeface="楷体_GB2312"/>
                    <a:cs typeface="Times New Roman" pitchFamily="18" charset="0"/>
                  </a:rPr>
                  <a:t>I</a:t>
                </a:r>
                <a:r>
                  <a:rPr lang="en-US" altLang="zh-CN" sz="2000" spc="300" dirty="0">
                    <a:solidFill>
                      <a:srgbClr val="0070C0"/>
                    </a:solidFill>
                    <a:ea typeface="楷体_GB2312"/>
                    <a:cs typeface="Times New Roman" pitchFamily="18" charset="0"/>
                  </a:rPr>
                  <a:t>),</a:t>
                </a:r>
                <a:r>
                  <a:rPr lang="en-US" altLang="zh-CN" sz="2000" i="1" dirty="0" err="1">
                    <a:solidFill>
                      <a:srgbClr val="000000"/>
                    </a:solidFill>
                    <a:ea typeface="楷体_GB2312"/>
                    <a:cs typeface="Times New Roman" pitchFamily="18" charset="0"/>
                  </a:rPr>
                  <a:t>B</a:t>
                </a:r>
                <a:r>
                  <a:rPr lang="en-US" altLang="zh-CN" sz="2000" dirty="0" err="1">
                    <a:solidFill>
                      <a:srgbClr val="000000"/>
                    </a:solidFill>
                    <a:ea typeface="楷体_GB2312"/>
                    <a:cs typeface="Times New Roman" pitchFamily="18" charset="0"/>
                  </a:rPr>
                  <a:t>→</a:t>
                </a:r>
                <a:r>
                  <a:rPr lang="en-US" altLang="zh-CN" sz="2000" i="1" dirty="0" err="1">
                    <a:solidFill>
                      <a:srgbClr val="000000"/>
                    </a:solidFill>
                    <a:ea typeface="楷体_GB2312"/>
                    <a:cs typeface="Times New Roman" pitchFamily="18" charset="0"/>
                  </a:rPr>
                  <a:t>γ</a:t>
                </a:r>
                <a:r>
                  <a:rPr lang="en-US" altLang="zh-CN" sz="2000" dirty="0" err="1">
                    <a:solidFill>
                      <a:srgbClr val="000000"/>
                    </a:solidFill>
                    <a:ea typeface="楷体_GB2312"/>
                    <a:cs typeface="Times New Roman" pitchFamily="18" charset="0"/>
                  </a:rPr>
                  <a:t>∈</a:t>
                </a:r>
                <a:r>
                  <a:rPr lang="en-US" altLang="zh-CN" sz="2000" i="1" dirty="0" err="1">
                    <a:solidFill>
                      <a:srgbClr val="000000"/>
                    </a:solidFill>
                    <a:ea typeface="楷体_GB2312"/>
                    <a:cs typeface="Times New Roman" pitchFamily="18" charset="0"/>
                  </a:rPr>
                  <a:t>P</a:t>
                </a:r>
                <a:r>
                  <a:rPr lang="en-US" altLang="zh-CN" sz="2000" i="1" dirty="0">
                    <a:solidFill>
                      <a:srgbClr val="000000"/>
                    </a:solidFill>
                    <a:ea typeface="楷体_GB2312"/>
                    <a:cs typeface="Times New Roman" pitchFamily="18" charset="0"/>
                  </a:rPr>
                  <a:t> </a:t>
                </a:r>
                <a:r>
                  <a:rPr lang="en-US" altLang="zh-CN" sz="2000" dirty="0">
                    <a:solidFill>
                      <a:srgbClr val="000000"/>
                    </a:solidFill>
                    <a:ea typeface="楷体_GB2312"/>
                    <a:cs typeface="Times New Roman" pitchFamily="18" charset="0"/>
                  </a:rPr>
                  <a:t>}</a:t>
                </a:r>
                <a:endParaRPr lang="zh-CN" altLang="en-US" sz="2000" dirty="0">
                  <a:ea typeface="楷体_GB2312"/>
                  <a:cs typeface="Times New Roman" pitchFamily="18" charset="0"/>
                </a:endParaRPr>
              </a:p>
              <a:p>
                <a:pPr marL="342900" lvl="1" indent="-342900">
                  <a:spcBef>
                    <a:spcPts val="1200"/>
                  </a:spcBef>
                </a:pPr>
                <a:r>
                  <a:rPr lang="zh-CN" altLang="en-US" sz="2400" dirty="0">
                    <a:latin typeface="黑体" panose="02010609060101010101" pitchFamily="49" charset="-122"/>
                    <a:ea typeface="黑体" panose="02010609060101010101" pitchFamily="49" charset="-122"/>
                    <a:cs typeface="Times New Roman" panose="02020603050405020304" pitchFamily="18" charset="0"/>
                  </a:rPr>
                  <a:t>状态转移</a:t>
                </a:r>
                <a:r>
                  <a:rPr lang="en-US" altLang="zh-CN" sz="2400" dirty="0">
                    <a:latin typeface="黑体" panose="02010609060101010101" pitchFamily="49" charset="-122"/>
                    <a:ea typeface="黑体" panose="02010609060101010101" pitchFamily="49" charset="-122"/>
                    <a:cs typeface="Times New Roman" panose="02020603050405020304" pitchFamily="18" charset="0"/>
                  </a:rPr>
                  <a:t>:</a:t>
                </a:r>
                <a:r>
                  <a:rPr lang="en-US" altLang="zh-CN" sz="2400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GOTO</a:t>
                </a:r>
                <a:r>
                  <a:rPr lang="zh-CN" altLang="en-US" sz="2400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函数</a:t>
                </a:r>
                <a:endParaRPr lang="en-US" altLang="zh-CN" sz="2400" dirty="0">
                  <a:solidFill>
                    <a:srgbClr val="0070C0"/>
                  </a:solidFill>
                  <a:cs typeface="Times New Roman" panose="02020603050405020304" pitchFamily="18" charset="0"/>
                </a:endParaRPr>
              </a:p>
              <a:p>
                <a:pPr marL="0" lvl="1" indent="0" algn="ctr">
                  <a:spcBef>
                    <a:spcPts val="1200"/>
                  </a:spcBef>
                  <a:buClr>
                    <a:schemeClr val="folHlink"/>
                  </a:buClr>
                  <a:buSzPct val="60000"/>
                  <a:buNone/>
                </a:pPr>
                <a:r>
                  <a:rPr lang="en-US" altLang="zh-CN" sz="2400" dirty="0">
                    <a:cs typeface="Times New Roman" panose="02020603050405020304" pitchFamily="18" charset="0"/>
                  </a:rPr>
                  <a:t> </a:t>
                </a:r>
                <a:r>
                  <a:rPr lang="en-US" altLang="zh-CN" sz="2000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GOTO( </a:t>
                </a:r>
                <a:r>
                  <a:rPr lang="en-US" altLang="zh-CN" sz="2000" i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I</a:t>
                </a:r>
                <a:r>
                  <a:rPr lang="en-US" altLang="zh-CN" sz="2000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, </a:t>
                </a:r>
                <a:r>
                  <a:rPr lang="en-US" altLang="zh-CN" sz="2000" i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X </a:t>
                </a:r>
                <a:r>
                  <a:rPr lang="en-US" altLang="zh-CN" sz="2000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) </a:t>
                </a:r>
                <a:r>
                  <a:rPr lang="en-US" altLang="zh-CN" sz="2000" dirty="0">
                    <a:cs typeface="Times New Roman" panose="02020603050405020304" pitchFamily="18" charset="0"/>
                  </a:rPr>
                  <a:t>= </a:t>
                </a:r>
                <a:r>
                  <a:rPr lang="en-US" altLang="zh-CN" sz="2000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CLOSURE</a:t>
                </a:r>
                <a:r>
                  <a:rPr lang="en-US" altLang="zh-CN" sz="2000" dirty="0">
                    <a:cs typeface="Times New Roman" panose="02020603050405020304" pitchFamily="18" charset="0"/>
                  </a:rPr>
                  <a:t>( { </a:t>
                </a:r>
                <a:r>
                  <a:rPr lang="en-US" altLang="zh-CN" sz="2000" i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A</a:t>
                </a:r>
                <a:r>
                  <a:rPr lang="en-US" altLang="zh-CN" sz="2000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→</a:t>
                </a:r>
                <a:r>
                  <a:rPr lang="en-US" altLang="zh-CN" sz="2000" i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αX</a:t>
                </a:r>
                <a:r>
                  <a:rPr lang="en-US" altLang="zh-CN" sz="2000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.</a:t>
                </a:r>
                <a:r>
                  <a:rPr lang="en-US" altLang="zh-CN" sz="2000" i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β</a:t>
                </a:r>
                <a:r>
                  <a:rPr lang="en-US" altLang="zh-CN" sz="2000" dirty="0">
                    <a:cs typeface="Times New Roman" panose="02020603050405020304" pitchFamily="18" charset="0"/>
                  </a:rPr>
                  <a:t>| </a:t>
                </a:r>
                <a14:m>
                  <m:oMath xmlns:m="http://schemas.openxmlformats.org/officeDocument/2006/math">
                    <m:r>
                      <a:rPr lang="en-US" altLang="zh-CN" sz="200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∀</m:t>
                    </m:r>
                  </m:oMath>
                </a14:m>
                <a:r>
                  <a:rPr lang="en-US" altLang="zh-CN" sz="2000" i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A</a:t>
                </a:r>
                <a:r>
                  <a:rPr lang="en-US" altLang="zh-CN" sz="2000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→</a:t>
                </a:r>
                <a:r>
                  <a:rPr lang="en-US" altLang="zh-CN" sz="2000" i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α</a:t>
                </a:r>
                <a:r>
                  <a:rPr lang="en-US" altLang="zh-CN" sz="2000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.</a:t>
                </a:r>
                <a:r>
                  <a:rPr lang="en-US" altLang="zh-CN" sz="2000" i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Xβ</a:t>
                </a:r>
                <a:r>
                  <a:rPr lang="en-US" altLang="zh-CN" sz="2000" dirty="0">
                    <a:cs typeface="Times New Roman" panose="02020603050405020304" pitchFamily="18" charset="0"/>
                  </a:rPr>
                  <a:t>∈</a:t>
                </a:r>
                <a:r>
                  <a:rPr lang="en-US" altLang="zh-CN" sz="2000" i="1" dirty="0">
                    <a:cs typeface="Times New Roman" panose="02020603050405020304" pitchFamily="18" charset="0"/>
                  </a:rPr>
                  <a:t>I </a:t>
                </a:r>
                <a:r>
                  <a:rPr lang="en-US" altLang="zh-CN" sz="2000" dirty="0">
                    <a:cs typeface="Times New Roman" panose="02020603050405020304" pitchFamily="18" charset="0"/>
                  </a:rPr>
                  <a:t>} )</a:t>
                </a:r>
              </a:p>
              <a:p>
                <a:pPr marL="642938" lvl="2" indent="-342900">
                  <a:spcBef>
                    <a:spcPts val="1200"/>
                  </a:spcBef>
                </a:pPr>
                <a:r>
                  <a:rPr lang="en-US" altLang="zh-CN" dirty="0">
                    <a:cs typeface="Times New Roman" panose="02020603050405020304" pitchFamily="18" charset="0"/>
                  </a:rPr>
                  <a:t>A→</a:t>
                </a:r>
                <a:r>
                  <a:rPr lang="en-US" altLang="zh-CN" i="1" dirty="0">
                    <a:cs typeface="Times New Roman" panose="02020603050405020304" pitchFamily="18" charset="0"/>
                  </a:rPr>
                  <a:t>α</a:t>
                </a:r>
                <a:r>
                  <a:rPr lang="en-US" altLang="zh-CN" i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X</a:t>
                </a:r>
                <a:r>
                  <a:rPr lang="en-US" altLang="zh-CN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.</a:t>
                </a:r>
                <a:r>
                  <a:rPr lang="en-US" altLang="zh-CN" i="1" dirty="0">
                    <a:cs typeface="Times New Roman" panose="02020603050405020304" pitchFamily="18" charset="0"/>
                  </a:rPr>
                  <a:t>β</a:t>
                </a:r>
                <a:r>
                  <a:rPr lang="en-US" altLang="zh-CN" dirty="0">
                    <a:cs typeface="Times New Roman" panose="02020603050405020304" pitchFamily="18" charset="0"/>
                  </a:rPr>
                  <a:t> </a:t>
                </a:r>
                <a:r>
                  <a:rPr lang="zh-CN" altLang="en-US" dirty="0">
                    <a:cs typeface="Times New Roman" panose="02020603050405020304" pitchFamily="18" charset="0"/>
                  </a:rPr>
                  <a:t>称为</a:t>
                </a:r>
                <a:r>
                  <a:rPr lang="en-US" altLang="zh-CN" dirty="0">
                    <a:cs typeface="Times New Roman" panose="02020603050405020304" pitchFamily="18" charset="0"/>
                  </a:rPr>
                  <a:t>A→</a:t>
                </a:r>
                <a:r>
                  <a:rPr lang="en-US" altLang="zh-CN" i="1" dirty="0">
                    <a:cs typeface="Times New Roman" panose="02020603050405020304" pitchFamily="18" charset="0"/>
                  </a:rPr>
                  <a:t>α</a:t>
                </a:r>
                <a:r>
                  <a:rPr lang="en-US" altLang="zh-CN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.</a:t>
                </a:r>
                <a:r>
                  <a:rPr lang="en-US" altLang="zh-CN" i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X</a:t>
                </a:r>
                <a:r>
                  <a:rPr lang="en-US" altLang="zh-CN" i="1" dirty="0">
                    <a:cs typeface="Times New Roman" panose="02020603050405020304" pitchFamily="18" charset="0"/>
                  </a:rPr>
                  <a:t>β</a:t>
                </a:r>
                <a:r>
                  <a:rPr lang="en-US" altLang="zh-CN" dirty="0">
                    <a:cs typeface="Times New Roman" panose="02020603050405020304" pitchFamily="18" charset="0"/>
                  </a:rPr>
                  <a:t> </a:t>
                </a:r>
                <a:r>
                  <a:rPr lang="zh-CN" altLang="en-US" dirty="0">
                    <a:cs typeface="Times New Roman" panose="02020603050405020304" pitchFamily="18" charset="0"/>
                  </a:rPr>
                  <a:t>的</a:t>
                </a:r>
                <a:r>
                  <a:rPr lang="zh-CN" altLang="en-US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后继项目</a:t>
                </a:r>
                <a:endParaRPr lang="en-US" altLang="zh-CN" dirty="0">
                  <a:solidFill>
                    <a:srgbClr val="0070C0"/>
                  </a:solidFill>
                  <a:cs typeface="Times New Roman" panose="02020603050405020304" pitchFamily="18" charset="0"/>
                </a:endParaRPr>
              </a:p>
              <a:p>
                <a:pPr marL="642938" lvl="2" indent="-342900">
                  <a:spcBef>
                    <a:spcPts val="1200"/>
                  </a:spcBef>
                </a:pPr>
                <a:r>
                  <a:rPr lang="en-US" altLang="zh-CN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GOTO( </a:t>
                </a:r>
                <a:r>
                  <a:rPr lang="en-US" altLang="zh-CN" i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I</a:t>
                </a:r>
                <a:r>
                  <a:rPr lang="en-US" altLang="zh-CN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, </a:t>
                </a:r>
                <a:r>
                  <a:rPr lang="en-US" altLang="zh-CN" i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X </a:t>
                </a:r>
                <a:r>
                  <a:rPr lang="en-US" altLang="zh-CN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)</a:t>
                </a:r>
                <a:r>
                  <a:rPr lang="zh-CN" altLang="en-US" dirty="0">
                    <a:cs typeface="Times New Roman" panose="02020603050405020304" pitchFamily="18" charset="0"/>
                  </a:rPr>
                  <a:t>称为</a:t>
                </a:r>
                <a:r>
                  <a:rPr lang="zh-CN" altLang="en-US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项集</a:t>
                </a:r>
                <a:r>
                  <a:rPr lang="en-US" altLang="zh-CN" i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I</a:t>
                </a:r>
                <a:r>
                  <a:rPr lang="zh-CN" altLang="en-US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关于</a:t>
                </a:r>
                <a:r>
                  <a:rPr lang="en-US" altLang="zh-CN" i="1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X</a:t>
                </a:r>
                <a:r>
                  <a:rPr lang="zh-CN" altLang="en-US" dirty="0">
                    <a:solidFill>
                      <a:srgbClr val="0070C0"/>
                    </a:solidFill>
                    <a:cs typeface="Times New Roman" panose="02020603050405020304" pitchFamily="18" charset="0"/>
                  </a:rPr>
                  <a:t>的后继项目集</a:t>
                </a:r>
                <a:r>
                  <a:rPr lang="zh-CN" altLang="en-US" dirty="0">
                    <a:cs typeface="Times New Roman" panose="02020603050405020304" pitchFamily="18" charset="0"/>
                  </a:rPr>
                  <a:t>。</a:t>
                </a:r>
              </a:p>
            </p:txBody>
          </p:sp>
        </mc:Choice>
        <mc:Fallback>
          <p:sp>
            <p:nvSpPr>
              <p:cNvPr id="3" name="内容占位符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1560" y="1563638"/>
                <a:ext cx="8370676" cy="3215786"/>
              </a:xfrm>
              <a:blipFill>
                <a:blip r:embed="rId3"/>
                <a:stretch>
                  <a:fillRect l="-947" t="-24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标题 1">
            <a:extLst>
              <a:ext uri="{FF2B5EF4-FFF2-40B4-BE49-F238E27FC236}">
                <a16:creationId xmlns:a16="http://schemas.microsoft.com/office/drawing/2014/main" id="{EB8CB6B5-BA20-4BCA-9722-18B1E877FB0F}"/>
              </a:ext>
            </a:extLst>
          </p:cNvPr>
          <p:cNvSpPr txBox="1">
            <a:spLocks/>
          </p:cNvSpPr>
          <p:nvPr/>
        </p:nvSpPr>
        <p:spPr bwMode="auto">
          <a:xfrm>
            <a:off x="1619672" y="867460"/>
            <a:ext cx="6264696" cy="5750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000" b="1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FFFF"/>
                </a:solidFill>
                <a:latin typeface="Candara" panose="020E0502030303020204" pitchFamily="34" charset="0"/>
                <a:ea typeface="黑体" panose="02010609060101010101" pitchFamily="49" charset="-122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FFFF"/>
                </a:solidFill>
                <a:latin typeface="Candara" panose="020E0502030303020204" pitchFamily="34" charset="0"/>
                <a:ea typeface="黑体" panose="02010609060101010101" pitchFamily="49" charset="-122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FFFF"/>
                </a:solidFill>
                <a:latin typeface="Candara" panose="020E0502030303020204" pitchFamily="34" charset="0"/>
                <a:ea typeface="黑体" panose="02010609060101010101" pitchFamily="49" charset="-122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FFFF"/>
                </a:solidFill>
                <a:latin typeface="Candara" panose="020E0502030303020204" pitchFamily="34" charset="0"/>
                <a:ea typeface="黑体" panose="02010609060101010101" pitchFamily="49" charset="-122"/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CLOSURE</a:t>
            </a:r>
            <a:r>
              <a: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闭包函数和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GOTO</a:t>
            </a:r>
            <a:r>
              <a: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函数</a:t>
            </a:r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967150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30" name="标题 1"/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r>
              <a:rPr lang="en-US" altLang="zh-CN" sz="3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CLOSURE( )</a:t>
            </a:r>
            <a:r>
              <a:rPr lang="zh-CN" altLang="en-US" sz="300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函数</a:t>
            </a:r>
            <a:endParaRPr lang="zh-CN" altLang="en-US" sz="30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内容占位符 1"/>
          <p:cNvSpPr txBox="1">
            <a:spLocks/>
          </p:cNvSpPr>
          <p:nvPr/>
        </p:nvSpPr>
        <p:spPr bwMode="auto">
          <a:xfrm>
            <a:off x="785813" y="785813"/>
            <a:ext cx="7632700" cy="410368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anchor="ctr"/>
          <a:lstStyle/>
          <a:p>
            <a:pPr marL="273050" indent="-273050" eaLnBrk="1" hangingPunct="1">
              <a:lnSpc>
                <a:spcPts val="2500"/>
              </a:lnSpc>
              <a:spcBef>
                <a:spcPct val="20000"/>
              </a:spcBef>
              <a:buSzPct val="100000"/>
              <a:buFont typeface="Symbol" pitchFamily="18" charset="2"/>
              <a:buNone/>
              <a:defRPr/>
            </a:pPr>
            <a:r>
              <a:rPr lang="en-US" altLang="zh-CN" sz="2500" b="1" dirty="0" err="1">
                <a:solidFill>
                  <a:srgbClr val="000000"/>
                </a:solidFill>
                <a:latin typeface="Times New Roman" pitchFamily="18" charset="0"/>
                <a:ea typeface="华文楷体" pitchFamily="2" charset="-122"/>
                <a:cs typeface="Times New Roman" pitchFamily="18" charset="0"/>
              </a:rPr>
              <a:t>SetOfltems</a:t>
            </a:r>
            <a:r>
              <a:rPr lang="zh-CN" altLang="en-US" sz="2500" b="1" dirty="0">
                <a:solidFill>
                  <a:srgbClr val="000000"/>
                </a:solidFill>
                <a:latin typeface="Times New Roman" pitchFamily="18" charset="0"/>
                <a:ea typeface="华文楷体" pitchFamily="2" charset="-122"/>
                <a:cs typeface="Times New Roman" pitchFamily="18" charset="0"/>
              </a:rPr>
              <a:t> </a:t>
            </a:r>
            <a:r>
              <a:rPr lang="en-US" altLang="zh-CN" sz="2500" b="1" dirty="0">
                <a:solidFill>
                  <a:srgbClr val="000000"/>
                </a:solidFill>
                <a:latin typeface="Times New Roman" pitchFamily="18" charset="0"/>
                <a:ea typeface="华文楷体" pitchFamily="2" charset="-122"/>
                <a:cs typeface="Times New Roman" pitchFamily="18" charset="0"/>
              </a:rPr>
              <a:t>CLOSURE</a:t>
            </a:r>
            <a:r>
              <a:rPr lang="en-US" altLang="zh-CN" sz="2500" b="1" dirty="0">
                <a:solidFill>
                  <a:srgbClr val="000000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(</a:t>
            </a:r>
            <a:r>
              <a:rPr lang="en-US" altLang="zh-CN" sz="2500" b="1" i="1" dirty="0">
                <a:solidFill>
                  <a:srgbClr val="000000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I </a:t>
            </a:r>
            <a:r>
              <a:rPr lang="en-US" altLang="zh-CN" sz="2500" b="1" dirty="0">
                <a:solidFill>
                  <a:srgbClr val="000000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) {</a:t>
            </a:r>
            <a:endParaRPr kumimoji="1" lang="en-US" altLang="zh-CN" sz="2500" b="1" dirty="0">
              <a:solidFill>
                <a:srgbClr val="000000"/>
              </a:solidFill>
              <a:latin typeface="Times New Roman" pitchFamily="18" charset="0"/>
              <a:ea typeface="华文楷体" pitchFamily="2" charset="-122"/>
              <a:cs typeface="Times New Roman" pitchFamily="18" charset="0"/>
            </a:endParaRPr>
          </a:p>
          <a:p>
            <a:pPr marL="273050" indent="-273050" eaLnBrk="1" hangingPunct="1">
              <a:lnSpc>
                <a:spcPts val="2500"/>
              </a:lnSpc>
              <a:spcBef>
                <a:spcPct val="20000"/>
              </a:spcBef>
              <a:buSzPct val="100000"/>
              <a:buFont typeface="Symbol" pitchFamily="18" charset="2"/>
              <a:buNone/>
              <a:defRPr/>
            </a:pPr>
            <a:r>
              <a:rPr lang="zh-CN" altLang="en-US" sz="2500" b="1" i="1" dirty="0">
                <a:solidFill>
                  <a:srgbClr val="000000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         </a:t>
            </a:r>
            <a:r>
              <a:rPr lang="en-US" altLang="zh-CN" sz="2500" b="1" i="1" dirty="0">
                <a:solidFill>
                  <a:srgbClr val="000000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J</a:t>
            </a:r>
            <a:r>
              <a:rPr lang="zh-CN" altLang="en-US" sz="2500" b="1" i="1" dirty="0">
                <a:solidFill>
                  <a:srgbClr val="000000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</a:t>
            </a:r>
            <a:r>
              <a:rPr lang="en-US" altLang="zh-CN" sz="2500" b="1" dirty="0">
                <a:solidFill>
                  <a:srgbClr val="000000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=</a:t>
            </a:r>
            <a:r>
              <a:rPr lang="zh-CN" altLang="en-US" sz="2500" b="1" dirty="0">
                <a:solidFill>
                  <a:srgbClr val="000000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</a:t>
            </a:r>
            <a:r>
              <a:rPr lang="en-US" altLang="zh-CN" sz="2500" b="1" i="1" dirty="0">
                <a:solidFill>
                  <a:srgbClr val="000000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I</a:t>
            </a:r>
            <a:r>
              <a:rPr lang="zh-CN" altLang="en-US" sz="2500" b="1" dirty="0">
                <a:solidFill>
                  <a:srgbClr val="000000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；</a:t>
            </a:r>
            <a:endParaRPr lang="en-US" altLang="zh-CN" sz="2500" b="1" dirty="0">
              <a:solidFill>
                <a:srgbClr val="000000"/>
              </a:solidFill>
              <a:latin typeface="Times New Roman" pitchFamily="18" charset="0"/>
              <a:ea typeface="楷体" pitchFamily="49" charset="-122"/>
              <a:cs typeface="Times New Roman" pitchFamily="18" charset="0"/>
            </a:endParaRPr>
          </a:p>
          <a:p>
            <a:pPr marL="273050" indent="-273050" eaLnBrk="1" hangingPunct="1">
              <a:lnSpc>
                <a:spcPts val="2500"/>
              </a:lnSpc>
              <a:spcBef>
                <a:spcPct val="20000"/>
              </a:spcBef>
              <a:buSzPct val="100000"/>
              <a:buFont typeface="Symbol" pitchFamily="18" charset="2"/>
              <a:buNone/>
              <a:defRPr/>
            </a:pPr>
            <a:r>
              <a:rPr lang="en-US" altLang="zh-CN" sz="2500" b="1" dirty="0">
                <a:solidFill>
                  <a:srgbClr val="000000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         repeat</a:t>
            </a:r>
            <a:endParaRPr lang="zh-CN" altLang="en-US" sz="2500" b="1" dirty="0">
              <a:solidFill>
                <a:srgbClr val="000000"/>
              </a:solidFill>
              <a:latin typeface="Times New Roman" pitchFamily="18" charset="0"/>
              <a:ea typeface="楷体" pitchFamily="49" charset="-122"/>
              <a:cs typeface="Times New Roman" pitchFamily="18" charset="0"/>
            </a:endParaRPr>
          </a:p>
          <a:p>
            <a:pPr marL="273050" indent="-273050" eaLnBrk="1" hangingPunct="1">
              <a:lnSpc>
                <a:spcPts val="2500"/>
              </a:lnSpc>
              <a:spcBef>
                <a:spcPct val="20000"/>
              </a:spcBef>
              <a:buSzPct val="100000"/>
              <a:defRPr/>
            </a:pPr>
            <a:r>
              <a:rPr lang="zh-CN" altLang="en-US" sz="2500" b="1" dirty="0">
                <a:solidFill>
                  <a:srgbClr val="000000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                  </a:t>
            </a:r>
            <a:r>
              <a:rPr lang="en-US" altLang="zh-CN" sz="2500" b="1" dirty="0">
                <a:solidFill>
                  <a:srgbClr val="000000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for ( </a:t>
            </a:r>
            <a:r>
              <a:rPr lang="en-US" altLang="zh-CN" sz="2500" b="1" i="1" dirty="0">
                <a:solidFill>
                  <a:srgbClr val="000000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J</a:t>
            </a:r>
            <a:r>
              <a:rPr lang="zh-CN" altLang="en-US" sz="2500" b="1" dirty="0">
                <a:solidFill>
                  <a:srgbClr val="000000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中的每个项</a:t>
            </a:r>
            <a:r>
              <a:rPr lang="en-US" altLang="zh-CN" sz="2500" b="1" i="1" dirty="0">
                <a:solidFill>
                  <a:srgbClr val="000000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A →</a:t>
            </a:r>
            <a:r>
              <a:rPr lang="el-GR" altLang="zh-CN" sz="2500" b="1" i="1" dirty="0">
                <a:solidFill>
                  <a:srgbClr val="000000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</a:t>
            </a:r>
            <a:r>
              <a:rPr lang="en-US" altLang="zh-CN" sz="2500" b="1" i="1" dirty="0">
                <a:solidFill>
                  <a:srgbClr val="000000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α</a:t>
            </a:r>
            <a:r>
              <a:rPr lang="zh-CN" altLang="en-US" sz="2500" b="1" i="1" dirty="0">
                <a:solidFill>
                  <a:srgbClr val="000000"/>
                </a:solidFill>
                <a:latin typeface="Times New Roman" pitchFamily="18" charset="0"/>
                <a:ea typeface="楷体" pitchFamily="49" charset="-122"/>
              </a:rPr>
              <a:t>∙</a:t>
            </a:r>
            <a:r>
              <a:rPr lang="en-US" altLang="zh-CN" sz="2500" b="1" i="1" dirty="0">
                <a:solidFill>
                  <a:srgbClr val="000000"/>
                </a:solidFill>
                <a:latin typeface="Times New Roman" pitchFamily="18" charset="0"/>
                <a:ea typeface="楷体" pitchFamily="49" charset="-122"/>
              </a:rPr>
              <a:t>B</a:t>
            </a:r>
            <a:r>
              <a:rPr lang="el-GR" altLang="zh-CN" sz="2500" b="1" i="1" dirty="0">
                <a:solidFill>
                  <a:srgbClr val="000000"/>
                </a:solidFill>
                <a:latin typeface="Times New Roman" pitchFamily="18" charset="0"/>
              </a:rPr>
              <a:t>β</a:t>
            </a:r>
            <a:r>
              <a:rPr lang="en-US" altLang="zh-CN" sz="2500" b="1" dirty="0">
                <a:solidFill>
                  <a:srgbClr val="000000"/>
                </a:solidFill>
                <a:latin typeface="Times New Roman" pitchFamily="18" charset="0"/>
                <a:ea typeface="楷体" pitchFamily="49" charset="-122"/>
              </a:rPr>
              <a:t> ) </a:t>
            </a:r>
          </a:p>
          <a:p>
            <a:pPr marL="273050" indent="-273050" eaLnBrk="1" hangingPunct="1">
              <a:lnSpc>
                <a:spcPts val="2500"/>
              </a:lnSpc>
              <a:spcBef>
                <a:spcPct val="20000"/>
              </a:spcBef>
              <a:buSzPct val="100000"/>
              <a:buFont typeface="Symbol" pitchFamily="18" charset="2"/>
              <a:buNone/>
              <a:defRPr/>
            </a:pPr>
            <a:r>
              <a:rPr lang="zh-CN" altLang="en-US" sz="2500" b="1" dirty="0">
                <a:solidFill>
                  <a:srgbClr val="000000"/>
                </a:solidFill>
                <a:latin typeface="Times New Roman" pitchFamily="18" charset="0"/>
                <a:ea typeface="楷体" pitchFamily="49" charset="-122"/>
              </a:rPr>
              <a:t>                            </a:t>
            </a:r>
            <a:r>
              <a:rPr lang="en-US" altLang="zh-CN" sz="2500" b="1" dirty="0">
                <a:solidFill>
                  <a:srgbClr val="000000"/>
                </a:solidFill>
                <a:latin typeface="Times New Roman" pitchFamily="18" charset="0"/>
                <a:ea typeface="楷体" pitchFamily="49" charset="-122"/>
              </a:rPr>
              <a:t>for ( </a:t>
            </a:r>
            <a:r>
              <a:rPr lang="en-US" altLang="zh-CN" sz="2500" b="1" i="1" dirty="0">
                <a:solidFill>
                  <a:srgbClr val="000000"/>
                </a:solidFill>
                <a:latin typeface="Times New Roman" pitchFamily="18" charset="0"/>
                <a:ea typeface="楷体" pitchFamily="49" charset="-122"/>
              </a:rPr>
              <a:t>G</a:t>
            </a:r>
            <a:r>
              <a:rPr lang="zh-CN" altLang="en-US" sz="2500" b="1" dirty="0">
                <a:solidFill>
                  <a:srgbClr val="000000"/>
                </a:solidFill>
                <a:latin typeface="Times New Roman" pitchFamily="18" charset="0"/>
                <a:ea typeface="楷体" pitchFamily="49" charset="-122"/>
              </a:rPr>
              <a:t>的每个产生式</a:t>
            </a:r>
            <a:r>
              <a:rPr lang="en-US" altLang="zh-CN" sz="2500" b="1" i="1" dirty="0">
                <a:solidFill>
                  <a:srgbClr val="000000"/>
                </a:solidFill>
                <a:latin typeface="Times New Roman" pitchFamily="18" charset="0"/>
                <a:ea typeface="楷体" pitchFamily="49" charset="-122"/>
              </a:rPr>
              <a:t>B</a:t>
            </a:r>
            <a:r>
              <a:rPr lang="en-US" altLang="zh-CN" sz="2500" b="1" i="1" dirty="0">
                <a:solidFill>
                  <a:srgbClr val="000000"/>
                </a:solidFill>
                <a:latin typeface="Times New Roman" pitchFamily="18" charset="0"/>
              </a:rPr>
              <a:t> →</a:t>
            </a:r>
            <a:r>
              <a:rPr lang="zh-CN" altLang="en-US" sz="2500" b="1" i="1" dirty="0">
                <a:solidFill>
                  <a:srgbClr val="000000"/>
                </a:solidFill>
                <a:latin typeface="Times New Roman" pitchFamily="18" charset="0"/>
              </a:rPr>
              <a:t> </a:t>
            </a:r>
            <a:r>
              <a:rPr lang="en-US" altLang="zh-CN" sz="2500" b="1" i="1" dirty="0">
                <a:solidFill>
                  <a:srgbClr val="000000"/>
                </a:solidFill>
                <a:latin typeface="Times New Roman" pitchFamily="18" charset="0"/>
                <a:ea typeface="楷体_GB2312"/>
                <a:cs typeface="楷体_GB2312"/>
              </a:rPr>
              <a:t>γ</a:t>
            </a:r>
            <a:r>
              <a:rPr lang="zh-CN" altLang="en-US" sz="2500" b="1" i="1" dirty="0">
                <a:solidFill>
                  <a:srgbClr val="000000"/>
                </a:solidFill>
                <a:latin typeface="Times New Roman" pitchFamily="18" charset="0"/>
              </a:rPr>
              <a:t> </a:t>
            </a:r>
            <a:r>
              <a:rPr lang="en-US" altLang="zh-CN" sz="2500" b="1" dirty="0">
                <a:solidFill>
                  <a:srgbClr val="000000"/>
                </a:solidFill>
                <a:latin typeface="Times New Roman" pitchFamily="18" charset="0"/>
                <a:ea typeface="楷体" pitchFamily="49" charset="-122"/>
              </a:rPr>
              <a:t>) </a:t>
            </a:r>
            <a:endParaRPr lang="zh-CN" altLang="en-US" sz="2500" b="1" dirty="0">
              <a:solidFill>
                <a:srgbClr val="000000"/>
              </a:solidFill>
              <a:latin typeface="Times New Roman" pitchFamily="18" charset="0"/>
              <a:ea typeface="楷体" pitchFamily="49" charset="-122"/>
            </a:endParaRPr>
          </a:p>
          <a:p>
            <a:pPr marL="273050" indent="-273050" eaLnBrk="1" hangingPunct="1">
              <a:lnSpc>
                <a:spcPts val="2500"/>
              </a:lnSpc>
              <a:spcBef>
                <a:spcPct val="20000"/>
              </a:spcBef>
              <a:buSzPct val="100000"/>
              <a:buFont typeface="Symbol" pitchFamily="18" charset="2"/>
              <a:buNone/>
              <a:defRPr/>
            </a:pPr>
            <a:r>
              <a:rPr lang="zh-CN" altLang="en-US" sz="2500" b="1" dirty="0">
                <a:solidFill>
                  <a:srgbClr val="000000"/>
                </a:solidFill>
                <a:latin typeface="Times New Roman" pitchFamily="18" charset="0"/>
                <a:ea typeface="楷体" pitchFamily="49" charset="-122"/>
              </a:rPr>
              <a:t>                                      </a:t>
            </a:r>
            <a:r>
              <a:rPr lang="en-US" altLang="zh-CN" sz="2500" b="1" dirty="0">
                <a:solidFill>
                  <a:srgbClr val="000000"/>
                </a:solidFill>
                <a:latin typeface="Times New Roman" pitchFamily="18" charset="0"/>
                <a:ea typeface="楷体" pitchFamily="49" charset="-122"/>
              </a:rPr>
              <a:t>if (</a:t>
            </a:r>
            <a:r>
              <a:rPr lang="zh-CN" altLang="en-US" sz="2500" b="1" dirty="0">
                <a:solidFill>
                  <a:srgbClr val="000000"/>
                </a:solidFill>
                <a:latin typeface="Times New Roman" pitchFamily="18" charset="0"/>
                <a:ea typeface="楷体" pitchFamily="49" charset="-122"/>
              </a:rPr>
              <a:t> 项</a:t>
            </a:r>
            <a:r>
              <a:rPr lang="en-US" altLang="zh-CN" sz="2500" b="1" i="1" dirty="0">
                <a:solidFill>
                  <a:srgbClr val="000000"/>
                </a:solidFill>
                <a:latin typeface="Times New Roman" pitchFamily="18" charset="0"/>
                <a:ea typeface="楷体" pitchFamily="49" charset="-122"/>
              </a:rPr>
              <a:t>B</a:t>
            </a:r>
            <a:r>
              <a:rPr lang="en-US" altLang="zh-CN" sz="2500" b="1" i="1" dirty="0">
                <a:solidFill>
                  <a:srgbClr val="000000"/>
                </a:solidFill>
                <a:latin typeface="Times New Roman" pitchFamily="18" charset="0"/>
              </a:rPr>
              <a:t> →</a:t>
            </a:r>
            <a:r>
              <a:rPr lang="zh-CN" altLang="en-US" sz="2500" b="1" i="1" dirty="0">
                <a:solidFill>
                  <a:srgbClr val="000000"/>
                </a:solidFill>
                <a:latin typeface="Times New Roman" pitchFamily="18" charset="0"/>
              </a:rPr>
              <a:t> </a:t>
            </a:r>
            <a:r>
              <a:rPr lang="zh-CN" altLang="en-US" sz="2500" b="1" i="1" dirty="0">
                <a:solidFill>
                  <a:srgbClr val="000000"/>
                </a:solidFill>
                <a:latin typeface="Times New Roman" pitchFamily="18" charset="0"/>
                <a:ea typeface="楷体" pitchFamily="49" charset="-122"/>
              </a:rPr>
              <a:t>∙ </a:t>
            </a:r>
            <a:r>
              <a:rPr lang="en-US" altLang="zh-CN" sz="2500" b="1" i="1" dirty="0">
                <a:solidFill>
                  <a:srgbClr val="000000"/>
                </a:solidFill>
                <a:latin typeface="Times New Roman" pitchFamily="18" charset="0"/>
                <a:ea typeface="楷体_GB2312"/>
                <a:cs typeface="楷体_GB2312"/>
              </a:rPr>
              <a:t>γ</a:t>
            </a:r>
            <a:r>
              <a:rPr lang="zh-CN" altLang="en-US" sz="2500" b="1" dirty="0">
                <a:solidFill>
                  <a:srgbClr val="000000"/>
                </a:solidFill>
                <a:latin typeface="Times New Roman" pitchFamily="18" charset="0"/>
                <a:ea typeface="楷体" pitchFamily="49" charset="-122"/>
              </a:rPr>
              <a:t>不在</a:t>
            </a:r>
            <a:r>
              <a:rPr lang="en-US" altLang="zh-CN" sz="2500" b="1" i="1" dirty="0">
                <a:solidFill>
                  <a:srgbClr val="000000"/>
                </a:solidFill>
                <a:latin typeface="Times New Roman" pitchFamily="18" charset="0"/>
                <a:ea typeface="楷体" pitchFamily="49" charset="-122"/>
              </a:rPr>
              <a:t>J</a:t>
            </a:r>
            <a:r>
              <a:rPr lang="zh-CN" altLang="en-US" sz="2500" b="1" dirty="0">
                <a:solidFill>
                  <a:srgbClr val="000000"/>
                </a:solidFill>
                <a:latin typeface="Times New Roman" pitchFamily="18" charset="0"/>
                <a:ea typeface="楷体" pitchFamily="49" charset="-122"/>
              </a:rPr>
              <a:t>中</a:t>
            </a:r>
            <a:r>
              <a:rPr lang="zh-CN" altLang="en-US" sz="2500" b="1" i="1" dirty="0">
                <a:solidFill>
                  <a:srgbClr val="000000"/>
                </a:solidFill>
                <a:latin typeface="Times New Roman" pitchFamily="18" charset="0"/>
              </a:rPr>
              <a:t> </a:t>
            </a:r>
            <a:r>
              <a:rPr lang="en-US" altLang="zh-CN" sz="2500" b="1" dirty="0">
                <a:solidFill>
                  <a:srgbClr val="000000"/>
                </a:solidFill>
                <a:latin typeface="Times New Roman" pitchFamily="18" charset="0"/>
                <a:ea typeface="楷体" pitchFamily="49" charset="-122"/>
              </a:rPr>
              <a:t>) </a:t>
            </a:r>
            <a:endParaRPr lang="zh-CN" altLang="en-US" sz="2500" b="1" dirty="0">
              <a:solidFill>
                <a:srgbClr val="000000"/>
              </a:solidFill>
              <a:latin typeface="Times New Roman" pitchFamily="18" charset="0"/>
              <a:ea typeface="楷体" pitchFamily="49" charset="-122"/>
            </a:endParaRPr>
          </a:p>
          <a:p>
            <a:pPr marL="273050" indent="-273050" eaLnBrk="1" hangingPunct="1">
              <a:lnSpc>
                <a:spcPts val="2500"/>
              </a:lnSpc>
              <a:spcBef>
                <a:spcPct val="20000"/>
              </a:spcBef>
              <a:buSzPct val="100000"/>
              <a:buFont typeface="Symbol" pitchFamily="18" charset="2"/>
              <a:buNone/>
              <a:defRPr/>
            </a:pPr>
            <a:r>
              <a:rPr lang="zh-CN" altLang="en-US" sz="2500" b="1" dirty="0">
                <a:solidFill>
                  <a:srgbClr val="000000"/>
                </a:solidFill>
                <a:latin typeface="Times New Roman" pitchFamily="18" charset="0"/>
                <a:ea typeface="楷体" pitchFamily="49" charset="-122"/>
              </a:rPr>
              <a:t>                                             将</a:t>
            </a:r>
            <a:r>
              <a:rPr lang="en-US" altLang="zh-CN" sz="2500" b="1" i="1" dirty="0">
                <a:solidFill>
                  <a:srgbClr val="000000"/>
                </a:solidFill>
                <a:latin typeface="Times New Roman" pitchFamily="18" charset="0"/>
                <a:ea typeface="楷体" pitchFamily="49" charset="-122"/>
              </a:rPr>
              <a:t>B</a:t>
            </a:r>
            <a:r>
              <a:rPr lang="en-US" altLang="zh-CN" sz="2500" b="1" i="1" dirty="0">
                <a:solidFill>
                  <a:srgbClr val="000000"/>
                </a:solidFill>
                <a:latin typeface="Times New Roman" pitchFamily="18" charset="0"/>
              </a:rPr>
              <a:t> →</a:t>
            </a:r>
            <a:r>
              <a:rPr lang="zh-CN" altLang="en-US" sz="2500" b="1" i="1" dirty="0">
                <a:solidFill>
                  <a:srgbClr val="000000"/>
                </a:solidFill>
                <a:latin typeface="Times New Roman" pitchFamily="18" charset="0"/>
              </a:rPr>
              <a:t> </a:t>
            </a:r>
            <a:r>
              <a:rPr lang="zh-CN" altLang="en-US" sz="2500" b="1" i="1" dirty="0">
                <a:solidFill>
                  <a:srgbClr val="000000"/>
                </a:solidFill>
                <a:latin typeface="Times New Roman" pitchFamily="18" charset="0"/>
                <a:ea typeface="楷体" pitchFamily="49" charset="-122"/>
              </a:rPr>
              <a:t>∙ </a:t>
            </a:r>
            <a:r>
              <a:rPr lang="en-US" altLang="zh-CN" sz="2500" b="1" i="1" dirty="0">
                <a:solidFill>
                  <a:srgbClr val="000000"/>
                </a:solidFill>
                <a:latin typeface="Times New Roman" pitchFamily="18" charset="0"/>
                <a:ea typeface="楷体_GB2312"/>
                <a:cs typeface="楷体_GB2312"/>
              </a:rPr>
              <a:t>γ</a:t>
            </a:r>
            <a:r>
              <a:rPr lang="zh-CN" altLang="en-US" sz="2500" b="1" dirty="0">
                <a:solidFill>
                  <a:srgbClr val="000000"/>
                </a:solidFill>
                <a:latin typeface="Times New Roman" pitchFamily="18" charset="0"/>
                <a:ea typeface="楷体" pitchFamily="49" charset="-122"/>
              </a:rPr>
              <a:t>加入</a:t>
            </a:r>
            <a:r>
              <a:rPr lang="en-US" altLang="zh-CN" sz="2500" b="1" i="1" dirty="0">
                <a:solidFill>
                  <a:srgbClr val="000000"/>
                </a:solidFill>
                <a:latin typeface="Times New Roman" pitchFamily="18" charset="0"/>
                <a:ea typeface="楷体" pitchFamily="49" charset="-122"/>
              </a:rPr>
              <a:t>J</a:t>
            </a:r>
            <a:r>
              <a:rPr lang="zh-CN" altLang="en-US" sz="2500" b="1" dirty="0">
                <a:solidFill>
                  <a:srgbClr val="000000"/>
                </a:solidFill>
                <a:latin typeface="Times New Roman" pitchFamily="18" charset="0"/>
                <a:ea typeface="楷体" pitchFamily="49" charset="-122"/>
              </a:rPr>
              <a:t>中；</a:t>
            </a:r>
          </a:p>
          <a:p>
            <a:pPr marL="273050" indent="-273050" eaLnBrk="1" hangingPunct="1">
              <a:lnSpc>
                <a:spcPts val="2500"/>
              </a:lnSpc>
              <a:spcBef>
                <a:spcPct val="20000"/>
              </a:spcBef>
              <a:buSzPct val="100000"/>
              <a:buFont typeface="Symbol" pitchFamily="18" charset="2"/>
              <a:buNone/>
              <a:defRPr/>
            </a:pPr>
            <a:r>
              <a:rPr lang="zh-CN" altLang="en-US" sz="2500" b="1" dirty="0">
                <a:solidFill>
                  <a:srgbClr val="000000"/>
                </a:solidFill>
                <a:latin typeface="Times New Roman" pitchFamily="18" charset="0"/>
                <a:ea typeface="楷体" pitchFamily="49" charset="-122"/>
              </a:rPr>
              <a:t>          </a:t>
            </a:r>
            <a:r>
              <a:rPr lang="en-US" altLang="zh-CN" sz="2500" b="1" dirty="0">
                <a:solidFill>
                  <a:srgbClr val="000000"/>
                </a:solidFill>
                <a:latin typeface="Times New Roman" pitchFamily="18" charset="0"/>
                <a:ea typeface="楷体" pitchFamily="49" charset="-122"/>
              </a:rPr>
              <a:t>until</a:t>
            </a:r>
            <a:r>
              <a:rPr lang="zh-CN" altLang="en-US" sz="2500" b="1" dirty="0">
                <a:solidFill>
                  <a:srgbClr val="000000"/>
                </a:solidFill>
                <a:latin typeface="Times New Roman" pitchFamily="18" charset="0"/>
                <a:ea typeface="楷体" pitchFamily="49" charset="-122"/>
              </a:rPr>
              <a:t> 在某一轮中没有新的项被加入到</a:t>
            </a:r>
            <a:r>
              <a:rPr lang="en-US" altLang="zh-CN" sz="2500" b="1" i="1" dirty="0">
                <a:solidFill>
                  <a:srgbClr val="000000"/>
                </a:solidFill>
                <a:latin typeface="Times New Roman" pitchFamily="18" charset="0"/>
                <a:ea typeface="楷体" pitchFamily="49" charset="-122"/>
              </a:rPr>
              <a:t>J</a:t>
            </a:r>
            <a:r>
              <a:rPr lang="zh-CN" altLang="en-US" sz="2500" b="1" dirty="0">
                <a:solidFill>
                  <a:srgbClr val="000000"/>
                </a:solidFill>
                <a:latin typeface="Times New Roman" pitchFamily="18" charset="0"/>
                <a:ea typeface="楷体" pitchFamily="49" charset="-122"/>
              </a:rPr>
              <a:t>中；</a:t>
            </a:r>
          </a:p>
          <a:p>
            <a:pPr marL="273050" indent="-273050" eaLnBrk="1" hangingPunct="1">
              <a:lnSpc>
                <a:spcPts val="2500"/>
              </a:lnSpc>
              <a:spcBef>
                <a:spcPct val="20000"/>
              </a:spcBef>
              <a:buSzPct val="100000"/>
              <a:buFont typeface="Symbol" pitchFamily="18" charset="2"/>
              <a:buNone/>
              <a:defRPr/>
            </a:pPr>
            <a:r>
              <a:rPr lang="zh-CN" altLang="en-US" sz="2500" b="1" dirty="0">
                <a:solidFill>
                  <a:srgbClr val="000000"/>
                </a:solidFill>
                <a:latin typeface="Times New Roman" pitchFamily="18" charset="0"/>
                <a:ea typeface="楷体" pitchFamily="49" charset="-122"/>
              </a:rPr>
              <a:t>          </a:t>
            </a:r>
            <a:r>
              <a:rPr lang="en-US" altLang="zh-CN" sz="2500" b="1" dirty="0">
                <a:solidFill>
                  <a:srgbClr val="000000"/>
                </a:solidFill>
                <a:latin typeface="Times New Roman" pitchFamily="18" charset="0"/>
                <a:ea typeface="楷体" pitchFamily="49" charset="-122"/>
              </a:rPr>
              <a:t>return </a:t>
            </a:r>
            <a:r>
              <a:rPr lang="en-US" altLang="zh-CN" sz="2500" b="1" i="1" dirty="0">
                <a:solidFill>
                  <a:srgbClr val="000000"/>
                </a:solidFill>
                <a:latin typeface="Times New Roman" pitchFamily="18" charset="0"/>
                <a:ea typeface="楷体" pitchFamily="49" charset="-122"/>
              </a:rPr>
              <a:t>J</a:t>
            </a:r>
            <a:r>
              <a:rPr lang="zh-CN" altLang="en-US" sz="2500" b="1" dirty="0">
                <a:solidFill>
                  <a:srgbClr val="000000"/>
                </a:solidFill>
                <a:latin typeface="Times New Roman" pitchFamily="18" charset="0"/>
                <a:ea typeface="楷体" pitchFamily="49" charset="-122"/>
              </a:rPr>
              <a:t>；</a:t>
            </a:r>
          </a:p>
          <a:p>
            <a:pPr marL="273050" indent="-273050" eaLnBrk="1" hangingPunct="1">
              <a:lnSpc>
                <a:spcPts val="2500"/>
              </a:lnSpc>
              <a:spcBef>
                <a:spcPct val="20000"/>
              </a:spcBef>
              <a:buSzPct val="100000"/>
              <a:buFont typeface="Symbol" pitchFamily="18" charset="2"/>
              <a:buNone/>
              <a:defRPr/>
            </a:pPr>
            <a:r>
              <a:rPr lang="en-US" altLang="zh-CN" sz="2500" b="1" dirty="0">
                <a:solidFill>
                  <a:srgbClr val="000000"/>
                </a:solidFill>
                <a:latin typeface="Times New Roman" pitchFamily="18" charset="0"/>
                <a:ea typeface="楷体" pitchFamily="49" charset="-122"/>
              </a:rPr>
              <a:t>}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标题 2"/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r>
              <a:rPr lang="en-US" altLang="zh-CN" sz="300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GOTO ( )</a:t>
            </a:r>
            <a:r>
              <a:rPr lang="zh-CN" altLang="en-US" sz="300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函数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内容占位符 1"/>
          <p:cNvSpPr txBox="1">
            <a:spLocks/>
          </p:cNvSpPr>
          <p:nvPr/>
        </p:nvSpPr>
        <p:spPr bwMode="auto">
          <a:xfrm>
            <a:off x="1000125" y="2236788"/>
            <a:ext cx="7127875" cy="244951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anchor="ctr"/>
          <a:lstStyle/>
          <a:p>
            <a:pPr marL="273050" indent="-273050" eaLnBrk="1" hangingPunct="1">
              <a:lnSpc>
                <a:spcPts val="2500"/>
              </a:lnSpc>
              <a:spcBef>
                <a:spcPct val="20000"/>
              </a:spcBef>
              <a:buSzPct val="100000"/>
              <a:buFont typeface="Symbol" pitchFamily="18" charset="2"/>
              <a:buNone/>
              <a:defRPr/>
            </a:pPr>
            <a:r>
              <a:rPr lang="en-US" altLang="zh-CN" sz="2500" b="1" dirty="0" err="1">
                <a:latin typeface="Times New Roman" pitchFamily="18" charset="0"/>
                <a:ea typeface="华文楷体" pitchFamily="2" charset="-122"/>
              </a:rPr>
              <a:t>SetOfltems</a:t>
            </a:r>
            <a:r>
              <a:rPr lang="zh-CN" altLang="en-US" sz="2500" b="1" dirty="0">
                <a:latin typeface="Times New Roman" pitchFamily="18" charset="0"/>
                <a:ea typeface="华文楷体" pitchFamily="2" charset="-122"/>
              </a:rPr>
              <a:t> </a:t>
            </a:r>
            <a:r>
              <a:rPr lang="en-US" altLang="zh-CN" sz="2500" b="1" dirty="0">
                <a:latin typeface="Times New Roman" pitchFamily="18" charset="0"/>
                <a:ea typeface="华文楷体" pitchFamily="2" charset="-122"/>
              </a:rPr>
              <a:t>GOTO</a:t>
            </a:r>
            <a:r>
              <a:rPr lang="en-US" altLang="zh-CN" sz="2500" b="1" dirty="0">
                <a:latin typeface="Times New Roman" pitchFamily="18" charset="0"/>
                <a:ea typeface="楷体" pitchFamily="49" charset="-122"/>
              </a:rPr>
              <a:t> (</a:t>
            </a:r>
            <a:r>
              <a:rPr lang="en-US" altLang="zh-CN" sz="2500" b="1" i="1" dirty="0">
                <a:latin typeface="Times New Roman" pitchFamily="18" charset="0"/>
                <a:ea typeface="楷体" pitchFamily="49" charset="-122"/>
              </a:rPr>
              <a:t> I</a:t>
            </a:r>
            <a:r>
              <a:rPr lang="zh-CN" altLang="en-US" sz="2500" b="1" dirty="0">
                <a:latin typeface="Times New Roman" pitchFamily="18" charset="0"/>
                <a:ea typeface="楷体" pitchFamily="49" charset="-122"/>
              </a:rPr>
              <a:t>，</a:t>
            </a:r>
            <a:r>
              <a:rPr lang="en-US" altLang="zh-CN" sz="2500" b="1" i="1" dirty="0">
                <a:latin typeface="Times New Roman" pitchFamily="18" charset="0"/>
                <a:ea typeface="楷体" pitchFamily="49" charset="-122"/>
              </a:rPr>
              <a:t>X </a:t>
            </a:r>
            <a:r>
              <a:rPr lang="en-US" altLang="zh-CN" sz="2500" b="1" dirty="0">
                <a:latin typeface="Times New Roman" pitchFamily="18" charset="0"/>
                <a:ea typeface="楷体" pitchFamily="49" charset="-122"/>
              </a:rPr>
              <a:t>) {</a:t>
            </a:r>
          </a:p>
          <a:p>
            <a:pPr marL="273050" indent="-273050" eaLnBrk="1" hangingPunct="1">
              <a:lnSpc>
                <a:spcPts val="2500"/>
              </a:lnSpc>
              <a:spcBef>
                <a:spcPct val="20000"/>
              </a:spcBef>
              <a:buSzPct val="100000"/>
              <a:buFont typeface="Symbol" pitchFamily="18" charset="2"/>
              <a:buNone/>
              <a:defRPr/>
            </a:pPr>
            <a:r>
              <a:rPr lang="en-US" altLang="zh-CN" sz="2500" b="1" dirty="0">
                <a:latin typeface="Times New Roman" pitchFamily="18" charset="0"/>
                <a:ea typeface="楷体" pitchFamily="49" charset="-122"/>
              </a:rPr>
              <a:t>          </a:t>
            </a:r>
            <a:r>
              <a:rPr lang="zh-CN" altLang="en-US" sz="2500" b="1" dirty="0">
                <a:latin typeface="Times New Roman" pitchFamily="18" charset="0"/>
                <a:ea typeface="楷体" pitchFamily="49" charset="-122"/>
              </a:rPr>
              <a:t>将</a:t>
            </a:r>
            <a:r>
              <a:rPr lang="en-US" altLang="zh-CN" sz="2500" b="1" i="1" dirty="0">
                <a:latin typeface="Times New Roman" pitchFamily="18" charset="0"/>
                <a:ea typeface="楷体" pitchFamily="49" charset="-122"/>
              </a:rPr>
              <a:t>J</a:t>
            </a:r>
            <a:r>
              <a:rPr lang="zh-CN" altLang="en-US" sz="2500" b="1" i="1" dirty="0">
                <a:latin typeface="Times New Roman" pitchFamily="18" charset="0"/>
                <a:ea typeface="楷体" pitchFamily="49" charset="-122"/>
              </a:rPr>
              <a:t> </a:t>
            </a:r>
            <a:r>
              <a:rPr lang="zh-CN" altLang="en-US" sz="2500" b="1" dirty="0">
                <a:latin typeface="Times New Roman" pitchFamily="18" charset="0"/>
                <a:ea typeface="楷体" pitchFamily="49" charset="-122"/>
              </a:rPr>
              <a:t>初始化为空集；                   </a:t>
            </a:r>
          </a:p>
          <a:p>
            <a:pPr marL="273050" indent="-273050" eaLnBrk="1" hangingPunct="1">
              <a:lnSpc>
                <a:spcPts val="2500"/>
              </a:lnSpc>
              <a:spcBef>
                <a:spcPct val="20000"/>
              </a:spcBef>
              <a:buSzPct val="100000"/>
              <a:buFont typeface="Symbol" pitchFamily="18" charset="2"/>
              <a:buNone/>
              <a:defRPr/>
            </a:pPr>
            <a:r>
              <a:rPr lang="zh-CN" altLang="en-US" sz="2500" b="1" dirty="0">
                <a:latin typeface="Times New Roman" pitchFamily="18" charset="0"/>
                <a:ea typeface="楷体" pitchFamily="49" charset="-122"/>
              </a:rPr>
              <a:t>          </a:t>
            </a:r>
            <a:r>
              <a:rPr lang="en-US" altLang="zh-CN" sz="2500" b="1" dirty="0">
                <a:latin typeface="Times New Roman" pitchFamily="18" charset="0"/>
                <a:ea typeface="楷体" pitchFamily="49" charset="-122"/>
              </a:rPr>
              <a:t> for ( </a:t>
            </a:r>
            <a:r>
              <a:rPr lang="en-US" altLang="zh-CN" sz="2500" b="1" i="1" dirty="0">
                <a:latin typeface="Times New Roman" pitchFamily="18" charset="0"/>
                <a:ea typeface="楷体" pitchFamily="49" charset="-122"/>
              </a:rPr>
              <a:t>I</a:t>
            </a:r>
            <a:r>
              <a:rPr lang="zh-CN" altLang="en-US" sz="2500" b="1" i="1" dirty="0">
                <a:latin typeface="Times New Roman" pitchFamily="18" charset="0"/>
                <a:ea typeface="楷体" pitchFamily="49" charset="-122"/>
              </a:rPr>
              <a:t> </a:t>
            </a:r>
            <a:r>
              <a:rPr lang="zh-CN" altLang="en-US" sz="2500" b="1" dirty="0">
                <a:latin typeface="Times New Roman" pitchFamily="18" charset="0"/>
                <a:ea typeface="楷体" pitchFamily="49" charset="-122"/>
              </a:rPr>
              <a:t>中的每个项</a:t>
            </a:r>
            <a:r>
              <a:rPr lang="en-US" altLang="zh-CN" sz="2500" b="1" i="1" dirty="0">
                <a:solidFill>
                  <a:srgbClr val="0070C0"/>
                </a:solidFill>
                <a:latin typeface="Times New Roman" pitchFamily="18" charset="0"/>
                <a:ea typeface="楷体" pitchFamily="49" charset="-122"/>
              </a:rPr>
              <a:t>A</a:t>
            </a:r>
            <a:r>
              <a:rPr lang="en-US" altLang="zh-CN" sz="2500" b="1" i="1" dirty="0">
                <a:solidFill>
                  <a:srgbClr val="0070C0"/>
                </a:solidFill>
                <a:latin typeface="Times New Roman" pitchFamily="18" charset="0"/>
              </a:rPr>
              <a:t> →</a:t>
            </a:r>
            <a:r>
              <a:rPr lang="el-GR" altLang="zh-CN" sz="2500" b="1" i="1" dirty="0">
                <a:solidFill>
                  <a:srgbClr val="0070C0"/>
                </a:solidFill>
                <a:latin typeface="Times New Roman" pitchFamily="18" charset="0"/>
              </a:rPr>
              <a:t> </a:t>
            </a:r>
            <a:r>
              <a:rPr lang="en-US" altLang="zh-CN" sz="2500" b="1" i="1" dirty="0">
                <a:solidFill>
                  <a:srgbClr val="0070C0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α</a:t>
            </a:r>
            <a:r>
              <a:rPr lang="zh-CN" altLang="en-US" sz="2500" b="1" i="1" dirty="0">
                <a:solidFill>
                  <a:srgbClr val="0070C0"/>
                </a:solidFill>
                <a:latin typeface="Times New Roman" pitchFamily="18" charset="0"/>
                <a:ea typeface="楷体" pitchFamily="49" charset="-122"/>
              </a:rPr>
              <a:t>∙</a:t>
            </a:r>
            <a:r>
              <a:rPr lang="en-US" altLang="zh-CN" sz="2500" b="1" i="1" dirty="0">
                <a:solidFill>
                  <a:srgbClr val="0070C0"/>
                </a:solidFill>
                <a:latin typeface="Times New Roman" pitchFamily="18" charset="0"/>
                <a:ea typeface="楷体" pitchFamily="49" charset="-122"/>
              </a:rPr>
              <a:t>X</a:t>
            </a:r>
            <a:r>
              <a:rPr lang="el-GR" altLang="zh-CN" sz="2500" b="1" i="1" dirty="0">
                <a:solidFill>
                  <a:srgbClr val="0070C0"/>
                </a:solidFill>
                <a:latin typeface="Times New Roman" pitchFamily="18" charset="0"/>
              </a:rPr>
              <a:t>β</a:t>
            </a:r>
            <a:r>
              <a:rPr lang="en-US" altLang="zh-CN" sz="2500" b="1" i="1" dirty="0">
                <a:solidFill>
                  <a:srgbClr val="0070C0"/>
                </a:solidFill>
                <a:latin typeface="Times New Roman" pitchFamily="18" charset="0"/>
              </a:rPr>
              <a:t> </a:t>
            </a:r>
            <a:r>
              <a:rPr lang="en-US" altLang="zh-CN" sz="2500" b="1" dirty="0">
                <a:latin typeface="Times New Roman" pitchFamily="18" charset="0"/>
                <a:ea typeface="楷体" pitchFamily="49" charset="-122"/>
              </a:rPr>
              <a:t>) </a:t>
            </a:r>
          </a:p>
          <a:p>
            <a:pPr marL="273050" indent="-273050" eaLnBrk="1" hangingPunct="1">
              <a:lnSpc>
                <a:spcPts val="2500"/>
              </a:lnSpc>
              <a:spcBef>
                <a:spcPct val="20000"/>
              </a:spcBef>
              <a:buSzPct val="100000"/>
              <a:buFont typeface="Symbol" pitchFamily="18" charset="2"/>
              <a:buNone/>
              <a:defRPr/>
            </a:pPr>
            <a:r>
              <a:rPr lang="zh-CN" altLang="en-US" sz="2500" b="1" dirty="0">
                <a:latin typeface="Times New Roman" pitchFamily="18" charset="0"/>
                <a:ea typeface="楷体" pitchFamily="49" charset="-122"/>
              </a:rPr>
              <a:t>                      将项</a:t>
            </a:r>
            <a:r>
              <a:rPr lang="en-US" altLang="zh-CN" sz="2500" b="1" dirty="0">
                <a:latin typeface="Times New Roman" pitchFamily="18" charset="0"/>
                <a:ea typeface="楷体" pitchFamily="49" charset="-122"/>
              </a:rPr>
              <a:t> </a:t>
            </a:r>
            <a:r>
              <a:rPr lang="en-US" altLang="zh-CN" sz="2500" b="1" i="1" dirty="0">
                <a:solidFill>
                  <a:srgbClr val="0070C0"/>
                </a:solidFill>
                <a:latin typeface="Times New Roman" pitchFamily="18" charset="0"/>
                <a:ea typeface="楷体" pitchFamily="49" charset="-122"/>
              </a:rPr>
              <a:t>A</a:t>
            </a:r>
            <a:r>
              <a:rPr lang="zh-CN" altLang="en-US" sz="2500" b="1" i="1" dirty="0">
                <a:solidFill>
                  <a:srgbClr val="0070C0"/>
                </a:solidFill>
                <a:latin typeface="Times New Roman" pitchFamily="18" charset="0"/>
                <a:ea typeface="楷体" pitchFamily="49" charset="-122"/>
              </a:rPr>
              <a:t> </a:t>
            </a:r>
            <a:r>
              <a:rPr lang="en-US" altLang="zh-CN" sz="2500" b="1" i="1" dirty="0">
                <a:solidFill>
                  <a:srgbClr val="0070C0"/>
                </a:solidFill>
                <a:latin typeface="Times New Roman" pitchFamily="18" charset="0"/>
              </a:rPr>
              <a:t>→</a:t>
            </a:r>
            <a:r>
              <a:rPr lang="zh-CN" altLang="en-US" sz="2500" b="1" i="1" dirty="0">
                <a:solidFill>
                  <a:srgbClr val="0070C0"/>
                </a:solidFill>
                <a:latin typeface="Times New Roman" pitchFamily="18" charset="0"/>
              </a:rPr>
              <a:t> </a:t>
            </a:r>
            <a:r>
              <a:rPr lang="en-US" altLang="zh-CN" sz="2500" b="1" i="1" dirty="0">
                <a:solidFill>
                  <a:srgbClr val="0070C0"/>
                </a:solidFill>
                <a:latin typeface="Times New Roman" pitchFamily="18" charset="0"/>
                <a:ea typeface="楷体_GB2312"/>
                <a:cs typeface="楷体_GB2312"/>
              </a:rPr>
              <a:t>α</a:t>
            </a:r>
            <a:r>
              <a:rPr lang="en-US" altLang="zh-CN" sz="2500" b="1" i="1" dirty="0">
                <a:solidFill>
                  <a:srgbClr val="0070C0"/>
                </a:solidFill>
                <a:latin typeface="Times New Roman" pitchFamily="18" charset="0"/>
                <a:ea typeface="楷体" pitchFamily="49" charset="-122"/>
              </a:rPr>
              <a:t>X</a:t>
            </a:r>
            <a:r>
              <a:rPr lang="zh-CN" altLang="en-US" sz="2500" b="1" i="1" dirty="0">
                <a:solidFill>
                  <a:srgbClr val="0070C0"/>
                </a:solidFill>
                <a:latin typeface="Times New Roman" pitchFamily="18" charset="0"/>
                <a:ea typeface="楷体" pitchFamily="49" charset="-122"/>
              </a:rPr>
              <a:t>∙</a:t>
            </a:r>
            <a:r>
              <a:rPr lang="el-GR" altLang="zh-CN" sz="2500" b="1" i="1" dirty="0">
                <a:solidFill>
                  <a:srgbClr val="0070C0"/>
                </a:solidFill>
                <a:latin typeface="Times New Roman" pitchFamily="18" charset="0"/>
              </a:rPr>
              <a:t>β</a:t>
            </a:r>
            <a:r>
              <a:rPr lang="en-US" altLang="zh-CN" sz="2500" b="1" i="1" dirty="0">
                <a:solidFill>
                  <a:srgbClr val="0070C0"/>
                </a:solidFill>
                <a:latin typeface="Times New Roman" pitchFamily="18" charset="0"/>
              </a:rPr>
              <a:t> </a:t>
            </a:r>
            <a:r>
              <a:rPr lang="zh-CN" altLang="en-US" sz="2500" b="1" dirty="0">
                <a:latin typeface="Times New Roman" pitchFamily="18" charset="0"/>
                <a:ea typeface="楷体" pitchFamily="49" charset="-122"/>
              </a:rPr>
              <a:t>加入到集合</a:t>
            </a:r>
            <a:r>
              <a:rPr lang="en-US" altLang="zh-CN" sz="2500" b="1" i="1" dirty="0">
                <a:latin typeface="Times New Roman" pitchFamily="18" charset="0"/>
                <a:ea typeface="楷体" pitchFamily="49" charset="-122"/>
              </a:rPr>
              <a:t>J</a:t>
            </a:r>
            <a:r>
              <a:rPr lang="zh-CN" altLang="en-US" sz="2500" b="1" i="1" dirty="0">
                <a:latin typeface="Times New Roman" pitchFamily="18" charset="0"/>
                <a:ea typeface="楷体" pitchFamily="49" charset="-122"/>
              </a:rPr>
              <a:t> </a:t>
            </a:r>
            <a:r>
              <a:rPr lang="zh-CN" altLang="en-US" sz="2500" b="1" dirty="0">
                <a:latin typeface="Times New Roman" pitchFamily="18" charset="0"/>
                <a:ea typeface="楷体" pitchFamily="49" charset="-122"/>
              </a:rPr>
              <a:t>中；</a:t>
            </a:r>
          </a:p>
          <a:p>
            <a:pPr marL="273050" indent="-273050" eaLnBrk="1" hangingPunct="1">
              <a:lnSpc>
                <a:spcPts val="2500"/>
              </a:lnSpc>
              <a:spcBef>
                <a:spcPct val="20000"/>
              </a:spcBef>
              <a:buSzPct val="100000"/>
              <a:buFont typeface="Symbol" pitchFamily="18" charset="2"/>
              <a:buNone/>
              <a:defRPr/>
            </a:pPr>
            <a:r>
              <a:rPr lang="zh-CN" altLang="en-US" sz="2500" b="1" dirty="0">
                <a:latin typeface="Times New Roman" pitchFamily="18" charset="0"/>
                <a:ea typeface="楷体" pitchFamily="49" charset="-122"/>
              </a:rPr>
              <a:t>          </a:t>
            </a:r>
            <a:r>
              <a:rPr lang="en-US" altLang="zh-CN" sz="2500" b="1" dirty="0">
                <a:latin typeface="Times New Roman" pitchFamily="18" charset="0"/>
                <a:ea typeface="楷体" pitchFamily="49" charset="-122"/>
              </a:rPr>
              <a:t>return</a:t>
            </a:r>
            <a:r>
              <a:rPr lang="zh-CN" altLang="en-US" sz="2500" b="1" dirty="0">
                <a:latin typeface="Times New Roman" pitchFamily="18" charset="0"/>
                <a:ea typeface="楷体" pitchFamily="49" charset="-122"/>
              </a:rPr>
              <a:t> </a:t>
            </a:r>
            <a:r>
              <a:rPr lang="en-US" altLang="zh-CN" sz="2500" b="1" dirty="0">
                <a:latin typeface="Times New Roman" pitchFamily="18" charset="0"/>
                <a:ea typeface="楷体" pitchFamily="49" charset="-122"/>
              </a:rPr>
              <a:t>CLOSURE (</a:t>
            </a:r>
            <a:r>
              <a:rPr lang="en-US" altLang="zh-CN" sz="2500" b="1" i="1" dirty="0">
                <a:latin typeface="Times New Roman" pitchFamily="18" charset="0"/>
                <a:ea typeface="楷体" pitchFamily="49" charset="-122"/>
              </a:rPr>
              <a:t> J</a:t>
            </a:r>
            <a:r>
              <a:rPr lang="zh-CN" altLang="en-US" sz="2500" b="1" i="1" dirty="0">
                <a:latin typeface="Times New Roman" pitchFamily="18" charset="0"/>
                <a:ea typeface="楷体" pitchFamily="49" charset="-122"/>
              </a:rPr>
              <a:t> </a:t>
            </a:r>
            <a:r>
              <a:rPr lang="en-US" altLang="zh-CN" sz="2500" b="1" dirty="0">
                <a:latin typeface="Times New Roman" pitchFamily="18" charset="0"/>
                <a:ea typeface="楷体" pitchFamily="49" charset="-122"/>
              </a:rPr>
              <a:t>)</a:t>
            </a:r>
            <a:r>
              <a:rPr lang="zh-CN" altLang="en-US" sz="2500" b="1" dirty="0">
                <a:latin typeface="Times New Roman" pitchFamily="18" charset="0"/>
                <a:ea typeface="楷体" pitchFamily="49" charset="-122"/>
              </a:rPr>
              <a:t>；</a:t>
            </a:r>
          </a:p>
          <a:p>
            <a:pPr marL="273050" indent="-273050" eaLnBrk="1" hangingPunct="1">
              <a:lnSpc>
                <a:spcPts val="2500"/>
              </a:lnSpc>
              <a:spcBef>
                <a:spcPct val="20000"/>
              </a:spcBef>
              <a:buSzPct val="100000"/>
              <a:buFont typeface="Symbol" pitchFamily="18" charset="2"/>
              <a:buNone/>
              <a:defRPr/>
            </a:pPr>
            <a:r>
              <a:rPr lang="en-US" altLang="zh-CN" sz="2500" b="1" dirty="0">
                <a:latin typeface="Times New Roman" pitchFamily="18" charset="0"/>
                <a:ea typeface="楷体" pitchFamily="49" charset="-122"/>
              </a:rPr>
              <a:t> }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5780" name="矩形 4"/>
              <p:cNvSpPr>
                <a:spLocks noChangeArrowheads="1"/>
              </p:cNvSpPr>
              <p:nvPr/>
            </p:nvSpPr>
            <p:spPr bwMode="auto">
              <a:xfrm>
                <a:off x="357189" y="1498600"/>
                <a:ext cx="8420100" cy="46166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r>
                  <a:rPr lang="en-US" altLang="zh-CN" sz="2400" b="1" dirty="0">
                    <a:solidFill>
                      <a:srgbClr val="0070C0"/>
                    </a:solidFill>
                    <a:latin typeface="Times New Roman" panose="02020603050405020304" pitchFamily="18" charset="0"/>
                    <a:ea typeface="楷体_GB2312"/>
                    <a:cs typeface="楷体_GB2312"/>
                  </a:rPr>
                  <a:t>GOTO(</a:t>
                </a:r>
                <a:r>
                  <a:rPr lang="zh-CN" altLang="en-US" sz="2400" b="1" dirty="0">
                    <a:solidFill>
                      <a:srgbClr val="0070C0"/>
                    </a:solidFill>
                    <a:latin typeface="Times New Roman" panose="02020603050405020304" pitchFamily="18" charset="0"/>
                    <a:ea typeface="楷体_GB2312"/>
                    <a:cs typeface="楷体_GB2312"/>
                  </a:rPr>
                  <a:t> </a:t>
                </a:r>
                <a:r>
                  <a:rPr lang="en-US" altLang="zh-CN" sz="2400" b="1" i="1" dirty="0">
                    <a:solidFill>
                      <a:srgbClr val="0070C0"/>
                    </a:solidFill>
                    <a:latin typeface="Times New Roman" panose="02020603050405020304" pitchFamily="18" charset="0"/>
                    <a:ea typeface="楷体_GB2312"/>
                    <a:cs typeface="楷体_GB2312"/>
                  </a:rPr>
                  <a:t>I</a:t>
                </a:r>
                <a:r>
                  <a:rPr lang="en-US" altLang="zh-CN" sz="2400" b="1" dirty="0">
                    <a:solidFill>
                      <a:srgbClr val="0070C0"/>
                    </a:solidFill>
                    <a:latin typeface="Times New Roman" panose="02020603050405020304" pitchFamily="18" charset="0"/>
                    <a:ea typeface="楷体_GB2312"/>
                    <a:cs typeface="楷体_GB2312"/>
                  </a:rPr>
                  <a:t>,</a:t>
                </a:r>
                <a:r>
                  <a:rPr lang="zh-CN" altLang="en-US" sz="2400" b="1" dirty="0">
                    <a:solidFill>
                      <a:srgbClr val="0070C0"/>
                    </a:solidFill>
                    <a:latin typeface="Times New Roman" panose="02020603050405020304" pitchFamily="18" charset="0"/>
                    <a:ea typeface="楷体_GB2312"/>
                    <a:cs typeface="楷体_GB2312"/>
                  </a:rPr>
                  <a:t> </a:t>
                </a:r>
                <a:r>
                  <a:rPr lang="en-US" altLang="zh-CN" sz="2400" b="1" i="1" dirty="0">
                    <a:solidFill>
                      <a:srgbClr val="0070C0"/>
                    </a:solidFill>
                    <a:latin typeface="Times New Roman" panose="02020603050405020304" pitchFamily="18" charset="0"/>
                    <a:ea typeface="楷体_GB2312"/>
                    <a:cs typeface="楷体_GB2312"/>
                  </a:rPr>
                  <a:t>X</a:t>
                </a:r>
                <a:r>
                  <a:rPr lang="zh-CN" altLang="en-US" sz="2400" b="1" i="1" dirty="0">
                    <a:solidFill>
                      <a:srgbClr val="0070C0"/>
                    </a:solidFill>
                    <a:latin typeface="Times New Roman" panose="02020603050405020304" pitchFamily="18" charset="0"/>
                    <a:ea typeface="楷体_GB2312"/>
                    <a:cs typeface="楷体_GB2312"/>
                  </a:rPr>
                  <a:t> </a:t>
                </a:r>
                <a:r>
                  <a:rPr lang="en-US" altLang="zh-CN" sz="2400" b="1" dirty="0">
                    <a:solidFill>
                      <a:srgbClr val="0070C0"/>
                    </a:solidFill>
                    <a:latin typeface="Times New Roman" panose="02020603050405020304" pitchFamily="18" charset="0"/>
                    <a:ea typeface="楷体_GB2312"/>
                    <a:cs typeface="楷体_GB2312"/>
                  </a:rPr>
                  <a:t>) </a:t>
                </a:r>
                <a:r>
                  <a:rPr lang="en-US" altLang="zh-CN" sz="2400" b="1" dirty="0">
                    <a:solidFill>
                      <a:srgbClr val="000000"/>
                    </a:solidFill>
                    <a:latin typeface="Times New Roman" panose="02020603050405020304" pitchFamily="18" charset="0"/>
                    <a:ea typeface="楷体_GB2312"/>
                    <a:cs typeface="楷体_GB2312"/>
                  </a:rPr>
                  <a:t>= </a:t>
                </a:r>
                <a:r>
                  <a:rPr lang="en-US" altLang="zh-CN" sz="2400" b="1" dirty="0">
                    <a:solidFill>
                      <a:srgbClr val="0070C0"/>
                    </a:solidFill>
                    <a:latin typeface="Times New Roman" panose="02020603050405020304" pitchFamily="18" charset="0"/>
                    <a:ea typeface="楷体_GB2312"/>
                    <a:cs typeface="楷体_GB2312"/>
                  </a:rPr>
                  <a:t>CLOSURE</a:t>
                </a:r>
                <a:r>
                  <a:rPr lang="en-US" altLang="zh-CN" sz="2400" b="1" dirty="0">
                    <a:solidFill>
                      <a:srgbClr val="000000"/>
                    </a:solidFill>
                    <a:latin typeface="Times New Roman" panose="02020603050405020304" pitchFamily="18" charset="0"/>
                    <a:ea typeface="楷体_GB2312"/>
                    <a:cs typeface="楷体_GB2312"/>
                  </a:rPr>
                  <a:t>( { </a:t>
                </a:r>
                <a:r>
                  <a:rPr lang="en-US" altLang="zh-CN" sz="2400" b="1" i="1" dirty="0">
                    <a:solidFill>
                      <a:srgbClr val="000000"/>
                    </a:solidFill>
                    <a:latin typeface="Times New Roman" panose="02020603050405020304" pitchFamily="18" charset="0"/>
                    <a:ea typeface="楷体_GB2312"/>
                    <a:cs typeface="楷体_GB2312"/>
                  </a:rPr>
                  <a:t>A</a:t>
                </a:r>
                <a:r>
                  <a:rPr lang="en-US" altLang="zh-CN" sz="2400" b="1" dirty="0">
                    <a:solidFill>
                      <a:srgbClr val="000000"/>
                    </a:solidFill>
                    <a:latin typeface="Times New Roman" panose="02020603050405020304" pitchFamily="18" charset="0"/>
                    <a:ea typeface="楷体_GB2312"/>
                    <a:cs typeface="楷体_GB2312"/>
                  </a:rPr>
                  <a:t>→</a:t>
                </a:r>
                <a:r>
                  <a:rPr lang="en-US" altLang="zh-CN" sz="2400" b="1" i="1" dirty="0">
                    <a:solidFill>
                      <a:srgbClr val="000000"/>
                    </a:solidFill>
                    <a:latin typeface="Times New Roman" panose="02020603050405020304" pitchFamily="18" charset="0"/>
                    <a:ea typeface="楷体_GB2312"/>
                    <a:cs typeface="楷体_GB2312"/>
                  </a:rPr>
                  <a:t>αX</a:t>
                </a:r>
                <a:r>
                  <a:rPr lang="en-US" altLang="zh-CN" sz="2400" b="1" dirty="0">
                    <a:solidFill>
                      <a:srgbClr val="000000"/>
                    </a:solidFill>
                    <a:latin typeface="Times New Roman" panose="02020603050405020304" pitchFamily="18" charset="0"/>
                    <a:ea typeface="楷体_GB2312"/>
                    <a:cs typeface="楷体_GB2312"/>
                  </a:rPr>
                  <a:t>·</a:t>
                </a:r>
                <a:r>
                  <a:rPr lang="en-US" altLang="zh-CN" sz="2400" b="1" i="1" dirty="0">
                    <a:solidFill>
                      <a:srgbClr val="000000"/>
                    </a:solidFill>
                    <a:latin typeface="Times New Roman" panose="02020603050405020304" pitchFamily="18" charset="0"/>
                    <a:ea typeface="楷体_GB2312"/>
                    <a:cs typeface="楷体_GB2312"/>
                  </a:rPr>
                  <a:t>β </a:t>
                </a:r>
                <a:r>
                  <a:rPr lang="en-US" altLang="zh-CN" sz="2400" b="1" dirty="0">
                    <a:solidFill>
                      <a:srgbClr val="000000"/>
                    </a:solidFill>
                    <a:latin typeface="Times New Roman" panose="02020603050405020304" pitchFamily="18" charset="0"/>
                    <a:ea typeface="楷体_GB2312"/>
                    <a:cs typeface="楷体_GB2312"/>
                  </a:rPr>
                  <a:t>| </a:t>
                </a:r>
                <a14:m>
                  <m:oMath xmlns:m="http://schemas.openxmlformats.org/officeDocument/2006/math">
                    <m:r>
                      <a:rPr lang="en-US" altLang="zh-CN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∀</m:t>
                    </m:r>
                  </m:oMath>
                </a14:m>
                <a:r>
                  <a:rPr lang="en-US" altLang="zh-CN" sz="2400" b="1" i="1" dirty="0">
                    <a:solidFill>
                      <a:srgbClr val="000000"/>
                    </a:solidFill>
                    <a:latin typeface="Times New Roman" panose="02020603050405020304" pitchFamily="18" charset="0"/>
                    <a:ea typeface="楷体_GB2312"/>
                    <a:cs typeface="楷体_GB2312"/>
                  </a:rPr>
                  <a:t>A</a:t>
                </a:r>
                <a:r>
                  <a:rPr lang="en-US" altLang="zh-CN" sz="2400" b="1" dirty="0">
                    <a:solidFill>
                      <a:srgbClr val="000000"/>
                    </a:solidFill>
                    <a:latin typeface="Times New Roman" panose="02020603050405020304" pitchFamily="18" charset="0"/>
                    <a:ea typeface="楷体_GB2312"/>
                    <a:cs typeface="楷体_GB2312"/>
                  </a:rPr>
                  <a:t>→</a:t>
                </a:r>
                <a:r>
                  <a:rPr lang="en-US" altLang="zh-CN" sz="2400" b="1" i="1" dirty="0">
                    <a:solidFill>
                      <a:srgbClr val="000000"/>
                    </a:solidFill>
                    <a:latin typeface="Times New Roman" panose="02020603050405020304" pitchFamily="18" charset="0"/>
                    <a:ea typeface="楷体_GB2312"/>
                    <a:cs typeface="楷体_GB2312"/>
                  </a:rPr>
                  <a:t>α</a:t>
                </a:r>
                <a:r>
                  <a:rPr lang="en-US" altLang="zh-CN" sz="2400" b="1" dirty="0">
                    <a:solidFill>
                      <a:srgbClr val="000000"/>
                    </a:solidFill>
                    <a:latin typeface="Times New Roman" panose="02020603050405020304" pitchFamily="18" charset="0"/>
                    <a:ea typeface="楷体_GB2312"/>
                    <a:cs typeface="楷体_GB2312"/>
                  </a:rPr>
                  <a:t>·</a:t>
                </a:r>
                <a:r>
                  <a:rPr lang="en-US" altLang="zh-CN" sz="2400" b="1" i="1" dirty="0">
                    <a:solidFill>
                      <a:srgbClr val="000000"/>
                    </a:solidFill>
                    <a:latin typeface="Times New Roman" panose="02020603050405020304" pitchFamily="18" charset="0"/>
                    <a:ea typeface="楷体_GB2312"/>
                    <a:cs typeface="楷体_GB2312"/>
                  </a:rPr>
                  <a:t>Xβ</a:t>
                </a:r>
                <a:r>
                  <a:rPr lang="en-US" altLang="zh-CN" sz="2400" b="1" dirty="0">
                    <a:solidFill>
                      <a:srgbClr val="000000"/>
                    </a:solidFill>
                    <a:latin typeface="Times New Roman" panose="02020603050405020304" pitchFamily="18" charset="0"/>
                    <a:ea typeface="楷体_GB2312"/>
                    <a:cs typeface="楷体_GB2312"/>
                  </a:rPr>
                  <a:t>∈</a:t>
                </a:r>
                <a:r>
                  <a:rPr lang="en-US" altLang="zh-CN" sz="2400" b="1" i="1" dirty="0">
                    <a:solidFill>
                      <a:srgbClr val="000000"/>
                    </a:solidFill>
                    <a:latin typeface="Times New Roman" panose="02020603050405020304" pitchFamily="18" charset="0"/>
                    <a:ea typeface="楷体_GB2312"/>
                    <a:cs typeface="楷体_GB2312"/>
                  </a:rPr>
                  <a:t>I</a:t>
                </a:r>
                <a:r>
                  <a:rPr lang="zh-CN" altLang="en-US" sz="2400" b="1" i="1" dirty="0">
                    <a:solidFill>
                      <a:srgbClr val="000000"/>
                    </a:solidFill>
                    <a:latin typeface="Times New Roman" panose="02020603050405020304" pitchFamily="18" charset="0"/>
                    <a:ea typeface="楷体_GB2312"/>
                    <a:cs typeface="楷体_GB2312"/>
                  </a:rPr>
                  <a:t> </a:t>
                </a:r>
                <a:r>
                  <a:rPr lang="en-US" altLang="zh-CN" sz="2400" b="1" dirty="0">
                    <a:solidFill>
                      <a:srgbClr val="000000"/>
                    </a:solidFill>
                    <a:latin typeface="Times New Roman" panose="02020603050405020304" pitchFamily="18" charset="0"/>
                    <a:ea typeface="楷体_GB2312"/>
                    <a:cs typeface="楷体_GB2312"/>
                  </a:rPr>
                  <a:t>} )</a:t>
                </a:r>
                <a:endParaRPr lang="zh-CN" altLang="en-US" sz="1600" dirty="0"/>
              </a:p>
            </p:txBody>
          </p:sp>
        </mc:Choice>
        <mc:Fallback>
          <p:sp>
            <p:nvSpPr>
              <p:cNvPr id="75780" name="矩形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7189" y="1498600"/>
                <a:ext cx="8420100" cy="461665"/>
              </a:xfrm>
              <a:prstGeom prst="rect">
                <a:avLst/>
              </a:prstGeom>
              <a:blipFill>
                <a:blip r:embed="rId3"/>
                <a:stretch>
                  <a:fillRect l="-1159" t="-10526" b="-30263"/>
                </a:stretch>
              </a:blip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5781" name="矩形 1"/>
          <p:cNvSpPr>
            <a:spLocks noChangeArrowheads="1"/>
          </p:cNvSpPr>
          <p:nvPr/>
        </p:nvSpPr>
        <p:spPr bwMode="auto">
          <a:xfrm>
            <a:off x="357188" y="928688"/>
            <a:ext cx="8642350" cy="515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73050" indent="-2730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400">
                <a:solidFill>
                  <a:schemeClr val="tx2"/>
                </a:solidFill>
                <a:latin typeface="Candara" panose="020E0502030303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200">
                <a:solidFill>
                  <a:schemeClr val="tx2"/>
                </a:solidFill>
                <a:latin typeface="Candara" panose="020E0502030303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2000">
                <a:solidFill>
                  <a:schemeClr val="tx2"/>
                </a:solidFill>
                <a:latin typeface="Candara" panose="020E0502030303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100000"/>
              <a:buFont typeface="Symbol" panose="05050102010706020507" pitchFamily="18" charset="2"/>
              <a:buChar char=""/>
              <a:defRPr sz="1600">
                <a:solidFill>
                  <a:schemeClr val="tx2"/>
                </a:solidFill>
                <a:latin typeface="Candara" panose="020E0502030303020204" pitchFamily="34" charset="0"/>
              </a:defRPr>
            </a:lvl9pPr>
          </a:lstStyle>
          <a:p>
            <a:pPr eaLnBrk="1" hangingPunct="1">
              <a:lnSpc>
                <a:spcPts val="3300"/>
              </a:lnSpc>
              <a:buClr>
                <a:srgbClr val="000000"/>
              </a:buClr>
              <a:buFont typeface="Wingdings" panose="05000000000000000000" pitchFamily="2" charset="2"/>
              <a:buChar char="Ø"/>
            </a:pPr>
            <a:r>
              <a:rPr lang="zh-CN" altLang="en-US" sz="2800" b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返回项目集</a:t>
            </a:r>
            <a:r>
              <a:rPr lang="en-US" altLang="zh-CN" sz="2800" b="1" i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I</a:t>
            </a:r>
            <a:r>
              <a:rPr lang="zh-CN" altLang="en-US" sz="2800" b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对应于文法符号</a:t>
            </a:r>
            <a:r>
              <a:rPr lang="en-US" altLang="zh-CN" sz="2800" b="1" i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X</a:t>
            </a:r>
            <a:r>
              <a:rPr lang="zh-CN" altLang="en-US" sz="2800" b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的</a:t>
            </a:r>
            <a:r>
              <a:rPr lang="zh-CN" altLang="en-US" sz="28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后继</a:t>
            </a:r>
            <a:r>
              <a:rPr lang="zh-CN" altLang="en-US" sz="2800" b="1" dirty="0">
                <a:solidFill>
                  <a:srgbClr val="0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项目集闭包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6" name="内容占位符 2"/>
          <p:cNvSpPr>
            <a:spLocks noGrp="1"/>
          </p:cNvSpPr>
          <p:nvPr>
            <p:ph idx="1"/>
          </p:nvPr>
        </p:nvSpPr>
        <p:spPr>
          <a:xfrm>
            <a:off x="685800" y="928688"/>
            <a:ext cx="7630616" cy="1214437"/>
          </a:xfrm>
        </p:spPr>
        <p:txBody>
          <a:bodyPr/>
          <a:lstStyle/>
          <a:p>
            <a:pPr eaLnBrk="1" hangingPunct="1">
              <a:lnSpc>
                <a:spcPts val="3000"/>
              </a:lnSpc>
              <a:buClr>
                <a:schemeClr val="tx1"/>
              </a:buClr>
              <a:buFont typeface="Wingdings" panose="05000000000000000000" pitchFamily="2" charset="2"/>
              <a:buChar char="Ø"/>
            </a:pPr>
            <a:r>
              <a:rPr lang="zh-CN" altLang="en-US" sz="3000" b="1" dirty="0">
                <a:solidFill>
                  <a:schemeClr val="tx1"/>
                </a:solidFill>
                <a:cs typeface="Times New Roman" panose="02020603050405020304" pitchFamily="18" charset="0"/>
              </a:rPr>
              <a:t>规范</a:t>
            </a:r>
            <a:r>
              <a:rPr lang="en-US" altLang="zh-CN" sz="30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LR</a:t>
            </a:r>
            <a:r>
              <a:rPr lang="en-US" altLang="zh-CN" sz="3000" b="1" dirty="0">
                <a:solidFill>
                  <a:schemeClr val="tx1"/>
                </a:solidFill>
                <a:cs typeface="Times New Roman" panose="02020603050405020304" pitchFamily="18" charset="0"/>
              </a:rPr>
              <a:t>(0) </a:t>
            </a:r>
            <a:r>
              <a:rPr lang="zh-CN" altLang="en-US" sz="3000" b="1" dirty="0">
                <a:solidFill>
                  <a:schemeClr val="tx1"/>
                </a:solidFill>
                <a:cs typeface="Times New Roman" panose="02020603050405020304" pitchFamily="18" charset="0"/>
              </a:rPr>
              <a:t>项集族</a:t>
            </a:r>
            <a:r>
              <a:rPr lang="en-US" altLang="zh-CN" sz="2500" b="1" dirty="0">
                <a:solidFill>
                  <a:srgbClr val="000000"/>
                </a:solidFill>
                <a:ea typeface="黑体" panose="02010609060101010101" pitchFamily="49" charset="-122"/>
                <a:cs typeface="Times New Roman" panose="02020603050405020304" pitchFamily="18" charset="0"/>
              </a:rPr>
              <a:t>(</a:t>
            </a:r>
            <a:r>
              <a:rPr lang="en-US" altLang="zh-CN" sz="2500" b="1" i="1" dirty="0">
                <a:solidFill>
                  <a:srgbClr val="000000"/>
                </a:solidFill>
                <a:ea typeface="黑体" panose="02010609060101010101" pitchFamily="49" charset="-122"/>
                <a:cs typeface="Times New Roman" panose="02020603050405020304" pitchFamily="18" charset="0"/>
              </a:rPr>
              <a:t>Canonical LR</a:t>
            </a:r>
            <a:r>
              <a:rPr lang="en-US" altLang="zh-CN" sz="2500" b="1" dirty="0">
                <a:solidFill>
                  <a:srgbClr val="000000"/>
                </a:solidFill>
                <a:ea typeface="黑体" panose="02010609060101010101" pitchFamily="49" charset="-122"/>
                <a:cs typeface="Times New Roman" panose="02020603050405020304" pitchFamily="18" charset="0"/>
              </a:rPr>
              <a:t>(0) </a:t>
            </a:r>
            <a:r>
              <a:rPr lang="en-US" altLang="zh-CN" sz="2500" b="1" i="1" dirty="0">
                <a:solidFill>
                  <a:srgbClr val="000000"/>
                </a:solidFill>
                <a:ea typeface="黑体" panose="02010609060101010101" pitchFamily="49" charset="-122"/>
                <a:cs typeface="Times New Roman" panose="02020603050405020304" pitchFamily="18" charset="0"/>
              </a:rPr>
              <a:t>Collection</a:t>
            </a:r>
            <a:r>
              <a:rPr lang="en-US" altLang="zh-CN" sz="2500" b="1" dirty="0">
                <a:solidFill>
                  <a:srgbClr val="000000"/>
                </a:solidFill>
                <a:ea typeface="黑体" panose="02010609060101010101" pitchFamily="49" charset="-122"/>
                <a:cs typeface="Times New Roman" panose="02020603050405020304" pitchFamily="18" charset="0"/>
              </a:rPr>
              <a:t>)</a:t>
            </a:r>
            <a:endParaRPr lang="en-US" altLang="zh-CN" sz="30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eaLnBrk="1" hangingPunct="1">
              <a:lnSpc>
                <a:spcPts val="3000"/>
              </a:lnSpc>
              <a:buClr>
                <a:schemeClr val="tx1"/>
              </a:buClr>
              <a:buFont typeface="Wingdings" panose="05000000000000000000" pitchFamily="2" charset="2"/>
              <a:buChar char="Ø"/>
            </a:pPr>
            <a:endParaRPr lang="en-US" altLang="zh-CN" sz="22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</p:txBody>
      </p:sp>
      <p:sp>
        <p:nvSpPr>
          <p:cNvPr id="77827" name="标题 1"/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marL="342900" indent="-342900" eaLnBrk="1" hangingPunct="1">
              <a:spcBef>
                <a:spcPct val="20000"/>
              </a:spcBef>
            </a:pPr>
            <a:r>
              <a:rPr lang="zh-CN" altLang="en-US" sz="3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构造</a:t>
            </a:r>
            <a:r>
              <a:rPr lang="en-US" altLang="zh-CN" sz="3000" i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r>
              <a:rPr lang="en-US" altLang="zh-CN" sz="3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(0)</a:t>
            </a:r>
            <a:r>
              <a:rPr lang="zh-CN" altLang="en-US" sz="3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自动机的状态集</a:t>
            </a:r>
            <a:endParaRPr lang="en-US" altLang="zh-CN" sz="25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内容占位符 1"/>
          <p:cNvSpPr txBox="1">
            <a:spLocks/>
          </p:cNvSpPr>
          <p:nvPr/>
        </p:nvSpPr>
        <p:spPr bwMode="auto">
          <a:xfrm>
            <a:off x="1043609" y="2143125"/>
            <a:ext cx="6840760" cy="273208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/>
          <a:lstStyle/>
          <a:p>
            <a:pPr marL="273050" indent="-273050" eaLnBrk="1" hangingPunct="1">
              <a:lnSpc>
                <a:spcPts val="1800"/>
              </a:lnSpc>
              <a:spcBef>
                <a:spcPts val="600"/>
              </a:spcBef>
              <a:buSzPct val="100000"/>
              <a:buFont typeface="Symbol" pitchFamily="18" charset="2"/>
              <a:buNone/>
              <a:defRPr/>
            </a:pPr>
            <a:r>
              <a:rPr lang="en-US" altLang="zh-CN" sz="2000" b="1" dirty="0">
                <a:latin typeface="Times New Roman" pitchFamily="18" charset="0"/>
                <a:ea typeface="华文楷体" pitchFamily="2" charset="-122"/>
              </a:rPr>
              <a:t>void</a:t>
            </a:r>
            <a:r>
              <a:rPr lang="zh-CN" altLang="en-US" sz="2000" b="1" dirty="0">
                <a:latin typeface="Times New Roman" pitchFamily="18" charset="0"/>
                <a:ea typeface="华文楷体" pitchFamily="2" charset="-122"/>
              </a:rPr>
              <a:t> </a:t>
            </a:r>
            <a:r>
              <a:rPr lang="en-US" altLang="zh-CN" sz="2000" b="1" i="1" dirty="0">
                <a:latin typeface="Times New Roman" pitchFamily="18" charset="0"/>
                <a:ea typeface="华文楷体" pitchFamily="2" charset="-122"/>
              </a:rPr>
              <a:t>items</a:t>
            </a:r>
            <a:r>
              <a:rPr lang="en-US" altLang="zh-CN" sz="2000" b="1" dirty="0">
                <a:latin typeface="Times New Roman" pitchFamily="18" charset="0"/>
                <a:ea typeface="楷体" pitchFamily="49" charset="-122"/>
              </a:rPr>
              <a:t>( </a:t>
            </a:r>
            <a:r>
              <a:rPr lang="en-US" altLang="zh-CN" sz="2000" b="1" i="1" dirty="0">
                <a:latin typeface="Times New Roman" pitchFamily="18" charset="0"/>
              </a:rPr>
              <a:t>G</a:t>
            </a:r>
            <a:r>
              <a:rPr lang="en-US" altLang="zh-CN" sz="2000" b="1" i="1" dirty="0">
                <a:solidFill>
                  <a:srgbClr val="000000"/>
                </a:solidFill>
                <a:latin typeface="Times New Roman" pitchFamily="18" charset="0"/>
                <a:ea typeface="楷体_GB2312"/>
                <a:cs typeface="Times New Roman" pitchFamily="18" charset="0"/>
              </a:rPr>
              <a:t>' </a:t>
            </a:r>
            <a:r>
              <a:rPr lang="en-US" altLang="zh-CN" sz="2000" b="1" dirty="0">
                <a:latin typeface="Times New Roman" pitchFamily="18" charset="0"/>
                <a:ea typeface="楷体" pitchFamily="49" charset="-122"/>
              </a:rPr>
              <a:t>) {</a:t>
            </a:r>
            <a:endParaRPr lang="zh-CN" altLang="en-US" sz="2000" b="1" dirty="0">
              <a:latin typeface="Times New Roman" pitchFamily="18" charset="0"/>
              <a:ea typeface="楷体" pitchFamily="49" charset="-122"/>
            </a:endParaRPr>
          </a:p>
          <a:p>
            <a:pPr marL="273050" indent="-273050" eaLnBrk="1" hangingPunct="1">
              <a:lnSpc>
                <a:spcPts val="1800"/>
              </a:lnSpc>
              <a:spcBef>
                <a:spcPct val="20000"/>
              </a:spcBef>
              <a:buSzPct val="100000"/>
              <a:defRPr/>
            </a:pPr>
            <a:r>
              <a:rPr lang="zh-CN" altLang="en-US" sz="2000" b="1" i="1" dirty="0">
                <a:latin typeface="Times New Roman" pitchFamily="18" charset="0"/>
                <a:ea typeface="华文楷体" pitchFamily="2" charset="-122"/>
              </a:rPr>
              <a:t>         </a:t>
            </a:r>
            <a:r>
              <a:rPr lang="en-US" altLang="zh-CN" sz="2000" b="1" i="1" dirty="0">
                <a:latin typeface="Times New Roman" pitchFamily="18" charset="0"/>
                <a:ea typeface="华文楷体" pitchFamily="2" charset="-122"/>
              </a:rPr>
              <a:t>C</a:t>
            </a:r>
            <a:r>
              <a:rPr lang="zh-CN" altLang="en-US" sz="2000" b="1" dirty="0">
                <a:latin typeface="Times New Roman" pitchFamily="18" charset="0"/>
                <a:ea typeface="华文楷体" pitchFamily="2" charset="-122"/>
              </a:rPr>
              <a:t>＝</a:t>
            </a:r>
            <a:r>
              <a:rPr lang="en-US" altLang="zh-CN" sz="2000" b="1" dirty="0">
                <a:latin typeface="Times New Roman" pitchFamily="18" charset="0"/>
                <a:ea typeface="楷体" pitchFamily="49" charset="-122"/>
              </a:rPr>
              <a:t>{ CLOSURE ( { [</a:t>
            </a:r>
            <a:r>
              <a:rPr lang="zh-CN" altLang="en-US" sz="2000" b="1" dirty="0">
                <a:latin typeface="Times New Roman" pitchFamily="18" charset="0"/>
                <a:ea typeface="楷体" pitchFamily="49" charset="-122"/>
              </a:rPr>
              <a:t> </a:t>
            </a:r>
            <a:r>
              <a:rPr lang="en-US" altLang="zh-CN" sz="2000" b="1" i="1" dirty="0">
                <a:latin typeface="Times New Roman" pitchFamily="18" charset="0"/>
                <a:ea typeface="楷体" pitchFamily="49" charset="-122"/>
              </a:rPr>
              <a:t>S</a:t>
            </a:r>
            <a:r>
              <a:rPr lang="en-US" altLang="zh-CN" sz="2000" b="1" i="1" dirty="0">
                <a:solidFill>
                  <a:srgbClr val="000000"/>
                </a:solidFill>
                <a:latin typeface="Times New Roman" pitchFamily="18" charset="0"/>
                <a:ea typeface="楷体_GB2312"/>
                <a:cs typeface="楷体_GB2312"/>
              </a:rPr>
              <a:t>'</a:t>
            </a:r>
            <a:r>
              <a:rPr lang="en-US" altLang="zh-CN" sz="2000" b="1" i="1" dirty="0">
                <a:latin typeface="Times New Roman" pitchFamily="18" charset="0"/>
              </a:rPr>
              <a:t>→ </a:t>
            </a:r>
            <a:r>
              <a:rPr lang="en-US" altLang="zh-CN" sz="2000" b="1" dirty="0">
                <a:solidFill>
                  <a:srgbClr val="000000"/>
                </a:solidFill>
                <a:latin typeface="Times New Roman" pitchFamily="18" charset="0"/>
              </a:rPr>
              <a:t>·</a:t>
            </a:r>
            <a:r>
              <a:rPr lang="en-US" altLang="zh-CN" sz="2000" b="1" i="1" dirty="0">
                <a:solidFill>
                  <a:srgbClr val="000000"/>
                </a:solidFill>
                <a:latin typeface="Times New Roman" pitchFamily="18" charset="0"/>
              </a:rPr>
              <a:t>S</a:t>
            </a:r>
            <a:r>
              <a:rPr lang="zh-CN" altLang="en-US" sz="2000" b="1" i="1" dirty="0">
                <a:solidFill>
                  <a:srgbClr val="000000"/>
                </a:solidFill>
                <a:latin typeface="Times New Roman" pitchFamily="18" charset="0"/>
                <a:ea typeface="楷体_GB2312"/>
                <a:cs typeface="楷体_GB2312"/>
              </a:rPr>
              <a:t> </a:t>
            </a:r>
            <a:r>
              <a:rPr lang="en-US" altLang="zh-CN" sz="2000" b="1" dirty="0">
                <a:latin typeface="Times New Roman" pitchFamily="18" charset="0"/>
                <a:ea typeface="楷体" pitchFamily="49" charset="-122"/>
              </a:rPr>
              <a:t>] } ) }</a:t>
            </a:r>
            <a:r>
              <a:rPr lang="zh-CN" altLang="en-US" sz="2000" b="1" dirty="0">
                <a:latin typeface="Times New Roman" pitchFamily="18" charset="0"/>
                <a:ea typeface="楷体" pitchFamily="49" charset="-122"/>
              </a:rPr>
              <a:t>；</a:t>
            </a:r>
            <a:r>
              <a:rPr lang="en-US" altLang="zh-CN" sz="2000" b="1" dirty="0">
                <a:latin typeface="Times New Roman" pitchFamily="18" charset="0"/>
                <a:ea typeface="楷体" pitchFamily="49" charset="-122"/>
              </a:rPr>
              <a:t> </a:t>
            </a:r>
          </a:p>
          <a:p>
            <a:pPr marL="273050" indent="-273050" eaLnBrk="1" hangingPunct="1">
              <a:lnSpc>
                <a:spcPts val="1800"/>
              </a:lnSpc>
              <a:spcBef>
                <a:spcPct val="20000"/>
              </a:spcBef>
              <a:buSzPct val="100000"/>
              <a:buFont typeface="Symbol" pitchFamily="18" charset="2"/>
              <a:buNone/>
              <a:defRPr/>
            </a:pPr>
            <a:r>
              <a:rPr lang="zh-CN" altLang="en-US" sz="2000" b="1" dirty="0">
                <a:latin typeface="Times New Roman" pitchFamily="18" charset="0"/>
                <a:ea typeface="楷体" pitchFamily="49" charset="-122"/>
              </a:rPr>
              <a:t>         </a:t>
            </a:r>
            <a:r>
              <a:rPr lang="en-US" altLang="zh-CN" sz="2000" b="1" dirty="0">
                <a:latin typeface="Times New Roman" pitchFamily="18" charset="0"/>
                <a:ea typeface="楷体" pitchFamily="49" charset="-122"/>
              </a:rPr>
              <a:t>repeat</a:t>
            </a:r>
            <a:endParaRPr lang="zh-CN" altLang="en-US" sz="2000" b="1" dirty="0">
              <a:latin typeface="Times New Roman" pitchFamily="18" charset="0"/>
              <a:ea typeface="楷体" pitchFamily="49" charset="-122"/>
            </a:endParaRPr>
          </a:p>
          <a:p>
            <a:pPr marL="273050" indent="-273050" eaLnBrk="1" hangingPunct="1">
              <a:lnSpc>
                <a:spcPts val="1800"/>
              </a:lnSpc>
              <a:spcBef>
                <a:spcPct val="20000"/>
              </a:spcBef>
              <a:buSzPct val="100000"/>
              <a:buFont typeface="Symbol" pitchFamily="18" charset="2"/>
              <a:buNone/>
              <a:defRPr/>
            </a:pPr>
            <a:r>
              <a:rPr lang="zh-CN" altLang="en-US" sz="2000" b="1" dirty="0">
                <a:latin typeface="Times New Roman" pitchFamily="18" charset="0"/>
                <a:ea typeface="楷体" pitchFamily="49" charset="-122"/>
              </a:rPr>
              <a:t>                   </a:t>
            </a:r>
            <a:r>
              <a:rPr lang="en-US" altLang="zh-CN" sz="2000" b="1" dirty="0">
                <a:latin typeface="Times New Roman" pitchFamily="18" charset="0"/>
                <a:ea typeface="楷体" pitchFamily="49" charset="-122"/>
              </a:rPr>
              <a:t>f</a:t>
            </a:r>
            <a:r>
              <a:rPr lang="en-US" altLang="zh-CN" sz="2000" b="1" dirty="0">
                <a:latin typeface="Times New Roman" pitchFamily="18" charset="0"/>
              </a:rPr>
              <a:t>o</a:t>
            </a:r>
            <a:r>
              <a:rPr lang="en-US" altLang="zh-CN" sz="2000" b="1" dirty="0">
                <a:latin typeface="Times New Roman" pitchFamily="18" charset="0"/>
                <a:ea typeface="楷体" pitchFamily="49" charset="-122"/>
              </a:rPr>
              <a:t>r</a:t>
            </a:r>
            <a:r>
              <a:rPr lang="zh-CN" altLang="en-US" sz="2000" b="1" dirty="0">
                <a:latin typeface="Times New Roman" pitchFamily="18" charset="0"/>
                <a:ea typeface="楷体" pitchFamily="49" charset="-122"/>
              </a:rPr>
              <a:t> </a:t>
            </a:r>
            <a:r>
              <a:rPr lang="en-US" altLang="zh-CN" sz="2000" b="1" dirty="0">
                <a:latin typeface="Times New Roman" pitchFamily="18" charset="0"/>
                <a:ea typeface="楷体" pitchFamily="49" charset="-122"/>
              </a:rPr>
              <a:t>(</a:t>
            </a:r>
            <a:r>
              <a:rPr lang="en-US" altLang="zh-CN" sz="2000" b="1" i="1" dirty="0">
                <a:latin typeface="Times New Roman" pitchFamily="18" charset="0"/>
                <a:ea typeface="楷体" pitchFamily="49" charset="-122"/>
              </a:rPr>
              <a:t>C</a:t>
            </a:r>
            <a:r>
              <a:rPr lang="zh-CN" altLang="en-US" sz="2000" b="1" dirty="0">
                <a:latin typeface="华文楷体" pitchFamily="2" charset="-122"/>
                <a:ea typeface="华文楷体" pitchFamily="2" charset="-122"/>
              </a:rPr>
              <a:t>中的每个项集 </a:t>
            </a:r>
            <a:r>
              <a:rPr lang="en-US" altLang="zh-CN" sz="2000" b="1" i="1" dirty="0">
                <a:latin typeface="Times New Roman" pitchFamily="18" charset="0"/>
                <a:ea typeface="楷体" pitchFamily="49" charset="-122"/>
              </a:rPr>
              <a:t>I</a:t>
            </a:r>
            <a:r>
              <a:rPr lang="zh-CN" altLang="en-US" sz="2000" b="1" i="1" dirty="0">
                <a:latin typeface="Times New Roman" pitchFamily="18" charset="0"/>
                <a:ea typeface="楷体" pitchFamily="49" charset="-122"/>
              </a:rPr>
              <a:t> </a:t>
            </a:r>
            <a:r>
              <a:rPr lang="en-US" altLang="zh-CN" sz="2000" b="1" dirty="0">
                <a:latin typeface="Times New Roman" pitchFamily="18" charset="0"/>
                <a:ea typeface="楷体" pitchFamily="49" charset="-122"/>
              </a:rPr>
              <a:t>)</a:t>
            </a:r>
            <a:endParaRPr lang="zh-CN" altLang="en-US" sz="2000" b="1" dirty="0">
              <a:latin typeface="Times New Roman" pitchFamily="18" charset="0"/>
              <a:ea typeface="楷体" pitchFamily="49" charset="-122"/>
            </a:endParaRPr>
          </a:p>
          <a:p>
            <a:pPr marL="273050" indent="-273050" eaLnBrk="1" hangingPunct="1">
              <a:lnSpc>
                <a:spcPts val="1800"/>
              </a:lnSpc>
              <a:spcBef>
                <a:spcPct val="20000"/>
              </a:spcBef>
              <a:buSzPct val="100000"/>
              <a:defRPr/>
            </a:pPr>
            <a:r>
              <a:rPr lang="zh-CN" altLang="en-US" sz="2000" b="1" dirty="0">
                <a:latin typeface="Times New Roman" pitchFamily="18" charset="0"/>
                <a:ea typeface="楷体" pitchFamily="49" charset="-122"/>
              </a:rPr>
              <a:t>                              </a:t>
            </a:r>
            <a:r>
              <a:rPr lang="en-US" altLang="zh-CN" sz="2000" b="1" dirty="0">
                <a:latin typeface="Times New Roman" pitchFamily="18" charset="0"/>
                <a:ea typeface="楷体" pitchFamily="49" charset="-122"/>
              </a:rPr>
              <a:t>for(</a:t>
            </a:r>
            <a:r>
              <a:rPr lang="zh-CN" altLang="en-US" sz="2000" b="1" dirty="0">
                <a:latin typeface="华文楷体" pitchFamily="2" charset="-122"/>
                <a:ea typeface="华文楷体" pitchFamily="2" charset="-122"/>
              </a:rPr>
              <a:t>每个文法符号</a:t>
            </a:r>
            <a:r>
              <a:rPr lang="en-US" altLang="zh-CN" sz="2000" b="1" i="1" dirty="0">
                <a:latin typeface="华文楷体" pitchFamily="2" charset="-122"/>
                <a:ea typeface="华文楷体" pitchFamily="2" charset="-122"/>
              </a:rPr>
              <a:t>X</a:t>
            </a:r>
            <a:r>
              <a:rPr lang="zh-CN" altLang="en-US" sz="2000" b="1" i="1" dirty="0">
                <a:latin typeface="华文楷体" pitchFamily="2" charset="-122"/>
                <a:ea typeface="华文楷体" pitchFamily="2" charset="-122"/>
              </a:rPr>
              <a:t> </a:t>
            </a:r>
            <a:r>
              <a:rPr lang="en-US" altLang="zh-CN" sz="2000" b="1" dirty="0">
                <a:latin typeface="Times New Roman" pitchFamily="18" charset="0"/>
                <a:ea typeface="楷体" pitchFamily="49" charset="-122"/>
              </a:rPr>
              <a:t>)</a:t>
            </a:r>
            <a:endParaRPr lang="zh-CN" altLang="en-US" sz="2000" b="1" dirty="0">
              <a:latin typeface="Times New Roman" pitchFamily="18" charset="0"/>
              <a:ea typeface="楷体" pitchFamily="49" charset="-122"/>
            </a:endParaRPr>
          </a:p>
          <a:p>
            <a:pPr marL="273050" indent="-273050" eaLnBrk="1" hangingPunct="1">
              <a:lnSpc>
                <a:spcPts val="1800"/>
              </a:lnSpc>
              <a:spcBef>
                <a:spcPct val="20000"/>
              </a:spcBef>
              <a:buSzPct val="100000"/>
              <a:defRPr/>
            </a:pPr>
            <a:r>
              <a:rPr lang="zh-CN" altLang="en-US" sz="2000" b="1" dirty="0">
                <a:latin typeface="Times New Roman" pitchFamily="18" charset="0"/>
                <a:ea typeface="楷体" pitchFamily="49" charset="-122"/>
              </a:rPr>
              <a:t>                                      </a:t>
            </a:r>
            <a:r>
              <a:rPr lang="en-US" altLang="zh-CN" sz="2000" b="1" dirty="0">
                <a:latin typeface="Times New Roman" pitchFamily="18" charset="0"/>
                <a:ea typeface="楷体" pitchFamily="49" charset="-122"/>
              </a:rPr>
              <a:t>if</a:t>
            </a:r>
            <a:r>
              <a:rPr lang="en-US" altLang="zh-CN" sz="2000" b="1" dirty="0">
                <a:latin typeface="Times New Roman" pitchFamily="18" charset="0"/>
                <a:ea typeface="华文楷体" pitchFamily="2" charset="-122"/>
              </a:rPr>
              <a:t> </a:t>
            </a:r>
            <a:r>
              <a:rPr lang="en-US" altLang="zh-CN" sz="2000" b="1" dirty="0">
                <a:latin typeface="Times New Roman" pitchFamily="18" charset="0"/>
                <a:ea typeface="楷体" pitchFamily="49" charset="-122"/>
              </a:rPr>
              <a:t>( </a:t>
            </a:r>
            <a:r>
              <a:rPr lang="en-US" altLang="zh-CN" sz="2000" b="1" dirty="0">
                <a:latin typeface="Times New Roman" pitchFamily="18" charset="0"/>
                <a:ea typeface="华文楷体" pitchFamily="2" charset="-122"/>
              </a:rPr>
              <a:t>GOTO</a:t>
            </a:r>
            <a:r>
              <a:rPr lang="en-US" altLang="zh-CN" sz="2000" b="1" dirty="0">
                <a:latin typeface="Times New Roman" pitchFamily="18" charset="0"/>
                <a:ea typeface="楷体" pitchFamily="49" charset="-122"/>
              </a:rPr>
              <a:t> ( </a:t>
            </a:r>
            <a:r>
              <a:rPr lang="en-US" altLang="zh-CN" sz="2000" b="1" i="1" dirty="0">
                <a:latin typeface="Times New Roman" pitchFamily="18" charset="0"/>
                <a:ea typeface="楷体" pitchFamily="49" charset="-122"/>
              </a:rPr>
              <a:t>I</a:t>
            </a:r>
            <a:r>
              <a:rPr lang="zh-CN" altLang="en-US" sz="2000" b="1" dirty="0">
                <a:latin typeface="Times New Roman" pitchFamily="18" charset="0"/>
                <a:ea typeface="楷体" pitchFamily="49" charset="-122"/>
              </a:rPr>
              <a:t>，</a:t>
            </a:r>
            <a:r>
              <a:rPr lang="en-US" altLang="zh-CN" sz="2000" b="1" i="1" dirty="0">
                <a:latin typeface="Times New Roman" pitchFamily="18" charset="0"/>
                <a:ea typeface="楷体" pitchFamily="49" charset="-122"/>
              </a:rPr>
              <a:t>X</a:t>
            </a:r>
            <a:r>
              <a:rPr lang="zh-CN" altLang="en-US" sz="2000" b="1" i="1" dirty="0">
                <a:latin typeface="华文楷体" pitchFamily="2" charset="-122"/>
              </a:rPr>
              <a:t> </a:t>
            </a:r>
            <a:r>
              <a:rPr lang="en-US" altLang="zh-CN" sz="2000" b="1" dirty="0">
                <a:latin typeface="Times New Roman" pitchFamily="18" charset="0"/>
                <a:ea typeface="楷体" pitchFamily="49" charset="-122"/>
              </a:rPr>
              <a:t>)</a:t>
            </a:r>
            <a:r>
              <a:rPr lang="zh-CN" altLang="en-US" sz="2000" b="1" dirty="0">
                <a:latin typeface="华文楷体" pitchFamily="2" charset="-122"/>
                <a:ea typeface="华文楷体" pitchFamily="2" charset="-122"/>
              </a:rPr>
              <a:t>非空且不在</a:t>
            </a:r>
            <a:r>
              <a:rPr lang="en-US" altLang="zh-CN" sz="2000" b="1" i="1" dirty="0">
                <a:latin typeface="Times New Roman" pitchFamily="18" charset="0"/>
                <a:ea typeface="楷体" pitchFamily="49" charset="-122"/>
              </a:rPr>
              <a:t>C</a:t>
            </a:r>
            <a:r>
              <a:rPr lang="zh-CN" altLang="en-US" sz="2000" b="1" dirty="0">
                <a:latin typeface="华文楷体" pitchFamily="2" charset="-122"/>
                <a:ea typeface="华文楷体" pitchFamily="2" charset="-122"/>
              </a:rPr>
              <a:t>中</a:t>
            </a:r>
            <a:r>
              <a:rPr lang="en-US" altLang="zh-CN" sz="2000" b="1" dirty="0">
                <a:latin typeface="Times New Roman" pitchFamily="18" charset="0"/>
                <a:ea typeface="楷体" pitchFamily="49" charset="-122"/>
              </a:rPr>
              <a:t>)</a:t>
            </a:r>
            <a:endParaRPr lang="zh-CN" altLang="en-US" sz="2000" b="1" dirty="0">
              <a:latin typeface="Times New Roman" pitchFamily="18" charset="0"/>
              <a:ea typeface="楷体" pitchFamily="49" charset="-122"/>
            </a:endParaRPr>
          </a:p>
          <a:p>
            <a:pPr marL="273050" indent="-273050" eaLnBrk="1" hangingPunct="1">
              <a:lnSpc>
                <a:spcPts val="1800"/>
              </a:lnSpc>
              <a:spcBef>
                <a:spcPct val="20000"/>
              </a:spcBef>
              <a:buSzPct val="100000"/>
              <a:buFont typeface="Symbol" pitchFamily="18" charset="2"/>
              <a:buNone/>
              <a:defRPr/>
            </a:pPr>
            <a:r>
              <a:rPr lang="zh-CN" altLang="en-US" sz="2000" b="1" dirty="0">
                <a:latin typeface="华文楷体" pitchFamily="2" charset="-122"/>
                <a:ea typeface="华文楷体" pitchFamily="2" charset="-122"/>
              </a:rPr>
              <a:t>                                             将</a:t>
            </a:r>
            <a:r>
              <a:rPr lang="en-US" altLang="zh-CN" sz="2000" b="1" dirty="0">
                <a:latin typeface="Times New Roman" pitchFamily="18" charset="0"/>
                <a:ea typeface="华文楷体" pitchFamily="2" charset="-122"/>
              </a:rPr>
              <a:t>GOTO</a:t>
            </a:r>
            <a:r>
              <a:rPr lang="en-US" altLang="zh-CN" sz="2000" b="1" dirty="0">
                <a:latin typeface="Times New Roman" pitchFamily="18" charset="0"/>
                <a:ea typeface="楷体" pitchFamily="49" charset="-122"/>
              </a:rPr>
              <a:t> ( </a:t>
            </a:r>
            <a:r>
              <a:rPr lang="en-US" altLang="zh-CN" sz="2000" b="1" i="1" dirty="0">
                <a:latin typeface="Times New Roman" pitchFamily="18" charset="0"/>
                <a:ea typeface="楷体" pitchFamily="49" charset="-122"/>
              </a:rPr>
              <a:t>I</a:t>
            </a:r>
            <a:r>
              <a:rPr lang="zh-CN" altLang="en-US" sz="2000" b="1" dirty="0">
                <a:latin typeface="Times New Roman" pitchFamily="18" charset="0"/>
                <a:ea typeface="楷体" pitchFamily="49" charset="-122"/>
              </a:rPr>
              <a:t>，</a:t>
            </a:r>
            <a:r>
              <a:rPr lang="en-US" altLang="zh-CN" sz="2000" b="1" i="1" dirty="0">
                <a:latin typeface="Times New Roman" pitchFamily="18" charset="0"/>
                <a:ea typeface="楷体" pitchFamily="49" charset="-122"/>
              </a:rPr>
              <a:t>X</a:t>
            </a:r>
            <a:r>
              <a:rPr lang="zh-CN" altLang="en-US" sz="2000" b="1" i="1" dirty="0">
                <a:latin typeface="华文楷体" pitchFamily="2" charset="-122"/>
              </a:rPr>
              <a:t> </a:t>
            </a:r>
            <a:r>
              <a:rPr lang="en-US" altLang="zh-CN" sz="2000" b="1" dirty="0">
                <a:latin typeface="Times New Roman" pitchFamily="18" charset="0"/>
                <a:ea typeface="楷体" pitchFamily="49" charset="-122"/>
              </a:rPr>
              <a:t>)</a:t>
            </a:r>
            <a:r>
              <a:rPr lang="zh-CN" altLang="en-US" sz="2000" b="1" dirty="0">
                <a:latin typeface="华文楷体" pitchFamily="2" charset="-122"/>
                <a:ea typeface="华文楷体" pitchFamily="2" charset="-122"/>
              </a:rPr>
              <a:t>加入</a:t>
            </a:r>
            <a:r>
              <a:rPr lang="en-US" altLang="zh-CN" sz="2000" b="1" i="1" dirty="0">
                <a:latin typeface="Times New Roman" pitchFamily="18" charset="0"/>
                <a:ea typeface="楷体" pitchFamily="49" charset="-122"/>
              </a:rPr>
              <a:t>C</a:t>
            </a:r>
            <a:r>
              <a:rPr lang="zh-CN" altLang="en-US" sz="2000" b="1" dirty="0">
                <a:latin typeface="华文楷体" pitchFamily="2" charset="-122"/>
                <a:ea typeface="华文楷体" pitchFamily="2" charset="-122"/>
              </a:rPr>
              <a:t>中</a:t>
            </a:r>
            <a:r>
              <a:rPr lang="zh-CN" altLang="en-US" sz="2000" b="1" dirty="0">
                <a:latin typeface="Times New Roman" pitchFamily="18" charset="0"/>
                <a:ea typeface="楷体" pitchFamily="49" charset="-122"/>
              </a:rPr>
              <a:t>；</a:t>
            </a:r>
          </a:p>
          <a:p>
            <a:pPr marL="273050" indent="-273050" eaLnBrk="1" hangingPunct="1">
              <a:lnSpc>
                <a:spcPts val="1800"/>
              </a:lnSpc>
              <a:spcBef>
                <a:spcPct val="20000"/>
              </a:spcBef>
              <a:buSzPct val="100000"/>
              <a:buFont typeface="Symbol" pitchFamily="18" charset="2"/>
              <a:buNone/>
              <a:defRPr/>
            </a:pPr>
            <a:r>
              <a:rPr lang="zh-CN" altLang="en-US" sz="2000" b="1" dirty="0">
                <a:latin typeface="Times New Roman" pitchFamily="18" charset="0"/>
              </a:rPr>
              <a:t>         </a:t>
            </a:r>
            <a:r>
              <a:rPr lang="en-US" altLang="zh-CN" sz="2000" b="1" dirty="0">
                <a:latin typeface="Times New Roman" pitchFamily="18" charset="0"/>
              </a:rPr>
              <a:t>until</a:t>
            </a:r>
            <a:r>
              <a:rPr lang="zh-CN" altLang="en-US" sz="2000" b="1" dirty="0">
                <a:latin typeface="华文楷体" pitchFamily="2" charset="-122"/>
                <a:ea typeface="华文楷体" pitchFamily="2" charset="-122"/>
              </a:rPr>
              <a:t>在某一轮中没有新的项集被加入到</a:t>
            </a:r>
            <a:r>
              <a:rPr lang="en-US" altLang="zh-CN" sz="2000" b="1" i="1" dirty="0">
                <a:latin typeface="Times New Roman" pitchFamily="18" charset="0"/>
                <a:ea typeface="楷体" pitchFamily="49" charset="-122"/>
              </a:rPr>
              <a:t>C</a:t>
            </a:r>
            <a:r>
              <a:rPr lang="zh-CN" altLang="en-US" sz="2000" b="1" dirty="0">
                <a:latin typeface="华文楷体" pitchFamily="2" charset="-122"/>
                <a:ea typeface="华文楷体" pitchFamily="2" charset="-122"/>
              </a:rPr>
              <a:t>中；</a:t>
            </a:r>
            <a:endParaRPr lang="en-US" altLang="zh-CN" sz="2000" b="1" dirty="0">
              <a:latin typeface="华文楷体" pitchFamily="2" charset="-122"/>
              <a:ea typeface="华文楷体" pitchFamily="2" charset="-122"/>
            </a:endParaRPr>
          </a:p>
          <a:p>
            <a:pPr marL="273050" indent="-273050" eaLnBrk="1" hangingPunct="1">
              <a:lnSpc>
                <a:spcPts val="1800"/>
              </a:lnSpc>
              <a:spcBef>
                <a:spcPct val="20000"/>
              </a:spcBef>
              <a:buSzPct val="100000"/>
              <a:buFont typeface="Symbol" pitchFamily="18" charset="2"/>
              <a:buNone/>
              <a:defRPr/>
            </a:pPr>
            <a:r>
              <a:rPr lang="en-US" altLang="zh-CN" sz="2000" b="1" dirty="0">
                <a:latin typeface="Times New Roman" pitchFamily="18" charset="0"/>
                <a:ea typeface="楷体" pitchFamily="49" charset="-122"/>
              </a:rPr>
              <a:t>}</a:t>
            </a:r>
          </a:p>
        </p:txBody>
      </p:sp>
      <p:sp>
        <p:nvSpPr>
          <p:cNvPr id="77829" name="矩形 1"/>
          <p:cNvSpPr>
            <a:spLocks noChangeArrowheads="1"/>
          </p:cNvSpPr>
          <p:nvPr/>
        </p:nvSpPr>
        <p:spPr bwMode="auto">
          <a:xfrm>
            <a:off x="1244600" y="1519238"/>
            <a:ext cx="6481763" cy="44358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42900" indent="-3429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303213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lvl="1" eaLnBrk="1" hangingPunct="1">
              <a:lnSpc>
                <a:spcPts val="3000"/>
              </a:lnSpc>
              <a:spcBef>
                <a:spcPct val="20000"/>
              </a:spcBef>
              <a:buClr>
                <a:srgbClr val="000000"/>
              </a:buClr>
              <a:buSzPct val="100000"/>
            </a:pPr>
            <a:r>
              <a:rPr lang="en-US" altLang="zh-CN" sz="2200" b="1" i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C</a:t>
            </a:r>
            <a:r>
              <a:rPr lang="en-US" altLang="zh-CN" sz="2200" b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={ </a:t>
            </a:r>
            <a:r>
              <a:rPr lang="en-US" altLang="zh-CN" sz="2200" b="1" i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I</a:t>
            </a:r>
            <a:r>
              <a:rPr lang="en-US" altLang="zh-CN" sz="2200" b="1" i="1" baseline="-25000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0 </a:t>
            </a:r>
            <a:r>
              <a:rPr lang="en-US" altLang="zh-CN" sz="2200" b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}∪{</a:t>
            </a:r>
            <a:r>
              <a:rPr lang="en-US" altLang="zh-CN" sz="2200" b="1" i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I </a:t>
            </a:r>
            <a:r>
              <a:rPr lang="en-US" altLang="zh-CN" sz="2200" b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| </a:t>
            </a:r>
            <a:r>
              <a:rPr lang="en-US" altLang="zh-CN" sz="2200" b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  <a:sym typeface="Symbol" panose="05050102010706020507" pitchFamily="18" charset="2"/>
              </a:rPr>
              <a:t></a:t>
            </a:r>
            <a:r>
              <a:rPr lang="en-US" altLang="zh-CN" sz="2200" b="1" i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J</a:t>
            </a:r>
            <a:r>
              <a:rPr lang="en-US" altLang="zh-CN" sz="2200" b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∈</a:t>
            </a:r>
            <a:r>
              <a:rPr lang="en-US" altLang="zh-CN" sz="2200" b="1" i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C</a:t>
            </a:r>
            <a:r>
              <a:rPr lang="en-US" altLang="zh-CN" sz="2200" b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, </a:t>
            </a:r>
            <a:r>
              <a:rPr lang="en-US" altLang="zh-CN" sz="2200" b="1" i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X</a:t>
            </a:r>
            <a:r>
              <a:rPr lang="en-US" altLang="zh-CN" sz="2200" b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∈</a:t>
            </a:r>
            <a:r>
              <a:rPr lang="en-US" altLang="zh-CN" sz="2200" b="1" i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V</a:t>
            </a:r>
            <a:r>
              <a:rPr lang="en-US" altLang="zh-CN" sz="2200" b="1" i="1" baseline="-25000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N</a:t>
            </a:r>
            <a:r>
              <a:rPr lang="en-US" altLang="zh-CN" sz="2200" b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∪</a:t>
            </a:r>
            <a:r>
              <a:rPr lang="en-US" altLang="zh-CN" sz="2200" b="1" i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V</a:t>
            </a:r>
            <a:r>
              <a:rPr lang="en-US" altLang="zh-CN" sz="2200" b="1" i="1" baseline="-25000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T</a:t>
            </a:r>
            <a:r>
              <a:rPr lang="zh-CN" altLang="en-US" sz="2200" b="1" i="1" baseline="-25000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 </a:t>
            </a:r>
            <a:r>
              <a:rPr lang="en-US" altLang="zh-CN" sz="2200" b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, </a:t>
            </a:r>
            <a:r>
              <a:rPr lang="en-US" altLang="zh-CN" sz="2200" b="1" i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I</a:t>
            </a:r>
            <a:r>
              <a:rPr lang="en-US" altLang="zh-CN" sz="2200" b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=</a:t>
            </a:r>
            <a:r>
              <a:rPr lang="en-US" altLang="zh-CN" sz="2200" b="1" i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GOTO</a:t>
            </a:r>
            <a:r>
              <a:rPr lang="en-US" altLang="zh-CN" sz="2200" b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(</a:t>
            </a:r>
            <a:r>
              <a:rPr lang="en-US" altLang="zh-CN" sz="2200" b="1" i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J</a:t>
            </a:r>
            <a:r>
              <a:rPr lang="zh-CN" altLang="en-US" sz="2200" b="1" i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 </a:t>
            </a:r>
            <a:r>
              <a:rPr lang="en-US" altLang="zh-CN" sz="2200" b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,</a:t>
            </a:r>
            <a:r>
              <a:rPr lang="zh-CN" altLang="en-US" sz="2200" b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 </a:t>
            </a:r>
            <a:r>
              <a:rPr lang="en-US" altLang="zh-CN" sz="2200" b="1" i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X</a:t>
            </a:r>
            <a:r>
              <a:rPr lang="en-US" altLang="zh-CN" sz="2200" b="1" dirty="0">
                <a:solidFill>
                  <a:srgbClr val="000000"/>
                </a:solidFill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) }</a:t>
            </a:r>
            <a:endParaRPr lang="en-US" altLang="zh-CN" sz="2200" b="1" dirty="0">
              <a:solidFill>
                <a:srgbClr val="000000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4" name="内容占位符 2"/>
          <p:cNvSpPr>
            <a:spLocks noGrp="1"/>
          </p:cNvSpPr>
          <p:nvPr>
            <p:ph idx="1"/>
          </p:nvPr>
        </p:nvSpPr>
        <p:spPr>
          <a:xfrm>
            <a:off x="285750" y="857250"/>
            <a:ext cx="8699500" cy="3946748"/>
          </a:xfrm>
        </p:spPr>
        <p:txBody>
          <a:bodyPr/>
          <a:lstStyle/>
          <a:p>
            <a:pPr eaLnBrk="1" hangingPunct="1">
              <a:lnSpc>
                <a:spcPts val="3300"/>
              </a:lnSpc>
              <a:buClr>
                <a:schemeClr val="tx1"/>
              </a:buClr>
              <a:buFont typeface="Wingdings" panose="05000000000000000000" pitchFamily="2" charset="2"/>
              <a:buChar char="Ø"/>
            </a:pP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构造</a:t>
            </a:r>
            <a:r>
              <a:rPr lang="en-US" altLang="zh-CN" sz="2500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G'</a:t>
            </a:r>
            <a:r>
              <a:rPr lang="zh-CN" altLang="en-US" sz="2500" b="1" dirty="0">
                <a:solidFill>
                  <a:schemeClr val="tx1"/>
                </a:solidFill>
                <a:cs typeface="Times New Roman" panose="02020603050405020304" pitchFamily="18" charset="0"/>
              </a:rPr>
              <a:t>的规范</a:t>
            </a:r>
            <a:r>
              <a:rPr lang="en-US" altLang="zh-CN" sz="2500" b="1" i="1" dirty="0">
                <a:solidFill>
                  <a:srgbClr val="2D83F4"/>
                </a:solidFill>
                <a:cs typeface="楷体_GB2312"/>
              </a:rPr>
              <a:t>LR</a:t>
            </a:r>
            <a:r>
              <a:rPr lang="en-US" altLang="zh-CN" sz="2500" b="1" dirty="0">
                <a:solidFill>
                  <a:srgbClr val="2D83F4"/>
                </a:solidFill>
                <a:cs typeface="楷体_GB2312"/>
              </a:rPr>
              <a:t>(0)</a:t>
            </a:r>
            <a:r>
              <a:rPr lang="zh-CN" altLang="en-US" sz="2500" b="1" dirty="0">
                <a:solidFill>
                  <a:schemeClr val="tx1"/>
                </a:solidFill>
                <a:cs typeface="楷体_GB2312"/>
              </a:rPr>
              <a:t>项集族</a:t>
            </a:r>
            <a:r>
              <a:rPr lang="en-US" altLang="zh-CN" sz="2500" b="1" i="1" dirty="0">
                <a:solidFill>
                  <a:schemeClr val="tx1"/>
                </a:solidFill>
                <a:cs typeface="楷体_GB2312"/>
              </a:rPr>
              <a:t>C </a:t>
            </a:r>
            <a:r>
              <a:rPr lang="en-US" altLang="zh-CN" sz="2500" b="1" dirty="0">
                <a:solidFill>
                  <a:schemeClr val="tx1"/>
                </a:solidFill>
                <a:cs typeface="楷体_GB2312"/>
              </a:rPr>
              <a:t>= { </a:t>
            </a:r>
            <a:r>
              <a:rPr lang="en-US" altLang="zh-CN" sz="2500" b="1" i="1" dirty="0">
                <a:solidFill>
                  <a:schemeClr val="tx1"/>
                </a:solidFill>
                <a:cs typeface="楷体_GB2312"/>
              </a:rPr>
              <a:t>I</a:t>
            </a:r>
            <a:r>
              <a:rPr lang="en-US" altLang="zh-CN" sz="2500" b="1" baseline="-25000" dirty="0">
                <a:solidFill>
                  <a:schemeClr val="tx1"/>
                </a:solidFill>
                <a:cs typeface="楷体_GB2312"/>
              </a:rPr>
              <a:t>0</a:t>
            </a:r>
            <a:r>
              <a:rPr lang="en-US" altLang="zh-CN" sz="2500" b="1" dirty="0">
                <a:solidFill>
                  <a:schemeClr val="tx1"/>
                </a:solidFill>
                <a:cs typeface="楷体_GB2312"/>
              </a:rPr>
              <a:t>, </a:t>
            </a:r>
            <a:r>
              <a:rPr lang="en-US" altLang="zh-CN" sz="2500" b="1" i="1" dirty="0">
                <a:solidFill>
                  <a:schemeClr val="tx1"/>
                </a:solidFill>
                <a:cs typeface="楷体_GB2312"/>
              </a:rPr>
              <a:t>I</a:t>
            </a:r>
            <a:r>
              <a:rPr lang="en-US" altLang="zh-CN" sz="2500" b="1" baseline="-25000" dirty="0">
                <a:solidFill>
                  <a:schemeClr val="tx1"/>
                </a:solidFill>
                <a:cs typeface="楷体_GB2312"/>
              </a:rPr>
              <a:t>1</a:t>
            </a:r>
            <a:r>
              <a:rPr lang="en-US" altLang="zh-CN" sz="2500" b="1" dirty="0">
                <a:solidFill>
                  <a:schemeClr val="tx1"/>
                </a:solidFill>
                <a:cs typeface="楷体_GB2312"/>
              </a:rPr>
              <a:t>, … , </a:t>
            </a:r>
            <a:r>
              <a:rPr lang="en-US" altLang="zh-CN" sz="2500" b="1" i="1" dirty="0">
                <a:solidFill>
                  <a:schemeClr val="tx1"/>
                </a:solidFill>
                <a:cs typeface="楷体_GB2312"/>
              </a:rPr>
              <a:t>I</a:t>
            </a:r>
            <a:r>
              <a:rPr lang="en-US" altLang="zh-CN" sz="2500" b="1" i="1" baseline="-25000" dirty="0">
                <a:solidFill>
                  <a:schemeClr val="tx1"/>
                </a:solidFill>
                <a:cs typeface="楷体_GB2312"/>
              </a:rPr>
              <a:t>n</a:t>
            </a:r>
            <a:r>
              <a:rPr lang="en-US" altLang="zh-CN" sz="2500" b="1" dirty="0">
                <a:solidFill>
                  <a:schemeClr val="tx1"/>
                </a:solidFill>
                <a:cs typeface="楷体_GB2312"/>
              </a:rPr>
              <a:t>}</a:t>
            </a:r>
          </a:p>
          <a:p>
            <a:pPr eaLnBrk="1" hangingPunct="1">
              <a:lnSpc>
                <a:spcPts val="3300"/>
              </a:lnSpc>
              <a:buClr>
                <a:schemeClr val="tx1"/>
              </a:buClr>
              <a:buFont typeface="Wingdings" panose="05000000000000000000" pitchFamily="2" charset="2"/>
              <a:buChar char="Ø"/>
            </a:pPr>
            <a:r>
              <a:rPr lang="zh-CN" altLang="en-US" sz="2500" b="1" dirty="0">
                <a:solidFill>
                  <a:schemeClr val="tx1"/>
                </a:solidFill>
                <a:cs typeface="楷体_GB2312"/>
              </a:rPr>
              <a:t>令</a:t>
            </a:r>
            <a:r>
              <a:rPr lang="en-US" altLang="zh-CN" sz="2500" b="1" i="1" dirty="0">
                <a:solidFill>
                  <a:schemeClr val="tx1"/>
                </a:solidFill>
                <a:cs typeface="楷体_GB2312"/>
              </a:rPr>
              <a:t>I</a:t>
            </a:r>
            <a:r>
              <a:rPr lang="en-US" altLang="zh-CN" sz="2500" b="1" i="1" baseline="-25000" dirty="0">
                <a:solidFill>
                  <a:schemeClr val="tx1"/>
                </a:solidFill>
                <a:cs typeface="楷体_GB2312"/>
              </a:rPr>
              <a:t>i</a:t>
            </a:r>
            <a:r>
              <a:rPr lang="zh-CN" altLang="en-US" sz="2500" b="1" dirty="0">
                <a:solidFill>
                  <a:schemeClr val="tx1"/>
                </a:solidFill>
                <a:cs typeface="楷体_GB2312"/>
              </a:rPr>
              <a:t>对应状态</a:t>
            </a:r>
            <a:r>
              <a:rPr lang="en-US" altLang="zh-CN" sz="2500" b="1" i="1" dirty="0" err="1">
                <a:solidFill>
                  <a:schemeClr val="tx1"/>
                </a:solidFill>
                <a:cs typeface="楷体_GB2312"/>
              </a:rPr>
              <a:t>i</a:t>
            </a:r>
            <a:r>
              <a:rPr lang="zh-CN" altLang="en-US" sz="2500" b="1" dirty="0">
                <a:solidFill>
                  <a:schemeClr val="tx1"/>
                </a:solidFill>
                <a:cs typeface="楷体_GB2312"/>
              </a:rPr>
              <a:t>。状态</a:t>
            </a:r>
            <a:r>
              <a:rPr lang="en-US" altLang="zh-CN" sz="2500" b="1" i="1" dirty="0" err="1">
                <a:solidFill>
                  <a:schemeClr val="tx1"/>
                </a:solidFill>
                <a:cs typeface="楷体_GB2312"/>
              </a:rPr>
              <a:t>i</a:t>
            </a:r>
            <a:r>
              <a:rPr lang="zh-CN" altLang="en-US" sz="2500" b="1" dirty="0">
                <a:solidFill>
                  <a:schemeClr val="tx1"/>
                </a:solidFill>
                <a:cs typeface="楷体_GB2312"/>
              </a:rPr>
              <a:t>的语法分析动作按照下面的方法决定：</a:t>
            </a:r>
            <a:endParaRPr lang="en-US" altLang="zh-CN" sz="2500" b="1" dirty="0">
              <a:solidFill>
                <a:schemeClr val="tx1"/>
              </a:solidFill>
              <a:cs typeface="楷体_GB2312"/>
            </a:endParaRPr>
          </a:p>
          <a:p>
            <a:pPr lvl="1" eaLnBrk="1" hangingPunct="1">
              <a:lnSpc>
                <a:spcPts val="3300"/>
              </a:lnSpc>
              <a:buClr>
                <a:schemeClr val="tx1"/>
              </a:buClr>
            </a:pPr>
            <a:r>
              <a:rPr lang="en-US" altLang="zh-CN" b="1" i="1" dirty="0">
                <a:solidFill>
                  <a:srgbClr val="2D83F4"/>
                </a:solidFill>
                <a:cs typeface="楷体_GB2312"/>
              </a:rPr>
              <a:t> if </a:t>
            </a:r>
            <a:r>
              <a:rPr lang="en-US" altLang="zh-CN" b="1" i="1" dirty="0">
                <a:solidFill>
                  <a:srgbClr val="0070C0"/>
                </a:solidFill>
                <a:cs typeface="楷体_GB2312"/>
              </a:rPr>
              <a:t>A</a:t>
            </a:r>
            <a:r>
              <a:rPr lang="en-US" altLang="zh-CN" b="1" dirty="0">
                <a:solidFill>
                  <a:srgbClr val="0070C0"/>
                </a:solidFill>
                <a:cs typeface="楷体_GB2312"/>
              </a:rPr>
              <a:t>→</a:t>
            </a:r>
            <a:r>
              <a:rPr lang="en-US" altLang="zh-CN" b="1" i="1" dirty="0">
                <a:solidFill>
                  <a:srgbClr val="0070C0"/>
                </a:solidFill>
                <a:cs typeface="楷体_GB2312"/>
              </a:rPr>
              <a:t>α</a:t>
            </a:r>
            <a:r>
              <a:rPr lang="en-US" altLang="zh-CN" b="1" dirty="0">
                <a:solidFill>
                  <a:srgbClr val="0070C0"/>
                </a:solidFill>
                <a:cs typeface="楷体_GB2312"/>
              </a:rPr>
              <a:t>·</a:t>
            </a:r>
            <a:r>
              <a:rPr lang="en-US" altLang="zh-CN" b="1" i="1" dirty="0">
                <a:solidFill>
                  <a:srgbClr val="0070C0"/>
                </a:solidFill>
                <a:cs typeface="楷体_GB2312"/>
              </a:rPr>
              <a:t>aβ</a:t>
            </a:r>
            <a:r>
              <a:rPr lang="en-US" altLang="zh-CN" b="1" dirty="0">
                <a:solidFill>
                  <a:schemeClr val="tx1"/>
                </a:solidFill>
                <a:cs typeface="楷体_GB2312"/>
              </a:rPr>
              <a:t>∈</a:t>
            </a:r>
            <a:r>
              <a:rPr lang="en-US" altLang="zh-CN" b="1" i="1" dirty="0">
                <a:solidFill>
                  <a:schemeClr val="tx1"/>
                </a:solidFill>
                <a:cs typeface="楷体_GB2312"/>
              </a:rPr>
              <a:t>I</a:t>
            </a:r>
            <a:r>
              <a:rPr lang="en-US" altLang="zh-CN" b="1" i="1" baseline="-25000" dirty="0">
                <a:solidFill>
                  <a:schemeClr val="tx1"/>
                </a:solidFill>
                <a:cs typeface="楷体_GB2312"/>
              </a:rPr>
              <a:t>i</a:t>
            </a:r>
            <a:r>
              <a:rPr lang="en-US" altLang="zh-CN" b="1" baseline="-25000" dirty="0">
                <a:solidFill>
                  <a:schemeClr val="tx1"/>
                </a:solidFill>
                <a:cs typeface="楷体_GB2312"/>
              </a:rPr>
              <a:t> </a:t>
            </a:r>
            <a:r>
              <a:rPr lang="en-US" altLang="zh-CN" baseline="-25000" dirty="0">
                <a:cs typeface="楷体_GB2312"/>
              </a:rPr>
              <a:t>,</a:t>
            </a:r>
            <a:r>
              <a:rPr lang="en-US" altLang="zh-CN" dirty="0">
                <a:cs typeface="楷体_GB2312"/>
              </a:rPr>
              <a:t> </a:t>
            </a:r>
            <a:r>
              <a:rPr lang="en-US" altLang="zh-CN" b="1" i="1" dirty="0">
                <a:solidFill>
                  <a:schemeClr val="tx1"/>
                </a:solidFill>
                <a:cs typeface="楷体_GB2312"/>
              </a:rPr>
              <a:t>a</a:t>
            </a:r>
            <a:r>
              <a:rPr lang="en-US" altLang="zh-CN" dirty="0">
                <a:ea typeface="楷体_GB2312"/>
                <a:cs typeface="楷体_GB2312"/>
              </a:rPr>
              <a:t>∈</a:t>
            </a:r>
            <a:r>
              <a:rPr lang="en-US" altLang="zh-CN" i="1" dirty="0">
                <a:ea typeface="楷体_GB2312"/>
                <a:cs typeface="楷体_GB2312"/>
              </a:rPr>
              <a:t>V</a:t>
            </a:r>
            <a:r>
              <a:rPr lang="en-US" altLang="zh-CN" baseline="-25000" dirty="0">
                <a:ea typeface="楷体_GB2312"/>
                <a:cs typeface="楷体_GB2312"/>
              </a:rPr>
              <a:t>T</a:t>
            </a:r>
            <a:r>
              <a:rPr lang="en-US" altLang="zh-CN" b="1" i="1" dirty="0">
                <a:solidFill>
                  <a:schemeClr val="tx1"/>
                </a:solidFill>
                <a:cs typeface="楷体_GB2312"/>
              </a:rPr>
              <a:t> </a:t>
            </a:r>
            <a:r>
              <a:rPr lang="zh-CN" altLang="en-US" b="1" dirty="0">
                <a:solidFill>
                  <a:schemeClr val="tx1"/>
                </a:solidFill>
                <a:cs typeface="楷体_GB2312"/>
              </a:rPr>
              <a:t>且</a:t>
            </a:r>
            <a:r>
              <a:rPr lang="en-US" altLang="zh-CN" b="1" i="1" dirty="0">
                <a:solidFill>
                  <a:schemeClr val="tx1"/>
                </a:solidFill>
                <a:cs typeface="楷体_GB2312"/>
              </a:rPr>
              <a:t>GOTO</a:t>
            </a:r>
            <a:r>
              <a:rPr lang="en-US" altLang="zh-CN" b="1" dirty="0">
                <a:solidFill>
                  <a:schemeClr val="tx1"/>
                </a:solidFill>
                <a:cs typeface="楷体_GB2312"/>
              </a:rPr>
              <a:t>( </a:t>
            </a:r>
            <a:r>
              <a:rPr lang="en-US" altLang="zh-CN" b="1" i="1" dirty="0">
                <a:solidFill>
                  <a:schemeClr val="tx1"/>
                </a:solidFill>
                <a:cs typeface="楷体_GB2312"/>
              </a:rPr>
              <a:t>I</a:t>
            </a:r>
            <a:r>
              <a:rPr lang="en-US" altLang="zh-CN" b="1" i="1" baseline="-25000" dirty="0">
                <a:solidFill>
                  <a:schemeClr val="tx1"/>
                </a:solidFill>
                <a:cs typeface="楷体_GB2312"/>
              </a:rPr>
              <a:t>i</a:t>
            </a:r>
            <a:r>
              <a:rPr lang="zh-CN" altLang="en-US" b="1" i="1" baseline="-25000" dirty="0">
                <a:solidFill>
                  <a:schemeClr val="tx1"/>
                </a:solidFill>
                <a:cs typeface="楷体_GB2312"/>
              </a:rPr>
              <a:t> </a:t>
            </a:r>
            <a:r>
              <a:rPr lang="en-US" altLang="zh-CN" b="1" dirty="0">
                <a:solidFill>
                  <a:schemeClr val="tx1"/>
                </a:solidFill>
                <a:cs typeface="楷体_GB2312"/>
              </a:rPr>
              <a:t>, </a:t>
            </a:r>
            <a:r>
              <a:rPr lang="en-US" altLang="zh-CN" b="1" i="1" dirty="0">
                <a:solidFill>
                  <a:schemeClr val="tx1"/>
                </a:solidFill>
                <a:cs typeface="楷体_GB2312"/>
              </a:rPr>
              <a:t>a</a:t>
            </a:r>
            <a:r>
              <a:rPr lang="en-US" altLang="zh-CN" b="1" dirty="0">
                <a:solidFill>
                  <a:schemeClr val="tx1"/>
                </a:solidFill>
                <a:cs typeface="楷体_GB2312"/>
              </a:rPr>
              <a:t> )=</a:t>
            </a:r>
            <a:r>
              <a:rPr lang="en-US" altLang="zh-CN" b="1" i="1" dirty="0" err="1">
                <a:solidFill>
                  <a:schemeClr val="tx1"/>
                </a:solidFill>
                <a:cs typeface="楷体_GB2312"/>
              </a:rPr>
              <a:t>I</a:t>
            </a:r>
            <a:r>
              <a:rPr lang="en-US" altLang="zh-CN" b="1" i="1" baseline="-25000" dirty="0" err="1">
                <a:solidFill>
                  <a:schemeClr val="tx1"/>
                </a:solidFill>
                <a:cs typeface="楷体_GB2312"/>
              </a:rPr>
              <a:t>j</a:t>
            </a:r>
            <a:r>
              <a:rPr lang="en-US" altLang="zh-CN" b="1" baseline="-25000" dirty="0">
                <a:solidFill>
                  <a:schemeClr val="tx1"/>
                </a:solidFill>
                <a:cs typeface="楷体_GB2312"/>
              </a:rPr>
              <a:t> </a:t>
            </a:r>
            <a:r>
              <a:rPr lang="en-US" altLang="zh-CN" b="1" i="1" dirty="0">
                <a:solidFill>
                  <a:srgbClr val="2D83F4"/>
                </a:solidFill>
                <a:cs typeface="楷体_GB2312"/>
              </a:rPr>
              <a:t>then </a:t>
            </a:r>
            <a:r>
              <a:rPr lang="en-US" altLang="zh-CN" b="1" i="1" dirty="0">
                <a:solidFill>
                  <a:srgbClr val="0070C0"/>
                </a:solidFill>
                <a:cs typeface="楷体_GB2312"/>
              </a:rPr>
              <a:t>ACTION</a:t>
            </a:r>
            <a:r>
              <a:rPr lang="en-US" altLang="zh-CN" b="1" dirty="0">
                <a:solidFill>
                  <a:srgbClr val="0070C0"/>
                </a:solidFill>
                <a:cs typeface="楷体_GB2312"/>
              </a:rPr>
              <a:t>[ </a:t>
            </a:r>
            <a:r>
              <a:rPr lang="en-US" altLang="zh-CN" b="1" i="1" dirty="0" err="1">
                <a:solidFill>
                  <a:srgbClr val="0070C0"/>
                </a:solidFill>
                <a:cs typeface="楷体_GB2312"/>
              </a:rPr>
              <a:t>i</a:t>
            </a:r>
            <a:r>
              <a:rPr lang="en-US" altLang="zh-CN" b="1" dirty="0">
                <a:solidFill>
                  <a:srgbClr val="0070C0"/>
                </a:solidFill>
                <a:cs typeface="楷体_GB2312"/>
              </a:rPr>
              <a:t>, </a:t>
            </a:r>
            <a:r>
              <a:rPr lang="en-US" altLang="zh-CN" b="1" i="1" dirty="0">
                <a:solidFill>
                  <a:srgbClr val="0070C0"/>
                </a:solidFill>
                <a:cs typeface="楷体_GB2312"/>
              </a:rPr>
              <a:t>a</a:t>
            </a:r>
            <a:r>
              <a:rPr lang="en-US" altLang="zh-CN" b="1" dirty="0">
                <a:solidFill>
                  <a:srgbClr val="0070C0"/>
                </a:solidFill>
                <a:cs typeface="楷体_GB2312"/>
              </a:rPr>
              <a:t> ]=</a:t>
            </a:r>
            <a:r>
              <a:rPr lang="en-US" altLang="zh-CN" b="1" i="1" dirty="0" err="1">
                <a:solidFill>
                  <a:srgbClr val="0070C0"/>
                </a:solidFill>
                <a:cs typeface="楷体_GB2312"/>
              </a:rPr>
              <a:t>sj</a:t>
            </a:r>
            <a:r>
              <a:rPr lang="en-US" altLang="zh-CN" b="1" baseline="-25000" dirty="0">
                <a:solidFill>
                  <a:srgbClr val="0070C0"/>
                </a:solidFill>
                <a:cs typeface="楷体_GB2312"/>
              </a:rPr>
              <a:t> </a:t>
            </a:r>
            <a:endParaRPr lang="en-US" altLang="zh-CN" b="1" dirty="0">
              <a:solidFill>
                <a:srgbClr val="0070C0"/>
              </a:solidFill>
              <a:cs typeface="楷体_GB2312"/>
            </a:endParaRPr>
          </a:p>
          <a:p>
            <a:pPr lvl="1" eaLnBrk="1" hangingPunct="1">
              <a:lnSpc>
                <a:spcPts val="3300"/>
              </a:lnSpc>
              <a:buClr>
                <a:schemeClr val="tx1"/>
              </a:buClr>
            </a:pPr>
            <a:r>
              <a:rPr lang="en-US" altLang="zh-CN" b="1" i="1" dirty="0">
                <a:solidFill>
                  <a:srgbClr val="2D83F4"/>
                </a:solidFill>
                <a:cs typeface="楷体_GB2312"/>
              </a:rPr>
              <a:t> </a:t>
            </a:r>
            <a:r>
              <a:rPr lang="en-US" altLang="zh-CN" b="1" i="1" dirty="0">
                <a:solidFill>
                  <a:srgbClr val="2D83F4"/>
                </a:solidFill>
                <a:ea typeface="楷体_GB2312"/>
                <a:cs typeface="楷体_GB2312"/>
              </a:rPr>
              <a:t>if</a:t>
            </a:r>
            <a:r>
              <a:rPr lang="en-US" altLang="zh-CN" b="1" dirty="0">
                <a:solidFill>
                  <a:schemeClr val="tx1"/>
                </a:solidFill>
                <a:ea typeface="楷体_GB2312"/>
                <a:cs typeface="楷体_GB2312"/>
              </a:rPr>
              <a:t> </a:t>
            </a:r>
            <a:r>
              <a:rPr lang="en-US" altLang="zh-CN" b="1" i="1" dirty="0">
                <a:solidFill>
                  <a:srgbClr val="0070C0"/>
                </a:solidFill>
                <a:ea typeface="楷体_GB2312"/>
                <a:cs typeface="楷体_GB2312"/>
              </a:rPr>
              <a:t>A</a:t>
            </a:r>
            <a:r>
              <a:rPr lang="en-US" altLang="zh-CN" b="1" dirty="0">
                <a:solidFill>
                  <a:srgbClr val="0070C0"/>
                </a:solidFill>
                <a:ea typeface="楷体_GB2312"/>
                <a:cs typeface="楷体_GB2312"/>
              </a:rPr>
              <a:t>→</a:t>
            </a:r>
            <a:r>
              <a:rPr lang="en-US" altLang="zh-CN" b="1" i="1" dirty="0">
                <a:solidFill>
                  <a:srgbClr val="0070C0"/>
                </a:solidFill>
                <a:ea typeface="楷体_GB2312"/>
                <a:cs typeface="楷体_GB2312"/>
              </a:rPr>
              <a:t>α</a:t>
            </a:r>
            <a:r>
              <a:rPr lang="en-US" altLang="zh-CN" b="1" dirty="0">
                <a:solidFill>
                  <a:srgbClr val="0070C0"/>
                </a:solidFill>
                <a:ea typeface="楷体_GB2312"/>
                <a:cs typeface="楷体_GB2312"/>
              </a:rPr>
              <a:t>.</a:t>
            </a:r>
            <a:r>
              <a:rPr lang="en-US" altLang="zh-CN" b="1" i="1" dirty="0">
                <a:solidFill>
                  <a:srgbClr val="0070C0"/>
                </a:solidFill>
                <a:ea typeface="楷体_GB2312"/>
                <a:cs typeface="楷体_GB2312"/>
              </a:rPr>
              <a:t>Bβ</a:t>
            </a:r>
            <a:r>
              <a:rPr lang="en-US" altLang="zh-CN" b="1" dirty="0">
                <a:solidFill>
                  <a:srgbClr val="0070C0"/>
                </a:solidFill>
                <a:ea typeface="楷体_GB2312"/>
                <a:cs typeface="楷体_GB2312"/>
              </a:rPr>
              <a:t>∈</a:t>
            </a:r>
            <a:r>
              <a:rPr lang="en-US" altLang="zh-CN" b="1" i="1" dirty="0">
                <a:solidFill>
                  <a:srgbClr val="0070C0"/>
                </a:solidFill>
                <a:ea typeface="楷体_GB2312"/>
                <a:cs typeface="楷体_GB2312"/>
              </a:rPr>
              <a:t>I</a:t>
            </a:r>
            <a:r>
              <a:rPr lang="en-US" altLang="zh-CN" b="1" i="1" baseline="-25000" dirty="0">
                <a:solidFill>
                  <a:srgbClr val="0070C0"/>
                </a:solidFill>
                <a:ea typeface="楷体_GB2312"/>
                <a:cs typeface="楷体_GB2312"/>
              </a:rPr>
              <a:t>i</a:t>
            </a:r>
            <a:r>
              <a:rPr lang="en-US" altLang="zh-CN" b="1" baseline="-25000" dirty="0">
                <a:solidFill>
                  <a:srgbClr val="0070C0"/>
                </a:solidFill>
                <a:ea typeface="楷体_GB2312"/>
                <a:cs typeface="楷体_GB2312"/>
              </a:rPr>
              <a:t> </a:t>
            </a:r>
            <a:r>
              <a:rPr lang="en-US" altLang="zh-CN" baseline="-25000" dirty="0">
                <a:solidFill>
                  <a:srgbClr val="0070C0"/>
                </a:solidFill>
                <a:ea typeface="楷体_GB2312"/>
                <a:cs typeface="楷体_GB2312"/>
              </a:rPr>
              <a:t>,</a:t>
            </a:r>
            <a:r>
              <a:rPr lang="en-US" altLang="zh-CN" dirty="0">
                <a:solidFill>
                  <a:srgbClr val="0070C0"/>
                </a:solidFill>
                <a:ea typeface="楷体_GB2312"/>
                <a:cs typeface="楷体_GB2312"/>
              </a:rPr>
              <a:t> </a:t>
            </a:r>
            <a:r>
              <a:rPr lang="en-US" altLang="zh-CN" i="1" dirty="0">
                <a:cs typeface="楷体_GB2312"/>
              </a:rPr>
              <a:t>B</a:t>
            </a:r>
            <a:r>
              <a:rPr lang="en-US" altLang="zh-CN" dirty="0">
                <a:ea typeface="楷体_GB2312"/>
                <a:cs typeface="楷体_GB2312"/>
              </a:rPr>
              <a:t>∈</a:t>
            </a:r>
            <a:r>
              <a:rPr lang="en-US" altLang="zh-CN" i="1" dirty="0">
                <a:ea typeface="楷体_GB2312"/>
                <a:cs typeface="楷体_GB2312"/>
              </a:rPr>
              <a:t>V</a:t>
            </a:r>
            <a:r>
              <a:rPr lang="en-US" altLang="zh-CN" baseline="-25000" dirty="0">
                <a:ea typeface="楷体_GB2312"/>
                <a:cs typeface="楷体_GB2312"/>
              </a:rPr>
              <a:t>N</a:t>
            </a:r>
            <a:r>
              <a:rPr lang="en-US" altLang="zh-CN" i="1" dirty="0">
                <a:cs typeface="楷体_GB2312"/>
              </a:rPr>
              <a:t> </a:t>
            </a:r>
            <a:r>
              <a:rPr lang="zh-CN" altLang="en-US" dirty="0">
                <a:cs typeface="楷体_GB2312"/>
              </a:rPr>
              <a:t>且</a:t>
            </a:r>
            <a:r>
              <a:rPr lang="en-US" altLang="zh-CN" b="1" i="1" dirty="0">
                <a:solidFill>
                  <a:schemeClr val="tx1"/>
                </a:solidFill>
                <a:ea typeface="楷体_GB2312"/>
                <a:cs typeface="楷体_GB2312"/>
              </a:rPr>
              <a:t>GOTO</a:t>
            </a:r>
            <a:r>
              <a:rPr lang="en-US" altLang="zh-CN" b="1" dirty="0">
                <a:solidFill>
                  <a:schemeClr val="tx1"/>
                </a:solidFill>
                <a:ea typeface="楷体_GB2312"/>
                <a:cs typeface="楷体_GB2312"/>
              </a:rPr>
              <a:t>( </a:t>
            </a:r>
            <a:r>
              <a:rPr lang="en-US" altLang="zh-CN" b="1" i="1" dirty="0">
                <a:solidFill>
                  <a:schemeClr val="tx1"/>
                </a:solidFill>
                <a:ea typeface="楷体_GB2312"/>
                <a:cs typeface="楷体_GB2312"/>
              </a:rPr>
              <a:t>I</a:t>
            </a:r>
            <a:r>
              <a:rPr lang="en-US" altLang="zh-CN" b="1" i="1" baseline="-25000" dirty="0">
                <a:solidFill>
                  <a:schemeClr val="tx1"/>
                </a:solidFill>
                <a:ea typeface="楷体_GB2312"/>
                <a:cs typeface="楷体_GB2312"/>
              </a:rPr>
              <a:t>i</a:t>
            </a:r>
            <a:r>
              <a:rPr lang="zh-CN" altLang="en-US" b="1" i="1" baseline="-25000" dirty="0">
                <a:solidFill>
                  <a:schemeClr val="tx1"/>
                </a:solidFill>
                <a:ea typeface="楷体_GB2312"/>
                <a:cs typeface="楷体_GB2312"/>
              </a:rPr>
              <a:t> </a:t>
            </a:r>
            <a:r>
              <a:rPr lang="en-US" altLang="zh-CN" b="1" dirty="0">
                <a:solidFill>
                  <a:schemeClr val="tx1"/>
                </a:solidFill>
                <a:ea typeface="楷体_GB2312"/>
                <a:cs typeface="楷体_GB2312"/>
              </a:rPr>
              <a:t>, </a:t>
            </a:r>
            <a:r>
              <a:rPr lang="en-US" altLang="zh-CN" b="1" i="1" dirty="0">
                <a:solidFill>
                  <a:schemeClr val="tx1"/>
                </a:solidFill>
                <a:ea typeface="楷体_GB2312"/>
                <a:cs typeface="楷体_GB2312"/>
              </a:rPr>
              <a:t>B </a:t>
            </a:r>
            <a:r>
              <a:rPr lang="en-US" altLang="zh-CN" b="1" dirty="0">
                <a:solidFill>
                  <a:schemeClr val="tx1"/>
                </a:solidFill>
                <a:ea typeface="楷体_GB2312"/>
                <a:cs typeface="楷体_GB2312"/>
              </a:rPr>
              <a:t>)=</a:t>
            </a:r>
            <a:r>
              <a:rPr lang="en-US" altLang="zh-CN" b="1" i="1" dirty="0" err="1">
                <a:solidFill>
                  <a:schemeClr val="tx1"/>
                </a:solidFill>
                <a:ea typeface="楷体_GB2312"/>
                <a:cs typeface="楷体_GB2312"/>
              </a:rPr>
              <a:t>I</a:t>
            </a:r>
            <a:r>
              <a:rPr lang="en-US" altLang="zh-CN" b="1" i="1" baseline="-25000" dirty="0" err="1">
                <a:solidFill>
                  <a:schemeClr val="tx1"/>
                </a:solidFill>
                <a:ea typeface="楷体_GB2312"/>
                <a:cs typeface="楷体_GB2312"/>
              </a:rPr>
              <a:t>j</a:t>
            </a:r>
            <a:r>
              <a:rPr lang="en-US" altLang="zh-CN" b="1" baseline="-25000" dirty="0">
                <a:solidFill>
                  <a:schemeClr val="tx1"/>
                </a:solidFill>
                <a:ea typeface="楷体_GB2312"/>
                <a:cs typeface="楷体_GB2312"/>
              </a:rPr>
              <a:t> </a:t>
            </a:r>
            <a:r>
              <a:rPr lang="en-US" altLang="zh-CN" b="1" i="1" dirty="0">
                <a:solidFill>
                  <a:srgbClr val="2D83F4"/>
                </a:solidFill>
                <a:ea typeface="楷体_GB2312"/>
                <a:cs typeface="楷体_GB2312"/>
              </a:rPr>
              <a:t>then</a:t>
            </a:r>
            <a:r>
              <a:rPr lang="en-US" altLang="zh-CN" b="1" i="1" dirty="0">
                <a:solidFill>
                  <a:schemeClr val="tx1"/>
                </a:solidFill>
                <a:ea typeface="楷体_GB2312"/>
                <a:cs typeface="楷体_GB2312"/>
              </a:rPr>
              <a:t> </a:t>
            </a:r>
            <a:r>
              <a:rPr lang="en-US" altLang="zh-CN" b="1" i="1" dirty="0">
                <a:solidFill>
                  <a:srgbClr val="0070C0"/>
                </a:solidFill>
                <a:ea typeface="楷体_GB2312"/>
                <a:cs typeface="楷体_GB2312"/>
              </a:rPr>
              <a:t>GOTO</a:t>
            </a:r>
            <a:r>
              <a:rPr lang="en-US" altLang="zh-CN" b="1" dirty="0">
                <a:solidFill>
                  <a:srgbClr val="0070C0"/>
                </a:solidFill>
                <a:ea typeface="楷体_GB2312"/>
                <a:cs typeface="楷体_GB2312"/>
              </a:rPr>
              <a:t>[ </a:t>
            </a:r>
            <a:r>
              <a:rPr lang="en-US" altLang="zh-CN" b="1" i="1" dirty="0" err="1">
                <a:solidFill>
                  <a:srgbClr val="0070C0"/>
                </a:solidFill>
                <a:ea typeface="楷体_GB2312"/>
                <a:cs typeface="楷体_GB2312"/>
              </a:rPr>
              <a:t>i</a:t>
            </a:r>
            <a:r>
              <a:rPr lang="en-US" altLang="zh-CN" b="1" dirty="0">
                <a:solidFill>
                  <a:srgbClr val="0070C0"/>
                </a:solidFill>
                <a:ea typeface="楷体_GB2312"/>
                <a:cs typeface="楷体_GB2312"/>
              </a:rPr>
              <a:t>, </a:t>
            </a:r>
            <a:r>
              <a:rPr lang="en-US" altLang="zh-CN" b="1" i="1" dirty="0">
                <a:solidFill>
                  <a:srgbClr val="0070C0"/>
                </a:solidFill>
                <a:ea typeface="楷体_GB2312"/>
                <a:cs typeface="楷体_GB2312"/>
              </a:rPr>
              <a:t>B </a:t>
            </a:r>
            <a:r>
              <a:rPr lang="en-US" altLang="zh-CN" b="1" dirty="0">
                <a:solidFill>
                  <a:srgbClr val="0070C0"/>
                </a:solidFill>
                <a:ea typeface="楷体_GB2312"/>
                <a:cs typeface="楷体_GB2312"/>
              </a:rPr>
              <a:t>]=</a:t>
            </a:r>
            <a:r>
              <a:rPr lang="en-US" altLang="zh-CN" b="1" i="1" dirty="0">
                <a:solidFill>
                  <a:srgbClr val="0070C0"/>
                </a:solidFill>
                <a:ea typeface="楷体_GB2312"/>
                <a:cs typeface="楷体_GB2312"/>
              </a:rPr>
              <a:t>j</a:t>
            </a:r>
            <a:r>
              <a:rPr lang="en-US" altLang="zh-CN" b="1" baseline="-25000" dirty="0">
                <a:solidFill>
                  <a:srgbClr val="0070C0"/>
                </a:solidFill>
                <a:ea typeface="楷体_GB2312"/>
                <a:cs typeface="楷体_GB2312"/>
              </a:rPr>
              <a:t> </a:t>
            </a:r>
            <a:endParaRPr lang="en-US" altLang="zh-CN" b="1" dirty="0">
              <a:solidFill>
                <a:srgbClr val="0070C0"/>
              </a:solidFill>
              <a:ea typeface="楷体_GB2312"/>
              <a:cs typeface="楷体_GB2312"/>
            </a:endParaRPr>
          </a:p>
          <a:p>
            <a:pPr lvl="1" eaLnBrk="1" hangingPunct="1">
              <a:lnSpc>
                <a:spcPts val="3300"/>
              </a:lnSpc>
              <a:buClr>
                <a:schemeClr val="tx1"/>
              </a:buClr>
              <a:buFont typeface="Wingdings" panose="05000000000000000000" pitchFamily="2" charset="2"/>
              <a:buChar char="Ø"/>
            </a:pPr>
            <a:r>
              <a:rPr lang="en-US" altLang="zh-CN" b="1" i="1" dirty="0">
                <a:solidFill>
                  <a:srgbClr val="2D83F4"/>
                </a:solidFill>
              </a:rPr>
              <a:t> if</a:t>
            </a:r>
            <a:r>
              <a:rPr lang="en-US" altLang="zh-CN" b="1" dirty="0">
                <a:solidFill>
                  <a:srgbClr val="2D83F4"/>
                </a:solidFill>
              </a:rPr>
              <a:t> </a:t>
            </a:r>
            <a:r>
              <a:rPr lang="en-US" altLang="zh-CN" b="1" i="1" dirty="0">
                <a:solidFill>
                  <a:srgbClr val="0070C0"/>
                </a:solidFill>
              </a:rPr>
              <a:t>A</a:t>
            </a:r>
            <a:r>
              <a:rPr lang="en-US" altLang="zh-CN" b="1" dirty="0">
                <a:solidFill>
                  <a:srgbClr val="0070C0"/>
                </a:solidFill>
              </a:rPr>
              <a:t>→</a:t>
            </a:r>
            <a:r>
              <a:rPr lang="en-US" altLang="zh-CN" b="1" i="1" dirty="0">
                <a:solidFill>
                  <a:srgbClr val="0070C0"/>
                </a:solidFill>
              </a:rPr>
              <a:t>α</a:t>
            </a:r>
            <a:r>
              <a:rPr lang="en-US" altLang="zh-CN" b="1" dirty="0">
                <a:solidFill>
                  <a:srgbClr val="0070C0"/>
                </a:solidFill>
              </a:rPr>
              <a:t>·∈</a:t>
            </a:r>
            <a:r>
              <a:rPr lang="en-US" altLang="zh-CN" b="1" i="1" dirty="0">
                <a:solidFill>
                  <a:srgbClr val="0070C0"/>
                </a:solidFill>
              </a:rPr>
              <a:t>I</a:t>
            </a:r>
            <a:r>
              <a:rPr lang="en-US" altLang="zh-CN" b="1" i="1" baseline="-25000" dirty="0">
                <a:solidFill>
                  <a:srgbClr val="0070C0"/>
                </a:solidFill>
              </a:rPr>
              <a:t>i</a:t>
            </a:r>
            <a:r>
              <a:rPr lang="en-US" altLang="zh-CN" b="1" dirty="0">
                <a:solidFill>
                  <a:srgbClr val="0070C0"/>
                </a:solidFill>
              </a:rPr>
              <a:t> </a:t>
            </a:r>
            <a:r>
              <a:rPr lang="zh-CN" altLang="en-US" sz="2500" b="1" dirty="0">
                <a:solidFill>
                  <a:schemeClr val="tx1"/>
                </a:solidFill>
              </a:rPr>
              <a:t>且</a:t>
            </a:r>
            <a:r>
              <a:rPr lang="en-US" altLang="zh-CN" b="1" i="1" dirty="0">
                <a:solidFill>
                  <a:schemeClr val="tx1"/>
                </a:solidFill>
              </a:rPr>
              <a:t>A </a:t>
            </a:r>
            <a:r>
              <a:rPr lang="en-US" altLang="zh-CN" b="1" dirty="0">
                <a:solidFill>
                  <a:schemeClr val="tx1"/>
                </a:solidFill>
              </a:rPr>
              <a:t>≠ </a:t>
            </a:r>
            <a:r>
              <a:rPr lang="en-US" altLang="zh-CN" b="1" i="1" dirty="0">
                <a:solidFill>
                  <a:schemeClr val="tx1"/>
                </a:solidFill>
              </a:rPr>
              <a:t>S' </a:t>
            </a:r>
            <a:r>
              <a:rPr lang="en-US" altLang="zh-CN" b="1" i="1" dirty="0">
                <a:solidFill>
                  <a:srgbClr val="2D83F4"/>
                </a:solidFill>
              </a:rPr>
              <a:t>then</a:t>
            </a:r>
            <a:r>
              <a:rPr lang="en-US" altLang="zh-CN" b="1" i="1" dirty="0">
                <a:solidFill>
                  <a:schemeClr val="tx1"/>
                </a:solidFill>
              </a:rPr>
              <a:t> for </a:t>
            </a:r>
            <a:r>
              <a:rPr lang="en-US" altLang="zh-CN" b="1" dirty="0">
                <a:solidFill>
                  <a:srgbClr val="FF0000"/>
                </a:solidFill>
                <a:sym typeface="Symbol" panose="05050102010706020507" pitchFamily="18" charset="2"/>
              </a:rPr>
              <a:t></a:t>
            </a:r>
            <a:r>
              <a:rPr lang="en-US" altLang="zh-CN" b="1" i="1" dirty="0">
                <a:solidFill>
                  <a:srgbClr val="FF0000"/>
                </a:solidFill>
              </a:rPr>
              <a:t>a</a:t>
            </a:r>
            <a:r>
              <a:rPr lang="en-US" altLang="zh-CN" b="1" dirty="0">
                <a:solidFill>
                  <a:srgbClr val="FF0000"/>
                </a:solidFill>
              </a:rPr>
              <a:t>∈</a:t>
            </a:r>
            <a:r>
              <a:rPr lang="en-US" altLang="zh-CN" b="1" i="1" dirty="0">
                <a:solidFill>
                  <a:srgbClr val="FF0000"/>
                </a:solidFill>
              </a:rPr>
              <a:t>V</a:t>
            </a:r>
            <a:r>
              <a:rPr lang="en-US" altLang="zh-CN" b="1" i="1" baseline="-25000" dirty="0">
                <a:solidFill>
                  <a:srgbClr val="FF0000"/>
                </a:solidFill>
              </a:rPr>
              <a:t>T</a:t>
            </a:r>
            <a:r>
              <a:rPr lang="en-US" altLang="zh-CN" b="1" dirty="0">
                <a:solidFill>
                  <a:srgbClr val="FF0000"/>
                </a:solidFill>
              </a:rPr>
              <a:t>∪{</a:t>
            </a:r>
            <a:r>
              <a:rPr lang="en-US" altLang="zh-CN" b="1" dirty="0">
                <a:solidFill>
                  <a:srgbClr val="FF0000"/>
                </a:solidFill>
                <a:latin typeface="华文楷体" panose="02010600040101010101" pitchFamily="2" charset="-122"/>
              </a:rPr>
              <a:t>$</a:t>
            </a:r>
            <a:r>
              <a:rPr lang="en-US" altLang="zh-CN" b="1" dirty="0">
                <a:solidFill>
                  <a:srgbClr val="FF0000"/>
                </a:solidFill>
                <a:ea typeface="楷体_GB2312"/>
                <a:cs typeface="楷体_GB2312"/>
              </a:rPr>
              <a:t>} </a:t>
            </a:r>
            <a:r>
              <a:rPr lang="en-US" altLang="zh-CN" b="1" i="1" dirty="0">
                <a:solidFill>
                  <a:schemeClr val="tx1"/>
                </a:solidFill>
                <a:ea typeface="楷体_GB2312"/>
                <a:cs typeface="楷体_GB2312"/>
              </a:rPr>
              <a:t>do </a:t>
            </a:r>
            <a:r>
              <a:rPr lang="en-US" altLang="zh-CN" b="1" i="1" dirty="0">
                <a:solidFill>
                  <a:srgbClr val="FF0000"/>
                </a:solidFill>
                <a:ea typeface="楷体_GB2312"/>
                <a:cs typeface="楷体_GB2312"/>
              </a:rPr>
              <a:t>ACTION</a:t>
            </a:r>
            <a:r>
              <a:rPr lang="en-US" altLang="zh-CN" b="1" dirty="0">
                <a:solidFill>
                  <a:srgbClr val="FF0000"/>
                </a:solidFill>
                <a:ea typeface="楷体_GB2312"/>
                <a:cs typeface="楷体_GB2312"/>
              </a:rPr>
              <a:t>[ </a:t>
            </a:r>
            <a:r>
              <a:rPr lang="en-US" altLang="zh-CN" b="1" i="1" dirty="0" err="1">
                <a:solidFill>
                  <a:srgbClr val="FF0000"/>
                </a:solidFill>
                <a:ea typeface="楷体_GB2312"/>
                <a:cs typeface="楷体_GB2312"/>
              </a:rPr>
              <a:t>i</a:t>
            </a:r>
            <a:r>
              <a:rPr lang="en-US" altLang="zh-CN" b="1" dirty="0">
                <a:solidFill>
                  <a:srgbClr val="FF0000"/>
                </a:solidFill>
                <a:ea typeface="楷体_GB2312"/>
                <a:cs typeface="楷体_GB2312"/>
              </a:rPr>
              <a:t>, </a:t>
            </a:r>
            <a:r>
              <a:rPr lang="en-US" altLang="zh-CN" b="1" i="1" dirty="0">
                <a:solidFill>
                  <a:srgbClr val="FF0000"/>
                </a:solidFill>
                <a:ea typeface="楷体_GB2312"/>
                <a:cs typeface="楷体_GB2312"/>
              </a:rPr>
              <a:t>a</a:t>
            </a:r>
            <a:r>
              <a:rPr lang="en-US" altLang="zh-CN" b="1" dirty="0">
                <a:solidFill>
                  <a:srgbClr val="FF0000"/>
                </a:solidFill>
                <a:ea typeface="楷体_GB2312"/>
                <a:cs typeface="楷体_GB2312"/>
              </a:rPr>
              <a:t> ]=</a:t>
            </a:r>
            <a:r>
              <a:rPr lang="en-US" altLang="zh-CN" b="1" i="1" dirty="0" err="1">
                <a:solidFill>
                  <a:srgbClr val="FF0000"/>
                </a:solidFill>
                <a:ea typeface="楷体_GB2312"/>
                <a:cs typeface="楷体_GB2312"/>
              </a:rPr>
              <a:t>rj</a:t>
            </a:r>
            <a:r>
              <a:rPr lang="en-US" altLang="zh-CN" b="1" i="1" dirty="0">
                <a:solidFill>
                  <a:srgbClr val="FF0000"/>
                </a:solidFill>
                <a:ea typeface="楷体_GB2312"/>
                <a:cs typeface="楷体_GB2312"/>
              </a:rPr>
              <a:t> </a:t>
            </a:r>
            <a:r>
              <a:rPr lang="zh-CN" altLang="en-US" b="1" dirty="0">
                <a:solidFill>
                  <a:schemeClr val="tx1"/>
                </a:solidFill>
                <a:ea typeface="楷体_GB2312"/>
                <a:cs typeface="楷体_GB2312"/>
              </a:rPr>
              <a:t>（</a:t>
            </a:r>
            <a:r>
              <a:rPr lang="en-US" altLang="zh-CN" b="1" i="1" dirty="0">
                <a:solidFill>
                  <a:srgbClr val="0070C0"/>
                </a:solidFill>
                <a:ea typeface="楷体_GB2312"/>
                <a:cs typeface="楷体_GB2312"/>
              </a:rPr>
              <a:t>j</a:t>
            </a:r>
            <a:r>
              <a:rPr lang="zh-CN" altLang="en-US" b="1" dirty="0">
                <a:solidFill>
                  <a:schemeClr val="tx1"/>
                </a:solidFill>
                <a:latin typeface="华文楷体" panose="02010600040101010101" pitchFamily="2" charset="-122"/>
              </a:rPr>
              <a:t>是产生式</a:t>
            </a:r>
            <a:r>
              <a:rPr lang="en-US" altLang="zh-CN" b="1" i="1" dirty="0">
                <a:solidFill>
                  <a:schemeClr val="tx1"/>
                </a:solidFill>
                <a:ea typeface="楷体_GB2312"/>
                <a:cs typeface="楷体_GB2312"/>
              </a:rPr>
              <a:t>A</a:t>
            </a:r>
            <a:r>
              <a:rPr lang="en-US" altLang="zh-CN" b="1" dirty="0">
                <a:solidFill>
                  <a:schemeClr val="tx1"/>
                </a:solidFill>
                <a:ea typeface="楷体_GB2312"/>
                <a:cs typeface="楷体_GB2312"/>
              </a:rPr>
              <a:t>→</a:t>
            </a:r>
            <a:r>
              <a:rPr lang="en-US" altLang="zh-CN" b="1" i="1" dirty="0">
                <a:solidFill>
                  <a:schemeClr val="tx1"/>
                </a:solidFill>
                <a:ea typeface="楷体_GB2312"/>
                <a:cs typeface="楷体_GB2312"/>
              </a:rPr>
              <a:t>α</a:t>
            </a:r>
            <a:r>
              <a:rPr lang="zh-CN" altLang="en-US" b="1" dirty="0">
                <a:solidFill>
                  <a:schemeClr val="tx1"/>
                </a:solidFill>
                <a:latin typeface="华文楷体" panose="02010600040101010101" pitchFamily="2" charset="-122"/>
              </a:rPr>
              <a:t>的编号</a:t>
            </a:r>
            <a:r>
              <a:rPr lang="zh-CN" altLang="en-US" b="1" dirty="0">
                <a:solidFill>
                  <a:schemeClr val="tx1"/>
                </a:solidFill>
                <a:ea typeface="楷体_GB2312"/>
                <a:cs typeface="楷体_GB2312"/>
              </a:rPr>
              <a:t>）</a:t>
            </a:r>
            <a:endParaRPr lang="en-US" altLang="zh-CN" b="1" i="1" dirty="0">
              <a:solidFill>
                <a:srgbClr val="2D83F4"/>
              </a:solidFill>
              <a:ea typeface="楷体_GB2312"/>
              <a:cs typeface="楷体_GB2312"/>
            </a:endParaRPr>
          </a:p>
          <a:p>
            <a:pPr lvl="1" eaLnBrk="1" hangingPunct="1">
              <a:lnSpc>
                <a:spcPts val="3300"/>
              </a:lnSpc>
              <a:buClr>
                <a:schemeClr val="tx1"/>
              </a:buClr>
              <a:buFont typeface="Wingdings" panose="05000000000000000000" pitchFamily="2" charset="2"/>
              <a:buChar char="Ø"/>
            </a:pPr>
            <a:r>
              <a:rPr lang="en-US" altLang="zh-CN" b="1" i="1" dirty="0">
                <a:solidFill>
                  <a:srgbClr val="2D83F4"/>
                </a:solidFill>
                <a:ea typeface="楷体_GB2312"/>
                <a:cs typeface="楷体_GB2312"/>
              </a:rPr>
              <a:t>if</a:t>
            </a:r>
            <a:r>
              <a:rPr lang="en-US" altLang="zh-CN" b="1" dirty="0">
                <a:solidFill>
                  <a:schemeClr val="tx1"/>
                </a:solidFill>
                <a:ea typeface="楷体_GB2312"/>
                <a:cs typeface="楷体_GB2312"/>
              </a:rPr>
              <a:t> </a:t>
            </a:r>
            <a:r>
              <a:rPr lang="en-US" altLang="zh-CN" b="1" i="1" dirty="0">
                <a:solidFill>
                  <a:schemeClr val="tx1"/>
                </a:solidFill>
                <a:ea typeface="楷体_GB2312"/>
                <a:cs typeface="楷体_GB2312"/>
              </a:rPr>
              <a:t>S'</a:t>
            </a:r>
            <a:r>
              <a:rPr lang="en-US" altLang="zh-CN" b="1" dirty="0">
                <a:solidFill>
                  <a:schemeClr val="tx1"/>
                </a:solidFill>
                <a:ea typeface="楷体_GB2312"/>
                <a:cs typeface="楷体_GB2312"/>
              </a:rPr>
              <a:t>→</a:t>
            </a:r>
            <a:r>
              <a:rPr lang="en-US" altLang="zh-CN" b="1" i="1" dirty="0">
                <a:solidFill>
                  <a:schemeClr val="tx1"/>
                </a:solidFill>
                <a:ea typeface="楷体_GB2312"/>
                <a:cs typeface="楷体_GB2312"/>
              </a:rPr>
              <a:t>S</a:t>
            </a:r>
            <a:r>
              <a:rPr lang="en-US" altLang="zh-CN" b="1" dirty="0">
                <a:solidFill>
                  <a:schemeClr val="tx1"/>
                </a:solidFill>
                <a:ea typeface="楷体_GB2312"/>
                <a:cs typeface="楷体_GB2312"/>
              </a:rPr>
              <a:t>· ∈</a:t>
            </a:r>
            <a:r>
              <a:rPr lang="en-US" altLang="zh-CN" b="1" i="1" dirty="0">
                <a:solidFill>
                  <a:schemeClr val="tx1"/>
                </a:solidFill>
                <a:ea typeface="楷体_GB2312"/>
                <a:cs typeface="楷体_GB2312"/>
              </a:rPr>
              <a:t>I</a:t>
            </a:r>
            <a:r>
              <a:rPr lang="en-US" altLang="zh-CN" b="1" i="1" baseline="-25000" dirty="0">
                <a:solidFill>
                  <a:schemeClr val="tx1"/>
                </a:solidFill>
                <a:ea typeface="楷体_GB2312"/>
                <a:cs typeface="楷体_GB2312"/>
              </a:rPr>
              <a:t>i</a:t>
            </a:r>
            <a:r>
              <a:rPr lang="en-US" altLang="zh-CN" b="1" dirty="0">
                <a:solidFill>
                  <a:schemeClr val="tx1"/>
                </a:solidFill>
                <a:ea typeface="楷体_GB2312"/>
                <a:cs typeface="楷体_GB2312"/>
              </a:rPr>
              <a:t> </a:t>
            </a:r>
            <a:r>
              <a:rPr lang="en-US" altLang="zh-CN" b="1" i="1" dirty="0">
                <a:solidFill>
                  <a:srgbClr val="2D83F4"/>
                </a:solidFill>
                <a:ea typeface="楷体_GB2312"/>
                <a:cs typeface="楷体_GB2312"/>
              </a:rPr>
              <a:t>then </a:t>
            </a:r>
            <a:r>
              <a:rPr lang="en-US" altLang="zh-CN" b="1" i="1" dirty="0">
                <a:solidFill>
                  <a:schemeClr val="tx1"/>
                </a:solidFill>
                <a:ea typeface="楷体_GB2312"/>
                <a:cs typeface="楷体_GB2312"/>
              </a:rPr>
              <a:t>ACTION </a:t>
            </a:r>
            <a:r>
              <a:rPr lang="en-US" altLang="zh-CN" b="1" dirty="0">
                <a:solidFill>
                  <a:schemeClr val="tx1"/>
                </a:solidFill>
                <a:ea typeface="楷体_GB2312"/>
                <a:cs typeface="楷体_GB2312"/>
              </a:rPr>
              <a:t>[ </a:t>
            </a:r>
            <a:r>
              <a:rPr lang="en-US" altLang="zh-CN" b="1" i="1" dirty="0" err="1">
                <a:solidFill>
                  <a:schemeClr val="tx1"/>
                </a:solidFill>
                <a:ea typeface="楷体_GB2312"/>
                <a:cs typeface="楷体_GB2312"/>
              </a:rPr>
              <a:t>i</a:t>
            </a:r>
            <a:r>
              <a:rPr lang="en-US" altLang="zh-CN" b="1" dirty="0">
                <a:solidFill>
                  <a:schemeClr val="tx1"/>
                </a:solidFill>
                <a:ea typeface="楷体_GB2312"/>
                <a:cs typeface="楷体_GB2312"/>
              </a:rPr>
              <a:t>, </a:t>
            </a:r>
            <a:r>
              <a:rPr lang="en-US" altLang="zh-CN" b="1" dirty="0">
                <a:solidFill>
                  <a:srgbClr val="0070C0"/>
                </a:solidFill>
                <a:latin typeface="华文楷体" panose="02010600040101010101" pitchFamily="2" charset="-122"/>
              </a:rPr>
              <a:t>$</a:t>
            </a:r>
            <a:r>
              <a:rPr lang="en-US" altLang="zh-CN" b="1" dirty="0">
                <a:solidFill>
                  <a:schemeClr val="tx1"/>
                </a:solidFill>
                <a:ea typeface="楷体_GB2312"/>
                <a:cs typeface="楷体_GB2312"/>
              </a:rPr>
              <a:t> ]=</a:t>
            </a:r>
            <a:r>
              <a:rPr lang="en-US" altLang="zh-CN" b="1" i="1" dirty="0">
                <a:solidFill>
                  <a:srgbClr val="0070C0"/>
                </a:solidFill>
                <a:ea typeface="楷体_GB2312"/>
                <a:cs typeface="楷体_GB2312"/>
              </a:rPr>
              <a:t>acc</a:t>
            </a:r>
            <a:endParaRPr lang="en-US" altLang="zh-CN" b="1" dirty="0">
              <a:solidFill>
                <a:srgbClr val="0070C0"/>
              </a:solidFill>
              <a:ea typeface="楷体_GB2312"/>
              <a:cs typeface="楷体_GB2312"/>
            </a:endParaRPr>
          </a:p>
          <a:p>
            <a:pPr eaLnBrk="1" hangingPunct="1">
              <a:lnSpc>
                <a:spcPts val="3300"/>
              </a:lnSpc>
              <a:buClr>
                <a:schemeClr val="tx1"/>
              </a:buClr>
              <a:buFont typeface="Wingdings" panose="05000000000000000000" pitchFamily="2" charset="2"/>
              <a:buChar char="Ø"/>
            </a:pPr>
            <a:r>
              <a:rPr lang="zh-CN" altLang="en-US" sz="2500" b="1" dirty="0">
                <a:solidFill>
                  <a:schemeClr val="tx1"/>
                </a:solidFill>
              </a:rPr>
              <a:t>没有定义的所有条目都设置为</a:t>
            </a:r>
            <a:r>
              <a:rPr lang="en-US" altLang="zh-CN" sz="2500" b="1" dirty="0">
                <a:solidFill>
                  <a:schemeClr val="tx1"/>
                </a:solidFill>
              </a:rPr>
              <a:t>“</a:t>
            </a:r>
            <a:r>
              <a:rPr lang="en-US" altLang="zh-CN" sz="2500" b="1" i="1" dirty="0">
                <a:solidFill>
                  <a:schemeClr val="tx1"/>
                </a:solidFill>
              </a:rPr>
              <a:t>error</a:t>
            </a:r>
            <a:r>
              <a:rPr lang="en-US" altLang="zh-CN" sz="2500" b="1" dirty="0">
                <a:solidFill>
                  <a:schemeClr val="tx1"/>
                </a:solidFill>
              </a:rPr>
              <a:t>”</a:t>
            </a:r>
            <a:endParaRPr lang="en-US" altLang="zh-CN" sz="2500" b="1" dirty="0">
              <a:solidFill>
                <a:schemeClr val="tx1"/>
              </a:solidFill>
              <a:ea typeface="楷体_GB2312"/>
              <a:cs typeface="楷体_GB2312"/>
            </a:endParaRPr>
          </a:p>
        </p:txBody>
      </p:sp>
      <p:sp>
        <p:nvSpPr>
          <p:cNvPr id="79875" name="标题 1"/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en-US" altLang="zh-CN" sz="30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r>
              <a:rPr lang="en-US" altLang="zh-CN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(0)</a:t>
            </a:r>
            <a:r>
              <a:rPr lang="zh-CN" altLang="en-US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分析表构造算法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8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98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8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798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8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798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8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798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8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798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8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798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8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798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9874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9" name="内容占位符 2"/>
          <p:cNvSpPr>
            <a:spLocks noGrp="1"/>
          </p:cNvSpPr>
          <p:nvPr>
            <p:ph idx="1"/>
          </p:nvPr>
        </p:nvSpPr>
        <p:spPr>
          <a:xfrm>
            <a:off x="0" y="785812"/>
            <a:ext cx="8807450" cy="4089399"/>
          </a:xfrm>
        </p:spPr>
        <p:txBody>
          <a:bodyPr/>
          <a:lstStyle/>
          <a:p>
            <a:pPr lvl="1" eaLnBrk="1" hangingPunct="1">
              <a:lnSpc>
                <a:spcPts val="4000"/>
              </a:lnSpc>
              <a:buClr>
                <a:schemeClr val="tx1"/>
              </a:buClr>
              <a:buFont typeface="Wingdings" panose="05000000000000000000" pitchFamily="2" charset="2"/>
              <a:buChar char="Ø"/>
            </a:pPr>
            <a:r>
              <a:rPr lang="zh-CN" altLang="en-US" sz="2800" b="1" dirty="0">
                <a:solidFill>
                  <a:schemeClr val="tx1"/>
                </a:solidFill>
                <a:cs typeface="Times New Roman" panose="02020603050405020304" pitchFamily="18" charset="0"/>
              </a:rPr>
              <a:t>文法</a:t>
            </a:r>
            <a:endParaRPr lang="en-US" altLang="zh-CN" sz="28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algn="ctr" eaLnBrk="1" hangingPunct="1">
              <a:lnSpc>
                <a:spcPts val="2200"/>
              </a:lnSpc>
              <a:spcBef>
                <a:spcPts val="0"/>
              </a:spcBef>
              <a:buFont typeface="Wingdings" panose="05000000000000000000" pitchFamily="2" charset="2"/>
              <a:buNone/>
            </a:pPr>
            <a:r>
              <a:rPr lang="en-US" altLang="zh-CN" sz="2800" b="1" i="1" dirty="0">
                <a:solidFill>
                  <a:srgbClr val="2D83F4"/>
                </a:solidFill>
                <a:ea typeface="楷体_GB2312"/>
                <a:cs typeface="Times New Roman" panose="02020603050405020304" pitchFamily="18" charset="0"/>
              </a:rPr>
              <a:t>G </a:t>
            </a:r>
            <a:r>
              <a:rPr lang="en-US" altLang="zh-CN" sz="2800" b="1" dirty="0">
                <a:solidFill>
                  <a:srgbClr val="2D83F4"/>
                </a:solidFill>
                <a:ea typeface="楷体_GB2312"/>
                <a:cs typeface="Times New Roman" panose="02020603050405020304" pitchFamily="18" charset="0"/>
              </a:rPr>
              <a:t>= ( </a:t>
            </a:r>
            <a:r>
              <a:rPr lang="en-US" altLang="zh-CN" sz="2800" b="1" i="1" dirty="0">
                <a:solidFill>
                  <a:srgbClr val="2D83F4"/>
                </a:solidFill>
                <a:ea typeface="楷体_GB2312"/>
                <a:cs typeface="Times New Roman" panose="02020603050405020304" pitchFamily="18" charset="0"/>
              </a:rPr>
              <a:t>V</a:t>
            </a:r>
            <a:r>
              <a:rPr lang="en-US" altLang="zh-CN" sz="2800" b="1" i="1" baseline="-25000" dirty="0">
                <a:solidFill>
                  <a:srgbClr val="2D83F4"/>
                </a:solidFill>
                <a:ea typeface="楷体_GB2312"/>
                <a:cs typeface="Times New Roman" panose="02020603050405020304" pitchFamily="18" charset="0"/>
              </a:rPr>
              <a:t>N</a:t>
            </a:r>
            <a:r>
              <a:rPr lang="en-US" altLang="zh-CN" sz="2800" b="1" dirty="0">
                <a:solidFill>
                  <a:srgbClr val="2D83F4"/>
                </a:solidFill>
                <a:ea typeface="楷体_GB2312"/>
                <a:cs typeface="Times New Roman" panose="02020603050405020304" pitchFamily="18" charset="0"/>
              </a:rPr>
              <a:t> , </a:t>
            </a:r>
            <a:r>
              <a:rPr lang="en-US" altLang="zh-CN" sz="2800" b="1" i="1" dirty="0">
                <a:solidFill>
                  <a:srgbClr val="2D83F4"/>
                </a:solidFill>
                <a:ea typeface="楷体_GB2312"/>
                <a:cs typeface="Times New Roman" panose="02020603050405020304" pitchFamily="18" charset="0"/>
              </a:rPr>
              <a:t>V</a:t>
            </a:r>
            <a:r>
              <a:rPr lang="en-US" altLang="zh-CN" sz="2800" b="1" i="1" baseline="-25000" dirty="0">
                <a:solidFill>
                  <a:srgbClr val="2D83F4"/>
                </a:solidFill>
                <a:ea typeface="楷体_GB2312"/>
                <a:cs typeface="Times New Roman" panose="02020603050405020304" pitchFamily="18" charset="0"/>
              </a:rPr>
              <a:t>T</a:t>
            </a:r>
            <a:r>
              <a:rPr lang="en-US" altLang="zh-CN" sz="2800" b="1" dirty="0">
                <a:solidFill>
                  <a:srgbClr val="2D83F4"/>
                </a:solidFill>
                <a:ea typeface="楷体_GB2312"/>
                <a:cs typeface="Times New Roman" panose="02020603050405020304" pitchFamily="18" charset="0"/>
              </a:rPr>
              <a:t> , </a:t>
            </a:r>
            <a:r>
              <a:rPr lang="en-US" altLang="zh-CN" sz="2800" b="1" i="1" dirty="0">
                <a:solidFill>
                  <a:srgbClr val="2D83F4"/>
                </a:solidFill>
                <a:ea typeface="楷体_GB2312"/>
                <a:cs typeface="Times New Roman" panose="02020603050405020304" pitchFamily="18" charset="0"/>
              </a:rPr>
              <a:t>P</a:t>
            </a:r>
            <a:r>
              <a:rPr lang="en-US" altLang="zh-CN" sz="2800" b="1" dirty="0">
                <a:solidFill>
                  <a:srgbClr val="2D83F4"/>
                </a:solidFill>
                <a:ea typeface="楷体_GB2312"/>
                <a:cs typeface="Times New Roman" panose="02020603050405020304" pitchFamily="18" charset="0"/>
              </a:rPr>
              <a:t> , </a:t>
            </a:r>
            <a:r>
              <a:rPr lang="en-US" altLang="zh-CN" sz="2800" b="1" i="1" dirty="0">
                <a:solidFill>
                  <a:srgbClr val="2D83F4"/>
                </a:solidFill>
                <a:ea typeface="楷体_GB2312"/>
                <a:cs typeface="Times New Roman" panose="02020603050405020304" pitchFamily="18" charset="0"/>
              </a:rPr>
              <a:t>S</a:t>
            </a:r>
            <a:r>
              <a:rPr lang="en-US" altLang="zh-CN" sz="2800" b="1" dirty="0">
                <a:solidFill>
                  <a:srgbClr val="2D83F4"/>
                </a:solidFill>
                <a:ea typeface="楷体_GB2312"/>
                <a:cs typeface="Times New Roman" panose="02020603050405020304" pitchFamily="18" charset="0"/>
              </a:rPr>
              <a:t> )</a:t>
            </a:r>
          </a:p>
          <a:p>
            <a:pPr lvl="1" eaLnBrk="1" hangingPunct="1">
              <a:lnSpc>
                <a:spcPts val="3300"/>
              </a:lnSpc>
              <a:buClr>
                <a:schemeClr val="tx1"/>
              </a:buClr>
              <a:buFont typeface="Wingdings" panose="05000000000000000000" pitchFamily="2" charset="2"/>
              <a:buChar char="Ø"/>
            </a:pPr>
            <a:r>
              <a:rPr lang="en-US" altLang="zh-CN" sz="2800" b="1" i="1" dirty="0">
                <a:solidFill>
                  <a:schemeClr val="tx1"/>
                </a:solidFill>
                <a:cs typeface="Times New Roman" panose="02020603050405020304" pitchFamily="18" charset="0"/>
              </a:rPr>
              <a:t>LR</a:t>
            </a:r>
            <a:r>
              <a:rPr lang="en-US" altLang="zh-CN" sz="2800" b="1" dirty="0">
                <a:solidFill>
                  <a:schemeClr val="tx1"/>
                </a:solidFill>
                <a:cs typeface="Times New Roman" panose="02020603050405020304" pitchFamily="18" charset="0"/>
              </a:rPr>
              <a:t>(0)</a:t>
            </a:r>
            <a:r>
              <a:rPr lang="zh-CN" altLang="en-US" sz="2800" b="1" dirty="0">
                <a:solidFill>
                  <a:schemeClr val="tx1"/>
                </a:solidFill>
                <a:cs typeface="Times New Roman" panose="02020603050405020304" pitchFamily="18" charset="0"/>
              </a:rPr>
              <a:t>自动机</a:t>
            </a:r>
            <a:endParaRPr lang="en-US" altLang="zh-CN" sz="2800" b="1" dirty="0">
              <a:solidFill>
                <a:schemeClr val="tx1"/>
              </a:solidFill>
              <a:ea typeface="楷体_GB2312"/>
              <a:cs typeface="Times New Roman" panose="02020603050405020304" pitchFamily="18" charset="0"/>
            </a:endParaRPr>
          </a:p>
          <a:p>
            <a:pPr algn="ctr" eaLnBrk="1" hangingPunct="1">
              <a:lnSpc>
                <a:spcPts val="2600"/>
              </a:lnSpc>
              <a:buFont typeface="Wingdings" panose="05000000000000000000" pitchFamily="2" charset="2"/>
              <a:buNone/>
            </a:pPr>
            <a:r>
              <a:rPr lang="en-US" altLang="zh-CN" sz="2800" b="1" i="1" dirty="0">
                <a:solidFill>
                  <a:srgbClr val="2D83F4"/>
                </a:solidFill>
                <a:ea typeface="楷体_GB2312"/>
                <a:cs typeface="Times New Roman" panose="02020603050405020304" pitchFamily="18" charset="0"/>
              </a:rPr>
              <a:t>M </a:t>
            </a:r>
            <a:r>
              <a:rPr lang="en-US" altLang="zh-CN" sz="2800" b="1" dirty="0">
                <a:solidFill>
                  <a:srgbClr val="2D83F4"/>
                </a:solidFill>
                <a:ea typeface="楷体_GB2312"/>
                <a:cs typeface="Times New Roman" panose="02020603050405020304" pitchFamily="18" charset="0"/>
              </a:rPr>
              <a:t>= ( </a:t>
            </a:r>
            <a:r>
              <a:rPr lang="en-US" altLang="zh-CN" sz="2800" b="1" i="1" dirty="0">
                <a:solidFill>
                  <a:srgbClr val="2D83F4"/>
                </a:solidFill>
                <a:ea typeface="楷体_GB2312"/>
                <a:cs typeface="Times New Roman" panose="02020603050405020304" pitchFamily="18" charset="0"/>
              </a:rPr>
              <a:t>C</a:t>
            </a:r>
            <a:r>
              <a:rPr lang="en-US" altLang="zh-CN" sz="2800" b="1" dirty="0">
                <a:solidFill>
                  <a:srgbClr val="2D83F4"/>
                </a:solidFill>
                <a:ea typeface="楷体_GB2312"/>
                <a:cs typeface="Times New Roman" panose="02020603050405020304" pitchFamily="18" charset="0"/>
              </a:rPr>
              <a:t>, </a:t>
            </a:r>
            <a:r>
              <a:rPr lang="en-US" altLang="zh-CN" sz="2800" b="1" i="1" dirty="0">
                <a:solidFill>
                  <a:srgbClr val="2D83F4"/>
                </a:solidFill>
                <a:ea typeface="楷体_GB2312"/>
                <a:cs typeface="Times New Roman" panose="02020603050405020304" pitchFamily="18" charset="0"/>
              </a:rPr>
              <a:t>V</a:t>
            </a:r>
            <a:r>
              <a:rPr lang="en-US" altLang="zh-CN" sz="2800" b="1" i="1" baseline="-25000" dirty="0">
                <a:solidFill>
                  <a:srgbClr val="2D83F4"/>
                </a:solidFill>
                <a:ea typeface="楷体_GB2312"/>
                <a:cs typeface="Times New Roman" panose="02020603050405020304" pitchFamily="18" charset="0"/>
              </a:rPr>
              <a:t>N</a:t>
            </a:r>
            <a:r>
              <a:rPr lang="en-US" altLang="zh-CN" sz="2800" b="1" dirty="0">
                <a:solidFill>
                  <a:srgbClr val="2D83F4"/>
                </a:solidFill>
                <a:ea typeface="楷体_GB2312"/>
                <a:cs typeface="Times New Roman" panose="02020603050405020304" pitchFamily="18" charset="0"/>
              </a:rPr>
              <a:t>∪</a:t>
            </a:r>
            <a:r>
              <a:rPr lang="en-US" altLang="zh-CN" sz="2800" b="1" i="1" dirty="0">
                <a:solidFill>
                  <a:srgbClr val="2D83F4"/>
                </a:solidFill>
                <a:ea typeface="楷体_GB2312"/>
                <a:cs typeface="Times New Roman" panose="02020603050405020304" pitchFamily="18" charset="0"/>
              </a:rPr>
              <a:t>V</a:t>
            </a:r>
            <a:r>
              <a:rPr lang="en-US" altLang="zh-CN" sz="2800" b="1" i="1" baseline="-25000" dirty="0">
                <a:solidFill>
                  <a:srgbClr val="2D83F4"/>
                </a:solidFill>
                <a:ea typeface="楷体_GB2312"/>
                <a:cs typeface="Times New Roman" panose="02020603050405020304" pitchFamily="18" charset="0"/>
              </a:rPr>
              <a:t>T </a:t>
            </a:r>
            <a:r>
              <a:rPr lang="en-US" altLang="zh-CN" sz="2800" b="1" dirty="0">
                <a:solidFill>
                  <a:srgbClr val="2D83F4"/>
                </a:solidFill>
                <a:ea typeface="楷体_GB2312"/>
                <a:cs typeface="Times New Roman" panose="02020603050405020304" pitchFamily="18" charset="0"/>
              </a:rPr>
              <a:t>, </a:t>
            </a:r>
            <a:r>
              <a:rPr lang="en-US" altLang="zh-CN" sz="2800" b="1" i="1" dirty="0">
                <a:solidFill>
                  <a:srgbClr val="2D83F4"/>
                </a:solidFill>
                <a:ea typeface="楷体_GB2312"/>
                <a:cs typeface="Times New Roman" panose="02020603050405020304" pitchFamily="18" charset="0"/>
              </a:rPr>
              <a:t>GOTO</a:t>
            </a:r>
            <a:r>
              <a:rPr lang="en-US" altLang="zh-CN" sz="2800" b="1" dirty="0">
                <a:solidFill>
                  <a:srgbClr val="2D83F4"/>
                </a:solidFill>
                <a:ea typeface="楷体_GB2312"/>
                <a:cs typeface="Times New Roman" panose="02020603050405020304" pitchFamily="18" charset="0"/>
              </a:rPr>
              <a:t>, </a:t>
            </a:r>
            <a:r>
              <a:rPr lang="en-US" altLang="zh-CN" sz="2800" b="1" i="1" dirty="0">
                <a:solidFill>
                  <a:srgbClr val="2D83F4"/>
                </a:solidFill>
                <a:ea typeface="楷体_GB2312"/>
                <a:cs typeface="Times New Roman" panose="02020603050405020304" pitchFamily="18" charset="0"/>
              </a:rPr>
              <a:t>I</a:t>
            </a:r>
            <a:r>
              <a:rPr lang="en-US" altLang="zh-CN" sz="2800" b="1" i="1" baseline="-25000" dirty="0">
                <a:solidFill>
                  <a:srgbClr val="2D83F4"/>
                </a:solidFill>
                <a:ea typeface="楷体_GB2312"/>
                <a:cs typeface="Times New Roman" panose="02020603050405020304" pitchFamily="18" charset="0"/>
              </a:rPr>
              <a:t>0 </a:t>
            </a:r>
            <a:r>
              <a:rPr lang="en-US" altLang="zh-CN" sz="2800" b="1" dirty="0">
                <a:solidFill>
                  <a:srgbClr val="2D83F4"/>
                </a:solidFill>
                <a:ea typeface="楷体_GB2312"/>
                <a:cs typeface="Times New Roman" panose="02020603050405020304" pitchFamily="18" charset="0"/>
              </a:rPr>
              <a:t>, </a:t>
            </a:r>
            <a:r>
              <a:rPr lang="en-US" altLang="zh-CN" sz="2800" b="1" i="1" dirty="0">
                <a:solidFill>
                  <a:srgbClr val="2D83F4"/>
                </a:solidFill>
                <a:ea typeface="楷体_GB2312"/>
                <a:cs typeface="Times New Roman" panose="02020603050405020304" pitchFamily="18" charset="0"/>
              </a:rPr>
              <a:t>F</a:t>
            </a:r>
            <a:r>
              <a:rPr lang="en-US" altLang="zh-CN" sz="2800" b="1" dirty="0">
                <a:solidFill>
                  <a:srgbClr val="2D83F4"/>
                </a:solidFill>
                <a:ea typeface="楷体_GB2312"/>
                <a:cs typeface="Times New Roman" panose="02020603050405020304" pitchFamily="18" charset="0"/>
              </a:rPr>
              <a:t> )</a:t>
            </a:r>
          </a:p>
          <a:p>
            <a:pPr lvl="2" eaLnBrk="1" hangingPunct="1">
              <a:lnSpc>
                <a:spcPts val="4000"/>
              </a:lnSpc>
              <a:buClrTx/>
              <a:buFont typeface="Wingdings" panose="05000000000000000000" pitchFamily="2" charset="2"/>
              <a:buChar char="Ø"/>
            </a:pPr>
            <a:r>
              <a:rPr lang="en-US" altLang="zh-CN" sz="2400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C </a:t>
            </a:r>
            <a:r>
              <a:rPr lang="en-US" altLang="zh-CN" sz="2400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= { </a:t>
            </a:r>
            <a:r>
              <a:rPr lang="en-US" altLang="zh-CN" sz="2400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I</a:t>
            </a:r>
            <a:r>
              <a:rPr lang="en-US" altLang="zh-CN" sz="2400" b="1" i="1" baseline="-25000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0 </a:t>
            </a:r>
            <a:r>
              <a:rPr lang="en-US" altLang="zh-CN" sz="2400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}∪{ </a:t>
            </a:r>
            <a:r>
              <a:rPr lang="en-US" altLang="zh-CN" sz="2400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I </a:t>
            </a:r>
            <a:r>
              <a:rPr lang="en-US" altLang="zh-CN" sz="2400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| </a:t>
            </a:r>
            <a:r>
              <a:rPr lang="en-US" altLang="zh-CN" sz="2400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  <a:sym typeface="Symbol" panose="05050102010706020507" pitchFamily="18" charset="2"/>
              </a:rPr>
              <a:t></a:t>
            </a:r>
            <a:r>
              <a:rPr lang="en-US" altLang="zh-CN" sz="2400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J</a:t>
            </a:r>
            <a:r>
              <a:rPr lang="en-US" altLang="zh-CN" sz="2400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∈</a:t>
            </a:r>
            <a:r>
              <a:rPr lang="en-US" altLang="zh-CN" sz="2400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C</a:t>
            </a:r>
            <a:r>
              <a:rPr lang="en-US" altLang="zh-CN" sz="2400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, </a:t>
            </a:r>
            <a:r>
              <a:rPr lang="en-US" altLang="zh-CN" sz="2400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X</a:t>
            </a:r>
            <a:r>
              <a:rPr lang="en-US" altLang="zh-CN" sz="2400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∈</a:t>
            </a:r>
            <a:r>
              <a:rPr lang="en-US" altLang="zh-CN" sz="2400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V</a:t>
            </a:r>
            <a:r>
              <a:rPr lang="en-US" altLang="zh-CN" sz="2400" b="1" i="1" baseline="-25000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N</a:t>
            </a:r>
            <a:r>
              <a:rPr lang="en-US" altLang="zh-CN" sz="2400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∪</a:t>
            </a:r>
            <a:r>
              <a:rPr lang="en-US" altLang="zh-CN" sz="2400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V</a:t>
            </a:r>
            <a:r>
              <a:rPr lang="en-US" altLang="zh-CN" sz="2400" b="1" i="1" baseline="-25000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T</a:t>
            </a:r>
            <a:r>
              <a:rPr lang="en-US" altLang="zh-CN" sz="2400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, </a:t>
            </a:r>
            <a:r>
              <a:rPr lang="en-US" altLang="zh-CN" sz="2400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I </a:t>
            </a:r>
            <a:r>
              <a:rPr lang="en-US" altLang="zh-CN" sz="2400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= </a:t>
            </a:r>
            <a:r>
              <a:rPr lang="en-US" altLang="zh-CN" sz="2400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GOTO</a:t>
            </a:r>
            <a:r>
              <a:rPr lang="en-US" altLang="zh-CN" sz="2400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(</a:t>
            </a:r>
            <a:r>
              <a:rPr lang="en-US" altLang="zh-CN" sz="2400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J</a:t>
            </a:r>
            <a:r>
              <a:rPr lang="en-US" altLang="zh-CN" sz="2400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, </a:t>
            </a:r>
            <a:r>
              <a:rPr lang="en-US" altLang="zh-CN" sz="2400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X </a:t>
            </a:r>
            <a:r>
              <a:rPr lang="en-US" altLang="zh-CN" sz="2400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) }</a:t>
            </a:r>
          </a:p>
          <a:p>
            <a:pPr lvl="2" eaLnBrk="1" hangingPunct="1">
              <a:lnSpc>
                <a:spcPts val="4000"/>
              </a:lnSpc>
              <a:buClrTx/>
              <a:buFont typeface="Wingdings" panose="05000000000000000000" pitchFamily="2" charset="2"/>
              <a:buChar char="Ø"/>
            </a:pPr>
            <a:r>
              <a:rPr lang="en-US" altLang="zh-CN" sz="2400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I</a:t>
            </a:r>
            <a:r>
              <a:rPr lang="en-US" altLang="zh-CN" sz="2400" b="1" i="1" baseline="-25000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0 </a:t>
            </a:r>
            <a:r>
              <a:rPr lang="en-US" altLang="zh-CN" sz="2400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= </a:t>
            </a:r>
            <a:r>
              <a:rPr lang="en-US" altLang="zh-CN" sz="2400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CLOSURE</a:t>
            </a:r>
            <a:r>
              <a:rPr lang="en-US" altLang="zh-CN" sz="2400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({ </a:t>
            </a:r>
            <a:r>
              <a:rPr lang="en-US" altLang="zh-CN" sz="2400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S</a:t>
            </a:r>
            <a:r>
              <a:rPr lang="en-US" altLang="zh-CN" sz="2400" b="1" i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′</a:t>
            </a:r>
            <a:r>
              <a:rPr lang="en-US" altLang="zh-CN" sz="2400" b="1" dirty="0">
                <a:solidFill>
                  <a:schemeClr val="tx1"/>
                </a:solidFill>
                <a:ea typeface="楷体" panose="02010609060101010101" pitchFamily="49" charset="-122"/>
                <a:cs typeface="Times New Roman" panose="02020603050405020304" pitchFamily="18" charset="0"/>
              </a:rPr>
              <a:t> </a:t>
            </a:r>
            <a:r>
              <a:rPr lang="en-US" altLang="zh-CN" sz="2400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→.</a:t>
            </a:r>
            <a:r>
              <a:rPr lang="en-US" altLang="zh-CN" sz="2400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S </a:t>
            </a:r>
            <a:r>
              <a:rPr lang="en-US" altLang="zh-CN" sz="2400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})</a:t>
            </a:r>
          </a:p>
          <a:p>
            <a:pPr lvl="2" eaLnBrk="1" hangingPunct="1">
              <a:lnSpc>
                <a:spcPts val="4000"/>
              </a:lnSpc>
            </a:pPr>
            <a:r>
              <a:rPr lang="en-US" altLang="zh-CN" sz="2400" b="1" i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F </a:t>
            </a:r>
            <a:r>
              <a:rPr lang="en-US" altLang="zh-CN" sz="2400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= </a:t>
            </a:r>
            <a:r>
              <a:rPr lang="en-US" altLang="zh-CN" sz="2400" i="1" dirty="0">
                <a:solidFill>
                  <a:srgbClr val="2D83F4"/>
                </a:solidFill>
                <a:ea typeface="楷体_GB2312"/>
                <a:cs typeface="Times New Roman" panose="02020603050405020304" pitchFamily="18" charset="0"/>
              </a:rPr>
              <a:t>C </a:t>
            </a:r>
            <a:r>
              <a:rPr lang="en-US" altLang="zh-CN" sz="2400" b="1" dirty="0">
                <a:solidFill>
                  <a:schemeClr val="tx1"/>
                </a:solidFill>
                <a:ea typeface="楷体_GB2312"/>
                <a:cs typeface="Times New Roman" panose="02020603050405020304" pitchFamily="18" charset="0"/>
              </a:rPr>
              <a:t> </a:t>
            </a:r>
            <a:r>
              <a:rPr lang="en-US" altLang="zh-CN" sz="2400" dirty="0">
                <a:ea typeface="楷体_GB2312"/>
                <a:cs typeface="Times New Roman" panose="02020603050405020304" pitchFamily="18" charset="0"/>
              </a:rPr>
              <a:t>(</a:t>
            </a:r>
            <a:r>
              <a:rPr lang="zh-CN" altLang="en-US" sz="2400" dirty="0"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活前缀</a:t>
            </a:r>
            <a:r>
              <a:rPr lang="zh-CN" altLang="en-US" sz="2400" dirty="0">
                <a:latin typeface="华文楷体" panose="02010600040101010101" pitchFamily="2" charset="-122"/>
                <a:cs typeface="Times New Roman" panose="02020603050405020304" pitchFamily="18" charset="0"/>
              </a:rPr>
              <a:t>的识别状态</a:t>
            </a:r>
            <a:r>
              <a:rPr lang="en-US" altLang="zh-CN" sz="2400" dirty="0">
                <a:ea typeface="华文楷体" panose="02010600040101010101" pitchFamily="2" charset="-122"/>
                <a:cs typeface="Times New Roman" panose="02020603050405020304" pitchFamily="18" charset="0"/>
              </a:rPr>
              <a:t>)</a:t>
            </a:r>
            <a:endParaRPr lang="en-US" altLang="zh-CN" sz="2400" b="1" dirty="0">
              <a:solidFill>
                <a:schemeClr val="tx1"/>
              </a:solidFill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1923" name="标题 1"/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en-US" altLang="zh-CN" sz="3000" i="1">
                <a:solidFill>
                  <a:schemeClr val="tx1"/>
                </a:solidFill>
              </a:rPr>
              <a:t>LR</a:t>
            </a:r>
            <a:r>
              <a:rPr lang="en-US" altLang="zh-CN" sz="3000">
                <a:solidFill>
                  <a:schemeClr val="tx1"/>
                </a:solidFill>
              </a:rPr>
              <a:t>(0) </a:t>
            </a:r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自动机的形式化定义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290D791-41C5-4A88-823A-4CE07BDAFB80}"/>
              </a:ext>
            </a:extLst>
          </p:cNvPr>
          <p:cNvSpPr/>
          <p:nvPr/>
        </p:nvSpPr>
        <p:spPr>
          <a:xfrm>
            <a:off x="4663442" y="3363838"/>
            <a:ext cx="4114800" cy="83099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zh-CN" altLang="en-US" sz="2400" b="1" dirty="0">
                <a:latin typeface="+mn-ea"/>
                <a:ea typeface="+mn-ea"/>
                <a:cs typeface="Times New Roman" panose="02020603050405020304" pitchFamily="18" charset="0"/>
              </a:rPr>
              <a:t>语法分析句子的识别状态：</a:t>
            </a:r>
            <a:endParaRPr lang="en-US" altLang="zh-CN" sz="2400" b="1" dirty="0">
              <a:latin typeface="+mn-ea"/>
              <a:ea typeface="+mn-ea"/>
              <a:cs typeface="Times New Roman" panose="02020603050405020304" pitchFamily="18" charset="0"/>
            </a:endParaRPr>
          </a:p>
          <a:p>
            <a:pPr algn="ctr"/>
            <a:r>
              <a:rPr lang="en-US" altLang="zh-CN" sz="2400" b="1" i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F </a:t>
            </a:r>
            <a:r>
              <a:rPr lang="en-US" altLang="zh-CN" sz="2400" b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={</a:t>
            </a:r>
            <a:r>
              <a:rPr lang="zh-CN" altLang="en-US" sz="2400" b="1" dirty="0"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包含项</a:t>
            </a:r>
            <a:r>
              <a:rPr lang="en-US" altLang="zh-CN" sz="2400" b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S′ →S</a:t>
            </a:r>
            <a:r>
              <a:rPr lang="en-US" altLang="zh-CN" sz="2400" b="1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·</a:t>
            </a:r>
            <a:r>
              <a:rPr lang="zh-CN" altLang="en-US" sz="2400" b="1" dirty="0">
                <a:solidFill>
                  <a:srgbClr val="000000"/>
                </a:solidFill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的状态</a:t>
            </a:r>
            <a:r>
              <a:rPr lang="en-US" altLang="zh-CN" sz="2400" b="1" dirty="0">
                <a:latin typeface="Times New Roman" panose="02020603050405020304" pitchFamily="18" charset="0"/>
                <a:ea typeface="楷体_GB2312"/>
                <a:cs typeface="Times New Roman" panose="02020603050405020304" pitchFamily="18" charset="0"/>
              </a:rPr>
              <a:t>}</a:t>
            </a:r>
            <a:endParaRPr lang="zh-CN" alt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2A26131-D107-443C-BE0A-564E74F7252F}"/>
              </a:ext>
            </a:extLst>
          </p:cNvPr>
          <p:cNvSpPr txBox="1"/>
          <p:nvPr/>
        </p:nvSpPr>
        <p:spPr>
          <a:xfrm>
            <a:off x="2339752" y="4377063"/>
            <a:ext cx="55857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>
                <a:solidFill>
                  <a:srgbClr val="0070C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思考：哪些状态是句柄的识别状态？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99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3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013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013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013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3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013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013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013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3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013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013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13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3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013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013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13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3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013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013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13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3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013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013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13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3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013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013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13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组合 24"/>
          <p:cNvGrpSpPr>
            <a:grpSpLocks/>
          </p:cNvGrpSpPr>
          <p:nvPr/>
        </p:nvGrpSpPr>
        <p:grpSpPr bwMode="auto">
          <a:xfrm>
            <a:off x="2857500" y="3473450"/>
            <a:ext cx="3849688" cy="1443038"/>
            <a:chOff x="2857786" y="3474134"/>
            <a:chExt cx="3849879" cy="1442354"/>
          </a:xfrm>
        </p:grpSpPr>
        <p:sp>
          <p:nvSpPr>
            <p:cNvPr id="84050" name="Text Box 42"/>
            <p:cNvSpPr txBox="1">
              <a:spLocks noChangeArrowheads="1"/>
            </p:cNvSpPr>
            <p:nvPr/>
          </p:nvSpPr>
          <p:spPr bwMode="auto">
            <a:xfrm>
              <a:off x="6250511" y="3485767"/>
              <a:ext cx="457154" cy="400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2000" b="1">
                  <a:solidFill>
                    <a:srgbClr val="000000"/>
                  </a:solidFill>
                  <a:latin typeface="Times New Roman" panose="02020603050405020304" pitchFamily="18" charset="0"/>
                </a:rPr>
                <a:t>id</a:t>
              </a:r>
            </a:p>
          </p:txBody>
        </p:sp>
        <p:sp>
          <p:nvSpPr>
            <p:cNvPr id="84051" name="Freeform 55"/>
            <p:cNvSpPr>
              <a:spLocks/>
            </p:cNvSpPr>
            <p:nvPr/>
          </p:nvSpPr>
          <p:spPr bwMode="auto">
            <a:xfrm>
              <a:off x="2857786" y="3474134"/>
              <a:ext cx="3428417" cy="1442354"/>
            </a:xfrm>
            <a:custGeom>
              <a:avLst/>
              <a:gdLst>
                <a:gd name="T0" fmla="*/ 2147483646 w 2912"/>
                <a:gd name="T1" fmla="*/ 0 h 1760"/>
                <a:gd name="T2" fmla="*/ 2147483646 w 2912"/>
                <a:gd name="T3" fmla="*/ 2147483646 h 1760"/>
                <a:gd name="T4" fmla="*/ 2147483646 w 2912"/>
                <a:gd name="T5" fmla="*/ 2147483646 h 1760"/>
                <a:gd name="T6" fmla="*/ 2147483646 w 2912"/>
                <a:gd name="T7" fmla="*/ 2147483646 h 1760"/>
                <a:gd name="T8" fmla="*/ 2147483646 w 2912"/>
                <a:gd name="T9" fmla="*/ 2147483646 h 1760"/>
                <a:gd name="T10" fmla="*/ 2147483646 w 2912"/>
                <a:gd name="T11" fmla="*/ 2147483646 h 1760"/>
                <a:gd name="T12" fmla="*/ 2147483646 w 2912"/>
                <a:gd name="T13" fmla="*/ 2147483646 h 1760"/>
                <a:gd name="T14" fmla="*/ 0 w 2912"/>
                <a:gd name="T15" fmla="*/ 2147483646 h 17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2912"/>
                <a:gd name="T25" fmla="*/ 0 h 1760"/>
                <a:gd name="T26" fmla="*/ 2912 w 2912"/>
                <a:gd name="T27" fmla="*/ 1760 h 17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2912" h="1760">
                  <a:moveTo>
                    <a:pt x="2880" y="0"/>
                  </a:moveTo>
                  <a:cubicBezTo>
                    <a:pt x="2896" y="280"/>
                    <a:pt x="2912" y="560"/>
                    <a:pt x="2832" y="816"/>
                  </a:cubicBezTo>
                  <a:cubicBezTo>
                    <a:pt x="2752" y="1072"/>
                    <a:pt x="2544" y="1384"/>
                    <a:pt x="2400" y="1536"/>
                  </a:cubicBezTo>
                  <a:cubicBezTo>
                    <a:pt x="2256" y="1688"/>
                    <a:pt x="2232" y="1696"/>
                    <a:pt x="1968" y="1728"/>
                  </a:cubicBezTo>
                  <a:cubicBezTo>
                    <a:pt x="1704" y="1760"/>
                    <a:pt x="1064" y="1752"/>
                    <a:pt x="816" y="1728"/>
                  </a:cubicBezTo>
                  <a:cubicBezTo>
                    <a:pt x="568" y="1704"/>
                    <a:pt x="592" y="1672"/>
                    <a:pt x="480" y="1584"/>
                  </a:cubicBezTo>
                  <a:cubicBezTo>
                    <a:pt x="368" y="1496"/>
                    <a:pt x="224" y="1336"/>
                    <a:pt x="144" y="1200"/>
                  </a:cubicBezTo>
                  <a:cubicBezTo>
                    <a:pt x="64" y="1064"/>
                    <a:pt x="8" y="856"/>
                    <a:pt x="0" y="768"/>
                  </a:cubicBezTo>
                </a:path>
              </a:pathLst>
            </a:custGeom>
            <a:noFill/>
            <a:ln w="38100">
              <a:solidFill>
                <a:schemeClr val="tx1"/>
              </a:solidFill>
              <a:round/>
              <a:headEnd type="none" w="sm" len="sm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4" name="组合 13"/>
          <p:cNvGrpSpPr>
            <a:grpSpLocks/>
          </p:cNvGrpSpPr>
          <p:nvPr/>
        </p:nvGrpSpPr>
        <p:grpSpPr bwMode="auto">
          <a:xfrm>
            <a:off x="6713538" y="1354138"/>
            <a:ext cx="1471612" cy="868362"/>
            <a:chOff x="6713123" y="1353788"/>
            <a:chExt cx="1472027" cy="868712"/>
          </a:xfrm>
        </p:grpSpPr>
        <p:sp>
          <p:nvSpPr>
            <p:cNvPr id="84047" name="Line 35"/>
            <p:cNvSpPr>
              <a:spLocks noChangeShapeType="1"/>
            </p:cNvSpPr>
            <p:nvPr/>
          </p:nvSpPr>
          <p:spPr bwMode="auto">
            <a:xfrm flipV="1">
              <a:off x="6713123" y="1700972"/>
              <a:ext cx="457154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none" w="sm" len="sm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4048" name="Text Box 36"/>
            <p:cNvSpPr txBox="1">
              <a:spLocks noChangeArrowheads="1"/>
            </p:cNvSpPr>
            <p:nvPr/>
          </p:nvSpPr>
          <p:spPr bwMode="auto">
            <a:xfrm>
              <a:off x="6834522" y="1353788"/>
              <a:ext cx="457154" cy="400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2000" b="1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16" name="Text Box 37"/>
            <p:cNvSpPr txBox="1">
              <a:spLocks noChangeArrowheads="1"/>
            </p:cNvSpPr>
            <p:nvPr/>
          </p:nvSpPr>
          <p:spPr bwMode="auto">
            <a:xfrm>
              <a:off x="7165688" y="1390315"/>
              <a:ext cx="1019462" cy="832185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>
              <a:spAutoFit/>
            </a:bodyPr>
            <a:lstStyle/>
            <a:p>
              <a:pPr>
                <a:buClr>
                  <a:srgbClr val="073E87"/>
                </a:buClr>
                <a:buSzPct val="75000"/>
                <a:buFont typeface="Monotype Sorts"/>
                <a:buNone/>
                <a:defRPr/>
              </a:pPr>
              <a:r>
                <a:rPr kumimoji="1" lang="en-US" altLang="zh-CN" sz="1600" b="1" dirty="0">
                  <a:solidFill>
                    <a:prstClr val="black"/>
                  </a:solidFill>
                  <a:latin typeface="Times New Roman" pitchFamily="18" charset="0"/>
                </a:rPr>
                <a:t>I</a:t>
              </a:r>
              <a:r>
                <a:rPr kumimoji="1" lang="en-US" altLang="zh-CN" sz="1600" b="1" baseline="-25000" dirty="0">
                  <a:solidFill>
                    <a:prstClr val="black"/>
                  </a:solidFill>
                  <a:latin typeface="Times New Roman" pitchFamily="18" charset="0"/>
                </a:rPr>
                <a:t>9</a:t>
              </a:r>
              <a:r>
                <a:rPr kumimoji="1" lang="en-US" altLang="zh-CN" sz="1600" b="1" dirty="0">
                  <a:solidFill>
                    <a:prstClr val="black"/>
                  </a:solidFill>
                  <a:latin typeface="Times New Roman" pitchFamily="18" charset="0"/>
                </a:rPr>
                <a:t>:</a:t>
              </a:r>
            </a:p>
            <a:p>
              <a:pPr>
                <a:buClr>
                  <a:srgbClr val="073E87"/>
                </a:buClr>
                <a:buSzPct val="75000"/>
                <a:buFont typeface="Monotype Sorts"/>
                <a:buNone/>
                <a:defRPr/>
              </a:pPr>
              <a:r>
                <a:rPr kumimoji="1" lang="en-US" altLang="zh-CN" sz="1600" b="1" i="1" dirty="0">
                  <a:solidFill>
                    <a:srgbClr val="FF0000"/>
                  </a:solidFill>
                  <a:latin typeface="Times New Roman" pitchFamily="18" charset="0"/>
                </a:rPr>
                <a:t>E→E+T</a:t>
              </a:r>
              <a:r>
                <a:rPr lang="en-US" altLang="zh-CN" sz="1600" b="1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altLang="zh-CN" sz="1600" b="1" i="1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·</a:t>
              </a:r>
              <a:r>
                <a:rPr lang="en-US" altLang="zh-CN" sz="1600" b="1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endParaRPr kumimoji="1" lang="en-US" altLang="zh-CN" sz="1600" b="1" i="1" dirty="0">
                <a:solidFill>
                  <a:srgbClr val="FF0000"/>
                </a:solidFill>
                <a:latin typeface="Times New Roman" pitchFamily="18" charset="0"/>
              </a:endParaRPr>
            </a:p>
            <a:p>
              <a:pPr>
                <a:buClr>
                  <a:srgbClr val="073E87"/>
                </a:buClr>
                <a:buSzPct val="75000"/>
                <a:buFont typeface="Monotype Sorts"/>
                <a:buNone/>
                <a:defRPr/>
              </a:pPr>
              <a:r>
                <a:rPr kumimoji="1" lang="en-US" altLang="zh-CN" sz="1600" b="1" i="1" dirty="0">
                  <a:solidFill>
                    <a:srgbClr val="FF0000"/>
                  </a:solidFill>
                  <a:latin typeface="Times New Roman" pitchFamily="18" charset="0"/>
                </a:rPr>
                <a:t>T→T</a:t>
              </a:r>
              <a:r>
                <a:rPr lang="en-US" altLang="zh-CN" sz="1600" b="1" i="1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 ·</a:t>
              </a:r>
              <a:r>
                <a:rPr kumimoji="1" lang="en-US" altLang="zh-CN" sz="1600" b="1" dirty="0">
                  <a:solidFill>
                    <a:srgbClr val="FF0000"/>
                  </a:solidFill>
                  <a:latin typeface="Times New Roman" pitchFamily="18" charset="0"/>
                </a:rPr>
                <a:t>*</a:t>
              </a:r>
              <a:r>
                <a:rPr kumimoji="1" lang="en-US" altLang="zh-CN" sz="1600" b="1" i="1" dirty="0">
                  <a:solidFill>
                    <a:srgbClr val="FF0000"/>
                  </a:solidFill>
                  <a:latin typeface="Times New Roman" pitchFamily="18" charset="0"/>
                </a:rPr>
                <a:t>F</a:t>
              </a:r>
            </a:p>
          </p:txBody>
        </p:sp>
      </p:grpSp>
      <p:grpSp>
        <p:nvGrpSpPr>
          <p:cNvPr id="22" name="组合 21"/>
          <p:cNvGrpSpPr>
            <a:grpSpLocks/>
          </p:cNvGrpSpPr>
          <p:nvPr/>
        </p:nvGrpSpPr>
        <p:grpSpPr bwMode="auto">
          <a:xfrm>
            <a:off x="7173913" y="3714750"/>
            <a:ext cx="1000125" cy="1157288"/>
            <a:chOff x="7173913" y="3715359"/>
            <a:chExt cx="1000125" cy="1156679"/>
          </a:xfrm>
        </p:grpSpPr>
        <p:sp>
          <p:nvSpPr>
            <p:cNvPr id="84044" name="Line 53"/>
            <p:cNvSpPr>
              <a:spLocks noChangeShapeType="1"/>
            </p:cNvSpPr>
            <p:nvPr/>
          </p:nvSpPr>
          <p:spPr bwMode="auto">
            <a:xfrm>
              <a:off x="7928013" y="3715359"/>
              <a:ext cx="0" cy="571703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none" w="sm" len="sm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4045" name="Text Box 47"/>
            <p:cNvSpPr txBox="1">
              <a:spLocks noChangeArrowheads="1"/>
            </p:cNvSpPr>
            <p:nvPr/>
          </p:nvSpPr>
          <p:spPr bwMode="auto">
            <a:xfrm>
              <a:off x="7574739" y="3945427"/>
              <a:ext cx="380962" cy="36942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zh-CN" altLang="en-US" b="1">
                  <a:solidFill>
                    <a:srgbClr val="000000"/>
                  </a:solidFill>
                  <a:latin typeface="Times New Roman" panose="02020603050405020304" pitchFamily="18" charset="0"/>
                </a:rPr>
                <a:t>)</a:t>
              </a:r>
            </a:p>
          </p:txBody>
        </p:sp>
        <p:sp>
          <p:nvSpPr>
            <p:cNvPr id="127" name="Text Box 48"/>
            <p:cNvSpPr txBox="1">
              <a:spLocks noChangeArrowheads="1"/>
            </p:cNvSpPr>
            <p:nvPr/>
          </p:nvSpPr>
          <p:spPr bwMode="auto">
            <a:xfrm>
              <a:off x="7173913" y="4288145"/>
              <a:ext cx="1000125" cy="583893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>
              <a:spAutoFit/>
            </a:bodyPr>
            <a:lstStyle/>
            <a:p>
              <a:pPr>
                <a:buClr>
                  <a:srgbClr val="073E87"/>
                </a:buClr>
                <a:buSzPct val="75000"/>
                <a:buFont typeface="Monotype Sorts"/>
                <a:buNone/>
                <a:defRPr/>
              </a:pPr>
              <a:r>
                <a:rPr kumimoji="1" lang="en-US" altLang="zh-CN" sz="1600" b="1" dirty="0">
                  <a:solidFill>
                    <a:prstClr val="black"/>
                  </a:solidFill>
                  <a:latin typeface="Times New Roman" pitchFamily="18" charset="0"/>
                </a:rPr>
                <a:t>I</a:t>
              </a:r>
              <a:r>
                <a:rPr kumimoji="1" lang="en-US" altLang="zh-CN" sz="1600" b="1" baseline="-25000" dirty="0">
                  <a:solidFill>
                    <a:prstClr val="black"/>
                  </a:solidFill>
                  <a:latin typeface="Times New Roman" pitchFamily="18" charset="0"/>
                </a:rPr>
                <a:t>11</a:t>
              </a:r>
              <a:r>
                <a:rPr kumimoji="1" lang="en-US" altLang="zh-CN" sz="1600" b="1" dirty="0">
                  <a:solidFill>
                    <a:prstClr val="black"/>
                  </a:solidFill>
                  <a:latin typeface="Times New Roman" pitchFamily="18" charset="0"/>
                </a:rPr>
                <a:t>:</a:t>
              </a:r>
            </a:p>
            <a:p>
              <a:pPr>
                <a:buClr>
                  <a:srgbClr val="073E87"/>
                </a:buClr>
                <a:buSzPct val="75000"/>
                <a:buFont typeface="Monotype Sorts"/>
                <a:buNone/>
                <a:defRPr/>
              </a:pPr>
              <a:r>
                <a:rPr kumimoji="1" lang="en-US" altLang="zh-CN" sz="1600" b="1" i="1" dirty="0">
                  <a:solidFill>
                    <a:prstClr val="black"/>
                  </a:solidFill>
                  <a:latin typeface="Times New Roman" pitchFamily="18" charset="0"/>
                </a:rPr>
                <a:t>F→</a:t>
              </a:r>
              <a:r>
                <a:rPr kumimoji="1" lang="en-US" altLang="zh-CN" sz="1600" b="1" dirty="0">
                  <a:solidFill>
                    <a:prstClr val="black"/>
                  </a:solidFill>
                  <a:latin typeface="Times New Roman" pitchFamily="18" charset="0"/>
                </a:rPr>
                <a:t>(</a:t>
              </a:r>
              <a:r>
                <a:rPr kumimoji="1" lang="en-US" altLang="zh-CN" sz="1600" b="1" i="1" dirty="0">
                  <a:solidFill>
                    <a:prstClr val="black"/>
                  </a:solidFill>
                  <a:latin typeface="Times New Roman" pitchFamily="18" charset="0"/>
                </a:rPr>
                <a:t>E</a:t>
              </a:r>
              <a:r>
                <a:rPr kumimoji="1" lang="en-US" altLang="zh-CN" sz="1600" b="1" dirty="0">
                  <a:solidFill>
                    <a:prstClr val="black"/>
                  </a:solidFill>
                  <a:latin typeface="Times New Roman" pitchFamily="18" charset="0"/>
                </a:rPr>
                <a:t>)</a:t>
              </a:r>
              <a:r>
                <a:rPr lang="en-US" altLang="zh-CN" sz="1600" b="1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· </a:t>
              </a:r>
              <a:endPara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</p:grpSp>
      <p:sp>
        <p:nvSpPr>
          <p:cNvPr id="111617" name="内容占位符 2"/>
          <p:cNvSpPr>
            <a:spLocks noGrp="1"/>
          </p:cNvSpPr>
          <p:nvPr>
            <p:ph idx="1"/>
          </p:nvPr>
        </p:nvSpPr>
        <p:spPr>
          <a:xfrm>
            <a:off x="442913" y="849313"/>
            <a:ext cx="1628775" cy="2701925"/>
          </a:xfrm>
          <a:solidFill>
            <a:schemeClr val="accent5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anchor="ctr"/>
          <a:lstStyle/>
          <a:p>
            <a:pPr marL="0" indent="0" eaLnBrk="1" hangingPunct="1">
              <a:lnSpc>
                <a:spcPts val="2000"/>
              </a:lnSpc>
              <a:buClrTx/>
              <a:buFont typeface="Symbol" panose="05050102010706020507" pitchFamily="18" charset="2"/>
              <a:buNone/>
              <a:defRPr/>
            </a:pPr>
            <a:r>
              <a:rPr lang="zh-CN" altLang="en-US" sz="2500" b="1" dirty="0">
                <a:solidFill>
                  <a:schemeClr val="tx1"/>
                </a:solidFill>
                <a:cs typeface="Times New Roman" pitchFamily="18" charset="0"/>
              </a:rPr>
              <a:t>文法</a:t>
            </a:r>
            <a:endParaRPr lang="en-US" altLang="zh-CN" b="1" dirty="0">
              <a:solidFill>
                <a:schemeClr val="tx1"/>
              </a:solidFill>
              <a:cs typeface="Times New Roman" pitchFamily="18" charset="0"/>
            </a:endParaRPr>
          </a:p>
          <a:p>
            <a:pPr marL="0" indent="0" eaLnBrk="1" hangingPunct="1">
              <a:lnSpc>
                <a:spcPts val="2000"/>
              </a:lnSpc>
              <a:buClrTx/>
              <a:buFont typeface="Symbol" panose="05050102010706020507" pitchFamily="18" charset="2"/>
              <a:buNone/>
              <a:defRPr/>
            </a:pPr>
            <a:r>
              <a:rPr kumimoji="1" lang="en-US" altLang="zh-CN" sz="2000" b="1" dirty="0">
                <a:solidFill>
                  <a:schemeClr val="tx1"/>
                </a:solidFill>
                <a:cs typeface="Times New Roman" pitchFamily="18" charset="0"/>
              </a:rPr>
              <a:t>(0) </a:t>
            </a:r>
            <a:r>
              <a:rPr kumimoji="1" lang="en-US" altLang="zh-CN" sz="2000" b="1" i="1" dirty="0">
                <a:solidFill>
                  <a:schemeClr val="tx1"/>
                </a:solidFill>
              </a:rPr>
              <a:t>E</a:t>
            </a:r>
            <a:r>
              <a:rPr lang="en-US" altLang="zh-CN" sz="2000" b="1" i="1" dirty="0">
                <a:solidFill>
                  <a:schemeClr val="tx1"/>
                </a:solidFill>
                <a:ea typeface="楷体" pitchFamily="49" charset="-122"/>
                <a:cs typeface="Times New Roman" pitchFamily="18" charset="0"/>
              </a:rPr>
              <a:t>′</a:t>
            </a:r>
            <a:r>
              <a:rPr lang="en-US" altLang="zh-CN" sz="2000" b="1" i="1" dirty="0">
                <a:ea typeface="楷体" pitchFamily="49" charset="-122"/>
                <a:cs typeface="Times New Roman" pitchFamily="18" charset="0"/>
              </a:rPr>
              <a:t> </a:t>
            </a:r>
            <a:r>
              <a:rPr kumimoji="1" lang="en-US" altLang="zh-CN" sz="2000" b="1" dirty="0">
                <a:solidFill>
                  <a:schemeClr val="tx1"/>
                </a:solidFill>
              </a:rPr>
              <a:t>→ </a:t>
            </a:r>
            <a:r>
              <a:rPr kumimoji="1" lang="en-US" altLang="zh-CN" sz="2000" b="1" i="1" dirty="0">
                <a:solidFill>
                  <a:schemeClr val="tx1"/>
                </a:solidFill>
              </a:rPr>
              <a:t>E</a:t>
            </a:r>
            <a:r>
              <a:rPr kumimoji="1" lang="en-US" altLang="zh-CN" sz="2000" b="1" dirty="0">
                <a:solidFill>
                  <a:schemeClr val="tx1"/>
                </a:solidFill>
              </a:rPr>
              <a:t> </a:t>
            </a:r>
          </a:p>
          <a:p>
            <a:pPr marL="0" indent="0" eaLnBrk="1" hangingPunct="1">
              <a:lnSpc>
                <a:spcPts val="2000"/>
              </a:lnSpc>
              <a:buClrTx/>
              <a:buFont typeface="Symbol" panose="05050102010706020507" pitchFamily="18" charset="2"/>
              <a:buNone/>
              <a:defRPr/>
            </a:pPr>
            <a:r>
              <a:rPr kumimoji="1" lang="en-US" altLang="zh-CN" sz="2000" b="1" dirty="0">
                <a:solidFill>
                  <a:schemeClr val="tx1"/>
                </a:solidFill>
              </a:rPr>
              <a:t>(1) </a:t>
            </a:r>
            <a:r>
              <a:rPr kumimoji="1" lang="en-US" altLang="zh-CN" sz="2000" b="1" i="1" dirty="0">
                <a:solidFill>
                  <a:schemeClr val="tx1"/>
                </a:solidFill>
              </a:rPr>
              <a:t>E</a:t>
            </a:r>
            <a:r>
              <a:rPr kumimoji="1" lang="en-US" altLang="zh-CN" sz="2000" b="1" dirty="0">
                <a:solidFill>
                  <a:schemeClr val="tx1"/>
                </a:solidFill>
              </a:rPr>
              <a:t> → </a:t>
            </a:r>
            <a:r>
              <a:rPr kumimoji="1" lang="en-US" altLang="zh-CN" sz="2000" b="1" i="1" dirty="0">
                <a:solidFill>
                  <a:schemeClr val="tx1"/>
                </a:solidFill>
              </a:rPr>
              <a:t>E</a:t>
            </a:r>
            <a:r>
              <a:rPr kumimoji="1" lang="en-US" altLang="zh-CN" sz="2000" b="1" dirty="0">
                <a:solidFill>
                  <a:schemeClr val="tx1"/>
                </a:solidFill>
              </a:rPr>
              <a:t>+</a:t>
            </a:r>
            <a:r>
              <a:rPr kumimoji="1" lang="en-US" altLang="zh-CN" sz="2000" b="1" i="1" dirty="0">
                <a:solidFill>
                  <a:schemeClr val="tx1"/>
                </a:solidFill>
              </a:rPr>
              <a:t>T</a:t>
            </a:r>
          </a:p>
          <a:p>
            <a:pPr marL="0" indent="0" eaLnBrk="1" hangingPunct="1">
              <a:lnSpc>
                <a:spcPts val="2000"/>
              </a:lnSpc>
              <a:buClrTx/>
              <a:buFont typeface="Symbol" panose="05050102010706020507" pitchFamily="18" charset="2"/>
              <a:buNone/>
              <a:defRPr/>
            </a:pPr>
            <a:r>
              <a:rPr kumimoji="1" lang="en-US" altLang="zh-CN" sz="2000" b="1" dirty="0">
                <a:solidFill>
                  <a:schemeClr val="tx1"/>
                </a:solidFill>
              </a:rPr>
              <a:t>(2) </a:t>
            </a:r>
            <a:r>
              <a:rPr kumimoji="1" lang="en-US" altLang="zh-CN" sz="2000" b="1" i="1" dirty="0">
                <a:solidFill>
                  <a:schemeClr val="tx1"/>
                </a:solidFill>
              </a:rPr>
              <a:t>E</a:t>
            </a:r>
            <a:r>
              <a:rPr kumimoji="1" lang="en-US" altLang="zh-CN" sz="2000" b="1" dirty="0">
                <a:solidFill>
                  <a:schemeClr val="tx1"/>
                </a:solidFill>
              </a:rPr>
              <a:t> → </a:t>
            </a:r>
            <a:r>
              <a:rPr kumimoji="1" lang="en-US" altLang="zh-CN" sz="2000" b="1" i="1" dirty="0">
                <a:solidFill>
                  <a:schemeClr val="tx1"/>
                </a:solidFill>
              </a:rPr>
              <a:t>T</a:t>
            </a:r>
          </a:p>
          <a:p>
            <a:pPr marL="0" indent="0" eaLnBrk="1" hangingPunct="1">
              <a:lnSpc>
                <a:spcPts val="2000"/>
              </a:lnSpc>
              <a:buClrTx/>
              <a:buFont typeface="Symbol" panose="05050102010706020507" pitchFamily="18" charset="2"/>
              <a:buNone/>
              <a:defRPr/>
            </a:pPr>
            <a:r>
              <a:rPr kumimoji="1" lang="en-US" altLang="zh-CN" sz="2000" b="1" dirty="0">
                <a:solidFill>
                  <a:schemeClr val="tx1"/>
                </a:solidFill>
              </a:rPr>
              <a:t>(3) </a:t>
            </a:r>
            <a:r>
              <a:rPr kumimoji="1" lang="en-US" altLang="zh-CN" sz="2000" b="1" i="1" dirty="0">
                <a:solidFill>
                  <a:schemeClr val="tx1"/>
                </a:solidFill>
              </a:rPr>
              <a:t>T</a:t>
            </a:r>
            <a:r>
              <a:rPr kumimoji="1" lang="en-US" altLang="zh-CN" sz="2000" b="1" dirty="0">
                <a:solidFill>
                  <a:schemeClr val="tx1"/>
                </a:solidFill>
              </a:rPr>
              <a:t> → </a:t>
            </a:r>
            <a:r>
              <a:rPr kumimoji="1" lang="en-US" altLang="zh-CN" sz="2000" b="1" i="1" dirty="0">
                <a:solidFill>
                  <a:schemeClr val="tx1"/>
                </a:solidFill>
              </a:rPr>
              <a:t>T</a:t>
            </a:r>
            <a:r>
              <a:rPr kumimoji="1" lang="en-US" altLang="zh-CN" sz="2000" b="1" dirty="0">
                <a:solidFill>
                  <a:schemeClr val="tx1"/>
                </a:solidFill>
              </a:rPr>
              <a:t>*</a:t>
            </a:r>
            <a:r>
              <a:rPr kumimoji="1" lang="en-US" altLang="zh-CN" sz="2000" b="1" i="1" dirty="0">
                <a:solidFill>
                  <a:schemeClr val="tx1"/>
                </a:solidFill>
              </a:rPr>
              <a:t>F</a:t>
            </a:r>
          </a:p>
          <a:p>
            <a:pPr marL="0" indent="0" eaLnBrk="1" hangingPunct="1">
              <a:lnSpc>
                <a:spcPts val="2000"/>
              </a:lnSpc>
              <a:buClrTx/>
              <a:buFont typeface="Symbol" panose="05050102010706020507" pitchFamily="18" charset="2"/>
              <a:buNone/>
              <a:defRPr/>
            </a:pPr>
            <a:r>
              <a:rPr kumimoji="1" lang="en-US" altLang="zh-CN" sz="2000" b="1" dirty="0">
                <a:solidFill>
                  <a:schemeClr val="tx1"/>
                </a:solidFill>
              </a:rPr>
              <a:t>(4) </a:t>
            </a:r>
            <a:r>
              <a:rPr kumimoji="1" lang="en-US" altLang="zh-CN" sz="2000" b="1" i="1" dirty="0">
                <a:solidFill>
                  <a:schemeClr val="tx1"/>
                </a:solidFill>
              </a:rPr>
              <a:t>T</a:t>
            </a:r>
            <a:r>
              <a:rPr kumimoji="1" lang="en-US" altLang="zh-CN" sz="2000" b="1" dirty="0">
                <a:solidFill>
                  <a:schemeClr val="tx1"/>
                </a:solidFill>
              </a:rPr>
              <a:t> → </a:t>
            </a:r>
            <a:r>
              <a:rPr kumimoji="1" lang="en-US" altLang="zh-CN" sz="2000" b="1" i="1" dirty="0">
                <a:solidFill>
                  <a:schemeClr val="tx1"/>
                </a:solidFill>
              </a:rPr>
              <a:t>F</a:t>
            </a:r>
          </a:p>
          <a:p>
            <a:pPr marL="0" indent="0" eaLnBrk="1" hangingPunct="1">
              <a:lnSpc>
                <a:spcPts val="2000"/>
              </a:lnSpc>
              <a:buClrTx/>
              <a:buFont typeface="Symbol" panose="05050102010706020507" pitchFamily="18" charset="2"/>
              <a:buNone/>
              <a:defRPr/>
            </a:pPr>
            <a:r>
              <a:rPr kumimoji="1" lang="en-US" altLang="zh-CN" sz="2000" b="1" dirty="0">
                <a:solidFill>
                  <a:schemeClr val="tx1"/>
                </a:solidFill>
              </a:rPr>
              <a:t>(5) </a:t>
            </a:r>
            <a:r>
              <a:rPr kumimoji="1" lang="en-US" altLang="zh-CN" sz="2000" b="1" i="1" dirty="0">
                <a:solidFill>
                  <a:schemeClr val="tx1"/>
                </a:solidFill>
              </a:rPr>
              <a:t>F</a:t>
            </a:r>
            <a:r>
              <a:rPr kumimoji="1" lang="en-US" altLang="zh-CN" sz="2000" b="1" dirty="0">
                <a:solidFill>
                  <a:schemeClr val="tx1"/>
                </a:solidFill>
              </a:rPr>
              <a:t> → (</a:t>
            </a:r>
            <a:r>
              <a:rPr kumimoji="1" lang="en-US" altLang="zh-CN" sz="2000" b="1" i="1" dirty="0">
                <a:solidFill>
                  <a:schemeClr val="tx1"/>
                </a:solidFill>
              </a:rPr>
              <a:t>E</a:t>
            </a:r>
            <a:r>
              <a:rPr kumimoji="1" lang="en-US" altLang="zh-CN" sz="2000" b="1" dirty="0">
                <a:solidFill>
                  <a:schemeClr val="tx1"/>
                </a:solidFill>
              </a:rPr>
              <a:t>)</a:t>
            </a:r>
          </a:p>
          <a:p>
            <a:pPr marL="0" indent="0" eaLnBrk="1" hangingPunct="1">
              <a:lnSpc>
                <a:spcPts val="2000"/>
              </a:lnSpc>
              <a:buClrTx/>
              <a:buFont typeface="Symbol" panose="05050102010706020507" pitchFamily="18" charset="2"/>
              <a:buNone/>
              <a:defRPr/>
            </a:pPr>
            <a:r>
              <a:rPr kumimoji="1" lang="en-US" altLang="zh-CN" sz="2000" b="1" dirty="0">
                <a:solidFill>
                  <a:schemeClr val="tx1"/>
                </a:solidFill>
              </a:rPr>
              <a:t>(6) </a:t>
            </a:r>
            <a:r>
              <a:rPr kumimoji="1" lang="en-US" altLang="zh-CN" sz="2000" b="1" i="1" dirty="0">
                <a:solidFill>
                  <a:schemeClr val="tx1"/>
                </a:solidFill>
              </a:rPr>
              <a:t>F</a:t>
            </a:r>
            <a:r>
              <a:rPr kumimoji="1" lang="en-US" altLang="zh-CN" sz="2000" b="1" dirty="0">
                <a:solidFill>
                  <a:schemeClr val="tx1"/>
                </a:solidFill>
              </a:rPr>
              <a:t> → id</a:t>
            </a:r>
          </a:p>
        </p:txBody>
      </p:sp>
      <p:sp>
        <p:nvSpPr>
          <p:cNvPr id="83974" name="标题 1"/>
          <p:cNvSpPr txBox="1">
            <a:spLocks/>
          </p:cNvSpPr>
          <p:nvPr/>
        </p:nvSpPr>
        <p:spPr bwMode="auto">
          <a:xfrm>
            <a:off x="690563" y="844550"/>
            <a:ext cx="7931150" cy="358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2800" b="1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3975" name="标题 1"/>
          <p:cNvSpPr>
            <a:spLocks noGrp="1"/>
          </p:cNvSpPr>
          <p:nvPr>
            <p:ph type="title"/>
          </p:nvPr>
        </p:nvSpPr>
        <p:spPr>
          <a:xfrm>
            <a:off x="755650" y="268288"/>
            <a:ext cx="4673600" cy="358775"/>
          </a:xfrm>
        </p:spPr>
        <p:txBody>
          <a:bodyPr/>
          <a:lstStyle/>
          <a:p>
            <a:pPr eaLnBrk="1" hangingPunct="1"/>
            <a:r>
              <a:rPr lang="en-US" altLang="zh-CN" sz="3000" i="1">
                <a:solidFill>
                  <a:schemeClr val="tx1"/>
                </a:solidFill>
              </a:rPr>
              <a:t>LR</a:t>
            </a:r>
            <a:r>
              <a:rPr lang="en-US" altLang="zh-CN" sz="3000">
                <a:solidFill>
                  <a:schemeClr val="tx1"/>
                </a:solidFill>
              </a:rPr>
              <a:t>(0) </a:t>
            </a:r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分析过程中的冲突</a:t>
            </a:r>
          </a:p>
        </p:txBody>
      </p:sp>
      <p:sp>
        <p:nvSpPr>
          <p:cNvPr id="63" name="矩形 62"/>
          <p:cNvSpPr>
            <a:spLocks noChangeArrowheads="1"/>
          </p:cNvSpPr>
          <p:nvPr/>
        </p:nvSpPr>
        <p:spPr bwMode="auto">
          <a:xfrm>
            <a:off x="214313" y="4357688"/>
            <a:ext cx="2357437" cy="461962"/>
          </a:xfrm>
          <a:prstGeom prst="rect">
            <a:avLst/>
          </a:prstGeom>
          <a:solidFill>
            <a:srgbClr val="FFCCCC"/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r>
              <a:rPr lang="zh-CN" altLang="en-US" sz="2300" b="1" dirty="0">
                <a:solidFill>
                  <a:srgbClr val="00000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移入</a:t>
            </a:r>
            <a:r>
              <a:rPr lang="en-US" altLang="zh-CN" sz="2300" b="1" dirty="0">
                <a:solidFill>
                  <a:srgbClr val="00000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/</a:t>
            </a:r>
            <a:r>
              <a:rPr lang="zh-CN" altLang="en-US" sz="2300" b="1" dirty="0">
                <a:solidFill>
                  <a:srgbClr val="00000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归约冲突</a:t>
            </a:r>
          </a:p>
        </p:txBody>
      </p:sp>
      <p:sp>
        <p:nvSpPr>
          <p:cNvPr id="79" name="Text Box 2"/>
          <p:cNvSpPr txBox="1">
            <a:spLocks noChangeArrowheads="1"/>
          </p:cNvSpPr>
          <p:nvPr/>
        </p:nvSpPr>
        <p:spPr bwMode="auto">
          <a:xfrm>
            <a:off x="2214563" y="823913"/>
            <a:ext cx="1050925" cy="204311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>
              <a:lnSpc>
                <a:spcPts val="1920"/>
              </a:lnSpc>
              <a:buClr>
                <a:srgbClr val="073E87"/>
              </a:buClr>
              <a:buSzPct val="75000"/>
              <a:defRPr/>
            </a:pPr>
            <a:r>
              <a:rPr kumimoji="1" lang="en-US" altLang="zh-CN" sz="1600" b="1" dirty="0">
                <a:solidFill>
                  <a:prstClr val="black"/>
                </a:solidFill>
                <a:latin typeface="Times New Roman" pitchFamily="18" charset="0"/>
              </a:rPr>
              <a:t>I</a:t>
            </a:r>
            <a:r>
              <a:rPr kumimoji="1" lang="en-US" altLang="zh-CN" sz="1600" b="1" baseline="-25000" dirty="0">
                <a:solidFill>
                  <a:prstClr val="black"/>
                </a:solidFill>
                <a:latin typeface="Times New Roman" pitchFamily="18" charset="0"/>
              </a:rPr>
              <a:t>0</a:t>
            </a:r>
            <a:r>
              <a:rPr kumimoji="1" lang="en-US" altLang="zh-CN" sz="1600" b="1" dirty="0">
                <a:solidFill>
                  <a:prstClr val="black"/>
                </a:solidFill>
                <a:latin typeface="Times New Roman" pitchFamily="18" charset="0"/>
              </a:rPr>
              <a:t>:</a:t>
            </a:r>
          </a:p>
          <a:p>
            <a:pPr>
              <a:lnSpc>
                <a:spcPts val="1920"/>
              </a:lnSpc>
              <a:buClr>
                <a:srgbClr val="073E87"/>
              </a:buClr>
              <a:buSzPct val="75000"/>
              <a:defRPr/>
            </a:pP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E</a:t>
            </a:r>
            <a:r>
              <a:rPr lang="en-US" altLang="zh-CN" sz="1600" b="1" i="1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′ </a:t>
            </a: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→</a:t>
            </a:r>
            <a:r>
              <a:rPr lang="en-US" altLang="zh-CN" sz="1600" b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altLang="zh-CN" sz="16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· </a:t>
            </a: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E </a:t>
            </a:r>
          </a:p>
          <a:p>
            <a:pPr>
              <a:lnSpc>
                <a:spcPts val="1920"/>
              </a:lnSpc>
              <a:buClr>
                <a:srgbClr val="073E87"/>
              </a:buClr>
              <a:buSzPct val="75000"/>
              <a:defRPr/>
            </a:pP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E→ </a:t>
            </a:r>
            <a:r>
              <a:rPr lang="en-US" altLang="zh-CN" sz="16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· </a:t>
            </a: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E+T</a:t>
            </a:r>
          </a:p>
          <a:p>
            <a:pPr>
              <a:lnSpc>
                <a:spcPts val="1920"/>
              </a:lnSpc>
              <a:buClr>
                <a:srgbClr val="073E87"/>
              </a:buClr>
              <a:buSzPct val="75000"/>
              <a:defRPr/>
            </a:pP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E→</a:t>
            </a:r>
            <a:r>
              <a:rPr lang="en-US" altLang="zh-CN" sz="16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· </a:t>
            </a: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</a:p>
          <a:p>
            <a:pPr>
              <a:lnSpc>
                <a:spcPts val="1920"/>
              </a:lnSpc>
              <a:buClr>
                <a:srgbClr val="073E87"/>
              </a:buClr>
              <a:buSzPct val="75000"/>
              <a:defRPr/>
            </a:pP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T→</a:t>
            </a:r>
            <a:r>
              <a:rPr lang="en-US" altLang="zh-CN" sz="16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· </a:t>
            </a: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T*F</a:t>
            </a:r>
          </a:p>
          <a:p>
            <a:pPr>
              <a:lnSpc>
                <a:spcPts val="1920"/>
              </a:lnSpc>
              <a:buClr>
                <a:srgbClr val="073E87"/>
              </a:buClr>
              <a:buSzPct val="75000"/>
              <a:defRPr/>
            </a:pP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T→</a:t>
            </a:r>
            <a:r>
              <a:rPr lang="en-US" altLang="zh-CN" sz="16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· </a:t>
            </a: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F</a:t>
            </a:r>
          </a:p>
          <a:p>
            <a:pPr>
              <a:lnSpc>
                <a:spcPts val="1920"/>
              </a:lnSpc>
              <a:buClr>
                <a:srgbClr val="073E87"/>
              </a:buClr>
              <a:buSzPct val="75000"/>
              <a:defRPr/>
            </a:pP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F→</a:t>
            </a:r>
            <a:r>
              <a:rPr lang="en-US" altLang="zh-CN" sz="16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· </a:t>
            </a:r>
            <a:r>
              <a:rPr kumimoji="1" lang="en-US" altLang="zh-CN" sz="1600" b="1" dirty="0">
                <a:solidFill>
                  <a:prstClr val="black"/>
                </a:solidFill>
                <a:latin typeface="Times New Roman" pitchFamily="18" charset="0"/>
              </a:rPr>
              <a:t>(</a:t>
            </a: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E</a:t>
            </a:r>
            <a:r>
              <a:rPr kumimoji="1" lang="en-US" altLang="zh-CN" sz="1600" b="1" dirty="0">
                <a:solidFill>
                  <a:prstClr val="black"/>
                </a:solidFill>
                <a:latin typeface="Times New Roman" pitchFamily="18" charset="0"/>
              </a:rPr>
              <a:t>)</a:t>
            </a:r>
          </a:p>
          <a:p>
            <a:pPr>
              <a:lnSpc>
                <a:spcPts val="1920"/>
              </a:lnSpc>
              <a:buClr>
                <a:srgbClr val="073E87"/>
              </a:buClr>
              <a:buSzPct val="75000"/>
              <a:defRPr/>
            </a:pP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F→</a:t>
            </a:r>
            <a:r>
              <a:rPr lang="en-US" altLang="zh-CN" sz="16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· </a:t>
            </a:r>
            <a:r>
              <a:rPr kumimoji="1" lang="en-US" altLang="zh-CN" sz="1600" b="1" dirty="0">
                <a:solidFill>
                  <a:prstClr val="black"/>
                </a:solidFill>
                <a:latin typeface="Times New Roman" pitchFamily="18" charset="0"/>
              </a:rPr>
              <a:t>id</a:t>
            </a:r>
          </a:p>
        </p:txBody>
      </p:sp>
      <p:grpSp>
        <p:nvGrpSpPr>
          <p:cNvPr id="26" name="组合 25"/>
          <p:cNvGrpSpPr>
            <a:grpSpLocks/>
          </p:cNvGrpSpPr>
          <p:nvPr/>
        </p:nvGrpSpPr>
        <p:grpSpPr bwMode="auto">
          <a:xfrm>
            <a:off x="3179763" y="698500"/>
            <a:ext cx="592137" cy="401638"/>
            <a:chOff x="3180460" y="699193"/>
            <a:chExt cx="590721" cy="400215"/>
          </a:xfrm>
        </p:grpSpPr>
        <p:sp>
          <p:nvSpPr>
            <p:cNvPr id="84042" name="Line 3"/>
            <p:cNvSpPr>
              <a:spLocks noChangeShapeType="1"/>
            </p:cNvSpPr>
            <p:nvPr/>
          </p:nvSpPr>
          <p:spPr bwMode="auto">
            <a:xfrm flipV="1">
              <a:off x="3180460" y="1046618"/>
              <a:ext cx="590721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none" w="sm" len="sm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4043" name="Text Box 4"/>
            <p:cNvSpPr txBox="1">
              <a:spLocks noChangeArrowheads="1"/>
            </p:cNvSpPr>
            <p:nvPr/>
          </p:nvSpPr>
          <p:spPr bwMode="auto">
            <a:xfrm>
              <a:off x="3289835" y="699193"/>
              <a:ext cx="380962" cy="400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2000" b="1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E</a:t>
              </a:r>
            </a:p>
          </p:txBody>
        </p:sp>
      </p:grpSp>
      <p:sp>
        <p:nvSpPr>
          <p:cNvPr id="82" name="Text Box 5"/>
          <p:cNvSpPr txBox="1">
            <a:spLocks noChangeArrowheads="1"/>
          </p:cNvSpPr>
          <p:nvPr/>
        </p:nvSpPr>
        <p:spPr bwMode="auto">
          <a:xfrm>
            <a:off x="3770313" y="803275"/>
            <a:ext cx="1035050" cy="74771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>
              <a:lnSpc>
                <a:spcPts val="1700"/>
              </a:lnSpc>
              <a:buClr>
                <a:srgbClr val="073E87"/>
              </a:buClr>
              <a:buSzPct val="75000"/>
              <a:defRPr/>
            </a:pPr>
            <a:r>
              <a:rPr kumimoji="1" lang="en-US" altLang="zh-CN" sz="1600" b="1" dirty="0">
                <a:solidFill>
                  <a:prstClr val="black"/>
                </a:solidFill>
                <a:latin typeface="Times New Roman" pitchFamily="18" charset="0"/>
              </a:rPr>
              <a:t>I</a:t>
            </a:r>
            <a:r>
              <a:rPr kumimoji="1" lang="en-US" altLang="zh-CN" sz="1600" b="1" baseline="-25000" dirty="0">
                <a:solidFill>
                  <a:prstClr val="black"/>
                </a:solidFill>
                <a:latin typeface="Times New Roman" pitchFamily="18" charset="0"/>
              </a:rPr>
              <a:t>1</a:t>
            </a:r>
            <a:r>
              <a:rPr kumimoji="1" lang="en-US" altLang="zh-CN" sz="1600" b="1" dirty="0">
                <a:solidFill>
                  <a:prstClr val="black"/>
                </a:solidFill>
                <a:latin typeface="Times New Roman" pitchFamily="18" charset="0"/>
              </a:rPr>
              <a:t>:</a:t>
            </a:r>
          </a:p>
          <a:p>
            <a:pPr>
              <a:lnSpc>
                <a:spcPts val="1700"/>
              </a:lnSpc>
              <a:buClr>
                <a:srgbClr val="073E87"/>
              </a:buClr>
              <a:buSzPct val="75000"/>
              <a:defRPr/>
            </a:pP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E</a:t>
            </a:r>
            <a:r>
              <a:rPr lang="en-US" altLang="zh-CN" sz="1600" b="1" i="1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′ </a:t>
            </a: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→E</a:t>
            </a:r>
            <a:r>
              <a:rPr lang="en-US" altLang="zh-CN" sz="1600" b="1" i="1" dirty="0">
                <a:solidFill>
                  <a:prstClr val="black"/>
                </a:solidFill>
                <a:latin typeface="Times New Roman" pitchFamily="18" charset="0"/>
                <a:cs typeface="Times New Roman" pitchFamily="18" charset="0"/>
              </a:rPr>
              <a:t> · </a:t>
            </a:r>
            <a:endParaRPr kumimoji="1" lang="en-US" altLang="zh-CN" sz="1600" b="1" i="1" dirty="0">
              <a:solidFill>
                <a:prstClr val="black"/>
              </a:solidFill>
              <a:latin typeface="Times New Roman" pitchFamily="18" charset="0"/>
            </a:endParaRPr>
          </a:p>
          <a:p>
            <a:pPr>
              <a:lnSpc>
                <a:spcPts val="1700"/>
              </a:lnSpc>
              <a:buClr>
                <a:srgbClr val="073E87"/>
              </a:buClr>
              <a:buSzPct val="75000"/>
              <a:defRPr/>
            </a:pP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E→E</a:t>
            </a:r>
            <a:r>
              <a:rPr lang="en-US" altLang="zh-CN" sz="1600" b="1" i="1" dirty="0">
                <a:solidFill>
                  <a:prstClr val="black"/>
                </a:solidFill>
                <a:latin typeface="Times New Roman" pitchFamily="18" charset="0"/>
                <a:cs typeface="Times New Roman" pitchFamily="18" charset="0"/>
              </a:rPr>
              <a:t>· </a:t>
            </a: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+T</a:t>
            </a:r>
          </a:p>
        </p:txBody>
      </p:sp>
      <p:grpSp>
        <p:nvGrpSpPr>
          <p:cNvPr id="3" name="组合 2"/>
          <p:cNvGrpSpPr>
            <a:grpSpLocks/>
          </p:cNvGrpSpPr>
          <p:nvPr/>
        </p:nvGrpSpPr>
        <p:grpSpPr bwMode="auto">
          <a:xfrm>
            <a:off x="3170238" y="1403350"/>
            <a:ext cx="1625600" cy="939800"/>
            <a:chOff x="3170870" y="1403537"/>
            <a:chExt cx="1624968" cy="939613"/>
          </a:xfrm>
        </p:grpSpPr>
        <p:sp>
          <p:nvSpPr>
            <p:cNvPr id="84039" name="Line 6"/>
            <p:cNvSpPr>
              <a:spLocks noChangeShapeType="1"/>
            </p:cNvSpPr>
            <p:nvPr/>
          </p:nvSpPr>
          <p:spPr bwMode="auto">
            <a:xfrm>
              <a:off x="3170870" y="1766973"/>
              <a:ext cx="600312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none" w="sm" len="sm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4040" name="Text Box 7"/>
            <p:cNvSpPr txBox="1">
              <a:spLocks noChangeArrowheads="1"/>
            </p:cNvSpPr>
            <p:nvPr/>
          </p:nvSpPr>
          <p:spPr bwMode="auto">
            <a:xfrm>
              <a:off x="3289834" y="1403537"/>
              <a:ext cx="380962" cy="400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2000" b="1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85" name="Text Box 8"/>
            <p:cNvSpPr txBox="1">
              <a:spLocks noChangeArrowheads="1"/>
            </p:cNvSpPr>
            <p:nvPr/>
          </p:nvSpPr>
          <p:spPr bwMode="auto">
            <a:xfrm>
              <a:off x="3770712" y="1595587"/>
              <a:ext cx="1025126" cy="747563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>
              <a:spAutoFit/>
            </a:bodyPr>
            <a:lstStyle/>
            <a:p>
              <a:pPr>
                <a:lnSpc>
                  <a:spcPts val="1700"/>
                </a:lnSpc>
                <a:buClr>
                  <a:srgbClr val="073E87"/>
                </a:buClr>
                <a:buSzPct val="75000"/>
                <a:defRPr/>
              </a:pPr>
              <a:r>
                <a:rPr kumimoji="1" lang="en-US" altLang="zh-CN" sz="1600" b="1" dirty="0">
                  <a:solidFill>
                    <a:prstClr val="black"/>
                  </a:solidFill>
                  <a:latin typeface="Times New Roman" pitchFamily="18" charset="0"/>
                </a:rPr>
                <a:t>I</a:t>
              </a:r>
              <a:r>
                <a:rPr kumimoji="1" lang="en-US" altLang="zh-CN" sz="1600" b="1" baseline="-25000" dirty="0">
                  <a:solidFill>
                    <a:prstClr val="black"/>
                  </a:solidFill>
                  <a:latin typeface="Times New Roman" pitchFamily="18" charset="0"/>
                </a:rPr>
                <a:t>2</a:t>
              </a:r>
              <a:r>
                <a:rPr kumimoji="1" lang="en-US" altLang="zh-CN" sz="1600" b="1" dirty="0">
                  <a:solidFill>
                    <a:prstClr val="black"/>
                  </a:solidFill>
                  <a:latin typeface="Times New Roman" pitchFamily="18" charset="0"/>
                </a:rPr>
                <a:t>:</a:t>
              </a:r>
            </a:p>
            <a:p>
              <a:pPr>
                <a:lnSpc>
                  <a:spcPts val="1700"/>
                </a:lnSpc>
                <a:buClr>
                  <a:srgbClr val="073E87"/>
                </a:buClr>
                <a:buSzPct val="75000"/>
                <a:defRPr/>
              </a:pPr>
              <a:r>
                <a:rPr kumimoji="1" lang="en-US" altLang="zh-CN" sz="1600" b="1" i="1" dirty="0">
                  <a:solidFill>
                    <a:srgbClr val="FF0000"/>
                  </a:solidFill>
                  <a:latin typeface="Times New Roman" pitchFamily="18" charset="0"/>
                </a:rPr>
                <a:t>E→T</a:t>
              </a:r>
              <a:r>
                <a:rPr lang="en-US" altLang="zh-CN" sz="1600" b="1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altLang="zh-CN" sz="1600" b="1" i="1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·</a:t>
              </a:r>
              <a:r>
                <a:rPr lang="en-US" altLang="zh-CN" sz="1600" b="1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endParaRPr kumimoji="1" lang="en-US" altLang="zh-CN" sz="1600" b="1" i="1" dirty="0">
                <a:solidFill>
                  <a:srgbClr val="FF0000"/>
                </a:solidFill>
                <a:latin typeface="Times New Roman" pitchFamily="18" charset="0"/>
              </a:endParaRPr>
            </a:p>
            <a:p>
              <a:pPr>
                <a:lnSpc>
                  <a:spcPts val="1700"/>
                </a:lnSpc>
                <a:buClr>
                  <a:srgbClr val="073E87"/>
                </a:buClr>
                <a:buSzPct val="75000"/>
                <a:defRPr/>
              </a:pPr>
              <a:r>
                <a:rPr kumimoji="1" lang="en-US" altLang="zh-CN" sz="1600" b="1" i="1" dirty="0">
                  <a:solidFill>
                    <a:srgbClr val="FF0000"/>
                  </a:solidFill>
                  <a:latin typeface="Times New Roman" pitchFamily="18" charset="0"/>
                </a:rPr>
                <a:t>T→T </a:t>
              </a:r>
              <a:r>
                <a:rPr lang="en-US" altLang="zh-CN" sz="1600" b="1" i="1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·</a:t>
              </a:r>
              <a:r>
                <a:rPr lang="en-US" altLang="zh-CN" sz="1600" b="1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kumimoji="1" lang="en-US" altLang="zh-CN" sz="1600" b="1" dirty="0">
                  <a:solidFill>
                    <a:srgbClr val="FF0000"/>
                  </a:solidFill>
                  <a:latin typeface="Times New Roman" pitchFamily="18" charset="0"/>
                </a:rPr>
                <a:t>*</a:t>
              </a:r>
              <a:r>
                <a:rPr kumimoji="1" lang="en-US" altLang="zh-CN" sz="1600" b="1" i="1" dirty="0">
                  <a:solidFill>
                    <a:srgbClr val="FF0000"/>
                  </a:solidFill>
                  <a:latin typeface="Times New Roman" pitchFamily="18" charset="0"/>
                </a:rPr>
                <a:t>F</a:t>
              </a:r>
            </a:p>
          </p:txBody>
        </p:sp>
      </p:grpSp>
      <p:grpSp>
        <p:nvGrpSpPr>
          <p:cNvPr id="5" name="组合 4"/>
          <p:cNvGrpSpPr>
            <a:grpSpLocks/>
          </p:cNvGrpSpPr>
          <p:nvPr/>
        </p:nvGrpSpPr>
        <p:grpSpPr bwMode="auto">
          <a:xfrm>
            <a:off x="3051175" y="2832100"/>
            <a:ext cx="700088" cy="646113"/>
            <a:chOff x="3051517" y="2831678"/>
            <a:chExt cx="699119" cy="646943"/>
          </a:xfrm>
        </p:grpSpPr>
        <p:sp>
          <p:nvSpPr>
            <p:cNvPr id="84037" name="Freeform 12"/>
            <p:cNvSpPr>
              <a:spLocks/>
            </p:cNvSpPr>
            <p:nvPr/>
          </p:nvSpPr>
          <p:spPr bwMode="auto">
            <a:xfrm>
              <a:off x="3051517" y="2901220"/>
              <a:ext cx="699119" cy="577401"/>
            </a:xfrm>
            <a:custGeom>
              <a:avLst/>
              <a:gdLst>
                <a:gd name="T0" fmla="*/ 2147483646 w 736"/>
                <a:gd name="T1" fmla="*/ 0 h 768"/>
                <a:gd name="T2" fmla="*/ 2147483646 w 736"/>
                <a:gd name="T3" fmla="*/ 2147483646 h 768"/>
                <a:gd name="T4" fmla="*/ 2147483646 w 736"/>
                <a:gd name="T5" fmla="*/ 2147483646 h 768"/>
                <a:gd name="T6" fmla="*/ 2147483646 w 736"/>
                <a:gd name="T7" fmla="*/ 2147483646 h 768"/>
                <a:gd name="T8" fmla="*/ 2147483646 w 736"/>
                <a:gd name="T9" fmla="*/ 2147483646 h 7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36"/>
                <a:gd name="T16" fmla="*/ 0 h 768"/>
                <a:gd name="T17" fmla="*/ 736 w 736"/>
                <a:gd name="T18" fmla="*/ 768 h 7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36" h="768">
                  <a:moveTo>
                    <a:pt x="16" y="0"/>
                  </a:moveTo>
                  <a:cubicBezTo>
                    <a:pt x="8" y="144"/>
                    <a:pt x="0" y="288"/>
                    <a:pt x="16" y="384"/>
                  </a:cubicBezTo>
                  <a:cubicBezTo>
                    <a:pt x="32" y="480"/>
                    <a:pt x="64" y="528"/>
                    <a:pt x="112" y="576"/>
                  </a:cubicBezTo>
                  <a:cubicBezTo>
                    <a:pt x="160" y="624"/>
                    <a:pt x="200" y="640"/>
                    <a:pt x="304" y="672"/>
                  </a:cubicBezTo>
                  <a:cubicBezTo>
                    <a:pt x="408" y="704"/>
                    <a:pt x="572" y="736"/>
                    <a:pt x="736" y="768"/>
                  </a:cubicBezTo>
                </a:path>
              </a:pathLst>
            </a:custGeom>
            <a:noFill/>
            <a:ln w="38100">
              <a:solidFill>
                <a:schemeClr val="tx1"/>
              </a:solidFill>
              <a:round/>
              <a:headEnd type="none" w="sm" len="sm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4038" name="Text Box 13"/>
            <p:cNvSpPr txBox="1">
              <a:spLocks noChangeArrowheads="1"/>
            </p:cNvSpPr>
            <p:nvPr/>
          </p:nvSpPr>
          <p:spPr bwMode="auto">
            <a:xfrm>
              <a:off x="3052484" y="2831678"/>
              <a:ext cx="304769" cy="400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zh-CN" altLang="en-US" sz="2000" b="1">
                  <a:solidFill>
                    <a:srgbClr val="000000"/>
                  </a:solidFill>
                  <a:latin typeface="Times New Roman" panose="02020603050405020304" pitchFamily="18" charset="0"/>
                </a:rPr>
                <a:t>(</a:t>
              </a:r>
            </a:p>
          </p:txBody>
        </p:sp>
      </p:grpSp>
      <p:sp>
        <p:nvSpPr>
          <p:cNvPr id="93" name="Text Box 14"/>
          <p:cNvSpPr txBox="1">
            <a:spLocks noChangeArrowheads="1"/>
          </p:cNvSpPr>
          <p:nvPr/>
        </p:nvSpPr>
        <p:spPr bwMode="auto">
          <a:xfrm>
            <a:off x="3770313" y="2986088"/>
            <a:ext cx="1077912" cy="183673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>
              <a:lnSpc>
                <a:spcPts val="1700"/>
              </a:lnSpc>
              <a:buClr>
                <a:srgbClr val="073E87"/>
              </a:buClr>
              <a:buSzPct val="75000"/>
              <a:defRPr/>
            </a:pPr>
            <a:r>
              <a:rPr kumimoji="1" lang="en-US" altLang="zh-CN" sz="1600" b="1" dirty="0">
                <a:solidFill>
                  <a:prstClr val="black"/>
                </a:solidFill>
                <a:latin typeface="Times New Roman" pitchFamily="18" charset="0"/>
              </a:rPr>
              <a:t>I</a:t>
            </a:r>
            <a:r>
              <a:rPr kumimoji="1" lang="en-US" altLang="zh-CN" sz="1600" b="1" baseline="-25000" dirty="0">
                <a:solidFill>
                  <a:prstClr val="black"/>
                </a:solidFill>
                <a:latin typeface="Times New Roman" pitchFamily="18" charset="0"/>
              </a:rPr>
              <a:t>4</a:t>
            </a:r>
            <a:r>
              <a:rPr kumimoji="1" lang="en-US" altLang="zh-CN" sz="1600" b="1" dirty="0">
                <a:solidFill>
                  <a:prstClr val="black"/>
                </a:solidFill>
                <a:latin typeface="Times New Roman" pitchFamily="18" charset="0"/>
              </a:rPr>
              <a:t>:</a:t>
            </a:r>
          </a:p>
          <a:p>
            <a:pPr>
              <a:lnSpc>
                <a:spcPts val="1700"/>
              </a:lnSpc>
              <a:buClr>
                <a:srgbClr val="073E87"/>
              </a:buClr>
              <a:buSzPct val="75000"/>
              <a:defRPr/>
            </a:pP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F→</a:t>
            </a:r>
            <a:r>
              <a:rPr kumimoji="1" lang="en-US" altLang="zh-CN" sz="1600" b="1" dirty="0">
                <a:solidFill>
                  <a:prstClr val="black"/>
                </a:solidFill>
                <a:latin typeface="Times New Roman" pitchFamily="18" charset="0"/>
              </a:rPr>
              <a:t>(</a:t>
            </a:r>
            <a:r>
              <a:rPr lang="en-US" altLang="zh-CN" sz="16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· </a:t>
            </a: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E </a:t>
            </a:r>
            <a:r>
              <a:rPr kumimoji="1" lang="en-US" altLang="zh-CN" sz="1600" b="1" dirty="0">
                <a:solidFill>
                  <a:prstClr val="black"/>
                </a:solidFill>
                <a:latin typeface="Times New Roman" pitchFamily="18" charset="0"/>
              </a:rPr>
              <a:t>)</a:t>
            </a:r>
          </a:p>
          <a:p>
            <a:pPr>
              <a:lnSpc>
                <a:spcPts val="1700"/>
              </a:lnSpc>
              <a:buClr>
                <a:srgbClr val="073E87"/>
              </a:buClr>
              <a:buSzPct val="75000"/>
              <a:defRPr/>
            </a:pP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E→ </a:t>
            </a:r>
            <a:r>
              <a:rPr lang="en-US" altLang="zh-CN" sz="16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· </a:t>
            </a: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E+T</a:t>
            </a:r>
          </a:p>
          <a:p>
            <a:pPr>
              <a:lnSpc>
                <a:spcPts val="1700"/>
              </a:lnSpc>
              <a:buClr>
                <a:srgbClr val="073E87"/>
              </a:buClr>
              <a:buSzPct val="75000"/>
              <a:defRPr/>
            </a:pP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E→</a:t>
            </a:r>
            <a:r>
              <a:rPr lang="en-US" altLang="zh-CN" sz="16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· </a:t>
            </a: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</a:p>
          <a:p>
            <a:pPr>
              <a:lnSpc>
                <a:spcPts val="1700"/>
              </a:lnSpc>
              <a:buClr>
                <a:srgbClr val="073E87"/>
              </a:buClr>
              <a:buSzPct val="75000"/>
              <a:defRPr/>
            </a:pP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T→ </a:t>
            </a:r>
            <a:r>
              <a:rPr lang="en-US" altLang="zh-CN" sz="16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· </a:t>
            </a: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T*F</a:t>
            </a:r>
          </a:p>
          <a:p>
            <a:pPr>
              <a:lnSpc>
                <a:spcPts val="1700"/>
              </a:lnSpc>
              <a:buClr>
                <a:srgbClr val="073E87"/>
              </a:buClr>
              <a:buSzPct val="75000"/>
              <a:defRPr/>
            </a:pP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T→</a:t>
            </a:r>
            <a:r>
              <a:rPr lang="en-US" altLang="zh-CN" sz="16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· </a:t>
            </a: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F</a:t>
            </a:r>
          </a:p>
          <a:p>
            <a:pPr>
              <a:lnSpc>
                <a:spcPts val="1700"/>
              </a:lnSpc>
              <a:buClr>
                <a:srgbClr val="073E87"/>
              </a:buClr>
              <a:buSzPct val="75000"/>
              <a:defRPr/>
            </a:pP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F→</a:t>
            </a:r>
            <a:r>
              <a:rPr lang="en-US" altLang="zh-CN" sz="16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· </a:t>
            </a:r>
            <a:r>
              <a:rPr kumimoji="1" lang="en-US" altLang="zh-CN" sz="1600" b="1" dirty="0">
                <a:solidFill>
                  <a:prstClr val="black"/>
                </a:solidFill>
                <a:latin typeface="Times New Roman" pitchFamily="18" charset="0"/>
              </a:rPr>
              <a:t>(</a:t>
            </a: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E</a:t>
            </a:r>
            <a:r>
              <a:rPr kumimoji="1" lang="en-US" altLang="zh-CN" sz="1600" b="1" dirty="0">
                <a:solidFill>
                  <a:prstClr val="black"/>
                </a:solidFill>
                <a:latin typeface="Times New Roman" pitchFamily="18" charset="0"/>
              </a:rPr>
              <a:t>)</a:t>
            </a:r>
          </a:p>
          <a:p>
            <a:pPr>
              <a:lnSpc>
                <a:spcPts val="1700"/>
              </a:lnSpc>
              <a:buClr>
                <a:srgbClr val="073E87"/>
              </a:buClr>
              <a:buSzPct val="75000"/>
              <a:defRPr/>
            </a:pP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F→</a:t>
            </a:r>
            <a:r>
              <a:rPr lang="en-US" altLang="zh-CN" sz="16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· </a:t>
            </a:r>
            <a:r>
              <a:rPr kumimoji="1" lang="en-US" altLang="zh-CN" sz="1600" b="1" dirty="0">
                <a:solidFill>
                  <a:prstClr val="black"/>
                </a:solidFill>
                <a:latin typeface="Times New Roman" pitchFamily="18" charset="0"/>
              </a:rPr>
              <a:t>id</a:t>
            </a:r>
          </a:p>
        </p:txBody>
      </p:sp>
      <p:grpSp>
        <p:nvGrpSpPr>
          <p:cNvPr id="6" name="组合 5"/>
          <p:cNvGrpSpPr>
            <a:grpSpLocks/>
          </p:cNvGrpSpPr>
          <p:nvPr/>
        </p:nvGrpSpPr>
        <p:grpSpPr bwMode="auto">
          <a:xfrm>
            <a:off x="2205038" y="2874963"/>
            <a:ext cx="833437" cy="1235075"/>
            <a:chOff x="2205038" y="2875020"/>
            <a:chExt cx="833605" cy="1235018"/>
          </a:xfrm>
        </p:grpSpPr>
        <p:sp>
          <p:nvSpPr>
            <p:cNvPr id="84034" name="Line 15"/>
            <p:cNvSpPr>
              <a:spLocks noChangeShapeType="1"/>
            </p:cNvSpPr>
            <p:nvPr/>
          </p:nvSpPr>
          <p:spPr bwMode="auto">
            <a:xfrm flipH="1">
              <a:off x="2518482" y="2875020"/>
              <a:ext cx="0" cy="645338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none" w="sm" len="sm"/>
              <a:tailEnd type="triangl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4035" name="Text Box 16"/>
            <p:cNvSpPr txBox="1">
              <a:spLocks noChangeArrowheads="1"/>
            </p:cNvSpPr>
            <p:nvPr/>
          </p:nvSpPr>
          <p:spPr bwMode="auto">
            <a:xfrm>
              <a:off x="2505296" y="2951727"/>
              <a:ext cx="533347" cy="400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2000" b="1">
                  <a:solidFill>
                    <a:srgbClr val="000000"/>
                  </a:solidFill>
                  <a:latin typeface="Times New Roman" panose="02020603050405020304" pitchFamily="18" charset="0"/>
                </a:rPr>
                <a:t>id</a:t>
              </a:r>
            </a:p>
          </p:txBody>
        </p:sp>
        <p:sp>
          <p:nvSpPr>
            <p:cNvPr id="95" name="Text Box 17"/>
            <p:cNvSpPr txBox="1">
              <a:spLocks noChangeArrowheads="1"/>
            </p:cNvSpPr>
            <p:nvPr/>
          </p:nvSpPr>
          <p:spPr bwMode="auto">
            <a:xfrm>
              <a:off x="2205038" y="3524277"/>
              <a:ext cx="800261" cy="585761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>
              <a:spAutoFit/>
            </a:bodyPr>
            <a:lstStyle/>
            <a:p>
              <a:pPr>
                <a:buClr>
                  <a:srgbClr val="073E87"/>
                </a:buClr>
                <a:buSzPct val="75000"/>
                <a:buFont typeface="Monotype Sorts"/>
                <a:buNone/>
                <a:defRPr/>
              </a:pPr>
              <a:r>
                <a:rPr kumimoji="1" lang="en-US" altLang="zh-CN" sz="1600" b="1" dirty="0">
                  <a:solidFill>
                    <a:prstClr val="black"/>
                  </a:solidFill>
                  <a:latin typeface="Times New Roman" pitchFamily="18" charset="0"/>
                </a:rPr>
                <a:t>I</a:t>
              </a:r>
              <a:r>
                <a:rPr kumimoji="1" lang="en-US" altLang="zh-CN" sz="1600" b="1" baseline="-25000" dirty="0">
                  <a:solidFill>
                    <a:prstClr val="black"/>
                  </a:solidFill>
                  <a:latin typeface="Times New Roman" pitchFamily="18" charset="0"/>
                </a:rPr>
                <a:t>5</a:t>
              </a:r>
              <a:r>
                <a:rPr kumimoji="1" lang="en-US" altLang="zh-CN" sz="1600" b="1" dirty="0">
                  <a:solidFill>
                    <a:prstClr val="black"/>
                  </a:solidFill>
                  <a:latin typeface="Times New Roman" pitchFamily="18" charset="0"/>
                </a:rPr>
                <a:t>:</a:t>
              </a:r>
            </a:p>
            <a:p>
              <a:pPr>
                <a:buClr>
                  <a:srgbClr val="073E87"/>
                </a:buClr>
                <a:buSzPct val="75000"/>
                <a:buFont typeface="Monotype Sorts"/>
                <a:buNone/>
                <a:defRPr/>
              </a:pPr>
              <a:r>
                <a:rPr kumimoji="1" lang="en-US" altLang="zh-CN" sz="1600" b="1" i="1" dirty="0">
                  <a:solidFill>
                    <a:prstClr val="black"/>
                  </a:solidFill>
                  <a:latin typeface="Times New Roman" pitchFamily="18" charset="0"/>
                </a:rPr>
                <a:t>F→ </a:t>
              </a:r>
              <a:r>
                <a:rPr kumimoji="1" lang="en-US" altLang="zh-CN" sz="1600" b="1" dirty="0">
                  <a:solidFill>
                    <a:prstClr val="black"/>
                  </a:solidFill>
                  <a:latin typeface="Times New Roman" pitchFamily="18" charset="0"/>
                </a:rPr>
                <a:t>id</a:t>
              </a:r>
              <a:r>
                <a:rPr lang="en-US" altLang="zh-CN" sz="1600" b="1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· </a:t>
              </a:r>
              <a:endPara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</p:grpSp>
      <p:grpSp>
        <p:nvGrpSpPr>
          <p:cNvPr id="7" name="组合 6"/>
          <p:cNvGrpSpPr>
            <a:grpSpLocks/>
          </p:cNvGrpSpPr>
          <p:nvPr/>
        </p:nvGrpSpPr>
        <p:grpSpPr bwMode="auto">
          <a:xfrm>
            <a:off x="4792663" y="711200"/>
            <a:ext cx="858837" cy="400050"/>
            <a:chOff x="4793071" y="711174"/>
            <a:chExt cx="858883" cy="400215"/>
          </a:xfrm>
        </p:grpSpPr>
        <p:sp>
          <p:nvSpPr>
            <p:cNvPr id="84032" name="Line 18"/>
            <p:cNvSpPr>
              <a:spLocks noChangeShapeType="1"/>
            </p:cNvSpPr>
            <p:nvPr/>
          </p:nvSpPr>
          <p:spPr bwMode="auto">
            <a:xfrm>
              <a:off x="4813838" y="1057825"/>
              <a:ext cx="83811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none" w="sm" len="sm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4033" name="Text Box 19"/>
            <p:cNvSpPr txBox="1">
              <a:spLocks noChangeArrowheads="1"/>
            </p:cNvSpPr>
            <p:nvPr/>
          </p:nvSpPr>
          <p:spPr bwMode="auto">
            <a:xfrm>
              <a:off x="4793071" y="711174"/>
              <a:ext cx="380962" cy="400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zh-CN" altLang="en-US" sz="2000" b="1">
                  <a:solidFill>
                    <a:srgbClr val="000000"/>
                  </a:solidFill>
                  <a:latin typeface="Times New Roman" panose="02020603050405020304" pitchFamily="18" charset="0"/>
                </a:rPr>
                <a:t>+</a:t>
              </a:r>
            </a:p>
          </p:txBody>
        </p:sp>
      </p:grpSp>
      <p:sp>
        <p:nvSpPr>
          <p:cNvPr id="98" name="Text Box 20"/>
          <p:cNvSpPr txBox="1">
            <a:spLocks noChangeArrowheads="1"/>
          </p:cNvSpPr>
          <p:nvPr/>
        </p:nvSpPr>
        <p:spPr bwMode="auto">
          <a:xfrm>
            <a:off x="5651500" y="771525"/>
            <a:ext cx="1200150" cy="157003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>
              <a:buClr>
                <a:srgbClr val="073E87"/>
              </a:buClr>
              <a:buSzPct val="75000"/>
              <a:buFont typeface="Monotype Sorts"/>
              <a:buNone/>
              <a:defRPr/>
            </a:pPr>
            <a:r>
              <a:rPr kumimoji="1" lang="en-US" altLang="zh-CN" sz="1600" b="1" dirty="0">
                <a:solidFill>
                  <a:prstClr val="black"/>
                </a:solidFill>
                <a:latin typeface="Times New Roman" pitchFamily="18" charset="0"/>
              </a:rPr>
              <a:t>I</a:t>
            </a:r>
            <a:r>
              <a:rPr kumimoji="1" lang="en-US" altLang="zh-CN" sz="1600" b="1" baseline="-25000" dirty="0">
                <a:solidFill>
                  <a:prstClr val="black"/>
                </a:solidFill>
                <a:latin typeface="Times New Roman" pitchFamily="18" charset="0"/>
              </a:rPr>
              <a:t>6</a:t>
            </a:r>
            <a:r>
              <a:rPr kumimoji="1" lang="en-US" altLang="zh-CN" sz="1600" b="1" dirty="0">
                <a:solidFill>
                  <a:prstClr val="black"/>
                </a:solidFill>
                <a:latin typeface="Times New Roman" pitchFamily="18" charset="0"/>
              </a:rPr>
              <a:t>:</a:t>
            </a:r>
          </a:p>
          <a:p>
            <a:pPr>
              <a:buClr>
                <a:srgbClr val="073E87"/>
              </a:buClr>
              <a:buSzPct val="75000"/>
              <a:buFont typeface="Monotype Sorts"/>
              <a:buNone/>
              <a:defRPr/>
            </a:pP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E→ E+ </a:t>
            </a:r>
            <a:r>
              <a:rPr lang="en-US" altLang="zh-CN" sz="16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· </a:t>
            </a: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</a:p>
          <a:p>
            <a:pPr>
              <a:buClr>
                <a:srgbClr val="073E87"/>
              </a:buClr>
              <a:buSzPct val="75000"/>
              <a:buFont typeface="Monotype Sorts"/>
              <a:buNone/>
              <a:defRPr/>
            </a:pP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T→ </a:t>
            </a:r>
            <a:r>
              <a:rPr lang="en-US" altLang="zh-CN" sz="16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· </a:t>
            </a: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T*F</a:t>
            </a:r>
          </a:p>
          <a:p>
            <a:pPr>
              <a:buClr>
                <a:srgbClr val="073E87"/>
              </a:buClr>
              <a:buSzPct val="75000"/>
              <a:buFont typeface="Monotype Sorts"/>
              <a:buNone/>
              <a:defRPr/>
            </a:pP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T→</a:t>
            </a:r>
            <a:r>
              <a:rPr lang="en-US" altLang="zh-CN" sz="16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· </a:t>
            </a: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F</a:t>
            </a:r>
          </a:p>
          <a:p>
            <a:pPr>
              <a:buClr>
                <a:srgbClr val="073E87"/>
              </a:buClr>
              <a:buSzPct val="75000"/>
              <a:buFont typeface="Monotype Sorts"/>
              <a:buNone/>
              <a:defRPr/>
            </a:pP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F→</a:t>
            </a:r>
            <a:r>
              <a:rPr lang="en-US" altLang="zh-CN" sz="16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· </a:t>
            </a:r>
            <a:r>
              <a:rPr kumimoji="1" lang="en-US" altLang="zh-CN" sz="1600" b="1" dirty="0">
                <a:solidFill>
                  <a:prstClr val="black"/>
                </a:solidFill>
                <a:latin typeface="Times New Roman" pitchFamily="18" charset="0"/>
              </a:rPr>
              <a:t>(</a:t>
            </a: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E</a:t>
            </a:r>
            <a:r>
              <a:rPr kumimoji="1" lang="en-US" altLang="zh-CN" sz="1600" b="1" dirty="0">
                <a:solidFill>
                  <a:prstClr val="black"/>
                </a:solidFill>
                <a:latin typeface="Times New Roman" pitchFamily="18" charset="0"/>
              </a:rPr>
              <a:t>)</a:t>
            </a:r>
          </a:p>
          <a:p>
            <a:pPr>
              <a:buClr>
                <a:srgbClr val="073E87"/>
              </a:buClr>
              <a:buSzPct val="75000"/>
              <a:buFont typeface="Monotype Sorts"/>
              <a:buNone/>
              <a:defRPr/>
            </a:pP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F→</a:t>
            </a:r>
            <a:r>
              <a:rPr lang="en-US" altLang="zh-CN" sz="16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· </a:t>
            </a:r>
            <a:r>
              <a:rPr kumimoji="1" lang="en-US" altLang="zh-CN" sz="1600" b="1" dirty="0">
                <a:solidFill>
                  <a:prstClr val="black"/>
                </a:solidFill>
                <a:latin typeface="Times New Roman" pitchFamily="18" charset="0"/>
              </a:rPr>
              <a:t>id</a:t>
            </a:r>
          </a:p>
        </p:txBody>
      </p:sp>
      <p:grpSp>
        <p:nvGrpSpPr>
          <p:cNvPr id="8" name="组合 7"/>
          <p:cNvGrpSpPr>
            <a:grpSpLocks/>
          </p:cNvGrpSpPr>
          <p:nvPr/>
        </p:nvGrpSpPr>
        <p:grpSpPr bwMode="auto">
          <a:xfrm>
            <a:off x="4812559" y="1723341"/>
            <a:ext cx="838940" cy="907146"/>
            <a:chOff x="4811958" y="1723547"/>
            <a:chExt cx="840155" cy="906354"/>
          </a:xfrm>
        </p:grpSpPr>
        <p:sp>
          <p:nvSpPr>
            <p:cNvPr id="84030" name="Line 21"/>
            <p:cNvSpPr>
              <a:spLocks noChangeShapeType="1"/>
            </p:cNvSpPr>
            <p:nvPr/>
          </p:nvSpPr>
          <p:spPr bwMode="auto">
            <a:xfrm>
              <a:off x="4813997" y="1943857"/>
              <a:ext cx="838116" cy="686044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none" w="sm" len="sm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4031" name="Text Box 22"/>
            <p:cNvSpPr txBox="1">
              <a:spLocks noChangeArrowheads="1"/>
            </p:cNvSpPr>
            <p:nvPr/>
          </p:nvSpPr>
          <p:spPr bwMode="auto">
            <a:xfrm>
              <a:off x="4811958" y="1723547"/>
              <a:ext cx="380962" cy="400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zh-CN" altLang="en-US" sz="2000" b="1" dirty="0">
                  <a:solidFill>
                    <a:srgbClr val="FF0000"/>
                  </a:solidFill>
                  <a:latin typeface="Times New Roman" panose="02020603050405020304" pitchFamily="18" charset="0"/>
                </a:rPr>
                <a:t>*</a:t>
              </a:r>
            </a:p>
          </p:txBody>
        </p:sp>
      </p:grpSp>
      <p:sp>
        <p:nvSpPr>
          <p:cNvPr id="101" name="Text Box 23"/>
          <p:cNvSpPr txBox="1">
            <a:spLocks noChangeArrowheads="1"/>
          </p:cNvSpPr>
          <p:nvPr/>
        </p:nvSpPr>
        <p:spPr bwMode="auto">
          <a:xfrm>
            <a:off x="5651500" y="2470150"/>
            <a:ext cx="1050925" cy="10763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>
              <a:buClr>
                <a:srgbClr val="073E87"/>
              </a:buClr>
              <a:buSzPct val="75000"/>
              <a:buFont typeface="Monotype Sorts"/>
              <a:buNone/>
              <a:defRPr/>
            </a:pPr>
            <a:r>
              <a:rPr kumimoji="1" lang="en-US" altLang="zh-CN" sz="1600" b="1" dirty="0">
                <a:solidFill>
                  <a:prstClr val="black"/>
                </a:solidFill>
                <a:latin typeface="Times New Roman" pitchFamily="18" charset="0"/>
              </a:rPr>
              <a:t>I</a:t>
            </a:r>
            <a:r>
              <a:rPr kumimoji="1" lang="en-US" altLang="zh-CN" sz="1600" b="1" baseline="-25000" dirty="0">
                <a:solidFill>
                  <a:prstClr val="black"/>
                </a:solidFill>
                <a:latin typeface="Times New Roman" pitchFamily="18" charset="0"/>
              </a:rPr>
              <a:t>7</a:t>
            </a:r>
            <a:r>
              <a:rPr kumimoji="1" lang="en-US" altLang="zh-CN" sz="1600" b="1" dirty="0">
                <a:solidFill>
                  <a:prstClr val="black"/>
                </a:solidFill>
                <a:latin typeface="Times New Roman" pitchFamily="18" charset="0"/>
              </a:rPr>
              <a:t>:</a:t>
            </a:r>
          </a:p>
          <a:p>
            <a:pPr>
              <a:buClr>
                <a:srgbClr val="073E87"/>
              </a:buClr>
              <a:buSzPct val="75000"/>
              <a:buFont typeface="Monotype Sorts"/>
              <a:buNone/>
              <a:defRPr/>
            </a:pP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T→T* </a:t>
            </a:r>
            <a:r>
              <a:rPr lang="en-US" altLang="zh-CN" sz="16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· </a:t>
            </a: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F</a:t>
            </a:r>
          </a:p>
          <a:p>
            <a:pPr>
              <a:buClr>
                <a:srgbClr val="073E87"/>
              </a:buClr>
              <a:buSzPct val="75000"/>
              <a:buFont typeface="Monotype Sorts"/>
              <a:buNone/>
              <a:defRPr/>
            </a:pP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F→</a:t>
            </a:r>
            <a:r>
              <a:rPr lang="en-US" altLang="zh-CN" sz="16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· </a:t>
            </a:r>
            <a:r>
              <a:rPr kumimoji="1" lang="en-US" altLang="zh-CN" sz="1600" b="1" dirty="0">
                <a:solidFill>
                  <a:prstClr val="black"/>
                </a:solidFill>
                <a:latin typeface="Times New Roman" pitchFamily="18" charset="0"/>
              </a:rPr>
              <a:t>(</a:t>
            </a: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E</a:t>
            </a:r>
            <a:r>
              <a:rPr kumimoji="1" lang="en-US" altLang="zh-CN" sz="1600" b="1" dirty="0">
                <a:solidFill>
                  <a:prstClr val="black"/>
                </a:solidFill>
                <a:latin typeface="Times New Roman" pitchFamily="18" charset="0"/>
              </a:rPr>
              <a:t>)</a:t>
            </a:r>
          </a:p>
          <a:p>
            <a:pPr>
              <a:buClr>
                <a:srgbClr val="073E87"/>
              </a:buClr>
              <a:buSzPct val="75000"/>
              <a:buFont typeface="Monotype Sorts"/>
              <a:buNone/>
              <a:defRPr/>
            </a:pP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F→</a:t>
            </a:r>
            <a:r>
              <a:rPr lang="en-US" altLang="zh-CN" sz="16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· </a:t>
            </a:r>
            <a:r>
              <a:rPr kumimoji="1" lang="en-US" altLang="zh-CN" sz="1600" b="1" dirty="0">
                <a:solidFill>
                  <a:prstClr val="black"/>
                </a:solidFill>
                <a:latin typeface="Times New Roman" pitchFamily="18" charset="0"/>
              </a:rPr>
              <a:t>id</a:t>
            </a:r>
          </a:p>
        </p:txBody>
      </p:sp>
      <p:grpSp>
        <p:nvGrpSpPr>
          <p:cNvPr id="9" name="组合 8"/>
          <p:cNvGrpSpPr>
            <a:grpSpLocks/>
          </p:cNvGrpSpPr>
          <p:nvPr/>
        </p:nvGrpSpPr>
        <p:grpSpPr bwMode="auto">
          <a:xfrm>
            <a:off x="4813300" y="3206750"/>
            <a:ext cx="3509963" cy="831850"/>
            <a:chOff x="4813997" y="3206750"/>
            <a:chExt cx="3509266" cy="831850"/>
          </a:xfrm>
        </p:grpSpPr>
        <p:sp>
          <p:nvSpPr>
            <p:cNvPr id="84027" name="Line 24"/>
            <p:cNvSpPr>
              <a:spLocks noChangeShapeType="1"/>
            </p:cNvSpPr>
            <p:nvPr/>
          </p:nvSpPr>
          <p:spPr bwMode="auto">
            <a:xfrm flipV="1">
              <a:off x="4860814" y="3916141"/>
              <a:ext cx="2280575" cy="10787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none" w="sm" len="sm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4028" name="Text Box 25"/>
            <p:cNvSpPr txBox="1">
              <a:spLocks noChangeArrowheads="1"/>
            </p:cNvSpPr>
            <p:nvPr/>
          </p:nvSpPr>
          <p:spPr bwMode="auto">
            <a:xfrm>
              <a:off x="4813997" y="3565706"/>
              <a:ext cx="380962" cy="400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2000" b="1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E</a:t>
              </a:r>
            </a:p>
          </p:txBody>
        </p:sp>
        <p:sp>
          <p:nvSpPr>
            <p:cNvPr id="105" name="Text Box 26"/>
            <p:cNvSpPr txBox="1">
              <a:spLocks noChangeArrowheads="1"/>
            </p:cNvSpPr>
            <p:nvPr/>
          </p:nvSpPr>
          <p:spPr bwMode="auto">
            <a:xfrm>
              <a:off x="7182077" y="3206750"/>
              <a:ext cx="1141186" cy="83185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>
              <a:spAutoFit/>
            </a:bodyPr>
            <a:lstStyle/>
            <a:p>
              <a:pPr>
                <a:buClr>
                  <a:srgbClr val="073E87"/>
                </a:buClr>
                <a:buSzPct val="75000"/>
                <a:buFont typeface="Monotype Sorts"/>
                <a:buNone/>
                <a:defRPr/>
              </a:pPr>
              <a:r>
                <a:rPr kumimoji="1" lang="en-US" altLang="zh-CN" sz="1600" b="1" dirty="0">
                  <a:solidFill>
                    <a:prstClr val="black"/>
                  </a:solidFill>
                  <a:latin typeface="Times New Roman" pitchFamily="18" charset="0"/>
                </a:rPr>
                <a:t>I</a:t>
              </a:r>
              <a:r>
                <a:rPr kumimoji="1" lang="en-US" altLang="zh-CN" sz="1600" b="1" baseline="-25000" dirty="0">
                  <a:solidFill>
                    <a:prstClr val="black"/>
                  </a:solidFill>
                  <a:latin typeface="Times New Roman" pitchFamily="18" charset="0"/>
                </a:rPr>
                <a:t>8</a:t>
              </a:r>
              <a:r>
                <a:rPr kumimoji="1" lang="en-US" altLang="zh-CN" sz="1600" b="1" dirty="0">
                  <a:solidFill>
                    <a:prstClr val="black"/>
                  </a:solidFill>
                  <a:latin typeface="Times New Roman" pitchFamily="18" charset="0"/>
                </a:rPr>
                <a:t>:</a:t>
              </a:r>
            </a:p>
            <a:p>
              <a:pPr>
                <a:buClr>
                  <a:srgbClr val="073E87"/>
                </a:buClr>
                <a:buSzPct val="75000"/>
                <a:buFont typeface="Monotype Sorts"/>
                <a:buNone/>
                <a:defRPr/>
              </a:pPr>
              <a:r>
                <a:rPr kumimoji="1" lang="en-US" altLang="zh-CN" sz="1600" b="1" i="1" dirty="0">
                  <a:solidFill>
                    <a:prstClr val="black"/>
                  </a:solidFill>
                  <a:latin typeface="Times New Roman" pitchFamily="18" charset="0"/>
                </a:rPr>
                <a:t>F→ </a:t>
              </a:r>
              <a:r>
                <a:rPr kumimoji="1" lang="en-US" altLang="zh-CN" sz="1600" b="1" dirty="0">
                  <a:solidFill>
                    <a:prstClr val="black"/>
                  </a:solidFill>
                  <a:latin typeface="Times New Roman" pitchFamily="18" charset="0"/>
                </a:rPr>
                <a:t>(</a:t>
              </a:r>
              <a:r>
                <a:rPr kumimoji="1" lang="en-US" altLang="zh-CN" sz="1600" b="1" i="1" dirty="0">
                  <a:solidFill>
                    <a:prstClr val="black"/>
                  </a:solidFill>
                  <a:latin typeface="Times New Roman" pitchFamily="18" charset="0"/>
                </a:rPr>
                <a:t>E</a:t>
              </a:r>
              <a:r>
                <a:rPr lang="en-US" altLang="zh-CN" sz="1600" b="1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· </a:t>
              </a:r>
              <a:r>
                <a:rPr kumimoji="1" lang="en-US" altLang="zh-CN" sz="1600" b="1" dirty="0">
                  <a:solidFill>
                    <a:prstClr val="black"/>
                  </a:solidFill>
                  <a:latin typeface="Times New Roman" pitchFamily="18" charset="0"/>
                </a:rPr>
                <a:t>)</a:t>
              </a:r>
            </a:p>
            <a:p>
              <a:pPr>
                <a:buClr>
                  <a:srgbClr val="073E87"/>
                </a:buClr>
                <a:buSzPct val="75000"/>
                <a:buFont typeface="Monotype Sorts"/>
                <a:buNone/>
                <a:defRPr/>
              </a:pPr>
              <a:r>
                <a:rPr kumimoji="1" lang="en-US" altLang="zh-CN" sz="1600" b="1" i="1" dirty="0">
                  <a:solidFill>
                    <a:prstClr val="black"/>
                  </a:solidFill>
                  <a:latin typeface="Times New Roman" pitchFamily="18" charset="0"/>
                </a:rPr>
                <a:t>E→E</a:t>
              </a:r>
              <a:r>
                <a:rPr lang="en-US" altLang="zh-CN" sz="1600" b="1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· </a:t>
              </a:r>
              <a:r>
                <a:rPr kumimoji="1" lang="en-US" altLang="zh-CN" sz="1600" b="1" i="1" dirty="0">
                  <a:solidFill>
                    <a:prstClr val="black"/>
                  </a:solidFill>
                  <a:latin typeface="Times New Roman" pitchFamily="18" charset="0"/>
                </a:rPr>
                <a:t>+T</a:t>
              </a:r>
            </a:p>
          </p:txBody>
        </p:sp>
      </p:grpSp>
      <p:grpSp>
        <p:nvGrpSpPr>
          <p:cNvPr id="10" name="组合 9"/>
          <p:cNvGrpSpPr>
            <a:grpSpLocks/>
          </p:cNvGrpSpPr>
          <p:nvPr/>
        </p:nvGrpSpPr>
        <p:grpSpPr bwMode="auto">
          <a:xfrm>
            <a:off x="4767263" y="2130425"/>
            <a:ext cx="414337" cy="1076325"/>
            <a:chOff x="4766757" y="2131190"/>
            <a:chExt cx="414323" cy="1075491"/>
          </a:xfrm>
        </p:grpSpPr>
        <p:sp>
          <p:nvSpPr>
            <p:cNvPr id="84025" name="Freeform 27"/>
            <p:cNvSpPr>
              <a:spLocks/>
            </p:cNvSpPr>
            <p:nvPr/>
          </p:nvSpPr>
          <p:spPr bwMode="auto">
            <a:xfrm>
              <a:off x="4807528" y="2131190"/>
              <a:ext cx="373552" cy="1070357"/>
            </a:xfrm>
            <a:custGeom>
              <a:avLst/>
              <a:gdLst>
                <a:gd name="T0" fmla="*/ 0 w 160"/>
                <a:gd name="T1" fmla="*/ 2147483646 h 1008"/>
                <a:gd name="T2" fmla="*/ 2147483646 w 160"/>
                <a:gd name="T3" fmla="*/ 2147483646 h 1008"/>
                <a:gd name="T4" fmla="*/ 2147483646 w 160"/>
                <a:gd name="T5" fmla="*/ 2147483646 h 1008"/>
                <a:gd name="T6" fmla="*/ 0 w 160"/>
                <a:gd name="T7" fmla="*/ 0 h 1008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60"/>
                <a:gd name="T13" fmla="*/ 0 h 1008"/>
                <a:gd name="T14" fmla="*/ 160 w 160"/>
                <a:gd name="T15" fmla="*/ 1008 h 1008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60" h="1008">
                  <a:moveTo>
                    <a:pt x="0" y="1008"/>
                  </a:moveTo>
                  <a:cubicBezTo>
                    <a:pt x="36" y="988"/>
                    <a:pt x="72" y="968"/>
                    <a:pt x="96" y="864"/>
                  </a:cubicBezTo>
                  <a:cubicBezTo>
                    <a:pt x="120" y="760"/>
                    <a:pt x="160" y="528"/>
                    <a:pt x="144" y="384"/>
                  </a:cubicBezTo>
                  <a:cubicBezTo>
                    <a:pt x="128" y="240"/>
                    <a:pt x="64" y="120"/>
                    <a:pt x="0" y="0"/>
                  </a:cubicBezTo>
                </a:path>
              </a:pathLst>
            </a:custGeom>
            <a:noFill/>
            <a:ln w="38100">
              <a:solidFill>
                <a:schemeClr val="tx1"/>
              </a:solidFill>
              <a:round/>
              <a:headEnd type="none" w="sm" len="sm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4026" name="Text Box 28"/>
            <p:cNvSpPr txBox="1">
              <a:spLocks noChangeArrowheads="1"/>
            </p:cNvSpPr>
            <p:nvPr/>
          </p:nvSpPr>
          <p:spPr bwMode="auto">
            <a:xfrm>
              <a:off x="4766757" y="2806466"/>
              <a:ext cx="380962" cy="400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2000" b="1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T</a:t>
              </a:r>
            </a:p>
          </p:txBody>
        </p:sp>
      </p:grpSp>
      <p:grpSp>
        <p:nvGrpSpPr>
          <p:cNvPr id="11" name="组合 10"/>
          <p:cNvGrpSpPr>
            <a:grpSpLocks/>
          </p:cNvGrpSpPr>
          <p:nvPr/>
        </p:nvGrpSpPr>
        <p:grpSpPr bwMode="auto">
          <a:xfrm>
            <a:off x="3427413" y="2635250"/>
            <a:ext cx="423862" cy="573088"/>
            <a:chOff x="3426927" y="2635981"/>
            <a:chExt cx="424800" cy="571703"/>
          </a:xfrm>
        </p:grpSpPr>
        <p:sp>
          <p:nvSpPr>
            <p:cNvPr id="84023" name="Text Box 10"/>
            <p:cNvSpPr txBox="1">
              <a:spLocks noChangeArrowheads="1"/>
            </p:cNvSpPr>
            <p:nvPr/>
          </p:nvSpPr>
          <p:spPr bwMode="auto">
            <a:xfrm>
              <a:off x="3470765" y="2702470"/>
              <a:ext cx="380962" cy="400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2000" b="1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F</a:t>
              </a:r>
            </a:p>
          </p:txBody>
        </p:sp>
        <p:sp>
          <p:nvSpPr>
            <p:cNvPr id="84024" name="Freeform 29"/>
            <p:cNvSpPr>
              <a:spLocks/>
            </p:cNvSpPr>
            <p:nvPr/>
          </p:nvSpPr>
          <p:spPr bwMode="auto">
            <a:xfrm>
              <a:off x="3426927" y="2635981"/>
              <a:ext cx="344253" cy="571703"/>
            </a:xfrm>
            <a:custGeom>
              <a:avLst/>
              <a:gdLst>
                <a:gd name="T0" fmla="*/ 2147483646 w 112"/>
                <a:gd name="T1" fmla="*/ 2147483646 h 480"/>
                <a:gd name="T2" fmla="*/ 2147483646 w 112"/>
                <a:gd name="T3" fmla="*/ 2147483646 h 480"/>
                <a:gd name="T4" fmla="*/ 2147483646 w 112"/>
                <a:gd name="T5" fmla="*/ 2147483646 h 480"/>
                <a:gd name="T6" fmla="*/ 2147483646 w 112"/>
                <a:gd name="T7" fmla="*/ 0 h 48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12"/>
                <a:gd name="T13" fmla="*/ 0 h 480"/>
                <a:gd name="T14" fmla="*/ 112 w 112"/>
                <a:gd name="T15" fmla="*/ 480 h 48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12" h="480">
                  <a:moveTo>
                    <a:pt x="112" y="480"/>
                  </a:moveTo>
                  <a:cubicBezTo>
                    <a:pt x="72" y="436"/>
                    <a:pt x="32" y="392"/>
                    <a:pt x="16" y="336"/>
                  </a:cubicBezTo>
                  <a:cubicBezTo>
                    <a:pt x="0" y="280"/>
                    <a:pt x="0" y="200"/>
                    <a:pt x="16" y="144"/>
                  </a:cubicBezTo>
                  <a:cubicBezTo>
                    <a:pt x="32" y="88"/>
                    <a:pt x="72" y="44"/>
                    <a:pt x="112" y="0"/>
                  </a:cubicBezTo>
                </a:path>
              </a:pathLst>
            </a:custGeom>
            <a:noFill/>
            <a:ln w="38100">
              <a:solidFill>
                <a:schemeClr val="tx1"/>
              </a:solidFill>
              <a:round/>
              <a:headEnd type="none" w="sm" len="sm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4" name="组合 3"/>
          <p:cNvGrpSpPr>
            <a:grpSpLocks/>
          </p:cNvGrpSpPr>
          <p:nvPr/>
        </p:nvGrpSpPr>
        <p:grpSpPr bwMode="auto">
          <a:xfrm>
            <a:off x="3241675" y="2130425"/>
            <a:ext cx="1563688" cy="788988"/>
            <a:chOff x="3242287" y="2129711"/>
            <a:chExt cx="1563076" cy="789702"/>
          </a:xfrm>
        </p:grpSpPr>
        <p:sp>
          <p:nvSpPr>
            <p:cNvPr id="84020" name="Line 9"/>
            <p:cNvSpPr>
              <a:spLocks noChangeShapeType="1"/>
            </p:cNvSpPr>
            <p:nvPr/>
          </p:nvSpPr>
          <p:spPr bwMode="auto">
            <a:xfrm flipV="1">
              <a:off x="3242287" y="2487329"/>
              <a:ext cx="528893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none" w="sm" len="sm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8" name="Text Box 11"/>
            <p:cNvSpPr txBox="1">
              <a:spLocks noChangeArrowheads="1"/>
            </p:cNvSpPr>
            <p:nvPr/>
          </p:nvSpPr>
          <p:spPr bwMode="auto">
            <a:xfrm>
              <a:off x="3770718" y="2391886"/>
              <a:ext cx="1034645" cy="527527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>
              <a:spAutoFit/>
            </a:bodyPr>
            <a:lstStyle/>
            <a:p>
              <a:pPr>
                <a:lnSpc>
                  <a:spcPts val="1700"/>
                </a:lnSpc>
                <a:buClr>
                  <a:srgbClr val="073E87"/>
                </a:buClr>
                <a:buSzPct val="75000"/>
                <a:defRPr/>
              </a:pPr>
              <a:r>
                <a:rPr kumimoji="1" lang="en-US" altLang="zh-CN" sz="1600" b="1" dirty="0">
                  <a:solidFill>
                    <a:prstClr val="black"/>
                  </a:solidFill>
                  <a:latin typeface="Times New Roman" pitchFamily="18" charset="0"/>
                </a:rPr>
                <a:t>I</a:t>
              </a:r>
              <a:r>
                <a:rPr kumimoji="1" lang="en-US" altLang="zh-CN" sz="1600" b="1" baseline="-25000" dirty="0">
                  <a:solidFill>
                    <a:prstClr val="black"/>
                  </a:solidFill>
                  <a:latin typeface="Times New Roman" pitchFamily="18" charset="0"/>
                </a:rPr>
                <a:t>3</a:t>
              </a:r>
              <a:r>
                <a:rPr kumimoji="1" lang="en-US" altLang="zh-CN" sz="1600" b="1" dirty="0">
                  <a:solidFill>
                    <a:prstClr val="black"/>
                  </a:solidFill>
                  <a:latin typeface="Times New Roman" pitchFamily="18" charset="0"/>
                </a:rPr>
                <a:t>:</a:t>
              </a:r>
            </a:p>
            <a:p>
              <a:pPr>
                <a:lnSpc>
                  <a:spcPts val="1700"/>
                </a:lnSpc>
                <a:buClr>
                  <a:srgbClr val="073E87"/>
                </a:buClr>
                <a:buSzPct val="75000"/>
                <a:defRPr/>
              </a:pPr>
              <a:r>
                <a:rPr kumimoji="1" lang="en-US" altLang="zh-CN" sz="1600" b="1" i="1" dirty="0">
                  <a:solidFill>
                    <a:prstClr val="black"/>
                  </a:solidFill>
                  <a:latin typeface="Times New Roman" pitchFamily="18" charset="0"/>
                </a:rPr>
                <a:t>T→F</a:t>
              </a:r>
              <a:r>
                <a:rPr lang="en-US" altLang="zh-CN" sz="1600" b="1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· </a:t>
              </a:r>
              <a:endPara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84022" name="Text Box 30"/>
            <p:cNvSpPr txBox="1">
              <a:spLocks noChangeArrowheads="1"/>
            </p:cNvSpPr>
            <p:nvPr/>
          </p:nvSpPr>
          <p:spPr bwMode="auto">
            <a:xfrm>
              <a:off x="3242287" y="2129711"/>
              <a:ext cx="304769" cy="400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2000" b="1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F</a:t>
              </a:r>
            </a:p>
          </p:txBody>
        </p:sp>
      </p:grpSp>
      <p:grpSp>
        <p:nvGrpSpPr>
          <p:cNvPr id="12" name="组合 11"/>
          <p:cNvGrpSpPr>
            <a:grpSpLocks/>
          </p:cNvGrpSpPr>
          <p:nvPr/>
        </p:nvGrpSpPr>
        <p:grpSpPr bwMode="auto">
          <a:xfrm>
            <a:off x="3467100" y="4160838"/>
            <a:ext cx="350838" cy="571500"/>
            <a:chOff x="3466410" y="4160710"/>
            <a:chExt cx="351635" cy="571703"/>
          </a:xfrm>
        </p:grpSpPr>
        <p:sp>
          <p:nvSpPr>
            <p:cNvPr id="84018" name="Freeform 31"/>
            <p:cNvSpPr>
              <a:spLocks/>
            </p:cNvSpPr>
            <p:nvPr/>
          </p:nvSpPr>
          <p:spPr bwMode="auto">
            <a:xfrm>
              <a:off x="3466410" y="4160710"/>
              <a:ext cx="330167" cy="571703"/>
            </a:xfrm>
            <a:custGeom>
              <a:avLst/>
              <a:gdLst>
                <a:gd name="T0" fmla="*/ 2147483646 w 208"/>
                <a:gd name="T1" fmla="*/ 2147483646 h 480"/>
                <a:gd name="T2" fmla="*/ 0 w 208"/>
                <a:gd name="T3" fmla="*/ 2147483646 h 480"/>
                <a:gd name="T4" fmla="*/ 2147483646 w 208"/>
                <a:gd name="T5" fmla="*/ 0 h 480"/>
                <a:gd name="T6" fmla="*/ 0 60000 65536"/>
                <a:gd name="T7" fmla="*/ 0 60000 65536"/>
                <a:gd name="T8" fmla="*/ 0 60000 65536"/>
                <a:gd name="T9" fmla="*/ 0 w 208"/>
                <a:gd name="T10" fmla="*/ 0 h 480"/>
                <a:gd name="T11" fmla="*/ 208 w 208"/>
                <a:gd name="T12" fmla="*/ 480 h 48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08" h="480">
                  <a:moveTo>
                    <a:pt x="192" y="480"/>
                  </a:moveTo>
                  <a:cubicBezTo>
                    <a:pt x="96" y="400"/>
                    <a:pt x="0" y="320"/>
                    <a:pt x="0" y="240"/>
                  </a:cubicBezTo>
                  <a:cubicBezTo>
                    <a:pt x="0" y="160"/>
                    <a:pt x="208" y="40"/>
                    <a:pt x="192" y="0"/>
                  </a:cubicBezTo>
                </a:path>
              </a:pathLst>
            </a:custGeom>
            <a:noFill/>
            <a:ln w="38100">
              <a:solidFill>
                <a:schemeClr val="tx1"/>
              </a:solidFill>
              <a:round/>
              <a:headEnd type="none" w="sm" len="sm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4019" name="Text Box 32"/>
            <p:cNvSpPr txBox="1">
              <a:spLocks noChangeArrowheads="1"/>
            </p:cNvSpPr>
            <p:nvPr/>
          </p:nvSpPr>
          <p:spPr bwMode="auto">
            <a:xfrm>
              <a:off x="3513276" y="4260171"/>
              <a:ext cx="304769" cy="400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zh-CN" altLang="en-US" sz="2000" b="1">
                  <a:solidFill>
                    <a:srgbClr val="000000"/>
                  </a:solidFill>
                  <a:latin typeface="Times New Roman" panose="02020603050405020304" pitchFamily="18" charset="0"/>
                </a:rPr>
                <a:t>(</a:t>
              </a:r>
            </a:p>
          </p:txBody>
        </p:sp>
      </p:grpSp>
      <p:grpSp>
        <p:nvGrpSpPr>
          <p:cNvPr id="13" name="组合 12"/>
          <p:cNvGrpSpPr>
            <a:grpSpLocks/>
          </p:cNvGrpSpPr>
          <p:nvPr/>
        </p:nvGrpSpPr>
        <p:grpSpPr bwMode="auto">
          <a:xfrm>
            <a:off x="3016250" y="3611563"/>
            <a:ext cx="908050" cy="400050"/>
            <a:chOff x="3016152" y="3611929"/>
            <a:chExt cx="907574" cy="400215"/>
          </a:xfrm>
        </p:grpSpPr>
        <p:sp>
          <p:nvSpPr>
            <p:cNvPr id="84016" name="Line 33"/>
            <p:cNvSpPr>
              <a:spLocks noChangeShapeType="1"/>
            </p:cNvSpPr>
            <p:nvPr/>
          </p:nvSpPr>
          <p:spPr bwMode="auto">
            <a:xfrm flipH="1">
              <a:off x="3016152" y="3940117"/>
              <a:ext cx="755029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none" w="sm" len="sm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4017" name="Text Box 34"/>
            <p:cNvSpPr txBox="1">
              <a:spLocks noChangeArrowheads="1"/>
            </p:cNvSpPr>
            <p:nvPr/>
          </p:nvSpPr>
          <p:spPr bwMode="auto">
            <a:xfrm>
              <a:off x="3466572" y="3611929"/>
              <a:ext cx="457154" cy="400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2000" b="1">
                  <a:solidFill>
                    <a:srgbClr val="000000"/>
                  </a:solidFill>
                  <a:latin typeface="Times New Roman" panose="02020603050405020304" pitchFamily="18" charset="0"/>
                </a:rPr>
                <a:t>id</a:t>
              </a:r>
            </a:p>
          </p:txBody>
        </p:sp>
      </p:grpSp>
      <p:grpSp>
        <p:nvGrpSpPr>
          <p:cNvPr id="15" name="组合 14"/>
          <p:cNvGrpSpPr>
            <a:grpSpLocks/>
          </p:cNvGrpSpPr>
          <p:nvPr/>
        </p:nvGrpSpPr>
        <p:grpSpPr bwMode="auto">
          <a:xfrm>
            <a:off x="4813300" y="1200150"/>
            <a:ext cx="1020763" cy="1544638"/>
            <a:chOff x="4813997" y="1200783"/>
            <a:chExt cx="1020811" cy="1543598"/>
          </a:xfrm>
        </p:grpSpPr>
        <p:sp>
          <p:nvSpPr>
            <p:cNvPr id="84014" name="Freeform 38"/>
            <p:cNvSpPr>
              <a:spLocks/>
            </p:cNvSpPr>
            <p:nvPr/>
          </p:nvSpPr>
          <p:spPr bwMode="auto">
            <a:xfrm>
              <a:off x="4813997" y="1200783"/>
              <a:ext cx="838116" cy="1543598"/>
            </a:xfrm>
            <a:custGeom>
              <a:avLst/>
              <a:gdLst>
                <a:gd name="T0" fmla="*/ 2147483646 w 528"/>
                <a:gd name="T1" fmla="*/ 0 h 1296"/>
                <a:gd name="T2" fmla="*/ 2147483646 w 528"/>
                <a:gd name="T3" fmla="*/ 2147483646 h 1296"/>
                <a:gd name="T4" fmla="*/ 2147483646 w 528"/>
                <a:gd name="T5" fmla="*/ 2147483646 h 1296"/>
                <a:gd name="T6" fmla="*/ 0 w 528"/>
                <a:gd name="T7" fmla="*/ 2147483646 h 129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28"/>
                <a:gd name="T13" fmla="*/ 0 h 1296"/>
                <a:gd name="T14" fmla="*/ 528 w 528"/>
                <a:gd name="T15" fmla="*/ 1296 h 129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28" h="1296">
                  <a:moveTo>
                    <a:pt x="528" y="0"/>
                  </a:moveTo>
                  <a:cubicBezTo>
                    <a:pt x="464" y="36"/>
                    <a:pt x="400" y="72"/>
                    <a:pt x="336" y="240"/>
                  </a:cubicBezTo>
                  <a:cubicBezTo>
                    <a:pt x="272" y="408"/>
                    <a:pt x="200" y="832"/>
                    <a:pt x="144" y="1008"/>
                  </a:cubicBezTo>
                  <a:cubicBezTo>
                    <a:pt x="88" y="1184"/>
                    <a:pt x="44" y="1240"/>
                    <a:pt x="0" y="1296"/>
                  </a:cubicBezTo>
                </a:path>
              </a:pathLst>
            </a:custGeom>
            <a:noFill/>
            <a:ln w="38100">
              <a:solidFill>
                <a:schemeClr val="tx1"/>
              </a:solidFill>
              <a:round/>
              <a:headEnd type="none" w="sm" len="sm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4015" name="Text Box 39"/>
            <p:cNvSpPr txBox="1">
              <a:spLocks noChangeArrowheads="1"/>
            </p:cNvSpPr>
            <p:nvPr/>
          </p:nvSpPr>
          <p:spPr bwMode="auto">
            <a:xfrm>
              <a:off x="5377654" y="1240899"/>
              <a:ext cx="457154" cy="400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2000" b="1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F</a:t>
              </a:r>
            </a:p>
          </p:txBody>
        </p:sp>
      </p:grpSp>
      <p:grpSp>
        <p:nvGrpSpPr>
          <p:cNvPr id="16" name="组合 15"/>
          <p:cNvGrpSpPr>
            <a:grpSpLocks/>
          </p:cNvGrpSpPr>
          <p:nvPr/>
        </p:nvGrpSpPr>
        <p:grpSpPr bwMode="auto">
          <a:xfrm>
            <a:off x="4857750" y="1700213"/>
            <a:ext cx="954088" cy="1858962"/>
            <a:chOff x="4858516" y="1700972"/>
            <a:chExt cx="953540" cy="1857854"/>
          </a:xfrm>
        </p:grpSpPr>
        <p:sp>
          <p:nvSpPr>
            <p:cNvPr id="84012" name="Freeform 40"/>
            <p:cNvSpPr>
              <a:spLocks/>
            </p:cNvSpPr>
            <p:nvPr/>
          </p:nvSpPr>
          <p:spPr bwMode="auto">
            <a:xfrm>
              <a:off x="4858516" y="1700972"/>
              <a:ext cx="793597" cy="1857854"/>
            </a:xfrm>
            <a:custGeom>
              <a:avLst/>
              <a:gdLst>
                <a:gd name="T0" fmla="*/ 2147483646 w 528"/>
                <a:gd name="T1" fmla="*/ 0 h 1488"/>
                <a:gd name="T2" fmla="*/ 2147483646 w 528"/>
                <a:gd name="T3" fmla="*/ 2147483646 h 1488"/>
                <a:gd name="T4" fmla="*/ 2147483646 w 528"/>
                <a:gd name="T5" fmla="*/ 2147483646 h 1488"/>
                <a:gd name="T6" fmla="*/ 0 w 528"/>
                <a:gd name="T7" fmla="*/ 2147483646 h 1488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28"/>
                <a:gd name="T13" fmla="*/ 0 h 1488"/>
                <a:gd name="T14" fmla="*/ 528 w 528"/>
                <a:gd name="T15" fmla="*/ 1488 h 1488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28" h="1488">
                  <a:moveTo>
                    <a:pt x="528" y="0"/>
                  </a:moveTo>
                  <a:cubicBezTo>
                    <a:pt x="504" y="48"/>
                    <a:pt x="480" y="96"/>
                    <a:pt x="432" y="288"/>
                  </a:cubicBezTo>
                  <a:cubicBezTo>
                    <a:pt x="384" y="480"/>
                    <a:pt x="312" y="952"/>
                    <a:pt x="240" y="1152"/>
                  </a:cubicBezTo>
                  <a:cubicBezTo>
                    <a:pt x="168" y="1352"/>
                    <a:pt x="84" y="1420"/>
                    <a:pt x="0" y="1488"/>
                  </a:cubicBezTo>
                </a:path>
              </a:pathLst>
            </a:custGeom>
            <a:noFill/>
            <a:ln w="38100">
              <a:solidFill>
                <a:schemeClr val="tx1"/>
              </a:solidFill>
              <a:round/>
              <a:headEnd type="none" w="sm" len="sm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4013" name="Text Box 41"/>
            <p:cNvSpPr txBox="1">
              <a:spLocks noChangeArrowheads="1"/>
            </p:cNvSpPr>
            <p:nvPr/>
          </p:nvSpPr>
          <p:spPr bwMode="auto">
            <a:xfrm>
              <a:off x="5431094" y="1936591"/>
              <a:ext cx="380962" cy="400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zh-CN" altLang="en-US" sz="2000" b="1">
                  <a:solidFill>
                    <a:srgbClr val="000000"/>
                  </a:solidFill>
                  <a:latin typeface="Times New Roman" panose="02020603050405020304" pitchFamily="18" charset="0"/>
                </a:rPr>
                <a:t>(</a:t>
              </a:r>
            </a:p>
          </p:txBody>
        </p:sp>
      </p:grpSp>
      <p:grpSp>
        <p:nvGrpSpPr>
          <p:cNvPr id="18" name="组合 17"/>
          <p:cNvGrpSpPr>
            <a:grpSpLocks/>
          </p:cNvGrpSpPr>
          <p:nvPr/>
        </p:nvGrpSpPr>
        <p:grpSpPr bwMode="auto">
          <a:xfrm>
            <a:off x="6672263" y="2332038"/>
            <a:ext cx="1512887" cy="584200"/>
            <a:chOff x="6672741" y="2332038"/>
            <a:chExt cx="1512409" cy="584200"/>
          </a:xfrm>
        </p:grpSpPr>
        <p:sp>
          <p:nvSpPr>
            <p:cNvPr id="84009" name="Line 43"/>
            <p:cNvSpPr>
              <a:spLocks noChangeShapeType="1"/>
            </p:cNvSpPr>
            <p:nvPr/>
          </p:nvSpPr>
          <p:spPr bwMode="auto">
            <a:xfrm>
              <a:off x="6672741" y="2772813"/>
              <a:ext cx="504005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none" w="sm" len="sm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4010" name="Text Box 44"/>
            <p:cNvSpPr txBox="1">
              <a:spLocks noChangeArrowheads="1"/>
            </p:cNvSpPr>
            <p:nvPr/>
          </p:nvSpPr>
          <p:spPr bwMode="auto">
            <a:xfrm>
              <a:off x="6749395" y="2404799"/>
              <a:ext cx="380962" cy="400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2000" b="1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F</a:t>
              </a:r>
            </a:p>
          </p:txBody>
        </p:sp>
        <p:sp>
          <p:nvSpPr>
            <p:cNvPr id="124" name="Text Box 45"/>
            <p:cNvSpPr txBox="1">
              <a:spLocks noChangeArrowheads="1"/>
            </p:cNvSpPr>
            <p:nvPr/>
          </p:nvSpPr>
          <p:spPr bwMode="auto">
            <a:xfrm>
              <a:off x="7166297" y="2332038"/>
              <a:ext cx="1018853" cy="5842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>
              <a:spAutoFit/>
            </a:bodyPr>
            <a:lstStyle/>
            <a:p>
              <a:pPr>
                <a:buClr>
                  <a:srgbClr val="073E87"/>
                </a:buClr>
                <a:buSzPct val="75000"/>
                <a:buFont typeface="Monotype Sorts"/>
                <a:buNone/>
                <a:defRPr/>
              </a:pPr>
              <a:r>
                <a:rPr kumimoji="1" lang="en-US" altLang="zh-CN" sz="1600" b="1" dirty="0">
                  <a:solidFill>
                    <a:prstClr val="black"/>
                  </a:solidFill>
                  <a:latin typeface="Times New Roman" pitchFamily="18" charset="0"/>
                </a:rPr>
                <a:t>I</a:t>
              </a:r>
              <a:r>
                <a:rPr kumimoji="1" lang="en-US" altLang="zh-CN" sz="1600" b="1" baseline="-25000" dirty="0">
                  <a:solidFill>
                    <a:prstClr val="black"/>
                  </a:solidFill>
                  <a:latin typeface="Times New Roman" pitchFamily="18" charset="0"/>
                </a:rPr>
                <a:t>10</a:t>
              </a:r>
              <a:r>
                <a:rPr kumimoji="1" lang="en-US" altLang="zh-CN" sz="1600" b="1" dirty="0">
                  <a:solidFill>
                    <a:prstClr val="black"/>
                  </a:solidFill>
                  <a:latin typeface="Times New Roman" pitchFamily="18" charset="0"/>
                </a:rPr>
                <a:t>:</a:t>
              </a:r>
            </a:p>
            <a:p>
              <a:pPr>
                <a:buClr>
                  <a:srgbClr val="073E87"/>
                </a:buClr>
                <a:buSzPct val="75000"/>
                <a:buFont typeface="Monotype Sorts"/>
                <a:buNone/>
                <a:defRPr/>
              </a:pPr>
              <a:r>
                <a:rPr kumimoji="1" lang="en-US" altLang="zh-CN" sz="1600" b="1" i="1" dirty="0">
                  <a:solidFill>
                    <a:prstClr val="black"/>
                  </a:solidFill>
                  <a:latin typeface="Times New Roman" pitchFamily="18" charset="0"/>
                </a:rPr>
                <a:t>T→T*F</a:t>
              </a:r>
              <a:r>
                <a:rPr lang="en-US" altLang="zh-CN" sz="1600" b="1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· </a:t>
              </a:r>
              <a:endPara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</p:grpSp>
      <p:grpSp>
        <p:nvGrpSpPr>
          <p:cNvPr id="21" name="组合 20"/>
          <p:cNvGrpSpPr>
            <a:grpSpLocks/>
          </p:cNvGrpSpPr>
          <p:nvPr/>
        </p:nvGrpSpPr>
        <p:grpSpPr bwMode="auto">
          <a:xfrm>
            <a:off x="6726238" y="1758950"/>
            <a:ext cx="633412" cy="852488"/>
            <a:chOff x="6725533" y="1759652"/>
            <a:chExt cx="633400" cy="852437"/>
          </a:xfrm>
        </p:grpSpPr>
        <p:sp>
          <p:nvSpPr>
            <p:cNvPr id="84007" name="Line 50"/>
            <p:cNvSpPr>
              <a:spLocks noChangeShapeType="1"/>
            </p:cNvSpPr>
            <p:nvPr/>
          </p:nvSpPr>
          <p:spPr bwMode="auto">
            <a:xfrm flipH="1">
              <a:off x="6725533" y="1986817"/>
              <a:ext cx="439826" cy="625272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none" w="sm" len="sm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4008" name="Text Box 51"/>
            <p:cNvSpPr txBox="1">
              <a:spLocks noChangeArrowheads="1"/>
            </p:cNvSpPr>
            <p:nvPr/>
          </p:nvSpPr>
          <p:spPr bwMode="auto">
            <a:xfrm>
              <a:off x="6901779" y="1759652"/>
              <a:ext cx="457154" cy="4617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zh-CN" altLang="en-US" sz="2400" b="1" dirty="0">
                  <a:solidFill>
                    <a:srgbClr val="FF0000"/>
                  </a:solidFill>
                  <a:latin typeface="Times New Roman" panose="02020603050405020304" pitchFamily="18" charset="0"/>
                </a:rPr>
                <a:t>*</a:t>
              </a:r>
            </a:p>
          </p:txBody>
        </p:sp>
      </p:grpSp>
      <p:grpSp>
        <p:nvGrpSpPr>
          <p:cNvPr id="23" name="组合 22"/>
          <p:cNvGrpSpPr>
            <a:grpSpLocks/>
          </p:cNvGrpSpPr>
          <p:nvPr/>
        </p:nvGrpSpPr>
        <p:grpSpPr bwMode="auto">
          <a:xfrm>
            <a:off x="6862763" y="1152525"/>
            <a:ext cx="1812925" cy="2587625"/>
            <a:chOff x="6862006" y="1153207"/>
            <a:chExt cx="1813682" cy="2587264"/>
          </a:xfrm>
        </p:grpSpPr>
        <p:sp>
          <p:nvSpPr>
            <p:cNvPr id="84005" name="Text Box 49"/>
            <p:cNvSpPr txBox="1">
              <a:spLocks noChangeArrowheads="1"/>
            </p:cNvSpPr>
            <p:nvPr/>
          </p:nvSpPr>
          <p:spPr bwMode="auto">
            <a:xfrm>
              <a:off x="8294726" y="3278685"/>
              <a:ext cx="380962" cy="4617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zh-CN" altLang="en-US" sz="2400" b="1">
                  <a:solidFill>
                    <a:srgbClr val="000000"/>
                  </a:solidFill>
                  <a:latin typeface="Times New Roman" panose="02020603050405020304" pitchFamily="18" charset="0"/>
                </a:rPr>
                <a:t>+</a:t>
              </a:r>
            </a:p>
          </p:txBody>
        </p:sp>
        <p:sp>
          <p:nvSpPr>
            <p:cNvPr id="84006" name="Freeform 52"/>
            <p:cNvSpPr>
              <a:spLocks/>
            </p:cNvSpPr>
            <p:nvPr/>
          </p:nvSpPr>
          <p:spPr bwMode="auto">
            <a:xfrm>
              <a:off x="6862006" y="1153207"/>
              <a:ext cx="1758944" cy="2286589"/>
            </a:xfrm>
            <a:custGeom>
              <a:avLst/>
              <a:gdLst>
                <a:gd name="T0" fmla="*/ 2147483646 w 1712"/>
                <a:gd name="T1" fmla="*/ 2147483646 h 2352"/>
                <a:gd name="T2" fmla="*/ 2147483646 w 1712"/>
                <a:gd name="T3" fmla="*/ 2147483646 h 2352"/>
                <a:gd name="T4" fmla="*/ 2147483646 w 1712"/>
                <a:gd name="T5" fmla="*/ 2147483646 h 2352"/>
                <a:gd name="T6" fmla="*/ 2147483646 w 1712"/>
                <a:gd name="T7" fmla="*/ 2147483646 h 2352"/>
                <a:gd name="T8" fmla="*/ 2147483646 w 1712"/>
                <a:gd name="T9" fmla="*/ 2147483646 h 2352"/>
                <a:gd name="T10" fmla="*/ 0 w 1712"/>
                <a:gd name="T11" fmla="*/ 0 h 2352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1712"/>
                <a:gd name="T19" fmla="*/ 0 h 2352"/>
                <a:gd name="T20" fmla="*/ 1712 w 1712"/>
                <a:gd name="T21" fmla="*/ 2352 h 2352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1712" h="2352">
                  <a:moveTo>
                    <a:pt x="1440" y="2352"/>
                  </a:moveTo>
                  <a:cubicBezTo>
                    <a:pt x="1516" y="2060"/>
                    <a:pt x="1592" y="1768"/>
                    <a:pt x="1632" y="1488"/>
                  </a:cubicBezTo>
                  <a:cubicBezTo>
                    <a:pt x="1672" y="1208"/>
                    <a:pt x="1712" y="888"/>
                    <a:pt x="1680" y="672"/>
                  </a:cubicBezTo>
                  <a:cubicBezTo>
                    <a:pt x="1648" y="456"/>
                    <a:pt x="1536" y="296"/>
                    <a:pt x="1440" y="192"/>
                  </a:cubicBezTo>
                  <a:cubicBezTo>
                    <a:pt x="1344" y="88"/>
                    <a:pt x="1344" y="80"/>
                    <a:pt x="1104" y="48"/>
                  </a:cubicBezTo>
                  <a:cubicBezTo>
                    <a:pt x="864" y="16"/>
                    <a:pt x="152" y="0"/>
                    <a:pt x="0" y="0"/>
                  </a:cubicBezTo>
                </a:path>
              </a:pathLst>
            </a:custGeom>
            <a:noFill/>
            <a:ln w="38100">
              <a:solidFill>
                <a:schemeClr val="tx1"/>
              </a:solidFill>
              <a:round/>
              <a:headEnd type="none" w="sm" len="sm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24" name="组合 23"/>
          <p:cNvGrpSpPr>
            <a:grpSpLocks/>
          </p:cNvGrpSpPr>
          <p:nvPr/>
        </p:nvGrpSpPr>
        <p:grpSpPr bwMode="auto">
          <a:xfrm>
            <a:off x="4878388" y="3460750"/>
            <a:ext cx="1400175" cy="917575"/>
            <a:chOff x="4877924" y="3460106"/>
            <a:chExt cx="1401372" cy="918037"/>
          </a:xfrm>
        </p:grpSpPr>
        <p:sp>
          <p:nvSpPr>
            <p:cNvPr id="84003" name="Text Box 46"/>
            <p:cNvSpPr txBox="1">
              <a:spLocks noChangeArrowheads="1"/>
            </p:cNvSpPr>
            <p:nvPr/>
          </p:nvSpPr>
          <p:spPr bwMode="auto">
            <a:xfrm>
              <a:off x="5822142" y="3460106"/>
              <a:ext cx="457154" cy="400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zh-CN" altLang="en-US" sz="2000" b="1">
                  <a:solidFill>
                    <a:srgbClr val="000000"/>
                  </a:solidFill>
                  <a:latin typeface="Times New Roman" panose="02020603050405020304" pitchFamily="18" charset="0"/>
                </a:rPr>
                <a:t>(</a:t>
              </a:r>
            </a:p>
          </p:txBody>
        </p:sp>
        <p:sp>
          <p:nvSpPr>
            <p:cNvPr id="84004" name="Freeform 54"/>
            <p:cNvSpPr>
              <a:spLocks/>
            </p:cNvSpPr>
            <p:nvPr/>
          </p:nvSpPr>
          <p:spPr bwMode="auto">
            <a:xfrm>
              <a:off x="4877924" y="3532943"/>
              <a:ext cx="971377" cy="845200"/>
            </a:xfrm>
            <a:custGeom>
              <a:avLst/>
              <a:gdLst>
                <a:gd name="T0" fmla="*/ 2147483646 w 640"/>
                <a:gd name="T1" fmla="*/ 0 h 1104"/>
                <a:gd name="T2" fmla="*/ 2147483646 w 640"/>
                <a:gd name="T3" fmla="*/ 2147483646 h 1104"/>
                <a:gd name="T4" fmla="*/ 2147483646 w 640"/>
                <a:gd name="T5" fmla="*/ 2147483646 h 1104"/>
                <a:gd name="T6" fmla="*/ 0 w 640"/>
                <a:gd name="T7" fmla="*/ 2147483646 h 1104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640"/>
                <a:gd name="T13" fmla="*/ 0 h 1104"/>
                <a:gd name="T14" fmla="*/ 640 w 640"/>
                <a:gd name="T15" fmla="*/ 1104 h 1104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640" h="1104">
                  <a:moveTo>
                    <a:pt x="624" y="0"/>
                  </a:moveTo>
                  <a:cubicBezTo>
                    <a:pt x="632" y="144"/>
                    <a:pt x="640" y="288"/>
                    <a:pt x="624" y="384"/>
                  </a:cubicBezTo>
                  <a:cubicBezTo>
                    <a:pt x="608" y="480"/>
                    <a:pt x="632" y="456"/>
                    <a:pt x="528" y="576"/>
                  </a:cubicBezTo>
                  <a:cubicBezTo>
                    <a:pt x="424" y="696"/>
                    <a:pt x="212" y="900"/>
                    <a:pt x="0" y="1104"/>
                  </a:cubicBezTo>
                </a:path>
              </a:pathLst>
            </a:custGeom>
            <a:noFill/>
            <a:ln w="38100">
              <a:solidFill>
                <a:schemeClr val="tx1"/>
              </a:solidFill>
              <a:round/>
              <a:headEnd type="none" w="sm" len="sm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7" name="组合 16"/>
          <p:cNvGrpSpPr>
            <a:grpSpLocks/>
          </p:cNvGrpSpPr>
          <p:nvPr/>
        </p:nvGrpSpPr>
        <p:grpSpPr bwMode="auto">
          <a:xfrm>
            <a:off x="2571750" y="628650"/>
            <a:ext cx="6288088" cy="4456113"/>
            <a:chOff x="2571750" y="628650"/>
            <a:chExt cx="6288088" cy="4456113"/>
          </a:xfrm>
        </p:grpSpPr>
        <p:sp>
          <p:nvSpPr>
            <p:cNvPr id="64" name="任意多边形 63"/>
            <p:cNvSpPr/>
            <p:nvPr/>
          </p:nvSpPr>
          <p:spPr>
            <a:xfrm>
              <a:off x="2571750" y="966788"/>
              <a:ext cx="6288088" cy="4117975"/>
            </a:xfrm>
            <a:custGeom>
              <a:avLst/>
              <a:gdLst>
                <a:gd name="connsiteX0" fmla="*/ 5697416 w 8383465"/>
                <a:gd name="connsiteY0" fmla="*/ 2930 h 5489330"/>
                <a:gd name="connsiteX1" fmla="*/ 6770077 w 8383465"/>
                <a:gd name="connsiteY1" fmla="*/ 20515 h 5489330"/>
                <a:gd name="connsiteX2" fmla="*/ 7429500 w 8383465"/>
                <a:gd name="connsiteY2" fmla="*/ 126023 h 5489330"/>
                <a:gd name="connsiteX3" fmla="*/ 8018585 w 8383465"/>
                <a:gd name="connsiteY3" fmla="*/ 574430 h 5489330"/>
                <a:gd name="connsiteX4" fmla="*/ 8326316 w 8383465"/>
                <a:gd name="connsiteY4" fmla="*/ 1471246 h 5489330"/>
                <a:gd name="connsiteX5" fmla="*/ 8317523 w 8383465"/>
                <a:gd name="connsiteY5" fmla="*/ 3968261 h 5489330"/>
                <a:gd name="connsiteX6" fmla="*/ 7930662 w 8383465"/>
                <a:gd name="connsiteY6" fmla="*/ 5146430 h 5489330"/>
                <a:gd name="connsiteX7" fmla="*/ 6761285 w 8383465"/>
                <a:gd name="connsiteY7" fmla="*/ 5427784 h 5489330"/>
                <a:gd name="connsiteX8" fmla="*/ 2233246 w 8383465"/>
                <a:gd name="connsiteY8" fmla="*/ 5462953 h 5489330"/>
                <a:gd name="connsiteX9" fmla="*/ 826477 w 8383465"/>
                <a:gd name="connsiteY9" fmla="*/ 5269523 h 5489330"/>
                <a:gd name="connsiteX10" fmla="*/ 0 w 8383465"/>
                <a:gd name="connsiteY10" fmla="*/ 4205653 h 5489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383465" h="5489330">
                  <a:moveTo>
                    <a:pt x="5697416" y="2930"/>
                  </a:moveTo>
                  <a:cubicBezTo>
                    <a:pt x="6089406" y="1465"/>
                    <a:pt x="6481396" y="0"/>
                    <a:pt x="6770077" y="20515"/>
                  </a:cubicBezTo>
                  <a:cubicBezTo>
                    <a:pt x="7058758" y="41031"/>
                    <a:pt x="7221415" y="33704"/>
                    <a:pt x="7429500" y="126023"/>
                  </a:cubicBezTo>
                  <a:cubicBezTo>
                    <a:pt x="7637585" y="218342"/>
                    <a:pt x="7869116" y="350226"/>
                    <a:pt x="8018585" y="574430"/>
                  </a:cubicBezTo>
                  <a:cubicBezTo>
                    <a:pt x="8168054" y="798634"/>
                    <a:pt x="8276493" y="905607"/>
                    <a:pt x="8326316" y="1471246"/>
                  </a:cubicBezTo>
                  <a:cubicBezTo>
                    <a:pt x="8376139" y="2036885"/>
                    <a:pt x="8383465" y="3355730"/>
                    <a:pt x="8317523" y="3968261"/>
                  </a:cubicBezTo>
                  <a:cubicBezTo>
                    <a:pt x="8251581" y="4580792"/>
                    <a:pt x="8190035" y="4903176"/>
                    <a:pt x="7930662" y="5146430"/>
                  </a:cubicBezTo>
                  <a:cubicBezTo>
                    <a:pt x="7671289" y="5389684"/>
                    <a:pt x="7710854" y="5375030"/>
                    <a:pt x="6761285" y="5427784"/>
                  </a:cubicBezTo>
                  <a:cubicBezTo>
                    <a:pt x="5811716" y="5480538"/>
                    <a:pt x="3222381" y="5489330"/>
                    <a:pt x="2233246" y="5462953"/>
                  </a:cubicBezTo>
                  <a:cubicBezTo>
                    <a:pt x="1244111" y="5436576"/>
                    <a:pt x="1198685" y="5479073"/>
                    <a:pt x="826477" y="5269523"/>
                  </a:cubicBezTo>
                  <a:cubicBezTo>
                    <a:pt x="454269" y="5059973"/>
                    <a:pt x="227134" y="4632813"/>
                    <a:pt x="0" y="4205653"/>
                  </a:cubicBezTo>
                </a:path>
              </a:pathLst>
            </a:cu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>
                <a:solidFill>
                  <a:prstClr val="black"/>
                </a:solidFill>
              </a:endParaRPr>
            </a:p>
          </p:txBody>
        </p:sp>
        <p:sp>
          <p:nvSpPr>
            <p:cNvPr id="84002" name="Text Box 56"/>
            <p:cNvSpPr txBox="1">
              <a:spLocks noChangeArrowheads="1"/>
            </p:cNvSpPr>
            <p:nvPr/>
          </p:nvSpPr>
          <p:spPr bwMode="auto">
            <a:xfrm>
              <a:off x="6893738" y="628650"/>
              <a:ext cx="457154" cy="400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2000" b="1">
                  <a:solidFill>
                    <a:srgbClr val="000000"/>
                  </a:solidFill>
                  <a:latin typeface="Times New Roman" panose="02020603050405020304" pitchFamily="18" charset="0"/>
                </a:rPr>
                <a:t>id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1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11617">
                                            <p:bg/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11617">
                                            <p:bg/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1161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116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116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116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1116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116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16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116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116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16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16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116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116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116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116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16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116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116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16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116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116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116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61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1161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1161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161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 nodeType="clickPar">
                      <p:stCondLst>
                        <p:cond delay="indefinite"/>
                      </p:stCondLst>
                      <p:childTnLst>
                        <p:par>
                          <p:cTn id="5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 nodeType="clickPar">
                      <p:stCondLst>
                        <p:cond delay="indefinite"/>
                      </p:stCondLst>
                      <p:childTnLst>
                        <p:par>
                          <p:cTn id="6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 nodeType="clickPar">
                      <p:stCondLst>
                        <p:cond delay="indefinite"/>
                      </p:stCondLst>
                      <p:childTnLst>
                        <p:par>
                          <p:cTn id="7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 nodeType="clickPar">
                      <p:stCondLst>
                        <p:cond delay="indefinite"/>
                      </p:stCondLst>
                      <p:childTnLst>
                        <p:par>
                          <p:cTn id="8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 nodeType="clickPar">
                      <p:stCondLst>
                        <p:cond delay="indefinite"/>
                      </p:stCondLst>
                      <p:childTnLst>
                        <p:par>
                          <p:cTn id="8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 nodeType="clickPar">
                      <p:stCondLst>
                        <p:cond delay="indefinite"/>
                      </p:stCondLst>
                      <p:childTnLst>
                        <p:par>
                          <p:cTn id="9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500" fill="hold"/>
                                        <p:tgtEl>
                                          <p:spTgt spid="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 nodeType="clickPar">
                      <p:stCondLst>
                        <p:cond delay="indefinite"/>
                      </p:stCondLst>
                      <p:childTnLst>
                        <p:par>
                          <p:cTn id="10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6" dur="500" fill="hold"/>
                                        <p:tgtEl>
                                          <p:spTgt spid="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500" fill="hold"/>
                                        <p:tgtEl>
                                          <p:spTgt spid="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 nodeType="clickPar">
                      <p:stCondLst>
                        <p:cond delay="indefinite"/>
                      </p:stCondLst>
                      <p:childTnLst>
                        <p:par>
                          <p:cTn id="1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82">
                                            <p:bg/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500" fill="hold"/>
                                        <p:tgtEl>
                                          <p:spTgt spid="82">
                                            <p:bg/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8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3" dur="500" fill="hold"/>
                                        <p:tgtEl>
                                          <p:spTgt spid="8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500" fill="hold"/>
                                        <p:tgtEl>
                                          <p:spTgt spid="8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8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8" dur="500" fill="hold"/>
                                        <p:tgtEl>
                                          <p:spTgt spid="8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500" fill="hold"/>
                                        <p:tgtEl>
                                          <p:spTgt spid="8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8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 nodeType="clickPar">
                      <p:stCondLst>
                        <p:cond delay="indefinite"/>
                      </p:stCondLst>
                      <p:childTnLst>
                        <p:par>
                          <p:cTn id="1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5" dur="500" fill="hold"/>
                                        <p:tgtEl>
                                          <p:spTgt spid="8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6" dur="500" fill="hold"/>
                                        <p:tgtEl>
                                          <p:spTgt spid="8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8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8" fill="hold" nodeType="clickPar">
                      <p:stCondLst>
                        <p:cond delay="indefinite"/>
                      </p:stCondLst>
                      <p:childTnLst>
                        <p:par>
                          <p:cTn id="13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5" fill="hold" nodeType="clickPar">
                      <p:stCondLst>
                        <p:cond delay="indefinite"/>
                      </p:stCondLst>
                      <p:childTnLst>
                        <p:par>
                          <p:cTn id="1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2" fill="hold" nodeType="clickPar">
                      <p:stCondLst>
                        <p:cond delay="indefinite"/>
                      </p:stCondLst>
                      <p:childTnLst>
                        <p:par>
                          <p:cTn id="15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1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2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3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6" dur="500" fill="hold"/>
                                        <p:tgtEl>
                                          <p:spTgt spid="9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7" dur="500" fill="hold"/>
                                        <p:tgtEl>
                                          <p:spTgt spid="9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8" dur="500"/>
                                        <p:tgtEl>
                                          <p:spTgt spid="9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1" dur="500" fill="hold"/>
                                        <p:tgtEl>
                                          <p:spTgt spid="9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2" dur="500" fill="hold"/>
                                        <p:tgtEl>
                                          <p:spTgt spid="9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3" dur="500"/>
                                        <p:tgtEl>
                                          <p:spTgt spid="9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4" fill="hold" nodeType="clickPar">
                      <p:stCondLst>
                        <p:cond delay="indefinite"/>
                      </p:stCondLst>
                      <p:childTnLst>
                        <p:par>
                          <p:cTn id="17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8" dur="500" fill="hold"/>
                                        <p:tgtEl>
                                          <p:spTgt spid="9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9" dur="500" fill="hold"/>
                                        <p:tgtEl>
                                          <p:spTgt spid="9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9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3" dur="500" fill="hold"/>
                                        <p:tgtEl>
                                          <p:spTgt spid="9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4" dur="500" fill="hold"/>
                                        <p:tgtEl>
                                          <p:spTgt spid="9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5" dur="500"/>
                                        <p:tgtEl>
                                          <p:spTgt spid="9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6" fill="hold" nodeType="clickPar">
                      <p:stCondLst>
                        <p:cond delay="indefinite"/>
                      </p:stCondLst>
                      <p:childTnLst>
                        <p:par>
                          <p:cTn id="18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8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0" dur="500" fill="hold"/>
                                        <p:tgtEl>
                                          <p:spTgt spid="9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1" dur="500" fill="hold"/>
                                        <p:tgtEl>
                                          <p:spTgt spid="9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9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5" dur="500" fill="hold"/>
                                        <p:tgtEl>
                                          <p:spTgt spid="9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6" dur="500" fill="hold"/>
                                        <p:tgtEl>
                                          <p:spTgt spid="9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9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8" fill="hold" nodeType="clickPar">
                      <p:stCondLst>
                        <p:cond delay="indefinite"/>
                      </p:stCondLst>
                      <p:childTnLst>
                        <p:par>
                          <p:cTn id="19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2" dur="500" fill="hold"/>
                                        <p:tgtEl>
                                          <p:spTgt spid="9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3" dur="500" fill="hold"/>
                                        <p:tgtEl>
                                          <p:spTgt spid="9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4" dur="500"/>
                                        <p:tgtEl>
                                          <p:spTgt spid="9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7" dur="500" fill="hold"/>
                                        <p:tgtEl>
                                          <p:spTgt spid="9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8" dur="500" fill="hold"/>
                                        <p:tgtEl>
                                          <p:spTgt spid="9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9" dur="500"/>
                                        <p:tgtEl>
                                          <p:spTgt spid="9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" fill="hold" nodeType="clickPar">
                      <p:stCondLst>
                        <p:cond delay="indefinite"/>
                      </p:stCondLst>
                      <p:childTnLst>
                        <p:par>
                          <p:cTn id="2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7" fill="hold" nodeType="clickPar">
                      <p:stCondLst>
                        <p:cond delay="indefinite"/>
                      </p:stCondLst>
                      <p:childTnLst>
                        <p:par>
                          <p:cTn id="2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6" dur="500" fill="hold"/>
                                        <p:tgtEl>
                                          <p:spTgt spid="98">
                                            <p:bg/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7" dur="500" fill="hold"/>
                                        <p:tgtEl>
                                          <p:spTgt spid="98">
                                            <p:bg/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8" dur="500"/>
                                        <p:tgtEl>
                                          <p:spTgt spid="98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1" dur="500" fill="hold"/>
                                        <p:tgtEl>
                                          <p:spTgt spid="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2" dur="500" fill="hold"/>
                                        <p:tgtEl>
                                          <p:spTgt spid="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3" dur="500"/>
                                        <p:tgtEl>
                                          <p:spTgt spid="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6" dur="500" fill="hold"/>
                                        <p:tgtEl>
                                          <p:spTgt spid="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7" dur="500" fill="hold"/>
                                        <p:tgtEl>
                                          <p:spTgt spid="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8" dur="500"/>
                                        <p:tgtEl>
                                          <p:spTgt spid="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9" fill="hold" nodeType="clickPar">
                      <p:stCondLst>
                        <p:cond delay="indefinite"/>
                      </p:stCondLst>
                      <p:childTnLst>
                        <p:par>
                          <p:cTn id="2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3" dur="500" fill="hold"/>
                                        <p:tgtEl>
                                          <p:spTgt spid="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4" dur="500" fill="hold"/>
                                        <p:tgtEl>
                                          <p:spTgt spid="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5" dur="500"/>
                                        <p:tgtEl>
                                          <p:spTgt spid="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8" dur="500" fill="hold"/>
                                        <p:tgtEl>
                                          <p:spTgt spid="9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9" dur="500" fill="hold"/>
                                        <p:tgtEl>
                                          <p:spTgt spid="9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0" dur="500"/>
                                        <p:tgtEl>
                                          <p:spTgt spid="9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1" fill="hold" nodeType="clickPar">
                      <p:stCondLst>
                        <p:cond delay="indefinite"/>
                      </p:stCondLst>
                      <p:childTnLst>
                        <p:par>
                          <p:cTn id="2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5" dur="500" fill="hold"/>
                                        <p:tgtEl>
                                          <p:spTgt spid="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6" dur="500" fill="hold"/>
                                        <p:tgtEl>
                                          <p:spTgt spid="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7" dur="500"/>
                                        <p:tgtEl>
                                          <p:spTgt spid="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0" dur="500" fill="hold"/>
                                        <p:tgtEl>
                                          <p:spTgt spid="9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1" dur="500" fill="hold"/>
                                        <p:tgtEl>
                                          <p:spTgt spid="9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2" dur="500"/>
                                        <p:tgtEl>
                                          <p:spTgt spid="9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3" fill="hold" nodeType="clickPar">
                      <p:stCondLst>
                        <p:cond delay="indefinite"/>
                      </p:stCondLst>
                      <p:childTnLst>
                        <p:par>
                          <p:cTn id="2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6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2" dur="500" fill="hold"/>
                                        <p:tgtEl>
                                          <p:spTgt spid="101">
                                            <p:bg/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3" dur="500" fill="hold"/>
                                        <p:tgtEl>
                                          <p:spTgt spid="101">
                                            <p:bg/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4" dur="500"/>
                                        <p:tgtEl>
                                          <p:spTgt spid="101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7" dur="500" fill="hold"/>
                                        <p:tgtEl>
                                          <p:spTgt spid="1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8" dur="500" fill="hold"/>
                                        <p:tgtEl>
                                          <p:spTgt spid="1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9" dur="500"/>
                                        <p:tgtEl>
                                          <p:spTgt spid="1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2" dur="500" fill="hold"/>
                                        <p:tgtEl>
                                          <p:spTgt spid="1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3" dur="500" fill="hold"/>
                                        <p:tgtEl>
                                          <p:spTgt spid="1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4" dur="500"/>
                                        <p:tgtEl>
                                          <p:spTgt spid="1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5" fill="hold" nodeType="clickPar">
                      <p:stCondLst>
                        <p:cond delay="indefinite"/>
                      </p:stCondLst>
                      <p:childTnLst>
                        <p:par>
                          <p:cTn id="28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8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9" dur="500" fill="hold"/>
                                        <p:tgtEl>
                                          <p:spTgt spid="1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0" dur="500" fill="hold"/>
                                        <p:tgtEl>
                                          <p:spTgt spid="1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1" dur="500"/>
                                        <p:tgtEl>
                                          <p:spTgt spid="1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4" dur="500" fill="hold"/>
                                        <p:tgtEl>
                                          <p:spTgt spid="1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5" dur="500" fill="hold"/>
                                        <p:tgtEl>
                                          <p:spTgt spid="1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6" dur="500"/>
                                        <p:tgtEl>
                                          <p:spTgt spid="1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7" fill="hold" nodeType="clickPar">
                      <p:stCondLst>
                        <p:cond delay="indefinite"/>
                      </p:stCondLst>
                      <p:childTnLst>
                        <p:par>
                          <p:cTn id="29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4" fill="hold" nodeType="clickPar">
                      <p:stCondLst>
                        <p:cond delay="indefinite"/>
                      </p:stCondLst>
                      <p:childTnLst>
                        <p:par>
                          <p:cTn id="30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0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1" fill="hold" nodeType="clickPar">
                      <p:stCondLst>
                        <p:cond delay="indefinite"/>
                      </p:stCondLst>
                      <p:childTnLst>
                        <p:par>
                          <p:cTn id="3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8" fill="hold" nodeType="clickPar">
                      <p:stCondLst>
                        <p:cond delay="indefinite"/>
                      </p:stCondLst>
                      <p:childTnLst>
                        <p:par>
                          <p:cTn id="3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2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5" fill="hold" nodeType="clickPar">
                      <p:stCondLst>
                        <p:cond delay="indefinite"/>
                      </p:stCondLst>
                      <p:childTnLst>
                        <p:par>
                          <p:cTn id="3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2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2" fill="hold" nodeType="clickPar">
                      <p:stCondLst>
                        <p:cond delay="indefinite"/>
                      </p:stCondLst>
                      <p:childTnLst>
                        <p:par>
                          <p:cTn id="33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9" fill="hold" nodeType="clickPar">
                      <p:stCondLst>
                        <p:cond delay="indefinite"/>
                      </p:stCondLst>
                      <p:childTnLst>
                        <p:par>
                          <p:cTn id="3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4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6" fill="hold" nodeType="clickPar">
                      <p:stCondLst>
                        <p:cond delay="indefinite"/>
                      </p:stCondLst>
                      <p:childTnLst>
                        <p:par>
                          <p:cTn id="34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4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3" fill="hold" nodeType="clickPar">
                      <p:stCondLst>
                        <p:cond delay="indefinite"/>
                      </p:stCondLst>
                      <p:childTnLst>
                        <p:par>
                          <p:cTn id="3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0" fill="hold" nodeType="clickPar">
                      <p:stCondLst>
                        <p:cond delay="indefinite"/>
                      </p:stCondLst>
                      <p:childTnLst>
                        <p:par>
                          <p:cTn id="36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6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7" fill="hold" nodeType="clickPar">
                      <p:stCondLst>
                        <p:cond delay="indefinite"/>
                      </p:stCondLst>
                      <p:childTnLst>
                        <p:par>
                          <p:cTn id="36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6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4" fill="hold" nodeType="clickPar">
                      <p:stCondLst>
                        <p:cond delay="indefinite"/>
                      </p:stCondLst>
                      <p:childTnLst>
                        <p:par>
                          <p:cTn id="37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9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1" fill="hold" nodeType="clickPar">
                      <p:stCondLst>
                        <p:cond delay="indefinite"/>
                      </p:stCondLst>
                      <p:childTnLst>
                        <p:par>
                          <p:cTn id="38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8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8" fill="hold" nodeType="clickPar">
                      <p:stCondLst>
                        <p:cond delay="indefinite"/>
                      </p:stCondLst>
                      <p:childTnLst>
                        <p:par>
                          <p:cTn id="38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5" fill="hold" nodeType="clickPar">
                      <p:stCondLst>
                        <p:cond delay="indefinite"/>
                      </p:stCondLst>
                      <p:childTnLst>
                        <p:par>
                          <p:cTn id="39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2" fill="hold" nodeType="clickPar">
                      <p:stCondLst>
                        <p:cond delay="indefinite"/>
                      </p:stCondLst>
                      <p:childTnLst>
                        <p:par>
                          <p:cTn id="40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0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6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7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8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1617" grpId="0" build="p" animBg="1"/>
      <p:bldP spid="63" grpId="0" animBg="1"/>
      <p:bldP spid="79" grpId="0" animBg="1"/>
      <p:bldP spid="82" grpId="0" build="allAtOnce" animBg="1"/>
      <p:bldP spid="93" grpId="0" animBg="1"/>
      <p:bldP spid="98" grpId="0" build="allAtOnce" animBg="1"/>
      <p:bldP spid="101" grpId="0" build="allAtOnce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8" name="Rectangle 2"/>
          <p:cNvSpPr>
            <a:spLocks noGrp="1" noChangeArrowheads="1"/>
          </p:cNvSpPr>
          <p:nvPr>
            <p:ph type="title"/>
          </p:nvPr>
        </p:nvSpPr>
        <p:spPr>
          <a:xfrm>
            <a:off x="755650" y="195486"/>
            <a:ext cx="8208963" cy="358775"/>
          </a:xfrm>
        </p:spPr>
        <p:txBody>
          <a:bodyPr/>
          <a:lstStyle/>
          <a:p>
            <a:pPr eaLnBrk="1" hangingPunct="1"/>
            <a:r>
              <a:rPr lang="zh-CN" altLang="en-US" sz="2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表达式文法的</a:t>
            </a:r>
            <a:r>
              <a:rPr lang="en-US" altLang="zh-CN" sz="2800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LR</a:t>
            </a:r>
            <a:r>
              <a:rPr lang="en-US" altLang="zh-CN" sz="2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(0)</a:t>
            </a:r>
            <a:r>
              <a:rPr lang="zh-CN" altLang="en-US" sz="2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分析表含有</a:t>
            </a:r>
            <a:r>
              <a:rPr lang="zh-CN" altLang="en-US" sz="2800" dirty="0">
                <a:solidFill>
                  <a:srgbClr val="2D83F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移入</a:t>
            </a:r>
            <a:r>
              <a:rPr lang="en-US" altLang="zh-CN" sz="2800" dirty="0">
                <a:solidFill>
                  <a:srgbClr val="2D83F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zh-CN" altLang="en-US" sz="2800" dirty="0">
                <a:solidFill>
                  <a:srgbClr val="2D83F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归约</a:t>
            </a:r>
            <a:r>
              <a:rPr lang="zh-CN" altLang="en-US" sz="2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冲突</a:t>
            </a:r>
            <a:endParaRPr lang="zh-CN" altLang="zh-CN" sz="2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5" name="Group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2430654"/>
              </p:ext>
            </p:extLst>
          </p:nvPr>
        </p:nvGraphicFramePr>
        <p:xfrm>
          <a:off x="755650" y="627534"/>
          <a:ext cx="7777163" cy="4408493"/>
        </p:xfrm>
        <a:graphic>
          <a:graphicData uri="http://schemas.openxmlformats.org/drawingml/2006/table">
            <a:tbl>
              <a:tblPr/>
              <a:tblGrid>
                <a:gridCol w="86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21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21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51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80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7626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048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1273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华文楷体" pitchFamily="2" charset="-122"/>
                          <a:ea typeface="华文楷体" pitchFamily="2" charset="-122"/>
                          <a:cs typeface="Times New Roman" pitchFamily="18" charset="0"/>
                        </a:rPr>
                        <a:t>状态</a:t>
                      </a:r>
                    </a:p>
                  </a:txBody>
                  <a:tcPr marL="91442" marR="91442" marT="34283" marB="34283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" pitchFamily="49" charset="-122"/>
                        </a:rPr>
                        <a:t>ACTION</a:t>
                      </a:r>
                      <a:endParaRPr kumimoji="0" lang="zh-CN" altLang="en-US" sz="16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" pitchFamily="49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" pitchFamily="49" charset="-122"/>
                        </a:rPr>
                        <a:t>GOTO</a:t>
                      </a:r>
                      <a:endParaRPr kumimoji="0" lang="zh-CN" altLang="en-US" sz="16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" pitchFamily="49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2738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id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华文楷体" pitchFamily="2" charset="-122"/>
                          <a:ea typeface="华文楷体" pitchFamily="2" charset="-122"/>
                        </a:rPr>
                        <a:t>＋</a:t>
                      </a: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_GB2312"/>
                          <a:cs typeface="Times New Roman" pitchFamily="18" charset="0"/>
                        </a:rPr>
                        <a:t>*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_GB231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（</a:t>
                      </a: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）</a:t>
                      </a: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华文楷体" pitchFamily="2" charset="-122"/>
                          <a:ea typeface="华文楷体" pitchFamily="2" charset="-122"/>
                          <a:cs typeface="Times New Roman" pitchFamily="18" charset="0"/>
                        </a:rPr>
                        <a:t>$</a:t>
                      </a: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 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" pitchFamily="49" charset="-122"/>
                        </a:rPr>
                        <a:t>E</a:t>
                      </a:r>
                      <a:endParaRPr kumimoji="0" lang="zh-CN" altLang="en-US" sz="16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" pitchFamily="49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楷体" pitchFamily="49" charset="-122"/>
                        </a:rPr>
                        <a:t>T</a:t>
                      </a:r>
                      <a:endParaRPr kumimoji="0" lang="zh-CN" altLang="en-US" sz="1600" b="1" i="1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楷体" pitchFamily="49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600" b="1" i="1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F</a:t>
                      </a:r>
                      <a:endParaRPr kumimoji="0" lang="zh-CN" altLang="en-US" sz="1600" b="1" i="1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B5CE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273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s5</a:t>
                      </a: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folHlink"/>
                          </a:solidFill>
                          <a:effectLst/>
                          <a:latin typeface="宋体" pitchFamily="2" charset="-122"/>
                          <a:ea typeface="华文楷体" pitchFamily="2" charset="-122"/>
                          <a:cs typeface="Times New Roman" pitchFamily="18" charset="0"/>
                        </a:rPr>
                        <a:t> 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</a:t>
                      </a:r>
                      <a:r>
                        <a:rPr kumimoji="1" lang="en-US" altLang="zh-CN" sz="1600" b="1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4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1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2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3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89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1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s6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ndara" pitchFamily="34" charset="0"/>
                        <a:ea typeface="华文楷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ndara" pitchFamily="34" charset="0"/>
                        <a:ea typeface="华文楷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ndara" pitchFamily="34" charset="0"/>
                        <a:ea typeface="华文楷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acc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273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2</a:t>
                      </a:r>
                      <a:endParaRPr kumimoji="0" lang="zh-CN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r2</a:t>
                      </a: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folHlink"/>
                          </a:solidFill>
                          <a:effectLst/>
                          <a:latin typeface="宋体" pitchFamily="2" charset="-122"/>
                          <a:ea typeface="华文楷体" pitchFamily="2" charset="-122"/>
                          <a:cs typeface="Times New Roman" pitchFamily="18" charset="0"/>
                        </a:rPr>
                        <a:t> 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r2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r2/s7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r2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r2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r2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273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3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r4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r4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r4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r4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r4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r4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273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4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s5</a:t>
                      </a: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folHlink"/>
                          </a:solidFill>
                          <a:effectLst/>
                          <a:latin typeface="宋体" pitchFamily="2" charset="-122"/>
                          <a:ea typeface="华文楷体" pitchFamily="2" charset="-122"/>
                          <a:cs typeface="Times New Roman" pitchFamily="18" charset="0"/>
                        </a:rPr>
                        <a:t> 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s4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8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2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3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273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5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r6</a:t>
                      </a: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folHlink"/>
                          </a:solidFill>
                          <a:effectLst/>
                          <a:latin typeface="宋体" pitchFamily="2" charset="-122"/>
                          <a:ea typeface="华文楷体" pitchFamily="2" charset="-122"/>
                          <a:cs typeface="Times New Roman" pitchFamily="18" charset="0"/>
                        </a:rPr>
                        <a:t> 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r6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r6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r6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r6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r6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273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6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s5</a:t>
                      </a: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folHlink"/>
                          </a:solidFill>
                          <a:effectLst/>
                          <a:latin typeface="宋体" pitchFamily="2" charset="-122"/>
                          <a:ea typeface="华文楷体" pitchFamily="2" charset="-122"/>
                          <a:cs typeface="Times New Roman" pitchFamily="18" charset="0"/>
                        </a:rPr>
                        <a:t> 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s4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9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3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273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7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s5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s4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10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273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8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s6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s11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273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9</a:t>
                      </a:r>
                      <a:endParaRPr kumimoji="0" lang="zh-CN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r1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r1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r1/s7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r1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r1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r1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1273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10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r3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r3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r3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r3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r3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r3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1273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11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r5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r5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r5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r5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r5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CN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华文楷体" pitchFamily="2" charset="-122"/>
                          <a:cs typeface="Times New Roman" pitchFamily="18" charset="0"/>
                        </a:rPr>
                        <a:t>r5</a:t>
                      </a: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华文楷体" pitchFamily="2" charset="-122"/>
                        <a:cs typeface="Times New Roman" pitchFamily="18" charset="0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1600" b="1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marL="91442" marR="91442" marT="34283" marB="34283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组合 24"/>
          <p:cNvGrpSpPr>
            <a:grpSpLocks/>
          </p:cNvGrpSpPr>
          <p:nvPr/>
        </p:nvGrpSpPr>
        <p:grpSpPr bwMode="auto">
          <a:xfrm>
            <a:off x="2857500" y="3473450"/>
            <a:ext cx="3849688" cy="1443038"/>
            <a:chOff x="2857786" y="3474134"/>
            <a:chExt cx="3849879" cy="1442354"/>
          </a:xfrm>
        </p:grpSpPr>
        <p:sp>
          <p:nvSpPr>
            <p:cNvPr id="84050" name="Text Box 42"/>
            <p:cNvSpPr txBox="1">
              <a:spLocks noChangeArrowheads="1"/>
            </p:cNvSpPr>
            <p:nvPr/>
          </p:nvSpPr>
          <p:spPr bwMode="auto">
            <a:xfrm>
              <a:off x="6250511" y="3485767"/>
              <a:ext cx="457154" cy="400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2000" b="1">
                  <a:solidFill>
                    <a:srgbClr val="000000"/>
                  </a:solidFill>
                  <a:latin typeface="Times New Roman" panose="02020603050405020304" pitchFamily="18" charset="0"/>
                </a:rPr>
                <a:t>id</a:t>
              </a:r>
            </a:p>
          </p:txBody>
        </p:sp>
        <p:sp>
          <p:nvSpPr>
            <p:cNvPr id="84051" name="Freeform 55"/>
            <p:cNvSpPr>
              <a:spLocks/>
            </p:cNvSpPr>
            <p:nvPr/>
          </p:nvSpPr>
          <p:spPr bwMode="auto">
            <a:xfrm>
              <a:off x="2857786" y="3474134"/>
              <a:ext cx="3428417" cy="1442354"/>
            </a:xfrm>
            <a:custGeom>
              <a:avLst/>
              <a:gdLst>
                <a:gd name="T0" fmla="*/ 2147483646 w 2912"/>
                <a:gd name="T1" fmla="*/ 0 h 1760"/>
                <a:gd name="T2" fmla="*/ 2147483646 w 2912"/>
                <a:gd name="T3" fmla="*/ 2147483646 h 1760"/>
                <a:gd name="T4" fmla="*/ 2147483646 w 2912"/>
                <a:gd name="T5" fmla="*/ 2147483646 h 1760"/>
                <a:gd name="T6" fmla="*/ 2147483646 w 2912"/>
                <a:gd name="T7" fmla="*/ 2147483646 h 1760"/>
                <a:gd name="T8" fmla="*/ 2147483646 w 2912"/>
                <a:gd name="T9" fmla="*/ 2147483646 h 1760"/>
                <a:gd name="T10" fmla="*/ 2147483646 w 2912"/>
                <a:gd name="T11" fmla="*/ 2147483646 h 1760"/>
                <a:gd name="T12" fmla="*/ 2147483646 w 2912"/>
                <a:gd name="T13" fmla="*/ 2147483646 h 1760"/>
                <a:gd name="T14" fmla="*/ 0 w 2912"/>
                <a:gd name="T15" fmla="*/ 2147483646 h 17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2912"/>
                <a:gd name="T25" fmla="*/ 0 h 1760"/>
                <a:gd name="T26" fmla="*/ 2912 w 2912"/>
                <a:gd name="T27" fmla="*/ 1760 h 17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2912" h="1760">
                  <a:moveTo>
                    <a:pt x="2880" y="0"/>
                  </a:moveTo>
                  <a:cubicBezTo>
                    <a:pt x="2896" y="280"/>
                    <a:pt x="2912" y="560"/>
                    <a:pt x="2832" y="816"/>
                  </a:cubicBezTo>
                  <a:cubicBezTo>
                    <a:pt x="2752" y="1072"/>
                    <a:pt x="2544" y="1384"/>
                    <a:pt x="2400" y="1536"/>
                  </a:cubicBezTo>
                  <a:cubicBezTo>
                    <a:pt x="2256" y="1688"/>
                    <a:pt x="2232" y="1696"/>
                    <a:pt x="1968" y="1728"/>
                  </a:cubicBezTo>
                  <a:cubicBezTo>
                    <a:pt x="1704" y="1760"/>
                    <a:pt x="1064" y="1752"/>
                    <a:pt x="816" y="1728"/>
                  </a:cubicBezTo>
                  <a:cubicBezTo>
                    <a:pt x="568" y="1704"/>
                    <a:pt x="592" y="1672"/>
                    <a:pt x="480" y="1584"/>
                  </a:cubicBezTo>
                  <a:cubicBezTo>
                    <a:pt x="368" y="1496"/>
                    <a:pt x="224" y="1336"/>
                    <a:pt x="144" y="1200"/>
                  </a:cubicBezTo>
                  <a:cubicBezTo>
                    <a:pt x="64" y="1064"/>
                    <a:pt x="8" y="856"/>
                    <a:pt x="0" y="768"/>
                  </a:cubicBezTo>
                </a:path>
              </a:pathLst>
            </a:custGeom>
            <a:noFill/>
            <a:ln w="38100">
              <a:solidFill>
                <a:schemeClr val="tx1"/>
              </a:solidFill>
              <a:round/>
              <a:headEnd type="none" w="sm" len="sm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4" name="组合 13"/>
          <p:cNvGrpSpPr>
            <a:grpSpLocks/>
          </p:cNvGrpSpPr>
          <p:nvPr/>
        </p:nvGrpSpPr>
        <p:grpSpPr bwMode="auto">
          <a:xfrm>
            <a:off x="6713538" y="1354138"/>
            <a:ext cx="1471612" cy="868362"/>
            <a:chOff x="6713123" y="1353788"/>
            <a:chExt cx="1472027" cy="868712"/>
          </a:xfrm>
        </p:grpSpPr>
        <p:sp>
          <p:nvSpPr>
            <p:cNvPr id="84047" name="Line 35"/>
            <p:cNvSpPr>
              <a:spLocks noChangeShapeType="1"/>
            </p:cNvSpPr>
            <p:nvPr/>
          </p:nvSpPr>
          <p:spPr bwMode="auto">
            <a:xfrm flipV="1">
              <a:off x="6713123" y="1700972"/>
              <a:ext cx="457154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none" w="sm" len="sm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4048" name="Text Box 36"/>
            <p:cNvSpPr txBox="1">
              <a:spLocks noChangeArrowheads="1"/>
            </p:cNvSpPr>
            <p:nvPr/>
          </p:nvSpPr>
          <p:spPr bwMode="auto">
            <a:xfrm>
              <a:off x="6834522" y="1353788"/>
              <a:ext cx="457154" cy="400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2000" b="1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16" name="Text Box 37"/>
            <p:cNvSpPr txBox="1">
              <a:spLocks noChangeArrowheads="1"/>
            </p:cNvSpPr>
            <p:nvPr/>
          </p:nvSpPr>
          <p:spPr bwMode="auto">
            <a:xfrm>
              <a:off x="7165688" y="1390315"/>
              <a:ext cx="1019462" cy="832185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>
              <a:spAutoFit/>
            </a:bodyPr>
            <a:lstStyle/>
            <a:p>
              <a:pPr>
                <a:buClr>
                  <a:srgbClr val="073E87"/>
                </a:buClr>
                <a:buSzPct val="75000"/>
                <a:buFont typeface="Monotype Sorts"/>
                <a:buNone/>
                <a:defRPr/>
              </a:pPr>
              <a:r>
                <a:rPr kumimoji="1" lang="en-US" altLang="zh-CN" sz="1600" b="1" dirty="0">
                  <a:solidFill>
                    <a:prstClr val="black"/>
                  </a:solidFill>
                  <a:latin typeface="Times New Roman" pitchFamily="18" charset="0"/>
                </a:rPr>
                <a:t>I</a:t>
              </a:r>
              <a:r>
                <a:rPr kumimoji="1" lang="en-US" altLang="zh-CN" sz="1600" b="1" baseline="-25000" dirty="0">
                  <a:solidFill>
                    <a:prstClr val="black"/>
                  </a:solidFill>
                  <a:latin typeface="Times New Roman" pitchFamily="18" charset="0"/>
                </a:rPr>
                <a:t>9</a:t>
              </a:r>
              <a:r>
                <a:rPr kumimoji="1" lang="en-US" altLang="zh-CN" sz="1600" b="1" dirty="0">
                  <a:solidFill>
                    <a:prstClr val="black"/>
                  </a:solidFill>
                  <a:latin typeface="Times New Roman" pitchFamily="18" charset="0"/>
                </a:rPr>
                <a:t>:</a:t>
              </a:r>
            </a:p>
            <a:p>
              <a:pPr>
                <a:buClr>
                  <a:srgbClr val="073E87"/>
                </a:buClr>
                <a:buSzPct val="75000"/>
                <a:buFont typeface="Monotype Sorts"/>
                <a:buNone/>
                <a:defRPr/>
              </a:pPr>
              <a:r>
                <a:rPr kumimoji="1" lang="en-US" altLang="zh-CN" sz="1600" b="1" i="1" dirty="0">
                  <a:solidFill>
                    <a:srgbClr val="FF0000"/>
                  </a:solidFill>
                  <a:latin typeface="Times New Roman" pitchFamily="18" charset="0"/>
                </a:rPr>
                <a:t>E→E+T</a:t>
              </a:r>
              <a:r>
                <a:rPr lang="en-US" altLang="zh-CN" sz="1600" b="1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altLang="zh-CN" sz="1600" b="1" i="1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·</a:t>
              </a:r>
              <a:r>
                <a:rPr lang="en-US" altLang="zh-CN" sz="1600" b="1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endParaRPr kumimoji="1" lang="en-US" altLang="zh-CN" sz="1600" b="1" i="1" dirty="0">
                <a:solidFill>
                  <a:srgbClr val="FF0000"/>
                </a:solidFill>
                <a:latin typeface="Times New Roman" pitchFamily="18" charset="0"/>
              </a:endParaRPr>
            </a:p>
            <a:p>
              <a:pPr>
                <a:buClr>
                  <a:srgbClr val="073E87"/>
                </a:buClr>
                <a:buSzPct val="75000"/>
                <a:buFont typeface="Monotype Sorts"/>
                <a:buNone/>
                <a:defRPr/>
              </a:pPr>
              <a:r>
                <a:rPr kumimoji="1" lang="en-US" altLang="zh-CN" sz="1600" b="1" i="1" dirty="0">
                  <a:solidFill>
                    <a:srgbClr val="FF0000"/>
                  </a:solidFill>
                  <a:latin typeface="Times New Roman" pitchFamily="18" charset="0"/>
                </a:rPr>
                <a:t>T→T</a:t>
              </a:r>
              <a:r>
                <a:rPr lang="en-US" altLang="zh-CN" sz="1600" b="1" i="1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 ·</a:t>
              </a:r>
              <a:r>
                <a:rPr kumimoji="1" lang="en-US" altLang="zh-CN" sz="1600" b="1" dirty="0">
                  <a:solidFill>
                    <a:srgbClr val="FF0000"/>
                  </a:solidFill>
                  <a:latin typeface="Times New Roman" pitchFamily="18" charset="0"/>
                </a:rPr>
                <a:t>*</a:t>
              </a:r>
              <a:r>
                <a:rPr kumimoji="1" lang="en-US" altLang="zh-CN" sz="1600" b="1" i="1" dirty="0">
                  <a:solidFill>
                    <a:srgbClr val="FF0000"/>
                  </a:solidFill>
                  <a:latin typeface="Times New Roman" pitchFamily="18" charset="0"/>
                </a:rPr>
                <a:t>F</a:t>
              </a:r>
            </a:p>
          </p:txBody>
        </p:sp>
      </p:grpSp>
      <p:grpSp>
        <p:nvGrpSpPr>
          <p:cNvPr id="22" name="组合 21"/>
          <p:cNvGrpSpPr>
            <a:grpSpLocks/>
          </p:cNvGrpSpPr>
          <p:nvPr/>
        </p:nvGrpSpPr>
        <p:grpSpPr bwMode="auto">
          <a:xfrm>
            <a:off x="7173913" y="3714750"/>
            <a:ext cx="1000125" cy="1157288"/>
            <a:chOff x="7173913" y="3715359"/>
            <a:chExt cx="1000125" cy="1156679"/>
          </a:xfrm>
        </p:grpSpPr>
        <p:sp>
          <p:nvSpPr>
            <p:cNvPr id="84044" name="Line 53"/>
            <p:cNvSpPr>
              <a:spLocks noChangeShapeType="1"/>
            </p:cNvSpPr>
            <p:nvPr/>
          </p:nvSpPr>
          <p:spPr bwMode="auto">
            <a:xfrm>
              <a:off x="7928013" y="3715359"/>
              <a:ext cx="0" cy="571703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none" w="sm" len="sm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4045" name="Text Box 47"/>
            <p:cNvSpPr txBox="1">
              <a:spLocks noChangeArrowheads="1"/>
            </p:cNvSpPr>
            <p:nvPr/>
          </p:nvSpPr>
          <p:spPr bwMode="auto">
            <a:xfrm>
              <a:off x="7574739" y="3945427"/>
              <a:ext cx="380962" cy="36942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zh-CN" altLang="en-US" b="1">
                  <a:solidFill>
                    <a:srgbClr val="000000"/>
                  </a:solidFill>
                  <a:latin typeface="Times New Roman" panose="02020603050405020304" pitchFamily="18" charset="0"/>
                </a:rPr>
                <a:t>)</a:t>
              </a:r>
            </a:p>
          </p:txBody>
        </p:sp>
        <p:sp>
          <p:nvSpPr>
            <p:cNvPr id="127" name="Text Box 48"/>
            <p:cNvSpPr txBox="1">
              <a:spLocks noChangeArrowheads="1"/>
            </p:cNvSpPr>
            <p:nvPr/>
          </p:nvSpPr>
          <p:spPr bwMode="auto">
            <a:xfrm>
              <a:off x="7173913" y="4288145"/>
              <a:ext cx="1000125" cy="583893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>
              <a:spAutoFit/>
            </a:bodyPr>
            <a:lstStyle/>
            <a:p>
              <a:pPr>
                <a:buClr>
                  <a:srgbClr val="073E87"/>
                </a:buClr>
                <a:buSzPct val="75000"/>
                <a:buFont typeface="Monotype Sorts"/>
                <a:buNone/>
                <a:defRPr/>
              </a:pPr>
              <a:r>
                <a:rPr kumimoji="1" lang="en-US" altLang="zh-CN" sz="1600" b="1" dirty="0">
                  <a:solidFill>
                    <a:prstClr val="black"/>
                  </a:solidFill>
                  <a:latin typeface="Times New Roman" pitchFamily="18" charset="0"/>
                </a:rPr>
                <a:t>I</a:t>
              </a:r>
              <a:r>
                <a:rPr kumimoji="1" lang="en-US" altLang="zh-CN" sz="1600" b="1" baseline="-25000" dirty="0">
                  <a:solidFill>
                    <a:prstClr val="black"/>
                  </a:solidFill>
                  <a:latin typeface="Times New Roman" pitchFamily="18" charset="0"/>
                </a:rPr>
                <a:t>11</a:t>
              </a:r>
              <a:r>
                <a:rPr kumimoji="1" lang="en-US" altLang="zh-CN" sz="1600" b="1" dirty="0">
                  <a:solidFill>
                    <a:prstClr val="black"/>
                  </a:solidFill>
                  <a:latin typeface="Times New Roman" pitchFamily="18" charset="0"/>
                </a:rPr>
                <a:t>:</a:t>
              </a:r>
            </a:p>
            <a:p>
              <a:pPr>
                <a:buClr>
                  <a:srgbClr val="073E87"/>
                </a:buClr>
                <a:buSzPct val="75000"/>
                <a:buFont typeface="Monotype Sorts"/>
                <a:buNone/>
                <a:defRPr/>
              </a:pPr>
              <a:r>
                <a:rPr kumimoji="1" lang="en-US" altLang="zh-CN" sz="1600" b="1" i="1" dirty="0">
                  <a:solidFill>
                    <a:prstClr val="black"/>
                  </a:solidFill>
                  <a:latin typeface="Times New Roman" pitchFamily="18" charset="0"/>
                </a:rPr>
                <a:t>F→</a:t>
              </a:r>
              <a:r>
                <a:rPr kumimoji="1" lang="en-US" altLang="zh-CN" sz="1600" b="1" dirty="0">
                  <a:solidFill>
                    <a:prstClr val="black"/>
                  </a:solidFill>
                  <a:latin typeface="Times New Roman" pitchFamily="18" charset="0"/>
                </a:rPr>
                <a:t>(</a:t>
              </a:r>
              <a:r>
                <a:rPr kumimoji="1" lang="en-US" altLang="zh-CN" sz="1600" b="1" i="1" dirty="0">
                  <a:solidFill>
                    <a:prstClr val="black"/>
                  </a:solidFill>
                  <a:latin typeface="Times New Roman" pitchFamily="18" charset="0"/>
                </a:rPr>
                <a:t>E</a:t>
              </a:r>
              <a:r>
                <a:rPr kumimoji="1" lang="en-US" altLang="zh-CN" sz="1600" b="1" dirty="0">
                  <a:solidFill>
                    <a:prstClr val="black"/>
                  </a:solidFill>
                  <a:latin typeface="Times New Roman" pitchFamily="18" charset="0"/>
                </a:rPr>
                <a:t>)</a:t>
              </a:r>
              <a:r>
                <a:rPr lang="en-US" altLang="zh-CN" sz="1600" b="1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· </a:t>
              </a:r>
              <a:endPara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</p:grpSp>
      <p:sp>
        <p:nvSpPr>
          <p:cNvPr id="111617" name="内容占位符 2"/>
          <p:cNvSpPr>
            <a:spLocks noGrp="1"/>
          </p:cNvSpPr>
          <p:nvPr>
            <p:ph idx="1"/>
          </p:nvPr>
        </p:nvSpPr>
        <p:spPr>
          <a:xfrm>
            <a:off x="442913" y="849313"/>
            <a:ext cx="1628775" cy="2701925"/>
          </a:xfrm>
          <a:solidFill>
            <a:schemeClr val="accent5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anchor="ctr"/>
          <a:lstStyle/>
          <a:p>
            <a:pPr marL="0" indent="0" eaLnBrk="1" hangingPunct="1">
              <a:lnSpc>
                <a:spcPts val="2000"/>
              </a:lnSpc>
              <a:buClrTx/>
              <a:buFont typeface="Symbol" panose="05050102010706020507" pitchFamily="18" charset="2"/>
              <a:buNone/>
              <a:defRPr/>
            </a:pPr>
            <a:r>
              <a:rPr lang="zh-CN" altLang="en-US" sz="2500" b="1" dirty="0">
                <a:solidFill>
                  <a:schemeClr val="tx1"/>
                </a:solidFill>
                <a:cs typeface="Times New Roman" pitchFamily="18" charset="0"/>
              </a:rPr>
              <a:t>文法</a:t>
            </a:r>
            <a:endParaRPr lang="en-US" altLang="zh-CN" b="1" dirty="0">
              <a:solidFill>
                <a:schemeClr val="tx1"/>
              </a:solidFill>
              <a:cs typeface="Times New Roman" pitchFamily="18" charset="0"/>
            </a:endParaRPr>
          </a:p>
          <a:p>
            <a:pPr marL="0" indent="0" eaLnBrk="1" hangingPunct="1">
              <a:lnSpc>
                <a:spcPts val="2000"/>
              </a:lnSpc>
              <a:buClrTx/>
              <a:buFont typeface="Symbol" panose="05050102010706020507" pitchFamily="18" charset="2"/>
              <a:buNone/>
              <a:defRPr/>
            </a:pPr>
            <a:r>
              <a:rPr kumimoji="1" lang="en-US" altLang="zh-CN" sz="2000" b="1" dirty="0">
                <a:solidFill>
                  <a:schemeClr val="tx1"/>
                </a:solidFill>
                <a:cs typeface="Times New Roman" pitchFamily="18" charset="0"/>
              </a:rPr>
              <a:t>(0) </a:t>
            </a:r>
            <a:r>
              <a:rPr kumimoji="1" lang="en-US" altLang="zh-CN" sz="2000" b="1" i="1" dirty="0">
                <a:solidFill>
                  <a:schemeClr val="tx1"/>
                </a:solidFill>
              </a:rPr>
              <a:t>E</a:t>
            </a:r>
            <a:r>
              <a:rPr lang="en-US" altLang="zh-CN" sz="2000" b="1" i="1" dirty="0">
                <a:solidFill>
                  <a:schemeClr val="tx1"/>
                </a:solidFill>
                <a:ea typeface="楷体" pitchFamily="49" charset="-122"/>
                <a:cs typeface="Times New Roman" pitchFamily="18" charset="0"/>
              </a:rPr>
              <a:t>′</a:t>
            </a:r>
            <a:r>
              <a:rPr lang="en-US" altLang="zh-CN" sz="2000" b="1" i="1" dirty="0">
                <a:ea typeface="楷体" pitchFamily="49" charset="-122"/>
                <a:cs typeface="Times New Roman" pitchFamily="18" charset="0"/>
              </a:rPr>
              <a:t> </a:t>
            </a:r>
            <a:r>
              <a:rPr kumimoji="1" lang="en-US" altLang="zh-CN" sz="2000" b="1" dirty="0">
                <a:solidFill>
                  <a:schemeClr val="tx1"/>
                </a:solidFill>
              </a:rPr>
              <a:t>→ </a:t>
            </a:r>
            <a:r>
              <a:rPr kumimoji="1" lang="en-US" altLang="zh-CN" sz="2000" b="1" i="1" dirty="0">
                <a:solidFill>
                  <a:schemeClr val="tx1"/>
                </a:solidFill>
              </a:rPr>
              <a:t>E</a:t>
            </a:r>
            <a:r>
              <a:rPr kumimoji="1" lang="en-US" altLang="zh-CN" sz="2000" b="1" dirty="0">
                <a:solidFill>
                  <a:schemeClr val="tx1"/>
                </a:solidFill>
              </a:rPr>
              <a:t> </a:t>
            </a:r>
          </a:p>
          <a:p>
            <a:pPr marL="0" indent="0" eaLnBrk="1" hangingPunct="1">
              <a:lnSpc>
                <a:spcPts val="2000"/>
              </a:lnSpc>
              <a:buClrTx/>
              <a:buFont typeface="Symbol" panose="05050102010706020507" pitchFamily="18" charset="2"/>
              <a:buNone/>
              <a:defRPr/>
            </a:pPr>
            <a:r>
              <a:rPr kumimoji="1" lang="en-US" altLang="zh-CN" sz="2000" b="1" dirty="0">
                <a:solidFill>
                  <a:schemeClr val="tx1"/>
                </a:solidFill>
              </a:rPr>
              <a:t>(1) </a:t>
            </a:r>
            <a:r>
              <a:rPr kumimoji="1" lang="en-US" altLang="zh-CN" sz="2000" b="1" i="1" dirty="0">
                <a:solidFill>
                  <a:schemeClr val="tx1"/>
                </a:solidFill>
              </a:rPr>
              <a:t>E</a:t>
            </a:r>
            <a:r>
              <a:rPr kumimoji="1" lang="en-US" altLang="zh-CN" sz="2000" b="1" dirty="0">
                <a:solidFill>
                  <a:schemeClr val="tx1"/>
                </a:solidFill>
              </a:rPr>
              <a:t> → </a:t>
            </a:r>
            <a:r>
              <a:rPr kumimoji="1" lang="en-US" altLang="zh-CN" sz="2000" b="1" i="1" dirty="0">
                <a:solidFill>
                  <a:schemeClr val="tx1"/>
                </a:solidFill>
              </a:rPr>
              <a:t>E</a:t>
            </a:r>
            <a:r>
              <a:rPr kumimoji="1" lang="en-US" altLang="zh-CN" sz="2000" b="1" dirty="0">
                <a:solidFill>
                  <a:schemeClr val="tx1"/>
                </a:solidFill>
              </a:rPr>
              <a:t>+</a:t>
            </a:r>
            <a:r>
              <a:rPr kumimoji="1" lang="en-US" altLang="zh-CN" sz="2000" b="1" i="1" dirty="0">
                <a:solidFill>
                  <a:schemeClr val="tx1"/>
                </a:solidFill>
              </a:rPr>
              <a:t>T</a:t>
            </a:r>
          </a:p>
          <a:p>
            <a:pPr marL="0" indent="0" eaLnBrk="1" hangingPunct="1">
              <a:lnSpc>
                <a:spcPts val="2000"/>
              </a:lnSpc>
              <a:buClrTx/>
              <a:buFont typeface="Symbol" panose="05050102010706020507" pitchFamily="18" charset="2"/>
              <a:buNone/>
              <a:defRPr/>
            </a:pPr>
            <a:r>
              <a:rPr kumimoji="1" lang="en-US" altLang="zh-CN" sz="2000" b="1" dirty="0">
                <a:solidFill>
                  <a:schemeClr val="tx1"/>
                </a:solidFill>
              </a:rPr>
              <a:t>(2) </a:t>
            </a:r>
            <a:r>
              <a:rPr kumimoji="1" lang="en-US" altLang="zh-CN" sz="2000" b="1" i="1" dirty="0">
                <a:solidFill>
                  <a:schemeClr val="tx1"/>
                </a:solidFill>
              </a:rPr>
              <a:t>E</a:t>
            </a:r>
            <a:r>
              <a:rPr kumimoji="1" lang="en-US" altLang="zh-CN" sz="2000" b="1" dirty="0">
                <a:solidFill>
                  <a:schemeClr val="tx1"/>
                </a:solidFill>
              </a:rPr>
              <a:t> → </a:t>
            </a:r>
            <a:r>
              <a:rPr kumimoji="1" lang="en-US" altLang="zh-CN" sz="2000" b="1" i="1" dirty="0">
                <a:solidFill>
                  <a:schemeClr val="tx1"/>
                </a:solidFill>
              </a:rPr>
              <a:t>T</a:t>
            </a:r>
          </a:p>
          <a:p>
            <a:pPr marL="0" indent="0" eaLnBrk="1" hangingPunct="1">
              <a:lnSpc>
                <a:spcPts val="2000"/>
              </a:lnSpc>
              <a:buClrTx/>
              <a:buFont typeface="Symbol" panose="05050102010706020507" pitchFamily="18" charset="2"/>
              <a:buNone/>
              <a:defRPr/>
            </a:pPr>
            <a:r>
              <a:rPr kumimoji="1" lang="en-US" altLang="zh-CN" sz="2000" b="1" dirty="0">
                <a:solidFill>
                  <a:schemeClr val="tx1"/>
                </a:solidFill>
              </a:rPr>
              <a:t>(3) </a:t>
            </a:r>
            <a:r>
              <a:rPr kumimoji="1" lang="en-US" altLang="zh-CN" sz="2000" b="1" i="1" dirty="0">
                <a:solidFill>
                  <a:schemeClr val="tx1"/>
                </a:solidFill>
              </a:rPr>
              <a:t>T</a:t>
            </a:r>
            <a:r>
              <a:rPr kumimoji="1" lang="en-US" altLang="zh-CN" sz="2000" b="1" dirty="0">
                <a:solidFill>
                  <a:schemeClr val="tx1"/>
                </a:solidFill>
              </a:rPr>
              <a:t> → </a:t>
            </a:r>
            <a:r>
              <a:rPr kumimoji="1" lang="en-US" altLang="zh-CN" sz="2000" b="1" i="1" dirty="0">
                <a:solidFill>
                  <a:schemeClr val="tx1"/>
                </a:solidFill>
              </a:rPr>
              <a:t>T</a:t>
            </a:r>
            <a:r>
              <a:rPr kumimoji="1" lang="en-US" altLang="zh-CN" sz="2000" b="1" dirty="0">
                <a:solidFill>
                  <a:schemeClr val="tx1"/>
                </a:solidFill>
              </a:rPr>
              <a:t>*</a:t>
            </a:r>
            <a:r>
              <a:rPr kumimoji="1" lang="en-US" altLang="zh-CN" sz="2000" b="1" i="1" dirty="0">
                <a:solidFill>
                  <a:schemeClr val="tx1"/>
                </a:solidFill>
              </a:rPr>
              <a:t>F</a:t>
            </a:r>
          </a:p>
          <a:p>
            <a:pPr marL="0" indent="0" eaLnBrk="1" hangingPunct="1">
              <a:lnSpc>
                <a:spcPts val="2000"/>
              </a:lnSpc>
              <a:buClrTx/>
              <a:buFont typeface="Symbol" panose="05050102010706020507" pitchFamily="18" charset="2"/>
              <a:buNone/>
              <a:defRPr/>
            </a:pPr>
            <a:r>
              <a:rPr kumimoji="1" lang="en-US" altLang="zh-CN" sz="2000" b="1" dirty="0">
                <a:solidFill>
                  <a:schemeClr val="tx1"/>
                </a:solidFill>
              </a:rPr>
              <a:t>(4) </a:t>
            </a:r>
            <a:r>
              <a:rPr kumimoji="1" lang="en-US" altLang="zh-CN" sz="2000" b="1" i="1" dirty="0">
                <a:solidFill>
                  <a:schemeClr val="tx1"/>
                </a:solidFill>
              </a:rPr>
              <a:t>T</a:t>
            </a:r>
            <a:r>
              <a:rPr kumimoji="1" lang="en-US" altLang="zh-CN" sz="2000" b="1" dirty="0">
                <a:solidFill>
                  <a:schemeClr val="tx1"/>
                </a:solidFill>
              </a:rPr>
              <a:t> → </a:t>
            </a:r>
            <a:r>
              <a:rPr kumimoji="1" lang="en-US" altLang="zh-CN" sz="2000" b="1" i="1" dirty="0">
                <a:solidFill>
                  <a:schemeClr val="tx1"/>
                </a:solidFill>
              </a:rPr>
              <a:t>F</a:t>
            </a:r>
          </a:p>
          <a:p>
            <a:pPr marL="0" indent="0" eaLnBrk="1" hangingPunct="1">
              <a:lnSpc>
                <a:spcPts val="2000"/>
              </a:lnSpc>
              <a:buClrTx/>
              <a:buFont typeface="Symbol" panose="05050102010706020507" pitchFamily="18" charset="2"/>
              <a:buNone/>
              <a:defRPr/>
            </a:pPr>
            <a:r>
              <a:rPr kumimoji="1" lang="en-US" altLang="zh-CN" sz="2000" b="1" dirty="0">
                <a:solidFill>
                  <a:schemeClr val="tx1"/>
                </a:solidFill>
              </a:rPr>
              <a:t>(5) </a:t>
            </a:r>
            <a:r>
              <a:rPr kumimoji="1" lang="en-US" altLang="zh-CN" sz="2000" b="1" i="1" dirty="0">
                <a:solidFill>
                  <a:schemeClr val="tx1"/>
                </a:solidFill>
              </a:rPr>
              <a:t>F</a:t>
            </a:r>
            <a:r>
              <a:rPr kumimoji="1" lang="en-US" altLang="zh-CN" sz="2000" b="1" dirty="0">
                <a:solidFill>
                  <a:schemeClr val="tx1"/>
                </a:solidFill>
              </a:rPr>
              <a:t> → (</a:t>
            </a:r>
            <a:r>
              <a:rPr kumimoji="1" lang="en-US" altLang="zh-CN" sz="2000" b="1" i="1" dirty="0">
                <a:solidFill>
                  <a:schemeClr val="tx1"/>
                </a:solidFill>
              </a:rPr>
              <a:t>E</a:t>
            </a:r>
            <a:r>
              <a:rPr kumimoji="1" lang="en-US" altLang="zh-CN" sz="2000" b="1" dirty="0">
                <a:solidFill>
                  <a:schemeClr val="tx1"/>
                </a:solidFill>
              </a:rPr>
              <a:t>)</a:t>
            </a:r>
          </a:p>
          <a:p>
            <a:pPr marL="0" indent="0" eaLnBrk="1" hangingPunct="1">
              <a:lnSpc>
                <a:spcPts val="2000"/>
              </a:lnSpc>
              <a:buClrTx/>
              <a:buFont typeface="Symbol" panose="05050102010706020507" pitchFamily="18" charset="2"/>
              <a:buNone/>
              <a:defRPr/>
            </a:pPr>
            <a:r>
              <a:rPr kumimoji="1" lang="en-US" altLang="zh-CN" sz="2000" b="1" dirty="0">
                <a:solidFill>
                  <a:schemeClr val="tx1"/>
                </a:solidFill>
              </a:rPr>
              <a:t>(6) </a:t>
            </a:r>
            <a:r>
              <a:rPr kumimoji="1" lang="en-US" altLang="zh-CN" sz="2000" b="1" i="1" dirty="0">
                <a:solidFill>
                  <a:schemeClr val="tx1"/>
                </a:solidFill>
              </a:rPr>
              <a:t>F</a:t>
            </a:r>
            <a:r>
              <a:rPr kumimoji="1" lang="en-US" altLang="zh-CN" sz="2000" b="1" dirty="0">
                <a:solidFill>
                  <a:schemeClr val="tx1"/>
                </a:solidFill>
              </a:rPr>
              <a:t> → id</a:t>
            </a:r>
          </a:p>
        </p:txBody>
      </p:sp>
      <p:sp>
        <p:nvSpPr>
          <p:cNvPr id="83974" name="标题 1"/>
          <p:cNvSpPr txBox="1">
            <a:spLocks/>
          </p:cNvSpPr>
          <p:nvPr/>
        </p:nvSpPr>
        <p:spPr bwMode="auto">
          <a:xfrm>
            <a:off x="690563" y="844550"/>
            <a:ext cx="7931150" cy="358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2800" b="1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3975" name="标题 1"/>
          <p:cNvSpPr>
            <a:spLocks noGrp="1"/>
          </p:cNvSpPr>
          <p:nvPr>
            <p:ph type="title"/>
          </p:nvPr>
        </p:nvSpPr>
        <p:spPr>
          <a:xfrm>
            <a:off x="755650" y="268288"/>
            <a:ext cx="4673600" cy="358775"/>
          </a:xfrm>
        </p:spPr>
        <p:txBody>
          <a:bodyPr/>
          <a:lstStyle/>
          <a:p>
            <a:pPr eaLnBrk="1" hangingPunct="1"/>
            <a:r>
              <a:rPr lang="en-US" altLang="zh-CN" sz="3000" i="1">
                <a:solidFill>
                  <a:schemeClr val="tx1"/>
                </a:solidFill>
              </a:rPr>
              <a:t>LR</a:t>
            </a:r>
            <a:r>
              <a:rPr lang="en-US" altLang="zh-CN" sz="3000">
                <a:solidFill>
                  <a:schemeClr val="tx1"/>
                </a:solidFill>
              </a:rPr>
              <a:t>(0) </a:t>
            </a:r>
            <a:r>
              <a:rPr lang="zh-CN" altLang="en-US" sz="3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分析过程中的冲突</a:t>
            </a:r>
          </a:p>
        </p:txBody>
      </p:sp>
      <p:sp>
        <p:nvSpPr>
          <p:cNvPr id="63" name="矩形 62"/>
          <p:cNvSpPr>
            <a:spLocks noChangeArrowheads="1"/>
          </p:cNvSpPr>
          <p:nvPr/>
        </p:nvSpPr>
        <p:spPr bwMode="auto">
          <a:xfrm>
            <a:off x="214313" y="4357688"/>
            <a:ext cx="2357437" cy="461962"/>
          </a:xfrm>
          <a:prstGeom prst="rect">
            <a:avLst/>
          </a:prstGeom>
          <a:solidFill>
            <a:srgbClr val="FFCCCC"/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r>
              <a:rPr lang="zh-CN" altLang="en-US" sz="2300" b="1" dirty="0">
                <a:solidFill>
                  <a:srgbClr val="00000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移入</a:t>
            </a:r>
            <a:r>
              <a:rPr lang="en-US" altLang="zh-CN" sz="2300" b="1" dirty="0">
                <a:solidFill>
                  <a:srgbClr val="00000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/</a:t>
            </a:r>
            <a:r>
              <a:rPr lang="zh-CN" altLang="en-US" sz="2300" b="1" dirty="0">
                <a:solidFill>
                  <a:srgbClr val="000000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归约冲突</a:t>
            </a:r>
          </a:p>
        </p:txBody>
      </p:sp>
      <p:sp>
        <p:nvSpPr>
          <p:cNvPr id="79" name="Text Box 2"/>
          <p:cNvSpPr txBox="1">
            <a:spLocks noChangeArrowheads="1"/>
          </p:cNvSpPr>
          <p:nvPr/>
        </p:nvSpPr>
        <p:spPr bwMode="auto">
          <a:xfrm>
            <a:off x="2214563" y="823913"/>
            <a:ext cx="1050925" cy="204311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>
              <a:lnSpc>
                <a:spcPts val="1920"/>
              </a:lnSpc>
              <a:buClr>
                <a:srgbClr val="073E87"/>
              </a:buClr>
              <a:buSzPct val="75000"/>
              <a:defRPr/>
            </a:pPr>
            <a:r>
              <a:rPr kumimoji="1" lang="en-US" altLang="zh-CN" sz="1600" b="1" dirty="0">
                <a:solidFill>
                  <a:prstClr val="black"/>
                </a:solidFill>
                <a:latin typeface="Times New Roman" pitchFamily="18" charset="0"/>
              </a:rPr>
              <a:t>I</a:t>
            </a:r>
            <a:r>
              <a:rPr kumimoji="1" lang="en-US" altLang="zh-CN" sz="1600" b="1" baseline="-25000" dirty="0">
                <a:solidFill>
                  <a:prstClr val="black"/>
                </a:solidFill>
                <a:latin typeface="Times New Roman" pitchFamily="18" charset="0"/>
              </a:rPr>
              <a:t>0</a:t>
            </a:r>
            <a:r>
              <a:rPr kumimoji="1" lang="en-US" altLang="zh-CN" sz="1600" b="1" dirty="0">
                <a:solidFill>
                  <a:prstClr val="black"/>
                </a:solidFill>
                <a:latin typeface="Times New Roman" pitchFamily="18" charset="0"/>
              </a:rPr>
              <a:t>:</a:t>
            </a:r>
          </a:p>
          <a:p>
            <a:pPr>
              <a:lnSpc>
                <a:spcPts val="1920"/>
              </a:lnSpc>
              <a:buClr>
                <a:srgbClr val="073E87"/>
              </a:buClr>
              <a:buSzPct val="75000"/>
              <a:defRPr/>
            </a:pP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E</a:t>
            </a:r>
            <a:r>
              <a:rPr lang="en-US" altLang="zh-CN" sz="1600" b="1" i="1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′ </a:t>
            </a: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→</a:t>
            </a:r>
            <a:r>
              <a:rPr lang="en-US" altLang="zh-CN" sz="1600" b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altLang="zh-CN" sz="16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· </a:t>
            </a: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E </a:t>
            </a:r>
          </a:p>
          <a:p>
            <a:pPr>
              <a:lnSpc>
                <a:spcPts val="1920"/>
              </a:lnSpc>
              <a:buClr>
                <a:srgbClr val="073E87"/>
              </a:buClr>
              <a:buSzPct val="75000"/>
              <a:defRPr/>
            </a:pP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E→ </a:t>
            </a:r>
            <a:r>
              <a:rPr lang="en-US" altLang="zh-CN" sz="16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· </a:t>
            </a: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E+T</a:t>
            </a:r>
          </a:p>
          <a:p>
            <a:pPr>
              <a:lnSpc>
                <a:spcPts val="1920"/>
              </a:lnSpc>
              <a:buClr>
                <a:srgbClr val="073E87"/>
              </a:buClr>
              <a:buSzPct val="75000"/>
              <a:defRPr/>
            </a:pP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E→</a:t>
            </a:r>
            <a:r>
              <a:rPr lang="en-US" altLang="zh-CN" sz="16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· </a:t>
            </a: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</a:p>
          <a:p>
            <a:pPr>
              <a:lnSpc>
                <a:spcPts val="1920"/>
              </a:lnSpc>
              <a:buClr>
                <a:srgbClr val="073E87"/>
              </a:buClr>
              <a:buSzPct val="75000"/>
              <a:defRPr/>
            </a:pP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T→</a:t>
            </a:r>
            <a:r>
              <a:rPr lang="en-US" altLang="zh-CN" sz="16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· </a:t>
            </a: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T*F</a:t>
            </a:r>
          </a:p>
          <a:p>
            <a:pPr>
              <a:lnSpc>
                <a:spcPts val="1920"/>
              </a:lnSpc>
              <a:buClr>
                <a:srgbClr val="073E87"/>
              </a:buClr>
              <a:buSzPct val="75000"/>
              <a:defRPr/>
            </a:pP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T→</a:t>
            </a:r>
            <a:r>
              <a:rPr lang="en-US" altLang="zh-CN" sz="16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· </a:t>
            </a: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F</a:t>
            </a:r>
          </a:p>
          <a:p>
            <a:pPr>
              <a:lnSpc>
                <a:spcPts val="1920"/>
              </a:lnSpc>
              <a:buClr>
                <a:srgbClr val="073E87"/>
              </a:buClr>
              <a:buSzPct val="75000"/>
              <a:defRPr/>
            </a:pP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F→</a:t>
            </a:r>
            <a:r>
              <a:rPr lang="en-US" altLang="zh-CN" sz="16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· </a:t>
            </a:r>
            <a:r>
              <a:rPr kumimoji="1" lang="en-US" altLang="zh-CN" sz="1600" b="1" dirty="0">
                <a:solidFill>
                  <a:prstClr val="black"/>
                </a:solidFill>
                <a:latin typeface="Times New Roman" pitchFamily="18" charset="0"/>
              </a:rPr>
              <a:t>(</a:t>
            </a: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E</a:t>
            </a:r>
            <a:r>
              <a:rPr kumimoji="1" lang="en-US" altLang="zh-CN" sz="1600" b="1" dirty="0">
                <a:solidFill>
                  <a:prstClr val="black"/>
                </a:solidFill>
                <a:latin typeface="Times New Roman" pitchFamily="18" charset="0"/>
              </a:rPr>
              <a:t>)</a:t>
            </a:r>
          </a:p>
          <a:p>
            <a:pPr>
              <a:lnSpc>
                <a:spcPts val="1920"/>
              </a:lnSpc>
              <a:buClr>
                <a:srgbClr val="073E87"/>
              </a:buClr>
              <a:buSzPct val="75000"/>
              <a:defRPr/>
            </a:pP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F→</a:t>
            </a:r>
            <a:r>
              <a:rPr lang="en-US" altLang="zh-CN" sz="16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· </a:t>
            </a:r>
            <a:r>
              <a:rPr kumimoji="1" lang="en-US" altLang="zh-CN" sz="1600" b="1" dirty="0">
                <a:solidFill>
                  <a:prstClr val="black"/>
                </a:solidFill>
                <a:latin typeface="Times New Roman" pitchFamily="18" charset="0"/>
              </a:rPr>
              <a:t>id</a:t>
            </a:r>
          </a:p>
        </p:txBody>
      </p:sp>
      <p:grpSp>
        <p:nvGrpSpPr>
          <p:cNvPr id="26" name="组合 25"/>
          <p:cNvGrpSpPr>
            <a:grpSpLocks/>
          </p:cNvGrpSpPr>
          <p:nvPr/>
        </p:nvGrpSpPr>
        <p:grpSpPr bwMode="auto">
          <a:xfrm>
            <a:off x="3179763" y="698500"/>
            <a:ext cx="592137" cy="401638"/>
            <a:chOff x="3180460" y="699193"/>
            <a:chExt cx="590721" cy="400215"/>
          </a:xfrm>
        </p:grpSpPr>
        <p:sp>
          <p:nvSpPr>
            <p:cNvPr id="84042" name="Line 3"/>
            <p:cNvSpPr>
              <a:spLocks noChangeShapeType="1"/>
            </p:cNvSpPr>
            <p:nvPr/>
          </p:nvSpPr>
          <p:spPr bwMode="auto">
            <a:xfrm flipV="1">
              <a:off x="3180460" y="1046618"/>
              <a:ext cx="590721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none" w="sm" len="sm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4043" name="Text Box 4"/>
            <p:cNvSpPr txBox="1">
              <a:spLocks noChangeArrowheads="1"/>
            </p:cNvSpPr>
            <p:nvPr/>
          </p:nvSpPr>
          <p:spPr bwMode="auto">
            <a:xfrm>
              <a:off x="3289835" y="699193"/>
              <a:ext cx="380962" cy="400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2000" b="1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E</a:t>
              </a:r>
            </a:p>
          </p:txBody>
        </p:sp>
      </p:grpSp>
      <p:sp>
        <p:nvSpPr>
          <p:cNvPr id="82" name="Text Box 5"/>
          <p:cNvSpPr txBox="1">
            <a:spLocks noChangeArrowheads="1"/>
          </p:cNvSpPr>
          <p:nvPr/>
        </p:nvSpPr>
        <p:spPr bwMode="auto">
          <a:xfrm>
            <a:off x="3770313" y="803275"/>
            <a:ext cx="1035050" cy="74771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>
              <a:lnSpc>
                <a:spcPts val="1700"/>
              </a:lnSpc>
              <a:buClr>
                <a:srgbClr val="073E87"/>
              </a:buClr>
              <a:buSzPct val="75000"/>
              <a:defRPr/>
            </a:pPr>
            <a:r>
              <a:rPr kumimoji="1" lang="en-US" altLang="zh-CN" sz="1600" b="1" dirty="0">
                <a:solidFill>
                  <a:prstClr val="black"/>
                </a:solidFill>
                <a:latin typeface="Times New Roman" pitchFamily="18" charset="0"/>
              </a:rPr>
              <a:t>I</a:t>
            </a:r>
            <a:r>
              <a:rPr kumimoji="1" lang="en-US" altLang="zh-CN" sz="1600" b="1" baseline="-25000" dirty="0">
                <a:solidFill>
                  <a:prstClr val="black"/>
                </a:solidFill>
                <a:latin typeface="Times New Roman" pitchFamily="18" charset="0"/>
              </a:rPr>
              <a:t>1</a:t>
            </a:r>
            <a:r>
              <a:rPr kumimoji="1" lang="en-US" altLang="zh-CN" sz="1600" b="1" dirty="0">
                <a:solidFill>
                  <a:prstClr val="black"/>
                </a:solidFill>
                <a:latin typeface="Times New Roman" pitchFamily="18" charset="0"/>
              </a:rPr>
              <a:t>:</a:t>
            </a:r>
          </a:p>
          <a:p>
            <a:pPr>
              <a:lnSpc>
                <a:spcPts val="1700"/>
              </a:lnSpc>
              <a:buClr>
                <a:srgbClr val="073E87"/>
              </a:buClr>
              <a:buSzPct val="75000"/>
              <a:defRPr/>
            </a:pP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E</a:t>
            </a:r>
            <a:r>
              <a:rPr lang="en-US" altLang="zh-CN" sz="1600" b="1" i="1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′ </a:t>
            </a: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→E</a:t>
            </a:r>
            <a:r>
              <a:rPr lang="en-US" altLang="zh-CN" sz="1600" b="1" i="1" dirty="0">
                <a:solidFill>
                  <a:prstClr val="black"/>
                </a:solidFill>
                <a:latin typeface="Times New Roman" pitchFamily="18" charset="0"/>
                <a:cs typeface="Times New Roman" pitchFamily="18" charset="0"/>
              </a:rPr>
              <a:t> · </a:t>
            </a:r>
            <a:endParaRPr kumimoji="1" lang="en-US" altLang="zh-CN" sz="1600" b="1" i="1" dirty="0">
              <a:solidFill>
                <a:prstClr val="black"/>
              </a:solidFill>
              <a:latin typeface="Times New Roman" pitchFamily="18" charset="0"/>
            </a:endParaRPr>
          </a:p>
          <a:p>
            <a:pPr>
              <a:lnSpc>
                <a:spcPts val="1700"/>
              </a:lnSpc>
              <a:buClr>
                <a:srgbClr val="073E87"/>
              </a:buClr>
              <a:buSzPct val="75000"/>
              <a:defRPr/>
            </a:pP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E→E</a:t>
            </a:r>
            <a:r>
              <a:rPr lang="en-US" altLang="zh-CN" sz="1600" b="1" i="1" dirty="0">
                <a:solidFill>
                  <a:prstClr val="black"/>
                </a:solidFill>
                <a:latin typeface="Times New Roman" pitchFamily="18" charset="0"/>
                <a:cs typeface="Times New Roman" pitchFamily="18" charset="0"/>
              </a:rPr>
              <a:t>· </a:t>
            </a: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+T</a:t>
            </a:r>
          </a:p>
        </p:txBody>
      </p:sp>
      <p:grpSp>
        <p:nvGrpSpPr>
          <p:cNvPr id="3" name="组合 2"/>
          <p:cNvGrpSpPr>
            <a:grpSpLocks/>
          </p:cNvGrpSpPr>
          <p:nvPr/>
        </p:nvGrpSpPr>
        <p:grpSpPr bwMode="auto">
          <a:xfrm>
            <a:off x="3170238" y="1403350"/>
            <a:ext cx="1625600" cy="939800"/>
            <a:chOff x="3170870" y="1403537"/>
            <a:chExt cx="1624968" cy="939613"/>
          </a:xfrm>
        </p:grpSpPr>
        <p:sp>
          <p:nvSpPr>
            <p:cNvPr id="84039" name="Line 6"/>
            <p:cNvSpPr>
              <a:spLocks noChangeShapeType="1"/>
            </p:cNvSpPr>
            <p:nvPr/>
          </p:nvSpPr>
          <p:spPr bwMode="auto">
            <a:xfrm>
              <a:off x="3170870" y="1766973"/>
              <a:ext cx="600312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none" w="sm" len="sm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4040" name="Text Box 7"/>
            <p:cNvSpPr txBox="1">
              <a:spLocks noChangeArrowheads="1"/>
            </p:cNvSpPr>
            <p:nvPr/>
          </p:nvSpPr>
          <p:spPr bwMode="auto">
            <a:xfrm>
              <a:off x="3289834" y="1403537"/>
              <a:ext cx="380962" cy="400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2000" b="1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85" name="Text Box 8"/>
            <p:cNvSpPr txBox="1">
              <a:spLocks noChangeArrowheads="1"/>
            </p:cNvSpPr>
            <p:nvPr/>
          </p:nvSpPr>
          <p:spPr bwMode="auto">
            <a:xfrm>
              <a:off x="3770712" y="1595587"/>
              <a:ext cx="1025126" cy="747563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>
              <a:spAutoFit/>
            </a:bodyPr>
            <a:lstStyle/>
            <a:p>
              <a:pPr>
                <a:lnSpc>
                  <a:spcPts val="1700"/>
                </a:lnSpc>
                <a:buClr>
                  <a:srgbClr val="073E87"/>
                </a:buClr>
                <a:buSzPct val="75000"/>
                <a:defRPr/>
              </a:pPr>
              <a:r>
                <a:rPr kumimoji="1" lang="en-US" altLang="zh-CN" sz="1600" b="1" dirty="0">
                  <a:solidFill>
                    <a:prstClr val="black"/>
                  </a:solidFill>
                  <a:latin typeface="Times New Roman" pitchFamily="18" charset="0"/>
                </a:rPr>
                <a:t>I</a:t>
              </a:r>
              <a:r>
                <a:rPr kumimoji="1" lang="en-US" altLang="zh-CN" sz="1600" b="1" baseline="-25000" dirty="0">
                  <a:solidFill>
                    <a:prstClr val="black"/>
                  </a:solidFill>
                  <a:latin typeface="Times New Roman" pitchFamily="18" charset="0"/>
                </a:rPr>
                <a:t>2</a:t>
              </a:r>
              <a:r>
                <a:rPr kumimoji="1" lang="en-US" altLang="zh-CN" sz="1600" b="1" dirty="0">
                  <a:solidFill>
                    <a:prstClr val="black"/>
                  </a:solidFill>
                  <a:latin typeface="Times New Roman" pitchFamily="18" charset="0"/>
                </a:rPr>
                <a:t>:</a:t>
              </a:r>
            </a:p>
            <a:p>
              <a:pPr>
                <a:lnSpc>
                  <a:spcPts val="1700"/>
                </a:lnSpc>
                <a:buClr>
                  <a:srgbClr val="073E87"/>
                </a:buClr>
                <a:buSzPct val="75000"/>
                <a:defRPr/>
              </a:pPr>
              <a:r>
                <a:rPr kumimoji="1" lang="en-US" altLang="zh-CN" sz="1600" b="1" i="1" dirty="0">
                  <a:solidFill>
                    <a:srgbClr val="FF0000"/>
                  </a:solidFill>
                  <a:latin typeface="Times New Roman" pitchFamily="18" charset="0"/>
                </a:rPr>
                <a:t>E→T</a:t>
              </a:r>
              <a:r>
                <a:rPr lang="en-US" altLang="zh-CN" sz="1600" b="1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lang="en-US" altLang="zh-CN" sz="1600" b="1" i="1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·</a:t>
              </a:r>
              <a:r>
                <a:rPr lang="en-US" altLang="zh-CN" sz="1600" b="1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endParaRPr kumimoji="1" lang="en-US" altLang="zh-CN" sz="1600" b="1" i="1" dirty="0">
                <a:solidFill>
                  <a:srgbClr val="FF0000"/>
                </a:solidFill>
                <a:latin typeface="Times New Roman" pitchFamily="18" charset="0"/>
              </a:endParaRPr>
            </a:p>
            <a:p>
              <a:pPr>
                <a:lnSpc>
                  <a:spcPts val="1700"/>
                </a:lnSpc>
                <a:buClr>
                  <a:srgbClr val="073E87"/>
                </a:buClr>
                <a:buSzPct val="75000"/>
                <a:defRPr/>
              </a:pPr>
              <a:r>
                <a:rPr kumimoji="1" lang="en-US" altLang="zh-CN" sz="1600" b="1" i="1" dirty="0">
                  <a:solidFill>
                    <a:srgbClr val="FF0000"/>
                  </a:solidFill>
                  <a:latin typeface="Times New Roman" pitchFamily="18" charset="0"/>
                </a:rPr>
                <a:t>T→T </a:t>
              </a:r>
              <a:r>
                <a:rPr lang="en-US" altLang="zh-CN" sz="1600" b="1" i="1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·</a:t>
              </a:r>
              <a:r>
                <a:rPr lang="en-US" altLang="zh-CN" sz="1600" b="1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</a:t>
              </a:r>
              <a:r>
                <a:rPr kumimoji="1" lang="en-US" altLang="zh-CN" sz="1600" b="1" dirty="0">
                  <a:solidFill>
                    <a:srgbClr val="FF0000"/>
                  </a:solidFill>
                  <a:latin typeface="Times New Roman" pitchFamily="18" charset="0"/>
                </a:rPr>
                <a:t>*</a:t>
              </a:r>
              <a:r>
                <a:rPr kumimoji="1" lang="en-US" altLang="zh-CN" sz="1600" b="1" i="1" dirty="0">
                  <a:solidFill>
                    <a:srgbClr val="FF0000"/>
                  </a:solidFill>
                  <a:latin typeface="Times New Roman" pitchFamily="18" charset="0"/>
                </a:rPr>
                <a:t>F</a:t>
              </a:r>
            </a:p>
          </p:txBody>
        </p:sp>
      </p:grpSp>
      <p:grpSp>
        <p:nvGrpSpPr>
          <p:cNvPr id="5" name="组合 4"/>
          <p:cNvGrpSpPr>
            <a:grpSpLocks/>
          </p:cNvGrpSpPr>
          <p:nvPr/>
        </p:nvGrpSpPr>
        <p:grpSpPr bwMode="auto">
          <a:xfrm>
            <a:off x="3051175" y="2832100"/>
            <a:ext cx="700088" cy="646113"/>
            <a:chOff x="3051517" y="2831678"/>
            <a:chExt cx="699119" cy="646943"/>
          </a:xfrm>
        </p:grpSpPr>
        <p:sp>
          <p:nvSpPr>
            <p:cNvPr id="84037" name="Freeform 12"/>
            <p:cNvSpPr>
              <a:spLocks/>
            </p:cNvSpPr>
            <p:nvPr/>
          </p:nvSpPr>
          <p:spPr bwMode="auto">
            <a:xfrm>
              <a:off x="3051517" y="2901220"/>
              <a:ext cx="699119" cy="577401"/>
            </a:xfrm>
            <a:custGeom>
              <a:avLst/>
              <a:gdLst>
                <a:gd name="T0" fmla="*/ 2147483646 w 736"/>
                <a:gd name="T1" fmla="*/ 0 h 768"/>
                <a:gd name="T2" fmla="*/ 2147483646 w 736"/>
                <a:gd name="T3" fmla="*/ 2147483646 h 768"/>
                <a:gd name="T4" fmla="*/ 2147483646 w 736"/>
                <a:gd name="T5" fmla="*/ 2147483646 h 768"/>
                <a:gd name="T6" fmla="*/ 2147483646 w 736"/>
                <a:gd name="T7" fmla="*/ 2147483646 h 768"/>
                <a:gd name="T8" fmla="*/ 2147483646 w 736"/>
                <a:gd name="T9" fmla="*/ 2147483646 h 76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36"/>
                <a:gd name="T16" fmla="*/ 0 h 768"/>
                <a:gd name="T17" fmla="*/ 736 w 736"/>
                <a:gd name="T18" fmla="*/ 768 h 768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36" h="768">
                  <a:moveTo>
                    <a:pt x="16" y="0"/>
                  </a:moveTo>
                  <a:cubicBezTo>
                    <a:pt x="8" y="144"/>
                    <a:pt x="0" y="288"/>
                    <a:pt x="16" y="384"/>
                  </a:cubicBezTo>
                  <a:cubicBezTo>
                    <a:pt x="32" y="480"/>
                    <a:pt x="64" y="528"/>
                    <a:pt x="112" y="576"/>
                  </a:cubicBezTo>
                  <a:cubicBezTo>
                    <a:pt x="160" y="624"/>
                    <a:pt x="200" y="640"/>
                    <a:pt x="304" y="672"/>
                  </a:cubicBezTo>
                  <a:cubicBezTo>
                    <a:pt x="408" y="704"/>
                    <a:pt x="572" y="736"/>
                    <a:pt x="736" y="768"/>
                  </a:cubicBezTo>
                </a:path>
              </a:pathLst>
            </a:custGeom>
            <a:noFill/>
            <a:ln w="38100">
              <a:solidFill>
                <a:schemeClr val="tx1"/>
              </a:solidFill>
              <a:round/>
              <a:headEnd type="none" w="sm" len="sm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4038" name="Text Box 13"/>
            <p:cNvSpPr txBox="1">
              <a:spLocks noChangeArrowheads="1"/>
            </p:cNvSpPr>
            <p:nvPr/>
          </p:nvSpPr>
          <p:spPr bwMode="auto">
            <a:xfrm>
              <a:off x="3052484" y="2831678"/>
              <a:ext cx="304769" cy="400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zh-CN" altLang="en-US" sz="2000" b="1">
                  <a:solidFill>
                    <a:srgbClr val="000000"/>
                  </a:solidFill>
                  <a:latin typeface="Times New Roman" panose="02020603050405020304" pitchFamily="18" charset="0"/>
                </a:rPr>
                <a:t>(</a:t>
              </a:r>
            </a:p>
          </p:txBody>
        </p:sp>
      </p:grpSp>
      <p:sp>
        <p:nvSpPr>
          <p:cNvPr id="93" name="Text Box 14"/>
          <p:cNvSpPr txBox="1">
            <a:spLocks noChangeArrowheads="1"/>
          </p:cNvSpPr>
          <p:nvPr/>
        </p:nvSpPr>
        <p:spPr bwMode="auto">
          <a:xfrm>
            <a:off x="3770313" y="2986088"/>
            <a:ext cx="1077912" cy="183673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>
              <a:lnSpc>
                <a:spcPts val="1700"/>
              </a:lnSpc>
              <a:buClr>
                <a:srgbClr val="073E87"/>
              </a:buClr>
              <a:buSzPct val="75000"/>
              <a:defRPr/>
            </a:pPr>
            <a:r>
              <a:rPr kumimoji="1" lang="en-US" altLang="zh-CN" sz="1600" b="1" dirty="0">
                <a:solidFill>
                  <a:prstClr val="black"/>
                </a:solidFill>
                <a:latin typeface="Times New Roman" pitchFamily="18" charset="0"/>
              </a:rPr>
              <a:t>I</a:t>
            </a:r>
            <a:r>
              <a:rPr kumimoji="1" lang="en-US" altLang="zh-CN" sz="1600" b="1" baseline="-25000" dirty="0">
                <a:solidFill>
                  <a:prstClr val="black"/>
                </a:solidFill>
                <a:latin typeface="Times New Roman" pitchFamily="18" charset="0"/>
              </a:rPr>
              <a:t>4</a:t>
            </a:r>
            <a:r>
              <a:rPr kumimoji="1" lang="en-US" altLang="zh-CN" sz="1600" b="1" dirty="0">
                <a:solidFill>
                  <a:prstClr val="black"/>
                </a:solidFill>
                <a:latin typeface="Times New Roman" pitchFamily="18" charset="0"/>
              </a:rPr>
              <a:t>:</a:t>
            </a:r>
          </a:p>
          <a:p>
            <a:pPr>
              <a:lnSpc>
                <a:spcPts val="1700"/>
              </a:lnSpc>
              <a:buClr>
                <a:srgbClr val="073E87"/>
              </a:buClr>
              <a:buSzPct val="75000"/>
              <a:defRPr/>
            </a:pP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F→</a:t>
            </a:r>
            <a:r>
              <a:rPr kumimoji="1" lang="en-US" altLang="zh-CN" sz="1600" b="1" dirty="0">
                <a:solidFill>
                  <a:prstClr val="black"/>
                </a:solidFill>
                <a:latin typeface="Times New Roman" pitchFamily="18" charset="0"/>
              </a:rPr>
              <a:t>(</a:t>
            </a:r>
            <a:r>
              <a:rPr lang="en-US" altLang="zh-CN" sz="16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· </a:t>
            </a: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E </a:t>
            </a:r>
            <a:r>
              <a:rPr kumimoji="1" lang="en-US" altLang="zh-CN" sz="1600" b="1" dirty="0">
                <a:solidFill>
                  <a:prstClr val="black"/>
                </a:solidFill>
                <a:latin typeface="Times New Roman" pitchFamily="18" charset="0"/>
              </a:rPr>
              <a:t>)</a:t>
            </a:r>
          </a:p>
          <a:p>
            <a:pPr>
              <a:lnSpc>
                <a:spcPts val="1700"/>
              </a:lnSpc>
              <a:buClr>
                <a:srgbClr val="073E87"/>
              </a:buClr>
              <a:buSzPct val="75000"/>
              <a:defRPr/>
            </a:pP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E→ </a:t>
            </a:r>
            <a:r>
              <a:rPr lang="en-US" altLang="zh-CN" sz="16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· </a:t>
            </a: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E+T</a:t>
            </a:r>
          </a:p>
          <a:p>
            <a:pPr>
              <a:lnSpc>
                <a:spcPts val="1700"/>
              </a:lnSpc>
              <a:buClr>
                <a:srgbClr val="073E87"/>
              </a:buClr>
              <a:buSzPct val="75000"/>
              <a:defRPr/>
            </a:pP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E→</a:t>
            </a:r>
            <a:r>
              <a:rPr lang="en-US" altLang="zh-CN" sz="16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· </a:t>
            </a: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</a:p>
          <a:p>
            <a:pPr>
              <a:lnSpc>
                <a:spcPts val="1700"/>
              </a:lnSpc>
              <a:buClr>
                <a:srgbClr val="073E87"/>
              </a:buClr>
              <a:buSzPct val="75000"/>
              <a:defRPr/>
            </a:pP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T→ </a:t>
            </a:r>
            <a:r>
              <a:rPr lang="en-US" altLang="zh-CN" sz="16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· </a:t>
            </a: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T*F</a:t>
            </a:r>
          </a:p>
          <a:p>
            <a:pPr>
              <a:lnSpc>
                <a:spcPts val="1700"/>
              </a:lnSpc>
              <a:buClr>
                <a:srgbClr val="073E87"/>
              </a:buClr>
              <a:buSzPct val="75000"/>
              <a:defRPr/>
            </a:pP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T→</a:t>
            </a:r>
            <a:r>
              <a:rPr lang="en-US" altLang="zh-CN" sz="16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· </a:t>
            </a: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F</a:t>
            </a:r>
          </a:p>
          <a:p>
            <a:pPr>
              <a:lnSpc>
                <a:spcPts val="1700"/>
              </a:lnSpc>
              <a:buClr>
                <a:srgbClr val="073E87"/>
              </a:buClr>
              <a:buSzPct val="75000"/>
              <a:defRPr/>
            </a:pP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F→</a:t>
            </a:r>
            <a:r>
              <a:rPr lang="en-US" altLang="zh-CN" sz="16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· </a:t>
            </a:r>
            <a:r>
              <a:rPr kumimoji="1" lang="en-US" altLang="zh-CN" sz="1600" b="1" dirty="0">
                <a:solidFill>
                  <a:prstClr val="black"/>
                </a:solidFill>
                <a:latin typeface="Times New Roman" pitchFamily="18" charset="0"/>
              </a:rPr>
              <a:t>(</a:t>
            </a: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E</a:t>
            </a:r>
            <a:r>
              <a:rPr kumimoji="1" lang="en-US" altLang="zh-CN" sz="1600" b="1" dirty="0">
                <a:solidFill>
                  <a:prstClr val="black"/>
                </a:solidFill>
                <a:latin typeface="Times New Roman" pitchFamily="18" charset="0"/>
              </a:rPr>
              <a:t>)</a:t>
            </a:r>
          </a:p>
          <a:p>
            <a:pPr>
              <a:lnSpc>
                <a:spcPts val="1700"/>
              </a:lnSpc>
              <a:buClr>
                <a:srgbClr val="073E87"/>
              </a:buClr>
              <a:buSzPct val="75000"/>
              <a:defRPr/>
            </a:pP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F→</a:t>
            </a:r>
            <a:r>
              <a:rPr lang="en-US" altLang="zh-CN" sz="16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· </a:t>
            </a:r>
            <a:r>
              <a:rPr kumimoji="1" lang="en-US" altLang="zh-CN" sz="1600" b="1" dirty="0">
                <a:solidFill>
                  <a:prstClr val="black"/>
                </a:solidFill>
                <a:latin typeface="Times New Roman" pitchFamily="18" charset="0"/>
              </a:rPr>
              <a:t>id</a:t>
            </a:r>
          </a:p>
        </p:txBody>
      </p:sp>
      <p:grpSp>
        <p:nvGrpSpPr>
          <p:cNvPr id="6" name="组合 5"/>
          <p:cNvGrpSpPr>
            <a:grpSpLocks/>
          </p:cNvGrpSpPr>
          <p:nvPr/>
        </p:nvGrpSpPr>
        <p:grpSpPr bwMode="auto">
          <a:xfrm>
            <a:off x="2205038" y="2874963"/>
            <a:ext cx="833437" cy="1235075"/>
            <a:chOff x="2205038" y="2875020"/>
            <a:chExt cx="833605" cy="1235018"/>
          </a:xfrm>
        </p:grpSpPr>
        <p:sp>
          <p:nvSpPr>
            <p:cNvPr id="84034" name="Line 15"/>
            <p:cNvSpPr>
              <a:spLocks noChangeShapeType="1"/>
            </p:cNvSpPr>
            <p:nvPr/>
          </p:nvSpPr>
          <p:spPr bwMode="auto">
            <a:xfrm flipH="1">
              <a:off x="2518482" y="2875020"/>
              <a:ext cx="0" cy="645338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none" w="sm" len="sm"/>
              <a:tailEnd type="triangl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4035" name="Text Box 16"/>
            <p:cNvSpPr txBox="1">
              <a:spLocks noChangeArrowheads="1"/>
            </p:cNvSpPr>
            <p:nvPr/>
          </p:nvSpPr>
          <p:spPr bwMode="auto">
            <a:xfrm>
              <a:off x="2505296" y="2951727"/>
              <a:ext cx="533347" cy="400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2000" b="1">
                  <a:solidFill>
                    <a:srgbClr val="000000"/>
                  </a:solidFill>
                  <a:latin typeface="Times New Roman" panose="02020603050405020304" pitchFamily="18" charset="0"/>
                </a:rPr>
                <a:t>id</a:t>
              </a:r>
            </a:p>
          </p:txBody>
        </p:sp>
        <p:sp>
          <p:nvSpPr>
            <p:cNvPr id="95" name="Text Box 17"/>
            <p:cNvSpPr txBox="1">
              <a:spLocks noChangeArrowheads="1"/>
            </p:cNvSpPr>
            <p:nvPr/>
          </p:nvSpPr>
          <p:spPr bwMode="auto">
            <a:xfrm>
              <a:off x="2205038" y="3524277"/>
              <a:ext cx="800261" cy="585761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>
              <a:spAutoFit/>
            </a:bodyPr>
            <a:lstStyle/>
            <a:p>
              <a:pPr>
                <a:buClr>
                  <a:srgbClr val="073E87"/>
                </a:buClr>
                <a:buSzPct val="75000"/>
                <a:buFont typeface="Monotype Sorts"/>
                <a:buNone/>
                <a:defRPr/>
              </a:pPr>
              <a:r>
                <a:rPr kumimoji="1" lang="en-US" altLang="zh-CN" sz="1600" b="1" dirty="0">
                  <a:solidFill>
                    <a:prstClr val="black"/>
                  </a:solidFill>
                  <a:latin typeface="Times New Roman" pitchFamily="18" charset="0"/>
                </a:rPr>
                <a:t>I</a:t>
              </a:r>
              <a:r>
                <a:rPr kumimoji="1" lang="en-US" altLang="zh-CN" sz="1600" b="1" baseline="-25000" dirty="0">
                  <a:solidFill>
                    <a:prstClr val="black"/>
                  </a:solidFill>
                  <a:latin typeface="Times New Roman" pitchFamily="18" charset="0"/>
                </a:rPr>
                <a:t>5</a:t>
              </a:r>
              <a:r>
                <a:rPr kumimoji="1" lang="en-US" altLang="zh-CN" sz="1600" b="1" dirty="0">
                  <a:solidFill>
                    <a:prstClr val="black"/>
                  </a:solidFill>
                  <a:latin typeface="Times New Roman" pitchFamily="18" charset="0"/>
                </a:rPr>
                <a:t>:</a:t>
              </a:r>
            </a:p>
            <a:p>
              <a:pPr>
                <a:buClr>
                  <a:srgbClr val="073E87"/>
                </a:buClr>
                <a:buSzPct val="75000"/>
                <a:buFont typeface="Monotype Sorts"/>
                <a:buNone/>
                <a:defRPr/>
              </a:pPr>
              <a:r>
                <a:rPr kumimoji="1" lang="en-US" altLang="zh-CN" sz="1600" b="1" i="1" dirty="0">
                  <a:solidFill>
                    <a:prstClr val="black"/>
                  </a:solidFill>
                  <a:latin typeface="Times New Roman" pitchFamily="18" charset="0"/>
                </a:rPr>
                <a:t>F→ </a:t>
              </a:r>
              <a:r>
                <a:rPr kumimoji="1" lang="en-US" altLang="zh-CN" sz="1600" b="1" dirty="0">
                  <a:solidFill>
                    <a:prstClr val="black"/>
                  </a:solidFill>
                  <a:latin typeface="Times New Roman" pitchFamily="18" charset="0"/>
                </a:rPr>
                <a:t>id</a:t>
              </a:r>
              <a:r>
                <a:rPr lang="en-US" altLang="zh-CN" sz="1600" b="1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· </a:t>
              </a:r>
              <a:endPara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</p:grpSp>
      <p:grpSp>
        <p:nvGrpSpPr>
          <p:cNvPr id="7" name="组合 6"/>
          <p:cNvGrpSpPr>
            <a:grpSpLocks/>
          </p:cNvGrpSpPr>
          <p:nvPr/>
        </p:nvGrpSpPr>
        <p:grpSpPr bwMode="auto">
          <a:xfrm>
            <a:off x="4792663" y="711200"/>
            <a:ext cx="858837" cy="400050"/>
            <a:chOff x="4793071" y="711174"/>
            <a:chExt cx="858883" cy="400215"/>
          </a:xfrm>
        </p:grpSpPr>
        <p:sp>
          <p:nvSpPr>
            <p:cNvPr id="84032" name="Line 18"/>
            <p:cNvSpPr>
              <a:spLocks noChangeShapeType="1"/>
            </p:cNvSpPr>
            <p:nvPr/>
          </p:nvSpPr>
          <p:spPr bwMode="auto">
            <a:xfrm>
              <a:off x="4813838" y="1057825"/>
              <a:ext cx="838116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none" w="sm" len="sm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4033" name="Text Box 19"/>
            <p:cNvSpPr txBox="1">
              <a:spLocks noChangeArrowheads="1"/>
            </p:cNvSpPr>
            <p:nvPr/>
          </p:nvSpPr>
          <p:spPr bwMode="auto">
            <a:xfrm>
              <a:off x="4793071" y="711174"/>
              <a:ext cx="380962" cy="400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zh-CN" altLang="en-US" sz="2000" b="1">
                  <a:solidFill>
                    <a:srgbClr val="000000"/>
                  </a:solidFill>
                  <a:latin typeface="Times New Roman" panose="02020603050405020304" pitchFamily="18" charset="0"/>
                </a:rPr>
                <a:t>+</a:t>
              </a:r>
            </a:p>
          </p:txBody>
        </p:sp>
      </p:grpSp>
      <p:sp>
        <p:nvSpPr>
          <p:cNvPr id="98" name="Text Box 20"/>
          <p:cNvSpPr txBox="1">
            <a:spLocks noChangeArrowheads="1"/>
          </p:cNvSpPr>
          <p:nvPr/>
        </p:nvSpPr>
        <p:spPr bwMode="auto">
          <a:xfrm>
            <a:off x="5651500" y="771525"/>
            <a:ext cx="1200150" cy="157003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>
              <a:buClr>
                <a:srgbClr val="073E87"/>
              </a:buClr>
              <a:buSzPct val="75000"/>
              <a:buFont typeface="Monotype Sorts"/>
              <a:buNone/>
              <a:defRPr/>
            </a:pPr>
            <a:r>
              <a:rPr kumimoji="1" lang="en-US" altLang="zh-CN" sz="1600" b="1" dirty="0">
                <a:solidFill>
                  <a:prstClr val="black"/>
                </a:solidFill>
                <a:latin typeface="Times New Roman" pitchFamily="18" charset="0"/>
              </a:rPr>
              <a:t>I</a:t>
            </a:r>
            <a:r>
              <a:rPr kumimoji="1" lang="en-US" altLang="zh-CN" sz="1600" b="1" baseline="-25000" dirty="0">
                <a:solidFill>
                  <a:prstClr val="black"/>
                </a:solidFill>
                <a:latin typeface="Times New Roman" pitchFamily="18" charset="0"/>
              </a:rPr>
              <a:t>6</a:t>
            </a:r>
            <a:r>
              <a:rPr kumimoji="1" lang="en-US" altLang="zh-CN" sz="1600" b="1" dirty="0">
                <a:solidFill>
                  <a:prstClr val="black"/>
                </a:solidFill>
                <a:latin typeface="Times New Roman" pitchFamily="18" charset="0"/>
              </a:rPr>
              <a:t>:</a:t>
            </a:r>
          </a:p>
          <a:p>
            <a:pPr>
              <a:buClr>
                <a:srgbClr val="073E87"/>
              </a:buClr>
              <a:buSzPct val="75000"/>
              <a:buFont typeface="Monotype Sorts"/>
              <a:buNone/>
              <a:defRPr/>
            </a:pP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E→ E+ </a:t>
            </a:r>
            <a:r>
              <a:rPr lang="en-US" altLang="zh-CN" sz="16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· </a:t>
            </a: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T</a:t>
            </a:r>
          </a:p>
          <a:p>
            <a:pPr>
              <a:buClr>
                <a:srgbClr val="073E87"/>
              </a:buClr>
              <a:buSzPct val="75000"/>
              <a:buFont typeface="Monotype Sorts"/>
              <a:buNone/>
              <a:defRPr/>
            </a:pP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T→ </a:t>
            </a:r>
            <a:r>
              <a:rPr lang="en-US" altLang="zh-CN" sz="16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· </a:t>
            </a: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T*F</a:t>
            </a:r>
          </a:p>
          <a:p>
            <a:pPr>
              <a:buClr>
                <a:srgbClr val="073E87"/>
              </a:buClr>
              <a:buSzPct val="75000"/>
              <a:buFont typeface="Monotype Sorts"/>
              <a:buNone/>
              <a:defRPr/>
            </a:pP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T→</a:t>
            </a:r>
            <a:r>
              <a:rPr lang="en-US" altLang="zh-CN" sz="16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· </a:t>
            </a: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F</a:t>
            </a:r>
          </a:p>
          <a:p>
            <a:pPr>
              <a:buClr>
                <a:srgbClr val="073E87"/>
              </a:buClr>
              <a:buSzPct val="75000"/>
              <a:buFont typeface="Monotype Sorts"/>
              <a:buNone/>
              <a:defRPr/>
            </a:pP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F→</a:t>
            </a:r>
            <a:r>
              <a:rPr lang="en-US" altLang="zh-CN" sz="16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· </a:t>
            </a:r>
            <a:r>
              <a:rPr kumimoji="1" lang="en-US" altLang="zh-CN" sz="1600" b="1" dirty="0">
                <a:solidFill>
                  <a:prstClr val="black"/>
                </a:solidFill>
                <a:latin typeface="Times New Roman" pitchFamily="18" charset="0"/>
              </a:rPr>
              <a:t>(</a:t>
            </a: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E</a:t>
            </a:r>
            <a:r>
              <a:rPr kumimoji="1" lang="en-US" altLang="zh-CN" sz="1600" b="1" dirty="0">
                <a:solidFill>
                  <a:prstClr val="black"/>
                </a:solidFill>
                <a:latin typeface="Times New Roman" pitchFamily="18" charset="0"/>
              </a:rPr>
              <a:t>)</a:t>
            </a:r>
          </a:p>
          <a:p>
            <a:pPr>
              <a:buClr>
                <a:srgbClr val="073E87"/>
              </a:buClr>
              <a:buSzPct val="75000"/>
              <a:buFont typeface="Monotype Sorts"/>
              <a:buNone/>
              <a:defRPr/>
            </a:pP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F→</a:t>
            </a:r>
            <a:r>
              <a:rPr lang="en-US" altLang="zh-CN" sz="16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· </a:t>
            </a:r>
            <a:r>
              <a:rPr kumimoji="1" lang="en-US" altLang="zh-CN" sz="1600" b="1" dirty="0">
                <a:solidFill>
                  <a:prstClr val="black"/>
                </a:solidFill>
                <a:latin typeface="Times New Roman" pitchFamily="18" charset="0"/>
              </a:rPr>
              <a:t>id</a:t>
            </a:r>
          </a:p>
        </p:txBody>
      </p:sp>
      <p:grpSp>
        <p:nvGrpSpPr>
          <p:cNvPr id="8" name="组合 7"/>
          <p:cNvGrpSpPr>
            <a:grpSpLocks/>
          </p:cNvGrpSpPr>
          <p:nvPr/>
        </p:nvGrpSpPr>
        <p:grpSpPr bwMode="auto">
          <a:xfrm>
            <a:off x="4812559" y="1723341"/>
            <a:ext cx="838940" cy="907146"/>
            <a:chOff x="4811958" y="1723547"/>
            <a:chExt cx="840155" cy="906354"/>
          </a:xfrm>
        </p:grpSpPr>
        <p:sp>
          <p:nvSpPr>
            <p:cNvPr id="84030" name="Line 21"/>
            <p:cNvSpPr>
              <a:spLocks noChangeShapeType="1"/>
            </p:cNvSpPr>
            <p:nvPr/>
          </p:nvSpPr>
          <p:spPr bwMode="auto">
            <a:xfrm>
              <a:off x="4813997" y="1943857"/>
              <a:ext cx="838116" cy="686044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none" w="sm" len="sm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4031" name="Text Box 22"/>
            <p:cNvSpPr txBox="1">
              <a:spLocks noChangeArrowheads="1"/>
            </p:cNvSpPr>
            <p:nvPr/>
          </p:nvSpPr>
          <p:spPr bwMode="auto">
            <a:xfrm>
              <a:off x="4811958" y="1723547"/>
              <a:ext cx="380962" cy="400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zh-CN" altLang="en-US" sz="2000" b="1" dirty="0">
                  <a:solidFill>
                    <a:srgbClr val="FF0000"/>
                  </a:solidFill>
                  <a:latin typeface="Times New Roman" panose="02020603050405020304" pitchFamily="18" charset="0"/>
                </a:rPr>
                <a:t>*</a:t>
              </a:r>
            </a:p>
          </p:txBody>
        </p:sp>
      </p:grpSp>
      <p:sp>
        <p:nvSpPr>
          <p:cNvPr id="101" name="Text Box 23"/>
          <p:cNvSpPr txBox="1">
            <a:spLocks noChangeArrowheads="1"/>
          </p:cNvSpPr>
          <p:nvPr/>
        </p:nvSpPr>
        <p:spPr bwMode="auto">
          <a:xfrm>
            <a:off x="5651500" y="2470150"/>
            <a:ext cx="1050925" cy="10763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>
              <a:buClr>
                <a:srgbClr val="073E87"/>
              </a:buClr>
              <a:buSzPct val="75000"/>
              <a:buFont typeface="Monotype Sorts"/>
              <a:buNone/>
              <a:defRPr/>
            </a:pPr>
            <a:r>
              <a:rPr kumimoji="1" lang="en-US" altLang="zh-CN" sz="1600" b="1" dirty="0">
                <a:solidFill>
                  <a:prstClr val="black"/>
                </a:solidFill>
                <a:latin typeface="Times New Roman" pitchFamily="18" charset="0"/>
              </a:rPr>
              <a:t>I</a:t>
            </a:r>
            <a:r>
              <a:rPr kumimoji="1" lang="en-US" altLang="zh-CN" sz="1600" b="1" baseline="-25000" dirty="0">
                <a:solidFill>
                  <a:prstClr val="black"/>
                </a:solidFill>
                <a:latin typeface="Times New Roman" pitchFamily="18" charset="0"/>
              </a:rPr>
              <a:t>7</a:t>
            </a:r>
            <a:r>
              <a:rPr kumimoji="1" lang="en-US" altLang="zh-CN" sz="1600" b="1" dirty="0">
                <a:solidFill>
                  <a:prstClr val="black"/>
                </a:solidFill>
                <a:latin typeface="Times New Roman" pitchFamily="18" charset="0"/>
              </a:rPr>
              <a:t>:</a:t>
            </a:r>
          </a:p>
          <a:p>
            <a:pPr>
              <a:buClr>
                <a:srgbClr val="073E87"/>
              </a:buClr>
              <a:buSzPct val="75000"/>
              <a:buFont typeface="Monotype Sorts"/>
              <a:buNone/>
              <a:defRPr/>
            </a:pP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T→T* </a:t>
            </a:r>
            <a:r>
              <a:rPr lang="en-US" altLang="zh-CN" sz="16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· </a:t>
            </a: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F</a:t>
            </a:r>
          </a:p>
          <a:p>
            <a:pPr>
              <a:buClr>
                <a:srgbClr val="073E87"/>
              </a:buClr>
              <a:buSzPct val="75000"/>
              <a:buFont typeface="Monotype Sorts"/>
              <a:buNone/>
              <a:defRPr/>
            </a:pP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F→</a:t>
            </a:r>
            <a:r>
              <a:rPr lang="en-US" altLang="zh-CN" sz="16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· </a:t>
            </a:r>
            <a:r>
              <a:rPr kumimoji="1" lang="en-US" altLang="zh-CN" sz="1600" b="1" dirty="0">
                <a:solidFill>
                  <a:prstClr val="black"/>
                </a:solidFill>
                <a:latin typeface="Times New Roman" pitchFamily="18" charset="0"/>
              </a:rPr>
              <a:t>(</a:t>
            </a: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E</a:t>
            </a:r>
            <a:r>
              <a:rPr kumimoji="1" lang="en-US" altLang="zh-CN" sz="1600" b="1" dirty="0">
                <a:solidFill>
                  <a:prstClr val="black"/>
                </a:solidFill>
                <a:latin typeface="Times New Roman" pitchFamily="18" charset="0"/>
              </a:rPr>
              <a:t>)</a:t>
            </a:r>
          </a:p>
          <a:p>
            <a:pPr>
              <a:buClr>
                <a:srgbClr val="073E87"/>
              </a:buClr>
              <a:buSzPct val="75000"/>
              <a:buFont typeface="Monotype Sorts"/>
              <a:buNone/>
              <a:defRPr/>
            </a:pPr>
            <a:r>
              <a: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rPr>
              <a:t>F→</a:t>
            </a:r>
            <a:r>
              <a:rPr lang="en-US" altLang="zh-CN" sz="16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· </a:t>
            </a:r>
            <a:r>
              <a:rPr kumimoji="1" lang="en-US" altLang="zh-CN" sz="1600" b="1" dirty="0">
                <a:solidFill>
                  <a:prstClr val="black"/>
                </a:solidFill>
                <a:latin typeface="Times New Roman" pitchFamily="18" charset="0"/>
              </a:rPr>
              <a:t>id</a:t>
            </a:r>
          </a:p>
        </p:txBody>
      </p:sp>
      <p:grpSp>
        <p:nvGrpSpPr>
          <p:cNvPr id="9" name="组合 8"/>
          <p:cNvGrpSpPr>
            <a:grpSpLocks/>
          </p:cNvGrpSpPr>
          <p:nvPr/>
        </p:nvGrpSpPr>
        <p:grpSpPr bwMode="auto">
          <a:xfrm>
            <a:off x="4813300" y="3206750"/>
            <a:ext cx="3509963" cy="831850"/>
            <a:chOff x="4813997" y="3206750"/>
            <a:chExt cx="3509266" cy="831850"/>
          </a:xfrm>
        </p:grpSpPr>
        <p:sp>
          <p:nvSpPr>
            <p:cNvPr id="84027" name="Line 24"/>
            <p:cNvSpPr>
              <a:spLocks noChangeShapeType="1"/>
            </p:cNvSpPr>
            <p:nvPr/>
          </p:nvSpPr>
          <p:spPr bwMode="auto">
            <a:xfrm flipV="1">
              <a:off x="4860814" y="3916141"/>
              <a:ext cx="2280575" cy="10787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none" w="sm" len="sm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4028" name="Text Box 25"/>
            <p:cNvSpPr txBox="1">
              <a:spLocks noChangeArrowheads="1"/>
            </p:cNvSpPr>
            <p:nvPr/>
          </p:nvSpPr>
          <p:spPr bwMode="auto">
            <a:xfrm>
              <a:off x="4813997" y="3565706"/>
              <a:ext cx="380962" cy="400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2000" b="1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E</a:t>
              </a:r>
            </a:p>
          </p:txBody>
        </p:sp>
        <p:sp>
          <p:nvSpPr>
            <p:cNvPr id="105" name="Text Box 26"/>
            <p:cNvSpPr txBox="1">
              <a:spLocks noChangeArrowheads="1"/>
            </p:cNvSpPr>
            <p:nvPr/>
          </p:nvSpPr>
          <p:spPr bwMode="auto">
            <a:xfrm>
              <a:off x="7182077" y="3206750"/>
              <a:ext cx="1141186" cy="83185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>
              <a:spAutoFit/>
            </a:bodyPr>
            <a:lstStyle/>
            <a:p>
              <a:pPr>
                <a:buClr>
                  <a:srgbClr val="073E87"/>
                </a:buClr>
                <a:buSzPct val="75000"/>
                <a:buFont typeface="Monotype Sorts"/>
                <a:buNone/>
                <a:defRPr/>
              </a:pPr>
              <a:r>
                <a:rPr kumimoji="1" lang="en-US" altLang="zh-CN" sz="1600" b="1" dirty="0">
                  <a:solidFill>
                    <a:prstClr val="black"/>
                  </a:solidFill>
                  <a:latin typeface="Times New Roman" pitchFamily="18" charset="0"/>
                </a:rPr>
                <a:t>I</a:t>
              </a:r>
              <a:r>
                <a:rPr kumimoji="1" lang="en-US" altLang="zh-CN" sz="1600" b="1" baseline="-25000" dirty="0">
                  <a:solidFill>
                    <a:prstClr val="black"/>
                  </a:solidFill>
                  <a:latin typeface="Times New Roman" pitchFamily="18" charset="0"/>
                </a:rPr>
                <a:t>8</a:t>
              </a:r>
              <a:r>
                <a:rPr kumimoji="1" lang="en-US" altLang="zh-CN" sz="1600" b="1" dirty="0">
                  <a:solidFill>
                    <a:prstClr val="black"/>
                  </a:solidFill>
                  <a:latin typeface="Times New Roman" pitchFamily="18" charset="0"/>
                </a:rPr>
                <a:t>:</a:t>
              </a:r>
            </a:p>
            <a:p>
              <a:pPr>
                <a:buClr>
                  <a:srgbClr val="073E87"/>
                </a:buClr>
                <a:buSzPct val="75000"/>
                <a:buFont typeface="Monotype Sorts"/>
                <a:buNone/>
                <a:defRPr/>
              </a:pPr>
              <a:r>
                <a:rPr kumimoji="1" lang="en-US" altLang="zh-CN" sz="1600" b="1" i="1" dirty="0">
                  <a:solidFill>
                    <a:prstClr val="black"/>
                  </a:solidFill>
                  <a:latin typeface="Times New Roman" pitchFamily="18" charset="0"/>
                </a:rPr>
                <a:t>F→ </a:t>
              </a:r>
              <a:r>
                <a:rPr kumimoji="1" lang="en-US" altLang="zh-CN" sz="1600" b="1" dirty="0">
                  <a:solidFill>
                    <a:prstClr val="black"/>
                  </a:solidFill>
                  <a:latin typeface="Times New Roman" pitchFamily="18" charset="0"/>
                </a:rPr>
                <a:t>(</a:t>
              </a:r>
              <a:r>
                <a:rPr kumimoji="1" lang="en-US" altLang="zh-CN" sz="1600" b="1" i="1" dirty="0">
                  <a:solidFill>
                    <a:prstClr val="black"/>
                  </a:solidFill>
                  <a:latin typeface="Times New Roman" pitchFamily="18" charset="0"/>
                </a:rPr>
                <a:t>E</a:t>
              </a:r>
              <a:r>
                <a:rPr lang="en-US" altLang="zh-CN" sz="1600" b="1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· </a:t>
              </a:r>
              <a:r>
                <a:rPr kumimoji="1" lang="en-US" altLang="zh-CN" sz="1600" b="1" dirty="0">
                  <a:solidFill>
                    <a:prstClr val="black"/>
                  </a:solidFill>
                  <a:latin typeface="Times New Roman" pitchFamily="18" charset="0"/>
                </a:rPr>
                <a:t>)</a:t>
              </a:r>
            </a:p>
            <a:p>
              <a:pPr>
                <a:buClr>
                  <a:srgbClr val="073E87"/>
                </a:buClr>
                <a:buSzPct val="75000"/>
                <a:buFont typeface="Monotype Sorts"/>
                <a:buNone/>
                <a:defRPr/>
              </a:pPr>
              <a:r>
                <a:rPr kumimoji="1" lang="en-US" altLang="zh-CN" sz="1600" b="1" i="1" dirty="0">
                  <a:solidFill>
                    <a:prstClr val="black"/>
                  </a:solidFill>
                  <a:latin typeface="Times New Roman" pitchFamily="18" charset="0"/>
                </a:rPr>
                <a:t>E→E</a:t>
              </a:r>
              <a:r>
                <a:rPr lang="en-US" altLang="zh-CN" sz="1600" b="1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· </a:t>
              </a:r>
              <a:r>
                <a:rPr kumimoji="1" lang="en-US" altLang="zh-CN" sz="1600" b="1" i="1" dirty="0">
                  <a:solidFill>
                    <a:prstClr val="black"/>
                  </a:solidFill>
                  <a:latin typeface="Times New Roman" pitchFamily="18" charset="0"/>
                </a:rPr>
                <a:t>+T</a:t>
              </a:r>
            </a:p>
          </p:txBody>
        </p:sp>
      </p:grpSp>
      <p:grpSp>
        <p:nvGrpSpPr>
          <p:cNvPr id="10" name="组合 9"/>
          <p:cNvGrpSpPr>
            <a:grpSpLocks/>
          </p:cNvGrpSpPr>
          <p:nvPr/>
        </p:nvGrpSpPr>
        <p:grpSpPr bwMode="auto">
          <a:xfrm>
            <a:off x="4767263" y="2130425"/>
            <a:ext cx="414337" cy="1076325"/>
            <a:chOff x="4766757" y="2131190"/>
            <a:chExt cx="414323" cy="1075491"/>
          </a:xfrm>
        </p:grpSpPr>
        <p:sp>
          <p:nvSpPr>
            <p:cNvPr id="84025" name="Freeform 27"/>
            <p:cNvSpPr>
              <a:spLocks/>
            </p:cNvSpPr>
            <p:nvPr/>
          </p:nvSpPr>
          <p:spPr bwMode="auto">
            <a:xfrm>
              <a:off x="4807528" y="2131190"/>
              <a:ext cx="373552" cy="1070357"/>
            </a:xfrm>
            <a:custGeom>
              <a:avLst/>
              <a:gdLst>
                <a:gd name="T0" fmla="*/ 0 w 160"/>
                <a:gd name="T1" fmla="*/ 2147483646 h 1008"/>
                <a:gd name="T2" fmla="*/ 2147483646 w 160"/>
                <a:gd name="T3" fmla="*/ 2147483646 h 1008"/>
                <a:gd name="T4" fmla="*/ 2147483646 w 160"/>
                <a:gd name="T5" fmla="*/ 2147483646 h 1008"/>
                <a:gd name="T6" fmla="*/ 0 w 160"/>
                <a:gd name="T7" fmla="*/ 0 h 1008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60"/>
                <a:gd name="T13" fmla="*/ 0 h 1008"/>
                <a:gd name="T14" fmla="*/ 160 w 160"/>
                <a:gd name="T15" fmla="*/ 1008 h 1008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60" h="1008">
                  <a:moveTo>
                    <a:pt x="0" y="1008"/>
                  </a:moveTo>
                  <a:cubicBezTo>
                    <a:pt x="36" y="988"/>
                    <a:pt x="72" y="968"/>
                    <a:pt x="96" y="864"/>
                  </a:cubicBezTo>
                  <a:cubicBezTo>
                    <a:pt x="120" y="760"/>
                    <a:pt x="160" y="528"/>
                    <a:pt x="144" y="384"/>
                  </a:cubicBezTo>
                  <a:cubicBezTo>
                    <a:pt x="128" y="240"/>
                    <a:pt x="64" y="120"/>
                    <a:pt x="0" y="0"/>
                  </a:cubicBezTo>
                </a:path>
              </a:pathLst>
            </a:custGeom>
            <a:noFill/>
            <a:ln w="38100">
              <a:solidFill>
                <a:schemeClr val="tx1"/>
              </a:solidFill>
              <a:round/>
              <a:headEnd type="none" w="sm" len="sm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4026" name="Text Box 28"/>
            <p:cNvSpPr txBox="1">
              <a:spLocks noChangeArrowheads="1"/>
            </p:cNvSpPr>
            <p:nvPr/>
          </p:nvSpPr>
          <p:spPr bwMode="auto">
            <a:xfrm>
              <a:off x="4766757" y="2806466"/>
              <a:ext cx="380962" cy="400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2000" b="1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T</a:t>
              </a:r>
            </a:p>
          </p:txBody>
        </p:sp>
      </p:grpSp>
      <p:grpSp>
        <p:nvGrpSpPr>
          <p:cNvPr id="11" name="组合 10"/>
          <p:cNvGrpSpPr>
            <a:grpSpLocks/>
          </p:cNvGrpSpPr>
          <p:nvPr/>
        </p:nvGrpSpPr>
        <p:grpSpPr bwMode="auto">
          <a:xfrm>
            <a:off x="3427413" y="2635250"/>
            <a:ext cx="423862" cy="573088"/>
            <a:chOff x="3426927" y="2635981"/>
            <a:chExt cx="424800" cy="571703"/>
          </a:xfrm>
        </p:grpSpPr>
        <p:sp>
          <p:nvSpPr>
            <p:cNvPr id="84023" name="Text Box 10"/>
            <p:cNvSpPr txBox="1">
              <a:spLocks noChangeArrowheads="1"/>
            </p:cNvSpPr>
            <p:nvPr/>
          </p:nvSpPr>
          <p:spPr bwMode="auto">
            <a:xfrm>
              <a:off x="3470765" y="2702470"/>
              <a:ext cx="380962" cy="400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2000" b="1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F</a:t>
              </a:r>
            </a:p>
          </p:txBody>
        </p:sp>
        <p:sp>
          <p:nvSpPr>
            <p:cNvPr id="84024" name="Freeform 29"/>
            <p:cNvSpPr>
              <a:spLocks/>
            </p:cNvSpPr>
            <p:nvPr/>
          </p:nvSpPr>
          <p:spPr bwMode="auto">
            <a:xfrm>
              <a:off x="3426927" y="2635981"/>
              <a:ext cx="344253" cy="571703"/>
            </a:xfrm>
            <a:custGeom>
              <a:avLst/>
              <a:gdLst>
                <a:gd name="T0" fmla="*/ 2147483646 w 112"/>
                <a:gd name="T1" fmla="*/ 2147483646 h 480"/>
                <a:gd name="T2" fmla="*/ 2147483646 w 112"/>
                <a:gd name="T3" fmla="*/ 2147483646 h 480"/>
                <a:gd name="T4" fmla="*/ 2147483646 w 112"/>
                <a:gd name="T5" fmla="*/ 2147483646 h 480"/>
                <a:gd name="T6" fmla="*/ 2147483646 w 112"/>
                <a:gd name="T7" fmla="*/ 0 h 48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12"/>
                <a:gd name="T13" fmla="*/ 0 h 480"/>
                <a:gd name="T14" fmla="*/ 112 w 112"/>
                <a:gd name="T15" fmla="*/ 480 h 48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12" h="480">
                  <a:moveTo>
                    <a:pt x="112" y="480"/>
                  </a:moveTo>
                  <a:cubicBezTo>
                    <a:pt x="72" y="436"/>
                    <a:pt x="32" y="392"/>
                    <a:pt x="16" y="336"/>
                  </a:cubicBezTo>
                  <a:cubicBezTo>
                    <a:pt x="0" y="280"/>
                    <a:pt x="0" y="200"/>
                    <a:pt x="16" y="144"/>
                  </a:cubicBezTo>
                  <a:cubicBezTo>
                    <a:pt x="32" y="88"/>
                    <a:pt x="72" y="44"/>
                    <a:pt x="112" y="0"/>
                  </a:cubicBezTo>
                </a:path>
              </a:pathLst>
            </a:custGeom>
            <a:noFill/>
            <a:ln w="38100">
              <a:solidFill>
                <a:schemeClr val="tx1"/>
              </a:solidFill>
              <a:round/>
              <a:headEnd type="none" w="sm" len="sm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4" name="组合 3"/>
          <p:cNvGrpSpPr>
            <a:grpSpLocks/>
          </p:cNvGrpSpPr>
          <p:nvPr/>
        </p:nvGrpSpPr>
        <p:grpSpPr bwMode="auto">
          <a:xfrm>
            <a:off x="3241675" y="2130425"/>
            <a:ext cx="1563688" cy="788988"/>
            <a:chOff x="3242287" y="2129711"/>
            <a:chExt cx="1563076" cy="789702"/>
          </a:xfrm>
        </p:grpSpPr>
        <p:sp>
          <p:nvSpPr>
            <p:cNvPr id="84020" name="Line 9"/>
            <p:cNvSpPr>
              <a:spLocks noChangeShapeType="1"/>
            </p:cNvSpPr>
            <p:nvPr/>
          </p:nvSpPr>
          <p:spPr bwMode="auto">
            <a:xfrm flipV="1">
              <a:off x="3242287" y="2487329"/>
              <a:ext cx="528893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none" w="sm" len="sm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8" name="Text Box 11"/>
            <p:cNvSpPr txBox="1">
              <a:spLocks noChangeArrowheads="1"/>
            </p:cNvSpPr>
            <p:nvPr/>
          </p:nvSpPr>
          <p:spPr bwMode="auto">
            <a:xfrm>
              <a:off x="3770718" y="2391886"/>
              <a:ext cx="1034645" cy="527527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>
              <a:spAutoFit/>
            </a:bodyPr>
            <a:lstStyle/>
            <a:p>
              <a:pPr>
                <a:lnSpc>
                  <a:spcPts val="1700"/>
                </a:lnSpc>
                <a:buClr>
                  <a:srgbClr val="073E87"/>
                </a:buClr>
                <a:buSzPct val="75000"/>
                <a:defRPr/>
              </a:pPr>
              <a:r>
                <a:rPr kumimoji="1" lang="en-US" altLang="zh-CN" sz="1600" b="1" dirty="0">
                  <a:solidFill>
                    <a:prstClr val="black"/>
                  </a:solidFill>
                  <a:latin typeface="Times New Roman" pitchFamily="18" charset="0"/>
                </a:rPr>
                <a:t>I</a:t>
              </a:r>
              <a:r>
                <a:rPr kumimoji="1" lang="en-US" altLang="zh-CN" sz="1600" b="1" baseline="-25000" dirty="0">
                  <a:solidFill>
                    <a:prstClr val="black"/>
                  </a:solidFill>
                  <a:latin typeface="Times New Roman" pitchFamily="18" charset="0"/>
                </a:rPr>
                <a:t>3</a:t>
              </a:r>
              <a:r>
                <a:rPr kumimoji="1" lang="en-US" altLang="zh-CN" sz="1600" b="1" dirty="0">
                  <a:solidFill>
                    <a:prstClr val="black"/>
                  </a:solidFill>
                  <a:latin typeface="Times New Roman" pitchFamily="18" charset="0"/>
                </a:rPr>
                <a:t>:</a:t>
              </a:r>
            </a:p>
            <a:p>
              <a:pPr>
                <a:lnSpc>
                  <a:spcPts val="1700"/>
                </a:lnSpc>
                <a:buClr>
                  <a:srgbClr val="073E87"/>
                </a:buClr>
                <a:buSzPct val="75000"/>
                <a:defRPr/>
              </a:pPr>
              <a:r>
                <a:rPr kumimoji="1" lang="en-US" altLang="zh-CN" sz="1600" b="1" i="1" dirty="0">
                  <a:solidFill>
                    <a:prstClr val="black"/>
                  </a:solidFill>
                  <a:latin typeface="Times New Roman" pitchFamily="18" charset="0"/>
                </a:rPr>
                <a:t>T→F</a:t>
              </a:r>
              <a:r>
                <a:rPr lang="en-US" altLang="zh-CN" sz="1600" b="1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· </a:t>
              </a:r>
              <a:endPara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84022" name="Text Box 30"/>
            <p:cNvSpPr txBox="1">
              <a:spLocks noChangeArrowheads="1"/>
            </p:cNvSpPr>
            <p:nvPr/>
          </p:nvSpPr>
          <p:spPr bwMode="auto">
            <a:xfrm>
              <a:off x="3242287" y="2129711"/>
              <a:ext cx="304769" cy="400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2000" b="1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F</a:t>
              </a:r>
            </a:p>
          </p:txBody>
        </p:sp>
      </p:grpSp>
      <p:grpSp>
        <p:nvGrpSpPr>
          <p:cNvPr id="12" name="组合 11"/>
          <p:cNvGrpSpPr>
            <a:grpSpLocks/>
          </p:cNvGrpSpPr>
          <p:nvPr/>
        </p:nvGrpSpPr>
        <p:grpSpPr bwMode="auto">
          <a:xfrm>
            <a:off x="3467100" y="4160838"/>
            <a:ext cx="350838" cy="571500"/>
            <a:chOff x="3466410" y="4160710"/>
            <a:chExt cx="351635" cy="571703"/>
          </a:xfrm>
        </p:grpSpPr>
        <p:sp>
          <p:nvSpPr>
            <p:cNvPr id="84018" name="Freeform 31"/>
            <p:cNvSpPr>
              <a:spLocks/>
            </p:cNvSpPr>
            <p:nvPr/>
          </p:nvSpPr>
          <p:spPr bwMode="auto">
            <a:xfrm>
              <a:off x="3466410" y="4160710"/>
              <a:ext cx="330167" cy="571703"/>
            </a:xfrm>
            <a:custGeom>
              <a:avLst/>
              <a:gdLst>
                <a:gd name="T0" fmla="*/ 2147483646 w 208"/>
                <a:gd name="T1" fmla="*/ 2147483646 h 480"/>
                <a:gd name="T2" fmla="*/ 0 w 208"/>
                <a:gd name="T3" fmla="*/ 2147483646 h 480"/>
                <a:gd name="T4" fmla="*/ 2147483646 w 208"/>
                <a:gd name="T5" fmla="*/ 0 h 480"/>
                <a:gd name="T6" fmla="*/ 0 60000 65536"/>
                <a:gd name="T7" fmla="*/ 0 60000 65536"/>
                <a:gd name="T8" fmla="*/ 0 60000 65536"/>
                <a:gd name="T9" fmla="*/ 0 w 208"/>
                <a:gd name="T10" fmla="*/ 0 h 480"/>
                <a:gd name="T11" fmla="*/ 208 w 208"/>
                <a:gd name="T12" fmla="*/ 480 h 48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08" h="480">
                  <a:moveTo>
                    <a:pt x="192" y="480"/>
                  </a:moveTo>
                  <a:cubicBezTo>
                    <a:pt x="96" y="400"/>
                    <a:pt x="0" y="320"/>
                    <a:pt x="0" y="240"/>
                  </a:cubicBezTo>
                  <a:cubicBezTo>
                    <a:pt x="0" y="160"/>
                    <a:pt x="208" y="40"/>
                    <a:pt x="192" y="0"/>
                  </a:cubicBezTo>
                </a:path>
              </a:pathLst>
            </a:custGeom>
            <a:noFill/>
            <a:ln w="38100">
              <a:solidFill>
                <a:schemeClr val="tx1"/>
              </a:solidFill>
              <a:round/>
              <a:headEnd type="none" w="sm" len="sm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4019" name="Text Box 32"/>
            <p:cNvSpPr txBox="1">
              <a:spLocks noChangeArrowheads="1"/>
            </p:cNvSpPr>
            <p:nvPr/>
          </p:nvSpPr>
          <p:spPr bwMode="auto">
            <a:xfrm>
              <a:off x="3513276" y="4260171"/>
              <a:ext cx="304769" cy="400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zh-CN" altLang="en-US" sz="2000" b="1">
                  <a:solidFill>
                    <a:srgbClr val="000000"/>
                  </a:solidFill>
                  <a:latin typeface="Times New Roman" panose="02020603050405020304" pitchFamily="18" charset="0"/>
                </a:rPr>
                <a:t>(</a:t>
              </a:r>
            </a:p>
          </p:txBody>
        </p:sp>
      </p:grpSp>
      <p:grpSp>
        <p:nvGrpSpPr>
          <p:cNvPr id="13" name="组合 12"/>
          <p:cNvGrpSpPr>
            <a:grpSpLocks/>
          </p:cNvGrpSpPr>
          <p:nvPr/>
        </p:nvGrpSpPr>
        <p:grpSpPr bwMode="auto">
          <a:xfrm>
            <a:off x="3016250" y="3611563"/>
            <a:ext cx="908050" cy="400050"/>
            <a:chOff x="3016152" y="3611929"/>
            <a:chExt cx="907574" cy="400215"/>
          </a:xfrm>
        </p:grpSpPr>
        <p:sp>
          <p:nvSpPr>
            <p:cNvPr id="84016" name="Line 33"/>
            <p:cNvSpPr>
              <a:spLocks noChangeShapeType="1"/>
            </p:cNvSpPr>
            <p:nvPr/>
          </p:nvSpPr>
          <p:spPr bwMode="auto">
            <a:xfrm flipH="1">
              <a:off x="3016152" y="3940117"/>
              <a:ext cx="755029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none" w="sm" len="sm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4017" name="Text Box 34"/>
            <p:cNvSpPr txBox="1">
              <a:spLocks noChangeArrowheads="1"/>
            </p:cNvSpPr>
            <p:nvPr/>
          </p:nvSpPr>
          <p:spPr bwMode="auto">
            <a:xfrm>
              <a:off x="3466572" y="3611929"/>
              <a:ext cx="457154" cy="400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2000" b="1">
                  <a:solidFill>
                    <a:srgbClr val="000000"/>
                  </a:solidFill>
                  <a:latin typeface="Times New Roman" panose="02020603050405020304" pitchFamily="18" charset="0"/>
                </a:rPr>
                <a:t>id</a:t>
              </a:r>
            </a:p>
          </p:txBody>
        </p:sp>
      </p:grpSp>
      <p:grpSp>
        <p:nvGrpSpPr>
          <p:cNvPr id="15" name="组合 14"/>
          <p:cNvGrpSpPr>
            <a:grpSpLocks/>
          </p:cNvGrpSpPr>
          <p:nvPr/>
        </p:nvGrpSpPr>
        <p:grpSpPr bwMode="auto">
          <a:xfrm>
            <a:off x="4813300" y="1200150"/>
            <a:ext cx="1020763" cy="1544638"/>
            <a:chOff x="4813997" y="1200783"/>
            <a:chExt cx="1020811" cy="1543598"/>
          </a:xfrm>
        </p:grpSpPr>
        <p:sp>
          <p:nvSpPr>
            <p:cNvPr id="84014" name="Freeform 38"/>
            <p:cNvSpPr>
              <a:spLocks/>
            </p:cNvSpPr>
            <p:nvPr/>
          </p:nvSpPr>
          <p:spPr bwMode="auto">
            <a:xfrm>
              <a:off x="4813997" y="1200783"/>
              <a:ext cx="838116" cy="1543598"/>
            </a:xfrm>
            <a:custGeom>
              <a:avLst/>
              <a:gdLst>
                <a:gd name="T0" fmla="*/ 2147483646 w 528"/>
                <a:gd name="T1" fmla="*/ 0 h 1296"/>
                <a:gd name="T2" fmla="*/ 2147483646 w 528"/>
                <a:gd name="T3" fmla="*/ 2147483646 h 1296"/>
                <a:gd name="T4" fmla="*/ 2147483646 w 528"/>
                <a:gd name="T5" fmla="*/ 2147483646 h 1296"/>
                <a:gd name="T6" fmla="*/ 0 w 528"/>
                <a:gd name="T7" fmla="*/ 2147483646 h 129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28"/>
                <a:gd name="T13" fmla="*/ 0 h 1296"/>
                <a:gd name="T14" fmla="*/ 528 w 528"/>
                <a:gd name="T15" fmla="*/ 1296 h 129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28" h="1296">
                  <a:moveTo>
                    <a:pt x="528" y="0"/>
                  </a:moveTo>
                  <a:cubicBezTo>
                    <a:pt x="464" y="36"/>
                    <a:pt x="400" y="72"/>
                    <a:pt x="336" y="240"/>
                  </a:cubicBezTo>
                  <a:cubicBezTo>
                    <a:pt x="272" y="408"/>
                    <a:pt x="200" y="832"/>
                    <a:pt x="144" y="1008"/>
                  </a:cubicBezTo>
                  <a:cubicBezTo>
                    <a:pt x="88" y="1184"/>
                    <a:pt x="44" y="1240"/>
                    <a:pt x="0" y="1296"/>
                  </a:cubicBezTo>
                </a:path>
              </a:pathLst>
            </a:custGeom>
            <a:noFill/>
            <a:ln w="38100">
              <a:solidFill>
                <a:schemeClr val="tx1"/>
              </a:solidFill>
              <a:round/>
              <a:headEnd type="none" w="sm" len="sm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4015" name="Text Box 39"/>
            <p:cNvSpPr txBox="1">
              <a:spLocks noChangeArrowheads="1"/>
            </p:cNvSpPr>
            <p:nvPr/>
          </p:nvSpPr>
          <p:spPr bwMode="auto">
            <a:xfrm>
              <a:off x="5377654" y="1240899"/>
              <a:ext cx="457154" cy="400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2000" b="1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F</a:t>
              </a:r>
            </a:p>
          </p:txBody>
        </p:sp>
      </p:grpSp>
      <p:grpSp>
        <p:nvGrpSpPr>
          <p:cNvPr id="16" name="组合 15"/>
          <p:cNvGrpSpPr>
            <a:grpSpLocks/>
          </p:cNvGrpSpPr>
          <p:nvPr/>
        </p:nvGrpSpPr>
        <p:grpSpPr bwMode="auto">
          <a:xfrm>
            <a:off x="4857750" y="1700213"/>
            <a:ext cx="954088" cy="1858962"/>
            <a:chOff x="4858516" y="1700972"/>
            <a:chExt cx="953540" cy="1857854"/>
          </a:xfrm>
        </p:grpSpPr>
        <p:sp>
          <p:nvSpPr>
            <p:cNvPr id="84012" name="Freeform 40"/>
            <p:cNvSpPr>
              <a:spLocks/>
            </p:cNvSpPr>
            <p:nvPr/>
          </p:nvSpPr>
          <p:spPr bwMode="auto">
            <a:xfrm>
              <a:off x="4858516" y="1700972"/>
              <a:ext cx="793597" cy="1857854"/>
            </a:xfrm>
            <a:custGeom>
              <a:avLst/>
              <a:gdLst>
                <a:gd name="T0" fmla="*/ 2147483646 w 528"/>
                <a:gd name="T1" fmla="*/ 0 h 1488"/>
                <a:gd name="T2" fmla="*/ 2147483646 w 528"/>
                <a:gd name="T3" fmla="*/ 2147483646 h 1488"/>
                <a:gd name="T4" fmla="*/ 2147483646 w 528"/>
                <a:gd name="T5" fmla="*/ 2147483646 h 1488"/>
                <a:gd name="T6" fmla="*/ 0 w 528"/>
                <a:gd name="T7" fmla="*/ 2147483646 h 1488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28"/>
                <a:gd name="T13" fmla="*/ 0 h 1488"/>
                <a:gd name="T14" fmla="*/ 528 w 528"/>
                <a:gd name="T15" fmla="*/ 1488 h 1488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28" h="1488">
                  <a:moveTo>
                    <a:pt x="528" y="0"/>
                  </a:moveTo>
                  <a:cubicBezTo>
                    <a:pt x="504" y="48"/>
                    <a:pt x="480" y="96"/>
                    <a:pt x="432" y="288"/>
                  </a:cubicBezTo>
                  <a:cubicBezTo>
                    <a:pt x="384" y="480"/>
                    <a:pt x="312" y="952"/>
                    <a:pt x="240" y="1152"/>
                  </a:cubicBezTo>
                  <a:cubicBezTo>
                    <a:pt x="168" y="1352"/>
                    <a:pt x="84" y="1420"/>
                    <a:pt x="0" y="1488"/>
                  </a:cubicBezTo>
                </a:path>
              </a:pathLst>
            </a:custGeom>
            <a:noFill/>
            <a:ln w="38100">
              <a:solidFill>
                <a:schemeClr val="tx1"/>
              </a:solidFill>
              <a:round/>
              <a:headEnd type="none" w="sm" len="sm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4013" name="Text Box 41"/>
            <p:cNvSpPr txBox="1">
              <a:spLocks noChangeArrowheads="1"/>
            </p:cNvSpPr>
            <p:nvPr/>
          </p:nvSpPr>
          <p:spPr bwMode="auto">
            <a:xfrm>
              <a:off x="5431094" y="1936591"/>
              <a:ext cx="380962" cy="400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zh-CN" altLang="en-US" sz="2000" b="1">
                  <a:solidFill>
                    <a:srgbClr val="000000"/>
                  </a:solidFill>
                  <a:latin typeface="Times New Roman" panose="02020603050405020304" pitchFamily="18" charset="0"/>
                </a:rPr>
                <a:t>(</a:t>
              </a:r>
            </a:p>
          </p:txBody>
        </p:sp>
      </p:grpSp>
      <p:grpSp>
        <p:nvGrpSpPr>
          <p:cNvPr id="18" name="组合 17"/>
          <p:cNvGrpSpPr>
            <a:grpSpLocks/>
          </p:cNvGrpSpPr>
          <p:nvPr/>
        </p:nvGrpSpPr>
        <p:grpSpPr bwMode="auto">
          <a:xfrm>
            <a:off x="6672263" y="2332038"/>
            <a:ext cx="1512887" cy="584200"/>
            <a:chOff x="6672741" y="2332038"/>
            <a:chExt cx="1512409" cy="584200"/>
          </a:xfrm>
        </p:grpSpPr>
        <p:sp>
          <p:nvSpPr>
            <p:cNvPr id="84009" name="Line 43"/>
            <p:cNvSpPr>
              <a:spLocks noChangeShapeType="1"/>
            </p:cNvSpPr>
            <p:nvPr/>
          </p:nvSpPr>
          <p:spPr bwMode="auto">
            <a:xfrm>
              <a:off x="6672741" y="2772813"/>
              <a:ext cx="504005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none" w="sm" len="sm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4010" name="Text Box 44"/>
            <p:cNvSpPr txBox="1">
              <a:spLocks noChangeArrowheads="1"/>
            </p:cNvSpPr>
            <p:nvPr/>
          </p:nvSpPr>
          <p:spPr bwMode="auto">
            <a:xfrm>
              <a:off x="6749395" y="2404799"/>
              <a:ext cx="380962" cy="400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2000" b="1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F</a:t>
              </a:r>
            </a:p>
          </p:txBody>
        </p:sp>
        <p:sp>
          <p:nvSpPr>
            <p:cNvPr id="124" name="Text Box 45"/>
            <p:cNvSpPr txBox="1">
              <a:spLocks noChangeArrowheads="1"/>
            </p:cNvSpPr>
            <p:nvPr/>
          </p:nvSpPr>
          <p:spPr bwMode="auto">
            <a:xfrm>
              <a:off x="7166297" y="2332038"/>
              <a:ext cx="1018853" cy="5842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>
              <a:spAutoFit/>
            </a:bodyPr>
            <a:lstStyle/>
            <a:p>
              <a:pPr>
                <a:buClr>
                  <a:srgbClr val="073E87"/>
                </a:buClr>
                <a:buSzPct val="75000"/>
                <a:buFont typeface="Monotype Sorts"/>
                <a:buNone/>
                <a:defRPr/>
              </a:pPr>
              <a:r>
                <a:rPr kumimoji="1" lang="en-US" altLang="zh-CN" sz="1600" b="1" dirty="0">
                  <a:solidFill>
                    <a:prstClr val="black"/>
                  </a:solidFill>
                  <a:latin typeface="Times New Roman" pitchFamily="18" charset="0"/>
                </a:rPr>
                <a:t>I</a:t>
              </a:r>
              <a:r>
                <a:rPr kumimoji="1" lang="en-US" altLang="zh-CN" sz="1600" b="1" baseline="-25000" dirty="0">
                  <a:solidFill>
                    <a:prstClr val="black"/>
                  </a:solidFill>
                  <a:latin typeface="Times New Roman" pitchFamily="18" charset="0"/>
                </a:rPr>
                <a:t>10</a:t>
              </a:r>
              <a:r>
                <a:rPr kumimoji="1" lang="en-US" altLang="zh-CN" sz="1600" b="1" dirty="0">
                  <a:solidFill>
                    <a:prstClr val="black"/>
                  </a:solidFill>
                  <a:latin typeface="Times New Roman" pitchFamily="18" charset="0"/>
                </a:rPr>
                <a:t>:</a:t>
              </a:r>
            </a:p>
            <a:p>
              <a:pPr>
                <a:buClr>
                  <a:srgbClr val="073E87"/>
                </a:buClr>
                <a:buSzPct val="75000"/>
                <a:buFont typeface="Monotype Sorts"/>
                <a:buNone/>
                <a:defRPr/>
              </a:pPr>
              <a:r>
                <a:rPr kumimoji="1" lang="en-US" altLang="zh-CN" sz="1600" b="1" i="1" dirty="0">
                  <a:solidFill>
                    <a:prstClr val="black"/>
                  </a:solidFill>
                  <a:latin typeface="Times New Roman" pitchFamily="18" charset="0"/>
                </a:rPr>
                <a:t>T→T*F</a:t>
              </a:r>
              <a:r>
                <a:rPr lang="en-US" altLang="zh-CN" sz="1600" b="1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 · </a:t>
              </a:r>
              <a:endParaRPr kumimoji="1" lang="en-US" altLang="zh-CN" sz="1600" b="1" i="1" dirty="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</p:grpSp>
      <p:grpSp>
        <p:nvGrpSpPr>
          <p:cNvPr id="21" name="组合 20"/>
          <p:cNvGrpSpPr>
            <a:grpSpLocks/>
          </p:cNvGrpSpPr>
          <p:nvPr/>
        </p:nvGrpSpPr>
        <p:grpSpPr bwMode="auto">
          <a:xfrm>
            <a:off x="6726238" y="1758950"/>
            <a:ext cx="633412" cy="852488"/>
            <a:chOff x="6725533" y="1759652"/>
            <a:chExt cx="633400" cy="852437"/>
          </a:xfrm>
        </p:grpSpPr>
        <p:sp>
          <p:nvSpPr>
            <p:cNvPr id="84007" name="Line 50"/>
            <p:cNvSpPr>
              <a:spLocks noChangeShapeType="1"/>
            </p:cNvSpPr>
            <p:nvPr/>
          </p:nvSpPr>
          <p:spPr bwMode="auto">
            <a:xfrm flipH="1">
              <a:off x="6725533" y="1986817"/>
              <a:ext cx="439826" cy="625272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none" w="sm" len="sm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4008" name="Text Box 51"/>
            <p:cNvSpPr txBox="1">
              <a:spLocks noChangeArrowheads="1"/>
            </p:cNvSpPr>
            <p:nvPr/>
          </p:nvSpPr>
          <p:spPr bwMode="auto">
            <a:xfrm>
              <a:off x="6901779" y="1759652"/>
              <a:ext cx="457154" cy="4617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zh-CN" altLang="en-US" sz="2400" b="1" dirty="0">
                  <a:solidFill>
                    <a:srgbClr val="FF0000"/>
                  </a:solidFill>
                  <a:latin typeface="Times New Roman" panose="02020603050405020304" pitchFamily="18" charset="0"/>
                </a:rPr>
                <a:t>*</a:t>
              </a:r>
            </a:p>
          </p:txBody>
        </p:sp>
      </p:grpSp>
      <p:grpSp>
        <p:nvGrpSpPr>
          <p:cNvPr id="23" name="组合 22"/>
          <p:cNvGrpSpPr>
            <a:grpSpLocks/>
          </p:cNvGrpSpPr>
          <p:nvPr/>
        </p:nvGrpSpPr>
        <p:grpSpPr bwMode="auto">
          <a:xfrm>
            <a:off x="6862763" y="1152525"/>
            <a:ext cx="1812925" cy="2587625"/>
            <a:chOff x="6862006" y="1153207"/>
            <a:chExt cx="1813682" cy="2587264"/>
          </a:xfrm>
        </p:grpSpPr>
        <p:sp>
          <p:nvSpPr>
            <p:cNvPr id="84005" name="Text Box 49"/>
            <p:cNvSpPr txBox="1">
              <a:spLocks noChangeArrowheads="1"/>
            </p:cNvSpPr>
            <p:nvPr/>
          </p:nvSpPr>
          <p:spPr bwMode="auto">
            <a:xfrm>
              <a:off x="8294726" y="3278685"/>
              <a:ext cx="380962" cy="4617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zh-CN" altLang="en-US" sz="2400" b="1">
                  <a:solidFill>
                    <a:srgbClr val="000000"/>
                  </a:solidFill>
                  <a:latin typeface="Times New Roman" panose="02020603050405020304" pitchFamily="18" charset="0"/>
                </a:rPr>
                <a:t>+</a:t>
              </a:r>
            </a:p>
          </p:txBody>
        </p:sp>
        <p:sp>
          <p:nvSpPr>
            <p:cNvPr id="84006" name="Freeform 52"/>
            <p:cNvSpPr>
              <a:spLocks/>
            </p:cNvSpPr>
            <p:nvPr/>
          </p:nvSpPr>
          <p:spPr bwMode="auto">
            <a:xfrm>
              <a:off x="6862006" y="1153207"/>
              <a:ext cx="1758944" cy="2286589"/>
            </a:xfrm>
            <a:custGeom>
              <a:avLst/>
              <a:gdLst>
                <a:gd name="T0" fmla="*/ 2147483646 w 1712"/>
                <a:gd name="T1" fmla="*/ 2147483646 h 2352"/>
                <a:gd name="T2" fmla="*/ 2147483646 w 1712"/>
                <a:gd name="T3" fmla="*/ 2147483646 h 2352"/>
                <a:gd name="T4" fmla="*/ 2147483646 w 1712"/>
                <a:gd name="T5" fmla="*/ 2147483646 h 2352"/>
                <a:gd name="T6" fmla="*/ 2147483646 w 1712"/>
                <a:gd name="T7" fmla="*/ 2147483646 h 2352"/>
                <a:gd name="T8" fmla="*/ 2147483646 w 1712"/>
                <a:gd name="T9" fmla="*/ 2147483646 h 2352"/>
                <a:gd name="T10" fmla="*/ 0 w 1712"/>
                <a:gd name="T11" fmla="*/ 0 h 2352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1712"/>
                <a:gd name="T19" fmla="*/ 0 h 2352"/>
                <a:gd name="T20" fmla="*/ 1712 w 1712"/>
                <a:gd name="T21" fmla="*/ 2352 h 2352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1712" h="2352">
                  <a:moveTo>
                    <a:pt x="1440" y="2352"/>
                  </a:moveTo>
                  <a:cubicBezTo>
                    <a:pt x="1516" y="2060"/>
                    <a:pt x="1592" y="1768"/>
                    <a:pt x="1632" y="1488"/>
                  </a:cubicBezTo>
                  <a:cubicBezTo>
                    <a:pt x="1672" y="1208"/>
                    <a:pt x="1712" y="888"/>
                    <a:pt x="1680" y="672"/>
                  </a:cubicBezTo>
                  <a:cubicBezTo>
                    <a:pt x="1648" y="456"/>
                    <a:pt x="1536" y="296"/>
                    <a:pt x="1440" y="192"/>
                  </a:cubicBezTo>
                  <a:cubicBezTo>
                    <a:pt x="1344" y="88"/>
                    <a:pt x="1344" y="80"/>
                    <a:pt x="1104" y="48"/>
                  </a:cubicBezTo>
                  <a:cubicBezTo>
                    <a:pt x="864" y="16"/>
                    <a:pt x="152" y="0"/>
                    <a:pt x="0" y="0"/>
                  </a:cubicBezTo>
                </a:path>
              </a:pathLst>
            </a:custGeom>
            <a:noFill/>
            <a:ln w="38100">
              <a:solidFill>
                <a:schemeClr val="tx1"/>
              </a:solidFill>
              <a:round/>
              <a:headEnd type="none" w="sm" len="sm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24" name="组合 23"/>
          <p:cNvGrpSpPr>
            <a:grpSpLocks/>
          </p:cNvGrpSpPr>
          <p:nvPr/>
        </p:nvGrpSpPr>
        <p:grpSpPr bwMode="auto">
          <a:xfrm>
            <a:off x="4878388" y="3460750"/>
            <a:ext cx="1400175" cy="917575"/>
            <a:chOff x="4877924" y="3460106"/>
            <a:chExt cx="1401372" cy="918037"/>
          </a:xfrm>
        </p:grpSpPr>
        <p:sp>
          <p:nvSpPr>
            <p:cNvPr id="84003" name="Text Box 46"/>
            <p:cNvSpPr txBox="1">
              <a:spLocks noChangeArrowheads="1"/>
            </p:cNvSpPr>
            <p:nvPr/>
          </p:nvSpPr>
          <p:spPr bwMode="auto">
            <a:xfrm>
              <a:off x="5822142" y="3460106"/>
              <a:ext cx="457154" cy="400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zh-CN" altLang="en-US" sz="2000" b="1">
                  <a:solidFill>
                    <a:srgbClr val="000000"/>
                  </a:solidFill>
                  <a:latin typeface="Times New Roman" panose="02020603050405020304" pitchFamily="18" charset="0"/>
                </a:rPr>
                <a:t>(</a:t>
              </a:r>
            </a:p>
          </p:txBody>
        </p:sp>
        <p:sp>
          <p:nvSpPr>
            <p:cNvPr id="84004" name="Freeform 54"/>
            <p:cNvSpPr>
              <a:spLocks/>
            </p:cNvSpPr>
            <p:nvPr/>
          </p:nvSpPr>
          <p:spPr bwMode="auto">
            <a:xfrm>
              <a:off x="4877924" y="3532943"/>
              <a:ext cx="971377" cy="845200"/>
            </a:xfrm>
            <a:custGeom>
              <a:avLst/>
              <a:gdLst>
                <a:gd name="T0" fmla="*/ 2147483646 w 640"/>
                <a:gd name="T1" fmla="*/ 0 h 1104"/>
                <a:gd name="T2" fmla="*/ 2147483646 w 640"/>
                <a:gd name="T3" fmla="*/ 2147483646 h 1104"/>
                <a:gd name="T4" fmla="*/ 2147483646 w 640"/>
                <a:gd name="T5" fmla="*/ 2147483646 h 1104"/>
                <a:gd name="T6" fmla="*/ 0 w 640"/>
                <a:gd name="T7" fmla="*/ 2147483646 h 1104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640"/>
                <a:gd name="T13" fmla="*/ 0 h 1104"/>
                <a:gd name="T14" fmla="*/ 640 w 640"/>
                <a:gd name="T15" fmla="*/ 1104 h 1104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640" h="1104">
                  <a:moveTo>
                    <a:pt x="624" y="0"/>
                  </a:moveTo>
                  <a:cubicBezTo>
                    <a:pt x="632" y="144"/>
                    <a:pt x="640" y="288"/>
                    <a:pt x="624" y="384"/>
                  </a:cubicBezTo>
                  <a:cubicBezTo>
                    <a:pt x="608" y="480"/>
                    <a:pt x="632" y="456"/>
                    <a:pt x="528" y="576"/>
                  </a:cubicBezTo>
                  <a:cubicBezTo>
                    <a:pt x="424" y="696"/>
                    <a:pt x="212" y="900"/>
                    <a:pt x="0" y="1104"/>
                  </a:cubicBezTo>
                </a:path>
              </a:pathLst>
            </a:custGeom>
            <a:noFill/>
            <a:ln w="38100">
              <a:solidFill>
                <a:schemeClr val="tx1"/>
              </a:solidFill>
              <a:round/>
              <a:headEnd type="none" w="sm" len="sm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17" name="组合 16"/>
          <p:cNvGrpSpPr>
            <a:grpSpLocks/>
          </p:cNvGrpSpPr>
          <p:nvPr/>
        </p:nvGrpSpPr>
        <p:grpSpPr bwMode="auto">
          <a:xfrm>
            <a:off x="2571750" y="628650"/>
            <a:ext cx="6288088" cy="4456113"/>
            <a:chOff x="2571750" y="628650"/>
            <a:chExt cx="6288088" cy="4456113"/>
          </a:xfrm>
        </p:grpSpPr>
        <p:sp>
          <p:nvSpPr>
            <p:cNvPr id="64" name="任意多边形 63"/>
            <p:cNvSpPr/>
            <p:nvPr/>
          </p:nvSpPr>
          <p:spPr>
            <a:xfrm>
              <a:off x="2571750" y="966788"/>
              <a:ext cx="6288088" cy="4117975"/>
            </a:xfrm>
            <a:custGeom>
              <a:avLst/>
              <a:gdLst>
                <a:gd name="connsiteX0" fmla="*/ 5697416 w 8383465"/>
                <a:gd name="connsiteY0" fmla="*/ 2930 h 5489330"/>
                <a:gd name="connsiteX1" fmla="*/ 6770077 w 8383465"/>
                <a:gd name="connsiteY1" fmla="*/ 20515 h 5489330"/>
                <a:gd name="connsiteX2" fmla="*/ 7429500 w 8383465"/>
                <a:gd name="connsiteY2" fmla="*/ 126023 h 5489330"/>
                <a:gd name="connsiteX3" fmla="*/ 8018585 w 8383465"/>
                <a:gd name="connsiteY3" fmla="*/ 574430 h 5489330"/>
                <a:gd name="connsiteX4" fmla="*/ 8326316 w 8383465"/>
                <a:gd name="connsiteY4" fmla="*/ 1471246 h 5489330"/>
                <a:gd name="connsiteX5" fmla="*/ 8317523 w 8383465"/>
                <a:gd name="connsiteY5" fmla="*/ 3968261 h 5489330"/>
                <a:gd name="connsiteX6" fmla="*/ 7930662 w 8383465"/>
                <a:gd name="connsiteY6" fmla="*/ 5146430 h 5489330"/>
                <a:gd name="connsiteX7" fmla="*/ 6761285 w 8383465"/>
                <a:gd name="connsiteY7" fmla="*/ 5427784 h 5489330"/>
                <a:gd name="connsiteX8" fmla="*/ 2233246 w 8383465"/>
                <a:gd name="connsiteY8" fmla="*/ 5462953 h 5489330"/>
                <a:gd name="connsiteX9" fmla="*/ 826477 w 8383465"/>
                <a:gd name="connsiteY9" fmla="*/ 5269523 h 5489330"/>
                <a:gd name="connsiteX10" fmla="*/ 0 w 8383465"/>
                <a:gd name="connsiteY10" fmla="*/ 4205653 h 5489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383465" h="5489330">
                  <a:moveTo>
                    <a:pt x="5697416" y="2930"/>
                  </a:moveTo>
                  <a:cubicBezTo>
                    <a:pt x="6089406" y="1465"/>
                    <a:pt x="6481396" y="0"/>
                    <a:pt x="6770077" y="20515"/>
                  </a:cubicBezTo>
                  <a:cubicBezTo>
                    <a:pt x="7058758" y="41031"/>
                    <a:pt x="7221415" y="33704"/>
                    <a:pt x="7429500" y="126023"/>
                  </a:cubicBezTo>
                  <a:cubicBezTo>
                    <a:pt x="7637585" y="218342"/>
                    <a:pt x="7869116" y="350226"/>
                    <a:pt x="8018585" y="574430"/>
                  </a:cubicBezTo>
                  <a:cubicBezTo>
                    <a:pt x="8168054" y="798634"/>
                    <a:pt x="8276493" y="905607"/>
                    <a:pt x="8326316" y="1471246"/>
                  </a:cubicBezTo>
                  <a:cubicBezTo>
                    <a:pt x="8376139" y="2036885"/>
                    <a:pt x="8383465" y="3355730"/>
                    <a:pt x="8317523" y="3968261"/>
                  </a:cubicBezTo>
                  <a:cubicBezTo>
                    <a:pt x="8251581" y="4580792"/>
                    <a:pt x="8190035" y="4903176"/>
                    <a:pt x="7930662" y="5146430"/>
                  </a:cubicBezTo>
                  <a:cubicBezTo>
                    <a:pt x="7671289" y="5389684"/>
                    <a:pt x="7710854" y="5375030"/>
                    <a:pt x="6761285" y="5427784"/>
                  </a:cubicBezTo>
                  <a:cubicBezTo>
                    <a:pt x="5811716" y="5480538"/>
                    <a:pt x="3222381" y="5489330"/>
                    <a:pt x="2233246" y="5462953"/>
                  </a:cubicBezTo>
                  <a:cubicBezTo>
                    <a:pt x="1244111" y="5436576"/>
                    <a:pt x="1198685" y="5479073"/>
                    <a:pt x="826477" y="5269523"/>
                  </a:cubicBezTo>
                  <a:cubicBezTo>
                    <a:pt x="454269" y="5059973"/>
                    <a:pt x="227134" y="4632813"/>
                    <a:pt x="0" y="4205653"/>
                  </a:cubicBezTo>
                </a:path>
              </a:pathLst>
            </a:cu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>
                <a:solidFill>
                  <a:prstClr val="black"/>
                </a:solidFill>
              </a:endParaRPr>
            </a:p>
          </p:txBody>
        </p:sp>
        <p:sp>
          <p:nvSpPr>
            <p:cNvPr id="84002" name="Text Box 56"/>
            <p:cNvSpPr txBox="1">
              <a:spLocks noChangeArrowheads="1"/>
            </p:cNvSpPr>
            <p:nvPr/>
          </p:nvSpPr>
          <p:spPr bwMode="auto">
            <a:xfrm>
              <a:off x="6893738" y="628650"/>
              <a:ext cx="457154" cy="4002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2000" b="1">
                  <a:solidFill>
                    <a:srgbClr val="000000"/>
                  </a:solidFill>
                  <a:latin typeface="Times New Roman" panose="02020603050405020304" pitchFamily="18" charset="0"/>
                </a:rPr>
                <a:t>id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9064622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标题 1"/>
          <p:cNvSpPr>
            <a:spLocks noGrp="1"/>
          </p:cNvSpPr>
          <p:nvPr>
            <p:ph type="title"/>
          </p:nvPr>
        </p:nvSpPr>
        <p:spPr>
          <a:xfrm>
            <a:off x="755650" y="268288"/>
            <a:ext cx="7931150" cy="358775"/>
          </a:xfrm>
        </p:spPr>
        <p:txBody>
          <a:bodyPr/>
          <a:lstStyle/>
          <a:p>
            <a:pPr eaLnBrk="1" hangingPunct="1"/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例：</a:t>
            </a:r>
            <a:r>
              <a:rPr lang="zh-CN" altLang="en-US" sz="3000" dirty="0">
                <a:solidFill>
                  <a:srgbClr val="2D83F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移入</a:t>
            </a:r>
            <a:r>
              <a:rPr lang="en-US" altLang="zh-CN" sz="3000" dirty="0">
                <a:solidFill>
                  <a:srgbClr val="2D83F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3000" dirty="0">
                <a:solidFill>
                  <a:srgbClr val="2D83F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归约</a:t>
            </a:r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冲突和</a:t>
            </a:r>
            <a:r>
              <a:rPr lang="zh-CN" altLang="en-US" sz="3000" dirty="0">
                <a:solidFill>
                  <a:srgbClr val="2D83F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归约</a:t>
            </a:r>
            <a:r>
              <a:rPr lang="en-US" altLang="zh-CN" sz="3000" dirty="0">
                <a:solidFill>
                  <a:srgbClr val="2D83F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3000" dirty="0">
                <a:solidFill>
                  <a:srgbClr val="2D83F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归约</a:t>
            </a:r>
            <a:r>
              <a:rPr lang="zh-CN" altLang="en-US" sz="30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冲突</a:t>
            </a:r>
          </a:p>
        </p:txBody>
      </p:sp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322263" y="4529138"/>
            <a:ext cx="8607425" cy="40005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kumimoji="1" lang="zh-CN" altLang="en-US" sz="2000" b="1">
                <a:solidFill>
                  <a:srgbClr val="000000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不是所有</a:t>
            </a:r>
            <a:r>
              <a:rPr kumimoji="1" lang="en-US" altLang="zh-CN" sz="2000" b="1" i="1">
                <a:solidFill>
                  <a:srgbClr val="000000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CFG</a:t>
            </a:r>
            <a:r>
              <a:rPr kumimoji="1" lang="zh-CN" altLang="en-US" sz="2000" b="1">
                <a:solidFill>
                  <a:srgbClr val="000000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都能用</a:t>
            </a:r>
            <a:r>
              <a:rPr kumimoji="1" lang="en-US" altLang="zh-CN" sz="2000" b="1" i="1">
                <a:solidFill>
                  <a:srgbClr val="000000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LR</a:t>
            </a:r>
            <a:r>
              <a:rPr kumimoji="1" lang="en-US" altLang="zh-CN" sz="2000" b="1">
                <a:solidFill>
                  <a:srgbClr val="000000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(0)</a:t>
            </a:r>
            <a:r>
              <a:rPr kumimoji="1" lang="zh-CN" altLang="en-US" sz="2000" b="1">
                <a:solidFill>
                  <a:srgbClr val="000000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方法进行分析，也就是说，</a:t>
            </a:r>
            <a:r>
              <a:rPr kumimoji="1" lang="en-US" altLang="zh-CN" sz="2000" b="1" i="1">
                <a:solidFill>
                  <a:srgbClr val="000000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CFG</a:t>
            </a:r>
            <a:r>
              <a:rPr kumimoji="1" lang="zh-CN" altLang="en-US" sz="2000" b="1">
                <a:solidFill>
                  <a:srgbClr val="000000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不总是</a:t>
            </a:r>
            <a:r>
              <a:rPr kumimoji="1" lang="en-US" altLang="zh-CN" sz="2000" b="1" i="1">
                <a:solidFill>
                  <a:srgbClr val="000000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LR</a:t>
            </a:r>
            <a:r>
              <a:rPr kumimoji="1" lang="en-US" altLang="zh-CN" sz="2000" b="1">
                <a:solidFill>
                  <a:srgbClr val="000000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(0)</a:t>
            </a:r>
            <a:r>
              <a:rPr kumimoji="1" lang="zh-CN" altLang="en-US" sz="2000" b="1">
                <a:solidFill>
                  <a:srgbClr val="000000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文法</a:t>
            </a:r>
          </a:p>
        </p:txBody>
      </p:sp>
      <p:sp>
        <p:nvSpPr>
          <p:cNvPr id="7" name="矩形 6"/>
          <p:cNvSpPr/>
          <p:nvPr/>
        </p:nvSpPr>
        <p:spPr>
          <a:xfrm>
            <a:off x="765175" y="3076575"/>
            <a:ext cx="2520950" cy="132397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>
            <a:spAutoFit/>
          </a:bodyPr>
          <a:lstStyle/>
          <a:p>
            <a:pPr eaLnBrk="1" hangingPunct="1">
              <a:defRPr/>
            </a:pPr>
            <a:r>
              <a:rPr lang="zh-CN" altLang="en-US" sz="2000" b="1">
                <a:solidFill>
                  <a:srgbClr val="000000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如果</a:t>
            </a:r>
            <a:r>
              <a:rPr lang="en-US" altLang="zh-CN" sz="2000" b="1" i="1">
                <a:solidFill>
                  <a:srgbClr val="000000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LR</a:t>
            </a:r>
            <a:r>
              <a:rPr lang="en-US" altLang="zh-CN" sz="2000" b="1">
                <a:solidFill>
                  <a:srgbClr val="000000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(0)</a:t>
            </a:r>
            <a:r>
              <a:rPr lang="zh-CN" altLang="en-US" sz="2000" b="1"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分析表中</a:t>
            </a:r>
            <a:r>
              <a:rPr lang="zh-CN" altLang="en-US" sz="2000" b="1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没有</a:t>
            </a:r>
            <a:r>
              <a:rPr lang="zh-CN" altLang="en-US" sz="2000" b="1">
                <a:solidFill>
                  <a:srgbClr val="000000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语法分析动作</a:t>
            </a:r>
            <a:r>
              <a:rPr lang="zh-CN" altLang="en-US" sz="2000" b="1">
                <a:solidFill>
                  <a:srgbClr val="0000FF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冲突</a:t>
            </a:r>
            <a:r>
              <a:rPr lang="zh-CN" altLang="en-US" sz="2000" b="1">
                <a:solidFill>
                  <a:srgbClr val="000000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，那么给定的文法就称为</a:t>
            </a:r>
            <a:r>
              <a:rPr lang="en-US" altLang="zh-CN" sz="2000" b="1" i="1">
                <a:solidFill>
                  <a:srgbClr val="FF0000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LR</a:t>
            </a:r>
            <a:r>
              <a:rPr lang="en-US" altLang="zh-CN" sz="2000" b="1">
                <a:solidFill>
                  <a:srgbClr val="FF0000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(0)</a:t>
            </a:r>
            <a:r>
              <a:rPr lang="zh-CN" altLang="en-US" sz="2000" b="1">
                <a:solidFill>
                  <a:srgbClr val="FF0000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文法</a:t>
            </a:r>
          </a:p>
        </p:txBody>
      </p:sp>
      <p:sp>
        <p:nvSpPr>
          <p:cNvPr id="114694" name="矩形 7"/>
          <p:cNvSpPr>
            <a:spLocks noChangeArrowheads="1"/>
          </p:cNvSpPr>
          <p:nvPr/>
        </p:nvSpPr>
        <p:spPr bwMode="auto">
          <a:xfrm>
            <a:off x="785813" y="928688"/>
            <a:ext cx="1530350" cy="200025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eaLnBrk="1" hangingPunct="1">
              <a:defRPr/>
            </a:pPr>
            <a:r>
              <a:rPr lang="zh-CN" altLang="en-US" sz="2400" b="1" dirty="0">
                <a:solidFill>
                  <a:prstClr val="black"/>
                </a:solidFill>
                <a:latin typeface="楷体" pitchFamily="49" charset="-122"/>
                <a:ea typeface="楷体" pitchFamily="49" charset="-122"/>
                <a:cs typeface="Times New Roman" pitchFamily="18" charset="0"/>
              </a:rPr>
              <a:t>文法</a:t>
            </a:r>
            <a:endParaRPr lang="en-US" altLang="zh-CN" sz="2400" b="1" dirty="0">
              <a:solidFill>
                <a:prstClr val="black"/>
              </a:solidFill>
              <a:latin typeface="楷体" pitchFamily="49" charset="-122"/>
              <a:ea typeface="楷体" pitchFamily="49" charset="-122"/>
              <a:cs typeface="Times New Roman" pitchFamily="18" charset="0"/>
            </a:endParaRPr>
          </a:p>
          <a:p>
            <a:pPr eaLnBrk="1" hangingPunct="1">
              <a:defRPr/>
            </a:pPr>
            <a:r>
              <a:rPr lang="en-US" altLang="zh-CN" sz="2000" b="1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(0) </a:t>
            </a:r>
            <a:r>
              <a:rPr lang="en-US" altLang="zh-CN" sz="2000" b="1" i="1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S′</a:t>
            </a:r>
            <a:r>
              <a:rPr lang="en-US" altLang="zh-CN" sz="2000" b="1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→ </a:t>
            </a:r>
            <a:r>
              <a:rPr lang="en-US" altLang="zh-CN" sz="2000" b="1" i="1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T</a:t>
            </a:r>
            <a:r>
              <a:rPr lang="en-US" altLang="zh-CN" sz="2000" b="1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</a:t>
            </a:r>
            <a:br>
              <a:rPr lang="en-US" altLang="zh-CN" sz="2000" b="1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</a:br>
            <a:r>
              <a:rPr lang="en-US" altLang="zh-CN" sz="2000" b="1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(1) </a:t>
            </a:r>
            <a:r>
              <a:rPr lang="en-US" altLang="zh-CN" sz="2000" b="1" i="1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T</a:t>
            </a:r>
            <a:r>
              <a:rPr lang="en-US" altLang="zh-CN" sz="2000" b="1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→ </a:t>
            </a:r>
            <a:r>
              <a:rPr lang="en-US" altLang="zh-CN" sz="2000" b="1" i="1" dirty="0" err="1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aBd</a:t>
            </a:r>
            <a:r>
              <a:rPr lang="en-US" altLang="zh-CN" sz="2000" b="1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</a:t>
            </a:r>
          </a:p>
          <a:p>
            <a:pPr eaLnBrk="1" hangingPunct="1">
              <a:defRPr/>
            </a:pPr>
            <a:r>
              <a:rPr lang="en-US" altLang="zh-CN" sz="2000" b="1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(2) </a:t>
            </a:r>
            <a:r>
              <a:rPr lang="en-US" altLang="zh-CN" sz="2000" b="1" i="1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T</a:t>
            </a:r>
            <a:r>
              <a:rPr lang="en-US" altLang="zh-CN" sz="2000" b="1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→  </a:t>
            </a:r>
            <a:r>
              <a:rPr lang="en-US" altLang="zh-CN" sz="2000" b="1" i="1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ε</a:t>
            </a:r>
            <a:br>
              <a:rPr lang="en-US" altLang="zh-CN" sz="2000" b="1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</a:br>
            <a:r>
              <a:rPr lang="en-US" altLang="zh-CN" sz="2000" b="1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(3) </a:t>
            </a:r>
            <a:r>
              <a:rPr lang="en-US" altLang="zh-CN" sz="2000" b="1" i="1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B</a:t>
            </a:r>
            <a:r>
              <a:rPr lang="en-US" altLang="zh-CN" sz="2000" b="1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→</a:t>
            </a:r>
            <a:r>
              <a:rPr lang="en-US" altLang="zh-CN" sz="2000" b="1" i="1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Tb</a:t>
            </a:r>
            <a:r>
              <a:rPr lang="en-US" altLang="zh-CN" sz="2000" b="1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</a:t>
            </a:r>
          </a:p>
          <a:p>
            <a:pPr eaLnBrk="1" hangingPunct="1">
              <a:defRPr/>
            </a:pPr>
            <a:r>
              <a:rPr lang="en-US" altLang="zh-CN" sz="2000" b="1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(4) </a:t>
            </a:r>
            <a:r>
              <a:rPr lang="en-US" altLang="zh-CN" sz="2000" b="1" i="1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B</a:t>
            </a:r>
            <a:r>
              <a:rPr lang="en-US" altLang="zh-CN" sz="2000" b="1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→  </a:t>
            </a:r>
            <a:r>
              <a:rPr lang="en-US" altLang="zh-CN" sz="2000" b="1" i="1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ε</a:t>
            </a:r>
            <a:r>
              <a:rPr lang="en-US" altLang="zh-CN" sz="2000" b="1" dirty="0">
                <a:solidFill>
                  <a:prstClr val="black"/>
                </a:solidFill>
                <a:latin typeface="Times New Roman" pitchFamily="18" charset="0"/>
                <a:ea typeface="楷体" pitchFamily="49" charset="-122"/>
                <a:cs typeface="Times New Roman" pitchFamily="18" charset="0"/>
              </a:rPr>
              <a:t> </a:t>
            </a:r>
            <a:endParaRPr lang="zh-CN" altLang="en-US" sz="2000" b="1" dirty="0">
              <a:solidFill>
                <a:prstClr val="black"/>
              </a:solidFill>
              <a:latin typeface="Times New Roman" pitchFamily="18" charset="0"/>
              <a:ea typeface="楷体" pitchFamily="49" charset="-122"/>
              <a:cs typeface="Times New Roman" pitchFamily="18" charset="0"/>
            </a:endParaRPr>
          </a:p>
        </p:txBody>
      </p:sp>
      <p:grpSp>
        <p:nvGrpSpPr>
          <p:cNvPr id="2" name="组合 29"/>
          <p:cNvGrpSpPr>
            <a:grpSpLocks/>
          </p:cNvGrpSpPr>
          <p:nvPr/>
        </p:nvGrpSpPr>
        <p:grpSpPr bwMode="auto">
          <a:xfrm>
            <a:off x="3429000" y="928688"/>
            <a:ext cx="5191125" cy="3511550"/>
            <a:chOff x="3586436" y="889635"/>
            <a:chExt cx="5190781" cy="3510628"/>
          </a:xfrm>
        </p:grpSpPr>
        <p:sp>
          <p:nvSpPr>
            <p:cNvPr id="8" name="Text Box 14"/>
            <p:cNvSpPr txBox="1">
              <a:spLocks noChangeArrowheads="1"/>
            </p:cNvSpPr>
            <p:nvPr/>
          </p:nvSpPr>
          <p:spPr bwMode="auto">
            <a:xfrm>
              <a:off x="3586436" y="889635"/>
              <a:ext cx="1285790" cy="1323627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>
              <a:spAutoFit/>
            </a:bodyPr>
            <a:lstStyle/>
            <a:p>
              <a:pPr>
                <a:buClr>
                  <a:srgbClr val="073E87"/>
                </a:buClr>
                <a:buSzPct val="75000"/>
                <a:buFont typeface="Monotype Sorts"/>
                <a:buNone/>
                <a:defRPr/>
              </a:pPr>
              <a:r>
                <a:rPr kumimoji="1" lang="en-US" altLang="zh-CN" sz="2000" b="1" i="1" dirty="0">
                  <a:solidFill>
                    <a:prstClr val="black"/>
                  </a:solidFill>
                  <a:latin typeface="Times New Roman" pitchFamily="18" charset="0"/>
                </a:rPr>
                <a:t>I</a:t>
              </a:r>
              <a:r>
                <a:rPr kumimoji="1" lang="en-US" altLang="zh-CN" sz="2000" b="1" i="1" baseline="-25000" dirty="0">
                  <a:solidFill>
                    <a:prstClr val="black"/>
                  </a:solidFill>
                  <a:latin typeface="Times New Roman" pitchFamily="18" charset="0"/>
                </a:rPr>
                <a:t>0</a:t>
              </a:r>
              <a:r>
                <a:rPr kumimoji="1" lang="en-US" altLang="zh-CN" sz="2000" b="1" dirty="0">
                  <a:solidFill>
                    <a:prstClr val="black"/>
                  </a:solidFill>
                  <a:latin typeface="Times New Roman" pitchFamily="18" charset="0"/>
                </a:rPr>
                <a:t>:</a:t>
              </a:r>
            </a:p>
            <a:p>
              <a:pPr>
                <a:buClr>
                  <a:srgbClr val="073E87"/>
                </a:buClr>
                <a:buSzPct val="75000"/>
                <a:buFont typeface="Monotype Sorts"/>
                <a:buNone/>
                <a:defRPr/>
              </a:pPr>
              <a:r>
                <a:rPr kumimoji="1" lang="en-US" altLang="zh-CN" sz="2000" b="1" i="1" dirty="0">
                  <a:solidFill>
                    <a:prstClr val="black"/>
                  </a:solidFill>
                  <a:latin typeface="Times New Roman" pitchFamily="18" charset="0"/>
                </a:rPr>
                <a:t>S</a:t>
              </a:r>
              <a:r>
                <a:rPr lang="en-US" altLang="zh-CN" sz="2000" b="1" i="1" dirty="0">
                  <a:solidFill>
                    <a:prstClr val="black"/>
                  </a:solidFill>
                  <a:latin typeface="Times New Roman" pitchFamily="18" charset="0"/>
                  <a:ea typeface="楷体" pitchFamily="49" charset="-122"/>
                  <a:cs typeface="Times New Roman" pitchFamily="18" charset="0"/>
                </a:rPr>
                <a:t>′</a:t>
              </a:r>
              <a:r>
                <a:rPr kumimoji="1" lang="en-US" altLang="zh-CN" sz="2000" b="1" i="1" dirty="0">
                  <a:solidFill>
                    <a:srgbClr val="073E87">
                      <a:lumMod val="60000"/>
                      <a:lumOff val="40000"/>
                    </a:srgbClr>
                  </a:solidFill>
                  <a:latin typeface="Times New Roman" pitchFamily="18" charset="0"/>
                </a:rPr>
                <a:t>  </a:t>
              </a:r>
              <a:r>
                <a:rPr kumimoji="1" lang="en-US" altLang="zh-CN" sz="2000" b="1" i="1" dirty="0">
                  <a:solidFill>
                    <a:prstClr val="black"/>
                  </a:solidFill>
                  <a:latin typeface="Times New Roman" pitchFamily="18" charset="0"/>
                </a:rPr>
                <a:t>→ </a:t>
              </a:r>
              <a:r>
                <a:rPr lang="en-US" altLang="zh-CN" sz="2000" b="1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· </a:t>
              </a:r>
              <a:r>
                <a:rPr kumimoji="1" lang="en-US" altLang="zh-CN" sz="2000" b="1" i="1" dirty="0">
                  <a:solidFill>
                    <a:prstClr val="black"/>
                  </a:solidFill>
                  <a:latin typeface="Times New Roman" pitchFamily="18" charset="0"/>
                </a:rPr>
                <a:t>T</a:t>
              </a:r>
            </a:p>
            <a:p>
              <a:pPr>
                <a:buClr>
                  <a:srgbClr val="073E87"/>
                </a:buClr>
                <a:buSzPct val="75000"/>
                <a:buFont typeface="Monotype Sorts"/>
                <a:buNone/>
                <a:defRPr/>
              </a:pPr>
              <a:r>
                <a:rPr kumimoji="1" lang="en-US" altLang="zh-CN" sz="2000" b="1" i="1" dirty="0">
                  <a:solidFill>
                    <a:srgbClr val="FF0000"/>
                  </a:solidFill>
                  <a:latin typeface="Times New Roman" pitchFamily="18" charset="0"/>
                </a:rPr>
                <a:t>T→</a:t>
              </a:r>
              <a:r>
                <a:rPr lang="en-US" altLang="zh-CN" sz="2000" b="1" i="1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 · </a:t>
              </a:r>
              <a:r>
                <a:rPr kumimoji="1" lang="en-US" altLang="zh-CN" sz="2000" b="1" i="1" dirty="0" err="1">
                  <a:solidFill>
                    <a:srgbClr val="FF0000"/>
                  </a:solidFill>
                  <a:latin typeface="Times New Roman" pitchFamily="18" charset="0"/>
                </a:rPr>
                <a:t>aBd</a:t>
              </a:r>
              <a:endParaRPr kumimoji="1" lang="en-US" altLang="zh-CN" sz="2000" b="1" i="1" dirty="0">
                <a:solidFill>
                  <a:srgbClr val="FF0000"/>
                </a:solidFill>
                <a:latin typeface="Times New Roman" pitchFamily="18" charset="0"/>
              </a:endParaRPr>
            </a:p>
            <a:p>
              <a:pPr>
                <a:buClr>
                  <a:srgbClr val="073E87"/>
                </a:buClr>
                <a:buSzPct val="75000"/>
                <a:buFont typeface="Monotype Sorts"/>
                <a:buNone/>
                <a:defRPr/>
              </a:pPr>
              <a:r>
                <a:rPr kumimoji="1" lang="en-US" altLang="zh-CN" sz="2000" b="1" i="1" dirty="0">
                  <a:solidFill>
                    <a:srgbClr val="FF0000"/>
                  </a:solidFill>
                  <a:latin typeface="Times New Roman" pitchFamily="18" charset="0"/>
                </a:rPr>
                <a:t>T →</a:t>
              </a:r>
              <a:r>
                <a:rPr lang="en-US" altLang="zh-CN" sz="2000" b="1" i="1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 · </a:t>
              </a:r>
              <a:endParaRPr kumimoji="1" lang="en-US" altLang="zh-CN" sz="2000" b="1" i="1" dirty="0">
                <a:solidFill>
                  <a:srgbClr val="FF0000"/>
                </a:solidFill>
                <a:latin typeface="Times New Roman" pitchFamily="18" charset="0"/>
              </a:endParaRPr>
            </a:p>
          </p:txBody>
        </p:sp>
        <p:sp>
          <p:nvSpPr>
            <p:cNvPr id="9" name="Text Box 14"/>
            <p:cNvSpPr txBox="1">
              <a:spLocks noChangeArrowheads="1"/>
            </p:cNvSpPr>
            <p:nvPr/>
          </p:nvSpPr>
          <p:spPr bwMode="auto">
            <a:xfrm>
              <a:off x="3586436" y="2460847"/>
              <a:ext cx="1285790" cy="1939416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>
              <a:spAutoFit/>
            </a:bodyPr>
            <a:lstStyle/>
            <a:p>
              <a:pPr>
                <a:buClr>
                  <a:srgbClr val="073E87"/>
                </a:buClr>
                <a:buSzPct val="75000"/>
                <a:buFont typeface="Monotype Sorts"/>
                <a:buNone/>
                <a:defRPr/>
              </a:pPr>
              <a:r>
                <a:rPr kumimoji="1" lang="en-US" altLang="zh-CN" sz="2000" b="1" i="1" dirty="0">
                  <a:solidFill>
                    <a:prstClr val="black"/>
                  </a:solidFill>
                  <a:latin typeface="Times New Roman" pitchFamily="18" charset="0"/>
                </a:rPr>
                <a:t>I</a:t>
              </a:r>
              <a:r>
                <a:rPr kumimoji="1" lang="en-US" altLang="zh-CN" sz="2000" b="1" i="1" baseline="-25000" dirty="0">
                  <a:solidFill>
                    <a:prstClr val="black"/>
                  </a:solidFill>
                  <a:latin typeface="Times New Roman" pitchFamily="18" charset="0"/>
                </a:rPr>
                <a:t>2</a:t>
              </a:r>
              <a:r>
                <a:rPr kumimoji="1" lang="en-US" altLang="zh-CN" sz="2000" b="1" dirty="0">
                  <a:solidFill>
                    <a:prstClr val="black"/>
                  </a:solidFill>
                  <a:latin typeface="Times New Roman" pitchFamily="18" charset="0"/>
                </a:rPr>
                <a:t>:</a:t>
              </a:r>
            </a:p>
            <a:p>
              <a:pPr>
                <a:buClr>
                  <a:srgbClr val="073E87"/>
                </a:buClr>
                <a:buSzPct val="75000"/>
                <a:defRPr/>
              </a:pPr>
              <a:r>
                <a:rPr kumimoji="1" lang="en-US" altLang="zh-CN" sz="2000" b="1" i="1" dirty="0" err="1">
                  <a:solidFill>
                    <a:prstClr val="black"/>
                  </a:solidFill>
                  <a:latin typeface="Times New Roman" pitchFamily="18" charset="0"/>
                </a:rPr>
                <a:t>T→a</a:t>
              </a:r>
              <a:r>
                <a:rPr kumimoji="1" lang="en-US" altLang="zh-CN" sz="2000" b="1" i="1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sz="2000" b="1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·</a:t>
              </a:r>
              <a:r>
                <a:rPr kumimoji="1" lang="en-US" altLang="zh-CN" sz="2000" b="1" i="1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kumimoji="1" lang="en-US" altLang="zh-CN" sz="2000" b="1" i="1" dirty="0" err="1">
                  <a:solidFill>
                    <a:prstClr val="black"/>
                  </a:solidFill>
                  <a:latin typeface="Times New Roman" pitchFamily="18" charset="0"/>
                </a:rPr>
                <a:t>Bd</a:t>
              </a:r>
              <a:endParaRPr kumimoji="1" lang="en-US" altLang="zh-CN" sz="2000" b="1" i="1" dirty="0">
                <a:solidFill>
                  <a:prstClr val="black"/>
                </a:solidFill>
                <a:latin typeface="Times New Roman" pitchFamily="18" charset="0"/>
              </a:endParaRPr>
            </a:p>
            <a:p>
              <a:pPr>
                <a:buClr>
                  <a:srgbClr val="073E87"/>
                </a:buClr>
                <a:buSzPct val="75000"/>
                <a:buFont typeface="Monotype Sorts"/>
                <a:buNone/>
                <a:defRPr/>
              </a:pPr>
              <a:r>
                <a:rPr kumimoji="1" lang="en-US" altLang="zh-CN" sz="2000" b="1" i="1" dirty="0">
                  <a:solidFill>
                    <a:prstClr val="black"/>
                  </a:solidFill>
                  <a:latin typeface="Times New Roman" pitchFamily="18" charset="0"/>
                </a:rPr>
                <a:t>B → </a:t>
              </a:r>
              <a:r>
                <a:rPr lang="en-US" altLang="zh-CN" sz="2000" b="1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· </a:t>
              </a:r>
              <a:r>
                <a:rPr kumimoji="1" lang="en-US" altLang="zh-CN" sz="2000" b="1" i="1" dirty="0">
                  <a:solidFill>
                    <a:prstClr val="black"/>
                  </a:solidFill>
                  <a:latin typeface="Times New Roman" pitchFamily="18" charset="0"/>
                </a:rPr>
                <a:t>Tb</a:t>
              </a:r>
            </a:p>
            <a:p>
              <a:pPr>
                <a:buClr>
                  <a:srgbClr val="073E87"/>
                </a:buClr>
                <a:buSzPct val="75000"/>
                <a:buFont typeface="Monotype Sorts"/>
                <a:buNone/>
                <a:defRPr/>
              </a:pPr>
              <a:r>
                <a:rPr kumimoji="1" lang="en-US" altLang="zh-CN" sz="2000" b="1" i="1" dirty="0">
                  <a:solidFill>
                    <a:srgbClr val="FF0000"/>
                  </a:solidFill>
                  <a:latin typeface="Times New Roman" pitchFamily="18" charset="0"/>
                </a:rPr>
                <a:t>B → </a:t>
              </a:r>
              <a:r>
                <a:rPr lang="en-US" altLang="zh-CN" sz="2000" b="1" i="1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·</a:t>
              </a:r>
              <a:endParaRPr kumimoji="1" lang="en-US" altLang="zh-CN" sz="2000" b="1" i="1" dirty="0">
                <a:solidFill>
                  <a:srgbClr val="FF0000"/>
                </a:solidFill>
                <a:latin typeface="Times New Roman" pitchFamily="18" charset="0"/>
              </a:endParaRPr>
            </a:p>
            <a:p>
              <a:pPr>
                <a:buClr>
                  <a:srgbClr val="073E87"/>
                </a:buClr>
                <a:buSzPct val="75000"/>
                <a:buFont typeface="Monotype Sorts"/>
                <a:buNone/>
                <a:defRPr/>
              </a:pPr>
              <a:r>
                <a:rPr kumimoji="1" lang="en-US" altLang="zh-CN" sz="2000" b="1" i="1" dirty="0">
                  <a:solidFill>
                    <a:srgbClr val="FF0000"/>
                  </a:solidFill>
                  <a:latin typeface="Times New Roman" pitchFamily="18" charset="0"/>
                </a:rPr>
                <a:t>T→</a:t>
              </a:r>
              <a:r>
                <a:rPr lang="en-US" altLang="zh-CN" sz="2000" b="1" i="1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 · </a:t>
              </a:r>
              <a:r>
                <a:rPr kumimoji="1" lang="en-US" altLang="zh-CN" sz="2000" b="1" i="1" dirty="0" err="1">
                  <a:solidFill>
                    <a:srgbClr val="FF0000"/>
                  </a:solidFill>
                  <a:latin typeface="Times New Roman" pitchFamily="18" charset="0"/>
                </a:rPr>
                <a:t>aBd</a:t>
              </a:r>
              <a:endParaRPr kumimoji="1" lang="en-US" altLang="zh-CN" sz="2000" b="1" i="1" dirty="0">
                <a:solidFill>
                  <a:srgbClr val="FF0000"/>
                </a:solidFill>
                <a:latin typeface="Times New Roman" pitchFamily="18" charset="0"/>
              </a:endParaRPr>
            </a:p>
            <a:p>
              <a:pPr>
                <a:buClr>
                  <a:srgbClr val="073E87"/>
                </a:buClr>
                <a:buSzPct val="75000"/>
                <a:buFont typeface="Monotype Sorts"/>
                <a:buNone/>
                <a:defRPr/>
              </a:pPr>
              <a:r>
                <a:rPr kumimoji="1" lang="en-US" altLang="zh-CN" sz="2000" b="1" i="1" dirty="0">
                  <a:solidFill>
                    <a:srgbClr val="FF0000"/>
                  </a:solidFill>
                  <a:latin typeface="Times New Roman" pitchFamily="18" charset="0"/>
                </a:rPr>
                <a:t>T →</a:t>
              </a:r>
              <a:r>
                <a:rPr lang="en-US" altLang="zh-CN" sz="2000" b="1" i="1" dirty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 ·</a:t>
              </a:r>
              <a:endParaRPr kumimoji="1" lang="en-US" altLang="zh-CN" sz="2000" b="1" i="1" dirty="0">
                <a:solidFill>
                  <a:srgbClr val="FF0000"/>
                </a:solidFill>
                <a:latin typeface="Times New Roman" pitchFamily="18" charset="0"/>
              </a:endParaRPr>
            </a:p>
          </p:txBody>
        </p:sp>
        <p:sp>
          <p:nvSpPr>
            <p:cNvPr id="10" name="Text Box 14"/>
            <p:cNvSpPr txBox="1">
              <a:spLocks noChangeArrowheads="1"/>
            </p:cNvSpPr>
            <p:nvPr/>
          </p:nvSpPr>
          <p:spPr bwMode="auto">
            <a:xfrm>
              <a:off x="5657987" y="1324496"/>
              <a:ext cx="1261978" cy="70783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>
              <a:spAutoFit/>
            </a:bodyPr>
            <a:lstStyle/>
            <a:p>
              <a:pPr>
                <a:buClr>
                  <a:srgbClr val="073E87"/>
                </a:buClr>
                <a:buSzPct val="75000"/>
                <a:buFont typeface="Monotype Sorts"/>
                <a:buNone/>
                <a:defRPr/>
              </a:pPr>
              <a:r>
                <a:rPr kumimoji="1" lang="en-US" altLang="zh-CN" sz="2000" b="1" i="1" dirty="0">
                  <a:solidFill>
                    <a:prstClr val="black"/>
                  </a:solidFill>
                  <a:latin typeface="Times New Roman" pitchFamily="18" charset="0"/>
                </a:rPr>
                <a:t>I</a:t>
              </a:r>
              <a:r>
                <a:rPr kumimoji="1" lang="en-US" altLang="zh-CN" sz="2000" b="1" i="1" baseline="-25000" dirty="0">
                  <a:solidFill>
                    <a:prstClr val="black"/>
                  </a:solidFill>
                  <a:latin typeface="Times New Roman" pitchFamily="18" charset="0"/>
                </a:rPr>
                <a:t>1</a:t>
              </a:r>
              <a:r>
                <a:rPr kumimoji="1" lang="en-US" altLang="zh-CN" sz="2000" b="1" dirty="0">
                  <a:solidFill>
                    <a:prstClr val="black"/>
                  </a:solidFill>
                  <a:latin typeface="Times New Roman" pitchFamily="18" charset="0"/>
                </a:rPr>
                <a:t>:</a:t>
              </a:r>
            </a:p>
            <a:p>
              <a:pPr>
                <a:buClr>
                  <a:srgbClr val="073E87"/>
                </a:buClr>
                <a:buSzPct val="75000"/>
                <a:buFont typeface="Monotype Sorts"/>
                <a:buNone/>
                <a:defRPr/>
              </a:pPr>
              <a:r>
                <a:rPr kumimoji="1" lang="en-US" altLang="zh-CN" sz="2000" b="1" i="1" dirty="0">
                  <a:solidFill>
                    <a:prstClr val="black"/>
                  </a:solidFill>
                  <a:latin typeface="Times New Roman" pitchFamily="18" charset="0"/>
                </a:rPr>
                <a:t>S</a:t>
              </a:r>
              <a:r>
                <a:rPr lang="en-US" altLang="zh-CN" sz="2000" b="1" i="1" dirty="0">
                  <a:solidFill>
                    <a:prstClr val="black"/>
                  </a:solidFill>
                  <a:latin typeface="Times New Roman" pitchFamily="18" charset="0"/>
                  <a:ea typeface="楷体" pitchFamily="49" charset="-122"/>
                  <a:cs typeface="Times New Roman" pitchFamily="18" charset="0"/>
                </a:rPr>
                <a:t>′</a:t>
              </a:r>
              <a:r>
                <a:rPr kumimoji="1" lang="en-US" altLang="zh-CN" sz="2000" b="1" i="1" dirty="0">
                  <a:solidFill>
                    <a:srgbClr val="073E87">
                      <a:lumMod val="60000"/>
                      <a:lumOff val="40000"/>
                    </a:srgbClr>
                  </a:solidFill>
                  <a:latin typeface="Times New Roman" pitchFamily="18" charset="0"/>
                </a:rPr>
                <a:t> </a:t>
              </a:r>
              <a:r>
                <a:rPr kumimoji="1" lang="en-US" altLang="zh-CN" sz="2000" b="1" i="1" dirty="0">
                  <a:solidFill>
                    <a:prstClr val="black"/>
                  </a:solidFill>
                  <a:latin typeface="Times New Roman" pitchFamily="18" charset="0"/>
                </a:rPr>
                <a:t>→ T </a:t>
              </a:r>
              <a:r>
                <a:rPr lang="en-US" altLang="zh-CN" sz="2000" b="1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· </a:t>
              </a:r>
              <a:endParaRPr kumimoji="1" lang="en-US" altLang="zh-CN" sz="2000" b="1" i="1" dirty="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11" name="Text Box 14"/>
            <p:cNvSpPr txBox="1">
              <a:spLocks noChangeArrowheads="1"/>
            </p:cNvSpPr>
            <p:nvPr/>
          </p:nvSpPr>
          <p:spPr bwMode="auto">
            <a:xfrm>
              <a:off x="5657987" y="2610033"/>
              <a:ext cx="1285790" cy="70783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>
              <a:spAutoFit/>
            </a:bodyPr>
            <a:lstStyle/>
            <a:p>
              <a:pPr>
                <a:buClr>
                  <a:srgbClr val="073E87"/>
                </a:buClr>
                <a:buSzPct val="75000"/>
                <a:buFont typeface="Monotype Sorts"/>
                <a:buNone/>
                <a:defRPr/>
              </a:pPr>
              <a:r>
                <a:rPr kumimoji="1" lang="en-US" altLang="zh-CN" sz="2000" b="1" i="1" dirty="0">
                  <a:solidFill>
                    <a:prstClr val="black"/>
                  </a:solidFill>
                  <a:latin typeface="Times New Roman" pitchFamily="18" charset="0"/>
                </a:rPr>
                <a:t>I</a:t>
              </a:r>
              <a:r>
                <a:rPr kumimoji="1" lang="en-US" altLang="zh-CN" sz="2000" b="1" i="1" baseline="-25000" dirty="0">
                  <a:solidFill>
                    <a:prstClr val="black"/>
                  </a:solidFill>
                  <a:latin typeface="Times New Roman" pitchFamily="18" charset="0"/>
                </a:rPr>
                <a:t>3</a:t>
              </a:r>
              <a:r>
                <a:rPr kumimoji="1" lang="en-US" altLang="zh-CN" sz="2000" b="1" dirty="0">
                  <a:solidFill>
                    <a:prstClr val="black"/>
                  </a:solidFill>
                  <a:latin typeface="Times New Roman" pitchFamily="18" charset="0"/>
                </a:rPr>
                <a:t>:</a:t>
              </a:r>
            </a:p>
            <a:p>
              <a:pPr>
                <a:buClr>
                  <a:srgbClr val="073E87"/>
                </a:buClr>
                <a:buSzPct val="75000"/>
                <a:defRPr/>
              </a:pPr>
              <a:r>
                <a:rPr kumimoji="1" lang="en-US" altLang="zh-CN" sz="2000" b="1" i="1" dirty="0" err="1">
                  <a:solidFill>
                    <a:prstClr val="black"/>
                  </a:solidFill>
                  <a:latin typeface="Times New Roman" pitchFamily="18" charset="0"/>
                </a:rPr>
                <a:t>T→aB</a:t>
              </a:r>
              <a:r>
                <a:rPr kumimoji="1" lang="en-US" altLang="zh-CN" sz="2000" b="1" i="1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sz="2000" b="1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·</a:t>
              </a:r>
              <a:r>
                <a:rPr kumimoji="1" lang="en-US" altLang="zh-CN" sz="2000" b="1" i="1" dirty="0">
                  <a:solidFill>
                    <a:prstClr val="black"/>
                  </a:solidFill>
                  <a:latin typeface="Times New Roman" pitchFamily="18" charset="0"/>
                </a:rPr>
                <a:t> d</a:t>
              </a:r>
            </a:p>
          </p:txBody>
        </p:sp>
        <p:sp>
          <p:nvSpPr>
            <p:cNvPr id="12" name="Text Box 14"/>
            <p:cNvSpPr txBox="1">
              <a:spLocks noChangeArrowheads="1"/>
            </p:cNvSpPr>
            <p:nvPr/>
          </p:nvSpPr>
          <p:spPr bwMode="auto">
            <a:xfrm>
              <a:off x="5657987" y="3540064"/>
              <a:ext cx="1285790" cy="70783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>
              <a:spAutoFit/>
            </a:bodyPr>
            <a:lstStyle/>
            <a:p>
              <a:pPr>
                <a:buClr>
                  <a:srgbClr val="073E87"/>
                </a:buClr>
                <a:buSzPct val="75000"/>
                <a:buFont typeface="Monotype Sorts"/>
                <a:buNone/>
                <a:defRPr/>
              </a:pPr>
              <a:r>
                <a:rPr kumimoji="1" lang="en-US" altLang="zh-CN" sz="2000" b="1" i="1" dirty="0">
                  <a:solidFill>
                    <a:prstClr val="black"/>
                  </a:solidFill>
                  <a:latin typeface="Times New Roman" pitchFamily="18" charset="0"/>
                </a:rPr>
                <a:t>I</a:t>
              </a:r>
              <a:r>
                <a:rPr kumimoji="1" lang="en-US" altLang="zh-CN" sz="2000" b="1" i="1" baseline="-25000" dirty="0">
                  <a:solidFill>
                    <a:prstClr val="black"/>
                  </a:solidFill>
                  <a:latin typeface="Times New Roman" pitchFamily="18" charset="0"/>
                </a:rPr>
                <a:t>4</a:t>
              </a:r>
              <a:r>
                <a:rPr kumimoji="1" lang="en-US" altLang="zh-CN" sz="2000" b="1" dirty="0">
                  <a:solidFill>
                    <a:prstClr val="black"/>
                  </a:solidFill>
                  <a:latin typeface="Times New Roman" pitchFamily="18" charset="0"/>
                </a:rPr>
                <a:t>:</a:t>
              </a:r>
            </a:p>
            <a:p>
              <a:pPr>
                <a:buClr>
                  <a:srgbClr val="073E87"/>
                </a:buClr>
                <a:buSzPct val="75000"/>
                <a:buFont typeface="Monotype Sorts"/>
                <a:buNone/>
                <a:defRPr/>
              </a:pPr>
              <a:r>
                <a:rPr kumimoji="1" lang="en-US" altLang="zh-CN" sz="2000" b="1" i="1" dirty="0">
                  <a:solidFill>
                    <a:prstClr val="black"/>
                  </a:solidFill>
                  <a:latin typeface="Times New Roman" pitchFamily="18" charset="0"/>
                </a:rPr>
                <a:t>B→T </a:t>
              </a:r>
              <a:r>
                <a:rPr lang="en-US" altLang="zh-CN" sz="2000" b="1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· </a:t>
              </a:r>
              <a:r>
                <a:rPr kumimoji="1" lang="en-US" altLang="zh-CN" sz="2000" b="1" i="1" dirty="0">
                  <a:solidFill>
                    <a:prstClr val="black"/>
                  </a:solidFill>
                  <a:latin typeface="Times New Roman" pitchFamily="18" charset="0"/>
                </a:rPr>
                <a:t>b</a:t>
              </a:r>
            </a:p>
          </p:txBody>
        </p:sp>
        <p:sp>
          <p:nvSpPr>
            <p:cNvPr id="13" name="Text Box 14"/>
            <p:cNvSpPr txBox="1">
              <a:spLocks noChangeArrowheads="1"/>
            </p:cNvSpPr>
            <p:nvPr/>
          </p:nvSpPr>
          <p:spPr bwMode="auto">
            <a:xfrm>
              <a:off x="7586671" y="2610033"/>
              <a:ext cx="1190546" cy="70783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>
              <a:spAutoFit/>
            </a:bodyPr>
            <a:lstStyle/>
            <a:p>
              <a:pPr>
                <a:buClr>
                  <a:srgbClr val="073E87"/>
                </a:buClr>
                <a:buSzPct val="75000"/>
                <a:buFont typeface="Monotype Sorts"/>
                <a:buNone/>
                <a:defRPr/>
              </a:pPr>
              <a:r>
                <a:rPr kumimoji="1" lang="en-US" altLang="zh-CN" sz="2000" b="1" i="1" dirty="0">
                  <a:solidFill>
                    <a:prstClr val="black"/>
                  </a:solidFill>
                  <a:latin typeface="Times New Roman" pitchFamily="18" charset="0"/>
                </a:rPr>
                <a:t>I</a:t>
              </a:r>
              <a:r>
                <a:rPr kumimoji="1" lang="en-US" altLang="zh-CN" sz="2000" b="1" i="1" baseline="-25000" dirty="0">
                  <a:solidFill>
                    <a:prstClr val="black"/>
                  </a:solidFill>
                  <a:latin typeface="Times New Roman" pitchFamily="18" charset="0"/>
                </a:rPr>
                <a:t>5</a:t>
              </a:r>
              <a:r>
                <a:rPr kumimoji="1" lang="en-US" altLang="zh-CN" sz="2000" b="1" dirty="0">
                  <a:solidFill>
                    <a:prstClr val="black"/>
                  </a:solidFill>
                  <a:latin typeface="Times New Roman" pitchFamily="18" charset="0"/>
                </a:rPr>
                <a:t>:</a:t>
              </a:r>
            </a:p>
            <a:p>
              <a:pPr>
                <a:buClr>
                  <a:srgbClr val="073E87"/>
                </a:buClr>
                <a:buSzPct val="75000"/>
                <a:buFont typeface="Monotype Sorts"/>
                <a:buNone/>
                <a:defRPr/>
              </a:pPr>
              <a:r>
                <a:rPr kumimoji="1" lang="en-US" altLang="zh-CN" sz="2000" b="1" i="1" dirty="0" err="1">
                  <a:solidFill>
                    <a:prstClr val="black"/>
                  </a:solidFill>
                  <a:latin typeface="Times New Roman" pitchFamily="18" charset="0"/>
                </a:rPr>
                <a:t>T→aBd</a:t>
              </a:r>
              <a:r>
                <a:rPr kumimoji="1" lang="en-US" altLang="zh-CN" sz="2000" b="1" i="1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sz="2000" b="1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·</a:t>
              </a:r>
              <a:endParaRPr kumimoji="1" lang="en-US" altLang="zh-CN" sz="2000" b="1" i="1" dirty="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14" name="Text Box 14"/>
            <p:cNvSpPr txBox="1">
              <a:spLocks noChangeArrowheads="1"/>
            </p:cNvSpPr>
            <p:nvPr/>
          </p:nvSpPr>
          <p:spPr bwMode="auto">
            <a:xfrm>
              <a:off x="7586671" y="3540064"/>
              <a:ext cx="1190546" cy="70783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</p:spPr>
          <p:txBody>
            <a:bodyPr>
              <a:spAutoFit/>
            </a:bodyPr>
            <a:lstStyle/>
            <a:p>
              <a:pPr>
                <a:buClr>
                  <a:srgbClr val="073E87"/>
                </a:buClr>
                <a:buSzPct val="75000"/>
                <a:buFont typeface="Monotype Sorts"/>
                <a:buNone/>
                <a:defRPr/>
              </a:pPr>
              <a:r>
                <a:rPr kumimoji="1" lang="en-US" altLang="zh-CN" sz="2000" b="1" i="1" dirty="0">
                  <a:solidFill>
                    <a:prstClr val="black"/>
                  </a:solidFill>
                  <a:latin typeface="Times New Roman" pitchFamily="18" charset="0"/>
                </a:rPr>
                <a:t>I</a:t>
              </a:r>
              <a:r>
                <a:rPr kumimoji="1" lang="en-US" altLang="zh-CN" sz="2000" b="1" i="1" baseline="-25000" dirty="0">
                  <a:solidFill>
                    <a:prstClr val="black"/>
                  </a:solidFill>
                  <a:latin typeface="Times New Roman" pitchFamily="18" charset="0"/>
                </a:rPr>
                <a:t>6</a:t>
              </a:r>
              <a:r>
                <a:rPr kumimoji="1" lang="en-US" altLang="zh-CN" sz="2000" b="1" dirty="0">
                  <a:solidFill>
                    <a:prstClr val="black"/>
                  </a:solidFill>
                  <a:latin typeface="Times New Roman" pitchFamily="18" charset="0"/>
                </a:rPr>
                <a:t>:</a:t>
              </a:r>
            </a:p>
            <a:p>
              <a:pPr>
                <a:buClr>
                  <a:srgbClr val="073E87"/>
                </a:buClr>
                <a:buSzPct val="75000"/>
                <a:buFont typeface="Monotype Sorts"/>
                <a:buNone/>
                <a:defRPr/>
              </a:pPr>
              <a:r>
                <a:rPr kumimoji="1" lang="en-US" altLang="zh-CN" sz="2000" b="1" i="1" dirty="0" err="1">
                  <a:solidFill>
                    <a:prstClr val="black"/>
                  </a:solidFill>
                  <a:latin typeface="Times New Roman" pitchFamily="18" charset="0"/>
                </a:rPr>
                <a:t>B→Tb</a:t>
              </a:r>
              <a:r>
                <a:rPr kumimoji="1" lang="en-US" altLang="zh-CN" sz="2000" b="1" i="1" dirty="0">
                  <a:solidFill>
                    <a:prstClr val="black"/>
                  </a:solidFill>
                  <a:latin typeface="Times New Roman" pitchFamily="18" charset="0"/>
                </a:rPr>
                <a:t> </a:t>
              </a:r>
              <a:r>
                <a:rPr lang="en-US" altLang="zh-CN" sz="2000" b="1" i="1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</a:rPr>
                <a:t>·</a:t>
              </a:r>
              <a:endParaRPr kumimoji="1" lang="en-US" altLang="zh-CN" sz="2000" b="1" i="1" dirty="0">
                <a:solidFill>
                  <a:prstClr val="black"/>
                </a:solidFill>
                <a:latin typeface="Times New Roman" pitchFamily="18" charset="0"/>
              </a:endParaRPr>
            </a:p>
          </p:txBody>
        </p:sp>
        <p:sp>
          <p:nvSpPr>
            <p:cNvPr id="88079" name="Line 18"/>
            <p:cNvSpPr>
              <a:spLocks noChangeShapeType="1"/>
            </p:cNvSpPr>
            <p:nvPr/>
          </p:nvSpPr>
          <p:spPr bwMode="auto">
            <a:xfrm>
              <a:off x="4872320" y="1675453"/>
              <a:ext cx="79200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none" w="sm" len="sm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8080" name="Line 18"/>
            <p:cNvSpPr>
              <a:spLocks noChangeShapeType="1"/>
            </p:cNvSpPr>
            <p:nvPr/>
          </p:nvSpPr>
          <p:spPr bwMode="auto">
            <a:xfrm>
              <a:off x="4872320" y="2961337"/>
              <a:ext cx="79200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none" w="sm" len="sm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8081" name="Line 18"/>
            <p:cNvSpPr>
              <a:spLocks noChangeShapeType="1"/>
            </p:cNvSpPr>
            <p:nvPr/>
          </p:nvSpPr>
          <p:spPr bwMode="auto">
            <a:xfrm>
              <a:off x="4872320" y="3890031"/>
              <a:ext cx="79200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none" w="sm" len="sm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8082" name="Line 18"/>
            <p:cNvSpPr>
              <a:spLocks noChangeShapeType="1"/>
            </p:cNvSpPr>
            <p:nvPr/>
          </p:nvSpPr>
          <p:spPr bwMode="auto">
            <a:xfrm>
              <a:off x="6944022" y="3890031"/>
              <a:ext cx="64800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none" w="sm" len="sm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8083" name="Line 18"/>
            <p:cNvSpPr>
              <a:spLocks noChangeShapeType="1"/>
            </p:cNvSpPr>
            <p:nvPr/>
          </p:nvSpPr>
          <p:spPr bwMode="auto">
            <a:xfrm>
              <a:off x="6944022" y="2961337"/>
              <a:ext cx="64800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none" w="sm" len="sm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8084" name="Line 18"/>
            <p:cNvSpPr>
              <a:spLocks noChangeShapeType="1"/>
            </p:cNvSpPr>
            <p:nvPr/>
          </p:nvSpPr>
          <p:spPr bwMode="auto">
            <a:xfrm flipH="1">
              <a:off x="4229378" y="2227273"/>
              <a:ext cx="0" cy="2160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none" w="sm" len="sm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2" name="任意多边形 21"/>
            <p:cNvSpPr/>
            <p:nvPr/>
          </p:nvSpPr>
          <p:spPr>
            <a:xfrm>
              <a:off x="4710312" y="2298965"/>
              <a:ext cx="357164" cy="376138"/>
            </a:xfrm>
            <a:custGeom>
              <a:avLst/>
              <a:gdLst>
                <a:gd name="connsiteX0" fmla="*/ 231006 w 495701"/>
                <a:gd name="connsiteY0" fmla="*/ 519764 h 519764"/>
                <a:gd name="connsiteX1" fmla="*/ 442762 w 495701"/>
                <a:gd name="connsiteY1" fmla="*/ 423511 h 519764"/>
                <a:gd name="connsiteX2" fmla="*/ 490888 w 495701"/>
                <a:gd name="connsiteY2" fmla="*/ 202130 h 519764"/>
                <a:gd name="connsiteX3" fmla="*/ 413886 w 495701"/>
                <a:gd name="connsiteY3" fmla="*/ 48126 h 519764"/>
                <a:gd name="connsiteX4" fmla="*/ 221381 w 495701"/>
                <a:gd name="connsiteY4" fmla="*/ 0 h 519764"/>
                <a:gd name="connsiteX5" fmla="*/ 77002 w 495701"/>
                <a:gd name="connsiteY5" fmla="*/ 48126 h 519764"/>
                <a:gd name="connsiteX6" fmla="*/ 0 w 495701"/>
                <a:gd name="connsiteY6" fmla="*/ 211756 h 519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95701" h="519764">
                  <a:moveTo>
                    <a:pt x="231006" y="519764"/>
                  </a:moveTo>
                  <a:cubicBezTo>
                    <a:pt x="315227" y="498107"/>
                    <a:pt x="399448" y="476450"/>
                    <a:pt x="442762" y="423511"/>
                  </a:cubicBezTo>
                  <a:cubicBezTo>
                    <a:pt x="486076" y="370572"/>
                    <a:pt x="495701" y="264694"/>
                    <a:pt x="490888" y="202130"/>
                  </a:cubicBezTo>
                  <a:cubicBezTo>
                    <a:pt x="486075" y="139566"/>
                    <a:pt x="458804" y="81814"/>
                    <a:pt x="413886" y="48126"/>
                  </a:cubicBezTo>
                  <a:cubicBezTo>
                    <a:pt x="368968" y="14438"/>
                    <a:pt x="277528" y="0"/>
                    <a:pt x="221381" y="0"/>
                  </a:cubicBezTo>
                  <a:cubicBezTo>
                    <a:pt x="165234" y="0"/>
                    <a:pt x="113899" y="12833"/>
                    <a:pt x="77002" y="48126"/>
                  </a:cubicBezTo>
                  <a:cubicBezTo>
                    <a:pt x="40105" y="83419"/>
                    <a:pt x="20052" y="147587"/>
                    <a:pt x="0" y="211756"/>
                  </a:cubicBezTo>
                </a:path>
              </a:pathLst>
            </a:cu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>
                <a:solidFill>
                  <a:prstClr val="black"/>
                </a:solidFill>
              </a:endParaRPr>
            </a:p>
          </p:txBody>
        </p:sp>
        <p:sp>
          <p:nvSpPr>
            <p:cNvPr id="88086" name="Text Box 4"/>
            <p:cNvSpPr txBox="1">
              <a:spLocks noChangeArrowheads="1"/>
            </p:cNvSpPr>
            <p:nvPr/>
          </p:nvSpPr>
          <p:spPr bwMode="auto">
            <a:xfrm>
              <a:off x="5086634" y="1318263"/>
              <a:ext cx="381067" cy="4000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2000" b="1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88087" name="Text Box 4"/>
            <p:cNvSpPr txBox="1">
              <a:spLocks noChangeArrowheads="1"/>
            </p:cNvSpPr>
            <p:nvPr/>
          </p:nvSpPr>
          <p:spPr bwMode="auto">
            <a:xfrm>
              <a:off x="5086634" y="3532841"/>
              <a:ext cx="381067" cy="4000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2000" b="1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88088" name="Text Box 4"/>
            <p:cNvSpPr txBox="1">
              <a:spLocks noChangeArrowheads="1"/>
            </p:cNvSpPr>
            <p:nvPr/>
          </p:nvSpPr>
          <p:spPr bwMode="auto">
            <a:xfrm>
              <a:off x="5086634" y="2561287"/>
              <a:ext cx="381067" cy="4000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2000" b="1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</a:p>
          </p:txBody>
        </p:sp>
        <p:sp>
          <p:nvSpPr>
            <p:cNvPr id="88089" name="Text Box 4"/>
            <p:cNvSpPr txBox="1">
              <a:spLocks noChangeArrowheads="1"/>
            </p:cNvSpPr>
            <p:nvPr/>
          </p:nvSpPr>
          <p:spPr bwMode="auto">
            <a:xfrm>
              <a:off x="5015196" y="2061221"/>
              <a:ext cx="381067" cy="4000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2000" b="1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a</a:t>
              </a:r>
            </a:p>
          </p:txBody>
        </p:sp>
        <p:sp>
          <p:nvSpPr>
            <p:cNvPr id="88090" name="Text Box 4"/>
            <p:cNvSpPr txBox="1">
              <a:spLocks noChangeArrowheads="1"/>
            </p:cNvSpPr>
            <p:nvPr/>
          </p:nvSpPr>
          <p:spPr bwMode="auto">
            <a:xfrm>
              <a:off x="3903128" y="2120366"/>
              <a:ext cx="381067" cy="4000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2000" b="1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a</a:t>
              </a:r>
            </a:p>
          </p:txBody>
        </p:sp>
        <p:sp>
          <p:nvSpPr>
            <p:cNvPr id="88091" name="Text Box 4"/>
            <p:cNvSpPr txBox="1">
              <a:spLocks noChangeArrowheads="1"/>
            </p:cNvSpPr>
            <p:nvPr/>
          </p:nvSpPr>
          <p:spPr bwMode="auto">
            <a:xfrm>
              <a:off x="7086898" y="2604147"/>
              <a:ext cx="381067" cy="4000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2000" b="1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d</a:t>
              </a:r>
            </a:p>
          </p:txBody>
        </p:sp>
        <p:sp>
          <p:nvSpPr>
            <p:cNvPr id="88092" name="Text Box 4"/>
            <p:cNvSpPr txBox="1">
              <a:spLocks noChangeArrowheads="1"/>
            </p:cNvSpPr>
            <p:nvPr/>
          </p:nvSpPr>
          <p:spPr bwMode="auto">
            <a:xfrm>
              <a:off x="7086898" y="3532841"/>
              <a:ext cx="381067" cy="4000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>
                <a:spcBef>
                  <a:spcPct val="50000"/>
                </a:spcBef>
              </a:pPr>
              <a:r>
                <a:rPr kumimoji="1" lang="en-US" altLang="zh-CN" sz="2000" b="1" i="1">
                  <a:solidFill>
                    <a:srgbClr val="000000"/>
                  </a:solidFill>
                  <a:latin typeface="Times New Roman" panose="02020603050405020304" pitchFamily="18" charset="0"/>
                </a:rPr>
                <a:t>b</a:t>
              </a:r>
            </a:p>
          </p:txBody>
        </p:sp>
      </p:grpSp>
      <p:sp>
        <p:nvSpPr>
          <p:cNvPr id="28" name="AutoShape 58"/>
          <p:cNvSpPr>
            <a:spLocks noChangeArrowheads="1"/>
          </p:cNvSpPr>
          <p:nvPr/>
        </p:nvSpPr>
        <p:spPr bwMode="auto">
          <a:xfrm>
            <a:off x="6858000" y="123479"/>
            <a:ext cx="2197100" cy="1867247"/>
          </a:xfrm>
          <a:prstGeom prst="cloudCallout">
            <a:avLst>
              <a:gd name="adj1" fmla="val -44381"/>
              <a:gd name="adj2" fmla="val 78759"/>
            </a:avLst>
          </a:prstGeom>
          <a:solidFill>
            <a:schemeClr val="accent5">
              <a:lumMod val="40000"/>
              <a:lumOff val="60000"/>
            </a:schemeClr>
          </a:solidFill>
          <a:ln w="12700">
            <a:solidFill>
              <a:schemeClr val="tx1"/>
            </a:solidFill>
            <a:round/>
            <a:headEnd/>
            <a:tailEnd/>
          </a:ln>
        </p:spPr>
        <p:txBody>
          <a:bodyPr lIns="46800" rIns="46800"/>
          <a:lstStyle/>
          <a:p>
            <a:pPr algn="ctr">
              <a:spcBef>
                <a:spcPct val="20000"/>
              </a:spcBef>
              <a:buClr>
                <a:srgbClr val="333399"/>
              </a:buClr>
              <a:buSzPct val="75000"/>
              <a:buFont typeface="Monotype Sorts"/>
              <a:buNone/>
              <a:defRPr/>
            </a:pPr>
            <a:r>
              <a:rPr lang="zh-CN" altLang="en-US" sz="2000" b="1" dirty="0">
                <a:latin typeface="楷体" pitchFamily="49" charset="-122"/>
                <a:ea typeface="楷体" pitchFamily="49" charset="-122"/>
                <a:cs typeface="Times New Roman" pitchFamily="18" charset="0"/>
              </a:rPr>
              <a:t>为什么会出现冲突？</a:t>
            </a:r>
            <a:endParaRPr lang="en-US" altLang="zh-CN" sz="2000" b="1" dirty="0">
              <a:latin typeface="楷体" pitchFamily="49" charset="-122"/>
              <a:ea typeface="楷体" pitchFamily="49" charset="-122"/>
              <a:cs typeface="Times New Roman" pitchFamily="18" charset="0"/>
            </a:endParaRPr>
          </a:p>
          <a:p>
            <a:pPr algn="ctr">
              <a:spcBef>
                <a:spcPct val="20000"/>
              </a:spcBef>
              <a:buClr>
                <a:srgbClr val="333399"/>
              </a:buClr>
              <a:buSzPct val="75000"/>
              <a:buFont typeface="Monotype Sorts"/>
              <a:buNone/>
              <a:defRPr/>
            </a:pPr>
            <a:r>
              <a:rPr lang="zh-CN" altLang="en-US" sz="2000" b="1" dirty="0">
                <a:latin typeface="楷体" pitchFamily="49" charset="-122"/>
                <a:ea typeface="楷体" pitchFamily="49" charset="-122"/>
                <a:cs typeface="Times New Roman" pitchFamily="18" charset="0"/>
              </a:rPr>
              <a:t>如何消解冲突？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 nodeType="clickPar">
                      <p:stCondLst>
                        <p:cond delay="indefinite"/>
                      </p:stCondLst>
                      <p:childTnLst>
                        <p:par>
                          <p:cTn id="2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294F515-9303-4875-8CAC-978B2A6BAD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画出文法的</a:t>
            </a:r>
            <a:r>
              <a:rPr lang="en-US" altLang="zh-CN" dirty="0"/>
              <a:t>LR(0)</a:t>
            </a:r>
            <a:r>
              <a:rPr lang="zh-CN" altLang="en-US" dirty="0"/>
              <a:t>自动机，并画出</a:t>
            </a:r>
            <a:r>
              <a:rPr lang="en-US" altLang="zh-CN" dirty="0"/>
              <a:t>LR(0)</a:t>
            </a:r>
            <a:r>
              <a:rPr lang="zh-CN" altLang="en-US" dirty="0"/>
              <a:t>分析表，说明是不是</a:t>
            </a:r>
            <a:r>
              <a:rPr lang="en-US" altLang="zh-CN" dirty="0"/>
              <a:t>LR(0)</a:t>
            </a:r>
            <a:r>
              <a:rPr lang="zh-CN" altLang="en-US" dirty="0"/>
              <a:t>文法，为什么？</a:t>
            </a:r>
            <a:endParaRPr lang="en-US" altLang="zh-CN" dirty="0"/>
          </a:p>
          <a:p>
            <a:pPr marL="0" indent="0" algn="ctr">
              <a:buNone/>
            </a:pPr>
            <a:r>
              <a:rPr lang="en-GB" altLang="zh-CN" dirty="0"/>
              <a:t>S </a:t>
            </a:r>
            <a:r>
              <a:rPr lang="zh-CN" altLang="zh-CN" dirty="0"/>
              <a:t>→</a:t>
            </a:r>
            <a:r>
              <a:rPr lang="en-GB" altLang="zh-CN" dirty="0"/>
              <a:t> a | S + S | S </a:t>
            </a:r>
            <a:r>
              <a:rPr lang="en-GB" altLang="zh-CN" dirty="0" err="1"/>
              <a:t>S</a:t>
            </a:r>
            <a:r>
              <a:rPr lang="en-GB" altLang="zh-CN" dirty="0"/>
              <a:t> | S * | (S) </a:t>
            </a:r>
            <a:endParaRPr lang="zh-CN" altLang="en-US" dirty="0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1772C608-7B25-459B-98BE-EFF7898E8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课后练习</a:t>
            </a: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0EC0D431-1B25-448F-A116-3E55949AE61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0" y="4687888"/>
            <a:ext cx="1162050" cy="273050"/>
          </a:xfrm>
        </p:spPr>
        <p:txBody>
          <a:bodyPr/>
          <a:lstStyle/>
          <a:p>
            <a:pPr>
              <a:defRPr/>
            </a:pPr>
            <a:fld id="{DE03A640-DE24-46E6-800A-740A6D4CAF16}" type="slidenum">
              <a:rPr lang="zh-CN" altLang="en-US" smtClean="0"/>
              <a:pPr>
                <a:defRPr/>
              </a:pPr>
              <a:t>44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94194722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3" name="内容占位符 2"/>
          <p:cNvSpPr>
            <a:spLocks noGrp="1"/>
          </p:cNvSpPr>
          <p:nvPr>
            <p:ph idx="1"/>
          </p:nvPr>
        </p:nvSpPr>
        <p:spPr>
          <a:xfrm>
            <a:off x="859007" y="1059989"/>
            <a:ext cx="7713521" cy="3888025"/>
          </a:xfrm>
        </p:spPr>
        <p:txBody>
          <a:bodyPr>
            <a:normAutofit/>
          </a:bodyPr>
          <a:lstStyle/>
          <a:p>
            <a:pPr marL="0" indent="0">
              <a:lnSpc>
                <a:spcPts val="2500"/>
              </a:lnSpc>
              <a:buClrTx/>
              <a:buNone/>
            </a:pPr>
            <a:r>
              <a:rPr lang="en-US" altLang="zh-CN" b="1" dirty="0">
                <a:solidFill>
                  <a:schemeClr val="tx1"/>
                </a:solidFill>
              </a:rPr>
              <a:t>1</a:t>
            </a:r>
            <a:r>
              <a:rPr lang="zh-CN" altLang="en-US" b="1" dirty="0">
                <a:solidFill>
                  <a:schemeClr val="tx1"/>
                </a:solidFill>
              </a:rPr>
              <a:t>．绪论 			（</a:t>
            </a:r>
            <a:r>
              <a:rPr lang="en-US" altLang="zh-CN" b="1" dirty="0">
                <a:solidFill>
                  <a:schemeClr val="tx1"/>
                </a:solidFill>
              </a:rPr>
              <a:t>2</a:t>
            </a:r>
            <a:r>
              <a:rPr lang="zh-CN" altLang="en-US" b="1" dirty="0">
                <a:solidFill>
                  <a:schemeClr val="tx1"/>
                </a:solidFill>
              </a:rPr>
              <a:t>学时）</a:t>
            </a:r>
          </a:p>
          <a:p>
            <a:pPr marL="0" indent="0">
              <a:lnSpc>
                <a:spcPts val="2500"/>
              </a:lnSpc>
              <a:buClrTx/>
              <a:buNone/>
            </a:pPr>
            <a:r>
              <a:rPr lang="en-US" altLang="zh-CN" b="1" dirty="0"/>
              <a:t>2.   </a:t>
            </a:r>
            <a:r>
              <a:rPr lang="zh-CN" altLang="en-US" b="1" dirty="0"/>
              <a:t>语言及其文法		（</a:t>
            </a:r>
            <a:r>
              <a:rPr lang="en-US" altLang="zh-CN" b="1" dirty="0"/>
              <a:t>2</a:t>
            </a:r>
            <a:r>
              <a:rPr lang="zh-CN" altLang="en-US" b="1" dirty="0"/>
              <a:t>学时） </a:t>
            </a:r>
          </a:p>
          <a:p>
            <a:pPr marL="0" indent="0">
              <a:lnSpc>
                <a:spcPts val="2500"/>
              </a:lnSpc>
              <a:buClrTx/>
              <a:buNone/>
            </a:pPr>
            <a:r>
              <a:rPr lang="en-US" altLang="zh-CN" b="1" dirty="0">
                <a:solidFill>
                  <a:schemeClr val="tx1"/>
                </a:solidFill>
              </a:rPr>
              <a:t>3</a:t>
            </a:r>
            <a:r>
              <a:rPr lang="zh-CN" altLang="en-US" b="1" dirty="0">
                <a:solidFill>
                  <a:schemeClr val="tx1"/>
                </a:solidFill>
              </a:rPr>
              <a:t>．词法分析		</a:t>
            </a:r>
            <a:r>
              <a:rPr lang="en-US" altLang="zh-CN" b="1" dirty="0">
                <a:solidFill>
                  <a:schemeClr val="tx1"/>
                </a:solidFill>
              </a:rPr>
              <a:t>	</a:t>
            </a:r>
            <a:r>
              <a:rPr lang="zh-CN" altLang="en-US" b="1" dirty="0">
                <a:solidFill>
                  <a:schemeClr val="tx1"/>
                </a:solidFill>
              </a:rPr>
              <a:t>（</a:t>
            </a:r>
            <a:r>
              <a:rPr lang="en-US" altLang="zh-CN" b="1" dirty="0">
                <a:solidFill>
                  <a:schemeClr val="tx1"/>
                </a:solidFill>
              </a:rPr>
              <a:t>3</a:t>
            </a:r>
            <a:r>
              <a:rPr lang="zh-CN" altLang="en-US" b="1" dirty="0">
                <a:solidFill>
                  <a:schemeClr val="tx1"/>
                </a:solidFill>
              </a:rPr>
              <a:t>学时） </a:t>
            </a:r>
          </a:p>
          <a:p>
            <a:pPr marL="0" indent="0">
              <a:lnSpc>
                <a:spcPts val="2500"/>
              </a:lnSpc>
              <a:buClrTx/>
              <a:buNone/>
            </a:pPr>
            <a:r>
              <a:rPr lang="en-US" altLang="zh-CN" b="1" dirty="0">
                <a:solidFill>
                  <a:srgbClr val="FF0000"/>
                </a:solidFill>
              </a:rPr>
              <a:t>4</a:t>
            </a:r>
            <a:r>
              <a:rPr lang="zh-CN" altLang="en-US" b="1" dirty="0">
                <a:solidFill>
                  <a:srgbClr val="FF0000"/>
                </a:solidFill>
              </a:rPr>
              <a:t>．语法分析		</a:t>
            </a:r>
            <a:r>
              <a:rPr lang="en-US" altLang="zh-CN" b="1" dirty="0">
                <a:solidFill>
                  <a:srgbClr val="FF0000"/>
                </a:solidFill>
              </a:rPr>
              <a:t>	</a:t>
            </a:r>
            <a:r>
              <a:rPr lang="zh-CN" altLang="en-US" b="1" dirty="0">
                <a:solidFill>
                  <a:srgbClr val="FF0000"/>
                </a:solidFill>
              </a:rPr>
              <a:t>（</a:t>
            </a:r>
            <a:r>
              <a:rPr lang="en-US" altLang="zh-CN" b="1" dirty="0">
                <a:solidFill>
                  <a:srgbClr val="FF0000"/>
                </a:solidFill>
              </a:rPr>
              <a:t>9</a:t>
            </a:r>
            <a:r>
              <a:rPr lang="zh-CN" altLang="en-US" b="1" dirty="0">
                <a:solidFill>
                  <a:srgbClr val="FF0000"/>
                </a:solidFill>
              </a:rPr>
              <a:t>学时） </a:t>
            </a:r>
          </a:p>
          <a:p>
            <a:pPr marL="0" indent="0">
              <a:lnSpc>
                <a:spcPts val="2500"/>
              </a:lnSpc>
              <a:buClrTx/>
              <a:buNone/>
            </a:pPr>
            <a:r>
              <a:rPr lang="en-US" altLang="zh-CN" b="1" dirty="0">
                <a:solidFill>
                  <a:schemeClr val="tx1"/>
                </a:solidFill>
              </a:rPr>
              <a:t>5</a:t>
            </a:r>
            <a:r>
              <a:rPr lang="zh-CN" altLang="en-US" b="1" dirty="0">
                <a:solidFill>
                  <a:schemeClr val="tx1"/>
                </a:solidFill>
              </a:rPr>
              <a:t>．语法制导翻译		（</a:t>
            </a:r>
            <a:r>
              <a:rPr lang="en-US" altLang="zh-CN" b="1" dirty="0">
                <a:solidFill>
                  <a:schemeClr val="tx1"/>
                </a:solidFill>
              </a:rPr>
              <a:t>6</a:t>
            </a:r>
            <a:r>
              <a:rPr lang="zh-CN" altLang="en-US" b="1" dirty="0">
                <a:solidFill>
                  <a:schemeClr val="tx1"/>
                </a:solidFill>
              </a:rPr>
              <a:t>学时） </a:t>
            </a:r>
          </a:p>
          <a:p>
            <a:pPr marL="0" indent="0">
              <a:lnSpc>
                <a:spcPts val="2500"/>
              </a:lnSpc>
              <a:buClrTx/>
              <a:buNone/>
            </a:pPr>
            <a:r>
              <a:rPr lang="en-US" altLang="zh-CN" b="1" dirty="0">
                <a:solidFill>
                  <a:schemeClr val="tx1"/>
                </a:solidFill>
              </a:rPr>
              <a:t>6</a:t>
            </a:r>
            <a:r>
              <a:rPr lang="zh-CN" altLang="en-US" b="1" dirty="0">
                <a:solidFill>
                  <a:schemeClr val="tx1"/>
                </a:solidFill>
              </a:rPr>
              <a:t>．中间代码生成		（</a:t>
            </a:r>
            <a:r>
              <a:rPr lang="en-US" altLang="zh-CN" b="1" dirty="0">
                <a:solidFill>
                  <a:schemeClr val="tx1"/>
                </a:solidFill>
              </a:rPr>
              <a:t>7</a:t>
            </a:r>
            <a:r>
              <a:rPr lang="zh-CN" altLang="en-US" b="1" dirty="0">
                <a:solidFill>
                  <a:schemeClr val="tx1"/>
                </a:solidFill>
              </a:rPr>
              <a:t>学时） </a:t>
            </a:r>
          </a:p>
          <a:p>
            <a:pPr marL="0" indent="0">
              <a:lnSpc>
                <a:spcPts val="2500"/>
              </a:lnSpc>
              <a:buClrTx/>
              <a:buNone/>
            </a:pPr>
            <a:r>
              <a:rPr lang="en-US" altLang="zh-CN" b="1" dirty="0">
                <a:solidFill>
                  <a:schemeClr val="tx1"/>
                </a:solidFill>
              </a:rPr>
              <a:t>7</a:t>
            </a:r>
            <a:r>
              <a:rPr lang="zh-CN" altLang="en-US" b="1" dirty="0">
                <a:solidFill>
                  <a:schemeClr val="tx1"/>
                </a:solidFill>
              </a:rPr>
              <a:t>．运行时的存贮组织	（</a:t>
            </a:r>
            <a:r>
              <a:rPr lang="en-US" altLang="zh-CN" b="1" dirty="0">
                <a:solidFill>
                  <a:schemeClr val="tx1"/>
                </a:solidFill>
              </a:rPr>
              <a:t>3</a:t>
            </a:r>
            <a:r>
              <a:rPr lang="zh-CN" altLang="en-US" b="1" dirty="0">
                <a:solidFill>
                  <a:schemeClr val="tx1"/>
                </a:solidFill>
              </a:rPr>
              <a:t>学时） </a:t>
            </a:r>
          </a:p>
          <a:p>
            <a:pPr marL="0" indent="0">
              <a:lnSpc>
                <a:spcPts val="2500"/>
              </a:lnSpc>
              <a:buClrTx/>
              <a:buNone/>
            </a:pPr>
            <a:r>
              <a:rPr lang="en-US" altLang="zh-CN" b="1" dirty="0">
                <a:solidFill>
                  <a:schemeClr val="tx1"/>
                </a:solidFill>
              </a:rPr>
              <a:t>8</a:t>
            </a:r>
            <a:r>
              <a:rPr lang="zh-CN" altLang="en-US" b="1" dirty="0">
                <a:solidFill>
                  <a:schemeClr val="tx1"/>
                </a:solidFill>
              </a:rPr>
              <a:t>．代码优化       		（</a:t>
            </a:r>
            <a:r>
              <a:rPr lang="en-US" altLang="zh-CN" b="1" dirty="0">
                <a:solidFill>
                  <a:schemeClr val="tx1"/>
                </a:solidFill>
              </a:rPr>
              <a:t>6</a:t>
            </a:r>
            <a:r>
              <a:rPr lang="zh-CN" altLang="en-US" b="1" dirty="0">
                <a:solidFill>
                  <a:schemeClr val="tx1"/>
                </a:solidFill>
              </a:rPr>
              <a:t>学时） </a:t>
            </a:r>
          </a:p>
          <a:p>
            <a:pPr marL="0" indent="0">
              <a:lnSpc>
                <a:spcPts val="2500"/>
              </a:lnSpc>
              <a:buClrTx/>
              <a:buNone/>
            </a:pPr>
            <a:r>
              <a:rPr lang="en-US" altLang="zh-CN" b="1" dirty="0">
                <a:solidFill>
                  <a:schemeClr val="tx1"/>
                </a:solidFill>
              </a:rPr>
              <a:t>9</a:t>
            </a:r>
            <a:r>
              <a:rPr lang="zh-CN" altLang="en-US" b="1" dirty="0">
                <a:solidFill>
                  <a:schemeClr val="tx1"/>
                </a:solidFill>
              </a:rPr>
              <a:t>．代码生成       		（</a:t>
            </a:r>
            <a:r>
              <a:rPr lang="en-US" altLang="zh-CN" b="1" dirty="0">
                <a:solidFill>
                  <a:schemeClr val="tx1"/>
                </a:solidFill>
              </a:rPr>
              <a:t>2</a:t>
            </a:r>
            <a:r>
              <a:rPr lang="zh-CN" altLang="en-US" b="1" dirty="0">
                <a:solidFill>
                  <a:schemeClr val="tx1"/>
                </a:solidFill>
              </a:rPr>
              <a:t>学时） </a:t>
            </a:r>
          </a:p>
        </p:txBody>
      </p:sp>
      <p:sp>
        <p:nvSpPr>
          <p:cNvPr id="51202" name="标题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zh-CN" altLang="en-US" sz="3000" spc="3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课程主要内容</a:t>
            </a:r>
          </a:p>
        </p:txBody>
      </p:sp>
      <p:grpSp>
        <p:nvGrpSpPr>
          <p:cNvPr id="5" name="组合 14"/>
          <p:cNvGrpSpPr/>
          <p:nvPr/>
        </p:nvGrpSpPr>
        <p:grpSpPr>
          <a:xfrm>
            <a:off x="-786" y="195486"/>
            <a:ext cx="756363" cy="432048"/>
            <a:chOff x="-786" y="195486"/>
            <a:chExt cx="756363" cy="432048"/>
          </a:xfrm>
        </p:grpSpPr>
        <p:sp>
          <p:nvSpPr>
            <p:cNvPr id="6" name="五边形 5"/>
            <p:cNvSpPr/>
            <p:nvPr/>
          </p:nvSpPr>
          <p:spPr>
            <a:xfrm>
              <a:off x="1" y="195486"/>
              <a:ext cx="755576" cy="432048"/>
            </a:xfrm>
            <a:prstGeom prst="homePlate">
              <a:avLst/>
            </a:prstGeom>
            <a:solidFill>
              <a:schemeClr val="bg2">
                <a:lumMod val="50000"/>
              </a:schemeClr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endParaRPr>
            </a:p>
          </p:txBody>
        </p:sp>
        <p:sp>
          <p:nvSpPr>
            <p:cNvPr id="7" name="五边形 6"/>
            <p:cNvSpPr/>
            <p:nvPr/>
          </p:nvSpPr>
          <p:spPr>
            <a:xfrm>
              <a:off x="-786" y="197101"/>
              <a:ext cx="755576" cy="88633"/>
            </a:xfrm>
            <a:prstGeom prst="homePlate">
              <a:avLst/>
            </a:prstGeom>
            <a:solidFill>
              <a:schemeClr val="bg1">
                <a:alpha val="30000"/>
              </a:schemeClr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endParaRPr>
            </a:p>
          </p:txBody>
        </p:sp>
      </p:grpSp>
    </p:spTree>
  </p:cSld>
  <p:clrMapOvr>
    <a:masterClrMapping/>
  </p:clrMapOvr>
</p:sld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自定义设计方案">
  <a:themeElements>
    <a:clrScheme name="自定义设计方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自定义设计方案">
      <a:majorFont>
        <a:latin typeface="Arial"/>
        <a:ea typeface="宋体"/>
        <a:cs typeface=""/>
      </a:majorFont>
      <a:minorFont>
        <a:latin typeface="Arial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自定义设计方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定义设计方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定义设计方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定义设计方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定义设计方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自定义设计方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定义设计方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定义设计方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定义设计方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定义设计方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定义设计方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自定义设计方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_波形">
  <a:themeElements>
    <a:clrScheme name="波形">
      <a:dk1>
        <a:sysClr val="windowText" lastClr="000000"/>
      </a:dk1>
      <a:lt1>
        <a:sysClr val="window" lastClr="FFFFFF"/>
      </a:lt1>
      <a:dk2>
        <a:srgbClr val="073E87"/>
      </a:dk2>
      <a:lt2>
        <a:srgbClr val="C6E7FC"/>
      </a:lt2>
      <a:accent1>
        <a:srgbClr val="31B6FD"/>
      </a:accent1>
      <a:accent2>
        <a:srgbClr val="4584D3"/>
      </a:accent2>
      <a:accent3>
        <a:srgbClr val="5BD078"/>
      </a:accent3>
      <a:accent4>
        <a:srgbClr val="A5D028"/>
      </a:accent4>
      <a:accent5>
        <a:srgbClr val="F5C040"/>
      </a:accent5>
      <a:accent6>
        <a:srgbClr val="05E0DB"/>
      </a:accent6>
      <a:hlink>
        <a:srgbClr val="0080FF"/>
      </a:hlink>
      <a:folHlink>
        <a:srgbClr val="5EAEFF"/>
      </a:folHlink>
    </a:clrScheme>
    <a:fontScheme name="波形">
      <a:majorFont>
        <a:latin typeface="Candara"/>
        <a:ea typeface=""/>
        <a:cs typeface=""/>
        <a:font script="Jpan" typeface="HGP明朝E"/>
        <a:font script="Hang" typeface="HY그래픽M"/>
        <a:font script="Hans" typeface="华文新魏"/>
        <a:font script="Hant" typeface="標楷體"/>
        <a:font script="Arab" typeface="Arial"/>
        <a:font script="Hebr" typeface="Arial"/>
        <a:font script="Thai" typeface="Kodchiang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HGP明朝E"/>
        <a:font script="Hang" typeface="HY그래픽M"/>
        <a:font script="Hans" typeface="华文楷体"/>
        <a:font script="Hant" typeface="標楷體"/>
        <a:font script="Arab" typeface="Arial"/>
        <a:font script="Hebr" typeface="Arial"/>
        <a:font script="Thai" typeface="Kodchiang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波形">
      <a:fillStyleLst>
        <a:solidFill>
          <a:schemeClr val="phClr"/>
        </a:solidFill>
        <a:gradFill rotWithShape="1">
          <a:gsLst>
            <a:gs pos="0">
              <a:schemeClr val="phClr">
                <a:tint val="0"/>
              </a:schemeClr>
            </a:gs>
            <a:gs pos="44000">
              <a:schemeClr val="phClr">
                <a:tint val="60000"/>
                <a:satMod val="120000"/>
              </a:schemeClr>
            </a:gs>
            <a:gs pos="100000">
              <a:schemeClr val="phClr">
                <a:tint val="90000"/>
                <a:alpha val="100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20000"/>
                <a:lumMod val="120000"/>
              </a:schemeClr>
            </a:gs>
            <a:gs pos="100000">
              <a:schemeClr val="phClr">
                <a:shade val="89000"/>
                <a:lumMod val="9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>
              <a:shade val="75000"/>
              <a:lumMod val="8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6360000"/>
            </a:lightRig>
          </a:scene3d>
          <a:sp3d prstMaterial="flat">
            <a:bevelT w="12700" h="12700"/>
          </a:sp3d>
        </a:effectStyle>
        <a:effectStyle>
          <a:effectLst>
            <a:outerShdw blurRad="508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6360000"/>
            </a:lightRig>
          </a:scene3d>
          <a:sp3d contourW="19050" prstMaterial="flat">
            <a:bevelT w="63500" h="63500"/>
            <a:contourClr>
              <a:schemeClr val="phClr">
                <a:shade val="25000"/>
                <a:satMod val="18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40000">
              <a:schemeClr val="phClr">
                <a:tint val="94000"/>
                <a:shade val="94000"/>
                <a:alpha val="100000"/>
                <a:satMod val="114000"/>
                <a:lumMod val="114000"/>
              </a:schemeClr>
            </a:gs>
            <a:gs pos="74000">
              <a:schemeClr val="phClr">
                <a:tint val="94000"/>
                <a:shade val="94000"/>
                <a:satMod val="128000"/>
                <a:lumMod val="100000"/>
              </a:schemeClr>
            </a:gs>
            <a:gs pos="100000">
              <a:schemeClr val="phClr">
                <a:tint val="98000"/>
                <a:shade val="100000"/>
                <a:hueMod val="98000"/>
                <a:satMod val="100000"/>
                <a:lumMod val="74000"/>
              </a:schemeClr>
            </a:gs>
          </a:gsLst>
          <a:path path="circle">
            <a:fillToRect l="20000" t="-40000" r="20000" b="14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6000"/>
                <a:satMod val="130000"/>
                <a:lumMod val="50000"/>
              </a:schemeClr>
              <a:schemeClr val="phClr">
                <a:tint val="96000"/>
                <a:satMod val="114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2_波形">
  <a:themeElements>
    <a:clrScheme name="波形">
      <a:dk1>
        <a:sysClr val="windowText" lastClr="000000"/>
      </a:dk1>
      <a:lt1>
        <a:sysClr val="window" lastClr="FFFFFF"/>
      </a:lt1>
      <a:dk2>
        <a:srgbClr val="073E87"/>
      </a:dk2>
      <a:lt2>
        <a:srgbClr val="C6E7FC"/>
      </a:lt2>
      <a:accent1>
        <a:srgbClr val="31B6FD"/>
      </a:accent1>
      <a:accent2>
        <a:srgbClr val="4584D3"/>
      </a:accent2>
      <a:accent3>
        <a:srgbClr val="5BD078"/>
      </a:accent3>
      <a:accent4>
        <a:srgbClr val="A5D028"/>
      </a:accent4>
      <a:accent5>
        <a:srgbClr val="F5C040"/>
      </a:accent5>
      <a:accent6>
        <a:srgbClr val="05E0DB"/>
      </a:accent6>
      <a:hlink>
        <a:srgbClr val="0080FF"/>
      </a:hlink>
      <a:folHlink>
        <a:srgbClr val="5EAEFF"/>
      </a:folHlink>
    </a:clrScheme>
    <a:fontScheme name="波形">
      <a:majorFont>
        <a:latin typeface="Candara"/>
        <a:ea typeface=""/>
        <a:cs typeface=""/>
        <a:font script="Jpan" typeface="HGP明朝E"/>
        <a:font script="Hang" typeface="HY그래픽M"/>
        <a:font script="Hans" typeface="华文新魏"/>
        <a:font script="Hant" typeface="標楷體"/>
        <a:font script="Arab" typeface="Arial"/>
        <a:font script="Hebr" typeface="Arial"/>
        <a:font script="Thai" typeface="Kodchiang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HGP明朝E"/>
        <a:font script="Hang" typeface="HY그래픽M"/>
        <a:font script="Hans" typeface="华文楷体"/>
        <a:font script="Hant" typeface="標楷體"/>
        <a:font script="Arab" typeface="Arial"/>
        <a:font script="Hebr" typeface="Arial"/>
        <a:font script="Thai" typeface="Kodchiang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波形">
      <a:fillStyleLst>
        <a:solidFill>
          <a:schemeClr val="phClr"/>
        </a:solidFill>
        <a:gradFill rotWithShape="1">
          <a:gsLst>
            <a:gs pos="0">
              <a:schemeClr val="phClr">
                <a:tint val="0"/>
              </a:schemeClr>
            </a:gs>
            <a:gs pos="44000">
              <a:schemeClr val="phClr">
                <a:tint val="60000"/>
                <a:satMod val="120000"/>
              </a:schemeClr>
            </a:gs>
            <a:gs pos="100000">
              <a:schemeClr val="phClr">
                <a:tint val="90000"/>
                <a:alpha val="100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20000"/>
                <a:lumMod val="120000"/>
              </a:schemeClr>
            </a:gs>
            <a:gs pos="100000">
              <a:schemeClr val="phClr">
                <a:shade val="89000"/>
                <a:lumMod val="9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>
              <a:shade val="75000"/>
              <a:lumMod val="8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6360000"/>
            </a:lightRig>
          </a:scene3d>
          <a:sp3d prstMaterial="flat">
            <a:bevelT w="12700" h="12700"/>
          </a:sp3d>
        </a:effectStyle>
        <a:effectStyle>
          <a:effectLst>
            <a:outerShdw blurRad="508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6360000"/>
            </a:lightRig>
          </a:scene3d>
          <a:sp3d contourW="19050" prstMaterial="flat">
            <a:bevelT w="63500" h="63500"/>
            <a:contourClr>
              <a:schemeClr val="phClr">
                <a:shade val="25000"/>
                <a:satMod val="18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40000">
              <a:schemeClr val="phClr">
                <a:tint val="94000"/>
                <a:shade val="94000"/>
                <a:alpha val="100000"/>
                <a:satMod val="114000"/>
                <a:lumMod val="114000"/>
              </a:schemeClr>
            </a:gs>
            <a:gs pos="74000">
              <a:schemeClr val="phClr">
                <a:tint val="94000"/>
                <a:shade val="94000"/>
                <a:satMod val="128000"/>
                <a:lumMod val="100000"/>
              </a:schemeClr>
            </a:gs>
            <a:gs pos="100000">
              <a:schemeClr val="phClr">
                <a:tint val="98000"/>
                <a:shade val="100000"/>
                <a:hueMod val="98000"/>
                <a:satMod val="100000"/>
                <a:lumMod val="74000"/>
              </a:schemeClr>
            </a:gs>
          </a:gsLst>
          <a:path path="circle">
            <a:fillToRect l="20000" t="-40000" r="20000" b="14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6000"/>
                <a:satMod val="130000"/>
                <a:lumMod val="50000"/>
              </a:schemeClr>
              <a:schemeClr val="phClr">
                <a:tint val="96000"/>
                <a:satMod val="114000"/>
                <a:lumMod val="114000"/>
              </a:schemeClr>
            </a:duotone>
          </a:blip>
          <a:stretch/>
        </a:blipFill>
      </a:bgFillStyleLst>
    </a:fmtScheme>
  </a:themeElements>
  <a:objectDefaults>
    <a:lnDef>
      <a:spPr bwMode="auto"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主题​​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11782</TotalTime>
  <Words>5771</Words>
  <Application>Microsoft Office PowerPoint</Application>
  <PresentationFormat>全屏显示(16:9)</PresentationFormat>
  <Paragraphs>1332</Paragraphs>
  <Slides>45</Slides>
  <Notes>43</Notes>
  <HiddenSlides>1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45</vt:i4>
      </vt:variant>
    </vt:vector>
  </HeadingPairs>
  <TitlesOfParts>
    <vt:vector size="65" baseType="lpstr">
      <vt:lpstr>Monotype Sorts</vt:lpstr>
      <vt:lpstr>Simsun</vt:lpstr>
      <vt:lpstr>黑体</vt:lpstr>
      <vt:lpstr>华文楷体</vt:lpstr>
      <vt:lpstr>华文楷体 (正文)</vt:lpstr>
      <vt:lpstr>楷体</vt:lpstr>
      <vt:lpstr>楷体_GB2312</vt:lpstr>
      <vt:lpstr>宋体</vt:lpstr>
      <vt:lpstr>微软雅黑</vt:lpstr>
      <vt:lpstr>Arial</vt:lpstr>
      <vt:lpstr>Calibri</vt:lpstr>
      <vt:lpstr>Cambria Math</vt:lpstr>
      <vt:lpstr>Candara</vt:lpstr>
      <vt:lpstr>Symbol</vt:lpstr>
      <vt:lpstr>Tahoma</vt:lpstr>
      <vt:lpstr>Times New Roman</vt:lpstr>
      <vt:lpstr>Wingdings</vt:lpstr>
      <vt:lpstr>自定义设计方案</vt:lpstr>
      <vt:lpstr>1_波形</vt:lpstr>
      <vt:lpstr>2_波形</vt:lpstr>
      <vt:lpstr>PowerPoint 演示文稿</vt:lpstr>
      <vt:lpstr>4.3 自底向上的语法分析</vt:lpstr>
      <vt:lpstr>目标：构建最左归约过程 </vt:lpstr>
      <vt:lpstr>句柄（handle)</vt:lpstr>
      <vt:lpstr>自底向上分析的通用框架——移入-归约分析</vt:lpstr>
      <vt:lpstr>例：移入-归约分析</vt:lpstr>
      <vt:lpstr>自底向上分析的通用分析器——移入-归约分析</vt:lpstr>
      <vt:lpstr>PowerPoint 演示文稿</vt:lpstr>
      <vt:lpstr>4.4 LR 分析法（状态法）</vt:lpstr>
      <vt:lpstr> 4.4 LR 分析法</vt:lpstr>
      <vt:lpstr>移入-归约分析栈中的内容有什么特点？</vt:lpstr>
      <vt:lpstr>LR 分析器的总体结构</vt:lpstr>
      <vt:lpstr>LR 分析表的结构</vt:lpstr>
      <vt:lpstr>LR 分析表的结构</vt:lpstr>
      <vt:lpstr>LR 分析表的结构</vt:lpstr>
      <vt:lpstr>LR 分析表的结构</vt:lpstr>
      <vt:lpstr>LR 分析表的结构</vt:lpstr>
      <vt:lpstr>LR 分析表的结构</vt:lpstr>
      <vt:lpstr>LR 分析器的工作过程</vt:lpstr>
      <vt:lpstr>LR 分析器的工作过程</vt:lpstr>
      <vt:lpstr>LR 分析器的工作过程</vt:lpstr>
      <vt:lpstr>LR 分析算法</vt:lpstr>
      <vt:lpstr>如何构造给定文法的LR分析表？</vt:lpstr>
      <vt:lpstr>4.4.1 LR(0) 分析</vt:lpstr>
      <vt:lpstr>增广文法 (Augmented Grammar)</vt:lpstr>
      <vt:lpstr>文法中的LR(0)项目</vt:lpstr>
      <vt:lpstr>文法中的LR(0)项目</vt:lpstr>
      <vt:lpstr>文法中的LR(0)项目</vt:lpstr>
      <vt:lpstr>例：LR(0)自动机</vt:lpstr>
      <vt:lpstr>例：LR(0)自动机</vt:lpstr>
      <vt:lpstr>例：LR(0)自动机</vt:lpstr>
      <vt:lpstr>例：LR(0)自动机</vt:lpstr>
      <vt:lpstr>活前缀与句柄的关系</vt:lpstr>
      <vt:lpstr>构造LR分析表的算法</vt:lpstr>
      <vt:lpstr>CLOSURE( )函数</vt:lpstr>
      <vt:lpstr>GOTO ( )函数</vt:lpstr>
      <vt:lpstr>构造LR(0)自动机的状态集</vt:lpstr>
      <vt:lpstr>LR(0)分析表构造算法</vt:lpstr>
      <vt:lpstr>LR(0) 自动机的形式化定义</vt:lpstr>
      <vt:lpstr>LR(0) 分析过程中的冲突</vt:lpstr>
      <vt:lpstr>表达式文法的LR(0)分析表含有移入/归约冲突</vt:lpstr>
      <vt:lpstr>LR(0) 分析过程中的冲突</vt:lpstr>
      <vt:lpstr>例：移入/归约冲突和归约/归约冲突</vt:lpstr>
      <vt:lpstr>课后练习</vt:lpstr>
      <vt:lpstr>课程主要内容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编译原理</dc:title>
  <dc:creator>Microsoft Office 用户</dc:creator>
  <cp:lastModifiedBy>Shanlili</cp:lastModifiedBy>
  <cp:revision>923</cp:revision>
  <cp:lastPrinted>2016-09-29T00:52:06Z</cp:lastPrinted>
  <dcterms:created xsi:type="dcterms:W3CDTF">2016-09-30T09:05:54Z</dcterms:created>
  <dcterms:modified xsi:type="dcterms:W3CDTF">2025-03-13T12:03:29Z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5</vt:i4>
  </property>
</Properties>
</file>