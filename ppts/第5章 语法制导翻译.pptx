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488" r:id="rId1"/>
    <p:sldMasterId id="2147484491" r:id="rId2"/>
    <p:sldMasterId id="2147485124" r:id="rId3"/>
    <p:sldMasterId id="2147485127" r:id="rId4"/>
    <p:sldMasterId id="2147485130" r:id="rId5"/>
  </p:sldMasterIdLst>
  <p:notesMasterIdLst>
    <p:notesMasterId r:id="rId102"/>
  </p:notesMasterIdLst>
  <p:handoutMasterIdLst>
    <p:handoutMasterId r:id="rId103"/>
  </p:handoutMasterIdLst>
  <p:sldIdLst>
    <p:sldId id="810" r:id="rId6"/>
    <p:sldId id="606" r:id="rId7"/>
    <p:sldId id="821" r:id="rId8"/>
    <p:sldId id="2649" r:id="rId9"/>
    <p:sldId id="742" r:id="rId10"/>
    <p:sldId id="743" r:id="rId11"/>
    <p:sldId id="702" r:id="rId12"/>
    <p:sldId id="603" r:id="rId13"/>
    <p:sldId id="666" r:id="rId14"/>
    <p:sldId id="2660" r:id="rId15"/>
    <p:sldId id="2656" r:id="rId16"/>
    <p:sldId id="611" r:id="rId17"/>
    <p:sldId id="2658" r:id="rId18"/>
    <p:sldId id="392" r:id="rId19"/>
    <p:sldId id="613" r:id="rId20"/>
    <p:sldId id="2661" r:id="rId21"/>
    <p:sldId id="2662" r:id="rId22"/>
    <p:sldId id="2663" r:id="rId23"/>
    <p:sldId id="618" r:id="rId24"/>
    <p:sldId id="2666" r:id="rId25"/>
    <p:sldId id="2671" r:id="rId26"/>
    <p:sldId id="2668" r:id="rId27"/>
    <p:sldId id="2670" r:id="rId28"/>
    <p:sldId id="673" r:id="rId29"/>
    <p:sldId id="627" r:id="rId30"/>
    <p:sldId id="703" r:id="rId31"/>
    <p:sldId id="628" r:id="rId32"/>
    <p:sldId id="704" r:id="rId33"/>
    <p:sldId id="705" r:id="rId34"/>
    <p:sldId id="2698" r:id="rId35"/>
    <p:sldId id="632" r:id="rId36"/>
    <p:sldId id="676" r:id="rId37"/>
    <p:sldId id="634" r:id="rId38"/>
    <p:sldId id="662" r:id="rId39"/>
    <p:sldId id="663" r:id="rId40"/>
    <p:sldId id="2672" r:id="rId41"/>
    <p:sldId id="2692" r:id="rId42"/>
    <p:sldId id="639" r:id="rId43"/>
    <p:sldId id="707" r:id="rId44"/>
    <p:sldId id="800" r:id="rId45"/>
    <p:sldId id="801" r:id="rId46"/>
    <p:sldId id="802" r:id="rId47"/>
    <p:sldId id="803" r:id="rId48"/>
    <p:sldId id="804" r:id="rId49"/>
    <p:sldId id="805" r:id="rId50"/>
    <p:sldId id="806" r:id="rId51"/>
    <p:sldId id="807" r:id="rId52"/>
    <p:sldId id="808" r:id="rId53"/>
    <p:sldId id="744" r:id="rId54"/>
    <p:sldId id="745" r:id="rId55"/>
    <p:sldId id="746" r:id="rId56"/>
    <p:sldId id="747" r:id="rId57"/>
    <p:sldId id="2693" r:id="rId58"/>
    <p:sldId id="749" r:id="rId59"/>
    <p:sldId id="814" r:id="rId60"/>
    <p:sldId id="820" r:id="rId61"/>
    <p:sldId id="752" r:id="rId62"/>
    <p:sldId id="789" r:id="rId63"/>
    <p:sldId id="790" r:id="rId64"/>
    <p:sldId id="791" r:id="rId65"/>
    <p:sldId id="792" r:id="rId66"/>
    <p:sldId id="793" r:id="rId67"/>
    <p:sldId id="794" r:id="rId68"/>
    <p:sldId id="795" r:id="rId69"/>
    <p:sldId id="796" r:id="rId70"/>
    <p:sldId id="797" r:id="rId71"/>
    <p:sldId id="798" r:id="rId72"/>
    <p:sldId id="799" r:id="rId73"/>
    <p:sldId id="764" r:id="rId74"/>
    <p:sldId id="765" r:id="rId75"/>
    <p:sldId id="766" r:id="rId76"/>
    <p:sldId id="767" r:id="rId77"/>
    <p:sldId id="770" r:id="rId78"/>
    <p:sldId id="771" r:id="rId79"/>
    <p:sldId id="772" r:id="rId80"/>
    <p:sldId id="773" r:id="rId81"/>
    <p:sldId id="774" r:id="rId82"/>
    <p:sldId id="775" r:id="rId83"/>
    <p:sldId id="2694" r:id="rId84"/>
    <p:sldId id="777" r:id="rId85"/>
    <p:sldId id="779" r:id="rId86"/>
    <p:sldId id="2696" r:id="rId87"/>
    <p:sldId id="780" r:id="rId88"/>
    <p:sldId id="781" r:id="rId89"/>
    <p:sldId id="782" r:id="rId90"/>
    <p:sldId id="783" r:id="rId91"/>
    <p:sldId id="784" r:id="rId92"/>
    <p:sldId id="785" r:id="rId93"/>
    <p:sldId id="786" r:id="rId94"/>
    <p:sldId id="787" r:id="rId95"/>
    <p:sldId id="2697" r:id="rId96"/>
    <p:sldId id="2699" r:id="rId97"/>
    <p:sldId id="812" r:id="rId98"/>
    <p:sldId id="2687" r:id="rId99"/>
    <p:sldId id="710" r:id="rId100"/>
    <p:sldId id="813" r:id="rId101"/>
  </p:sldIdLst>
  <p:sldSz cx="9144000" cy="5143500" type="screen16x9"/>
  <p:notesSz cx="6761163" cy="9942513"/>
  <p:defaultTextStyle>
    <a:defPPr>
      <a:defRPr lang="en-US"/>
    </a:defPPr>
    <a:lvl1pPr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1pPr>
    <a:lvl2pPr marL="342900" indent="1143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2pPr>
    <a:lvl3pPr marL="685800" indent="2286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3pPr>
    <a:lvl4pPr marL="1028700" indent="3429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4pPr>
    <a:lvl5pPr marL="1371600" indent="4572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CCCC"/>
    <a:srgbClr val="FF0000"/>
    <a:srgbClr val="FF9900"/>
    <a:srgbClr val="000099"/>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348" autoAdjust="0"/>
    <p:restoredTop sz="65388" autoAdjust="0"/>
  </p:normalViewPr>
  <p:slideViewPr>
    <p:cSldViewPr>
      <p:cViewPr varScale="1">
        <p:scale>
          <a:sx n="62" d="100"/>
          <a:sy n="62" d="100"/>
        </p:scale>
        <p:origin x="1807" y="41"/>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openxmlformats.org/officeDocument/2006/relationships/tableStyles" Target="tableStyles.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notesMaster" Target="notesMasters/notesMaster1.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9CA3B36-3B8B-4E21-B307-96BB0C1141B5}"/>
              </a:ext>
            </a:extLst>
          </p:cNvPr>
          <p:cNvSpPr>
            <a:spLocks noGrp="1"/>
          </p:cNvSpPr>
          <p:nvPr>
            <p:ph type="hdr" sz="quarter"/>
          </p:nvPr>
        </p:nvSpPr>
        <p:spPr>
          <a:xfrm>
            <a:off x="0" y="0"/>
            <a:ext cx="2930525" cy="496888"/>
          </a:xfrm>
          <a:prstGeom prst="rect">
            <a:avLst/>
          </a:prstGeom>
        </p:spPr>
        <p:txBody>
          <a:bodyPr vert="horz" wrap="square" lIns="88100" tIns="44050" rIns="88100" bIns="44050" numCol="1" anchor="t" anchorCtr="0" compatLnSpc="1">
            <a:prstTxWarp prst="textNoShape">
              <a:avLst/>
            </a:prstTxWarp>
          </a:bodyPr>
          <a:lstStyle>
            <a:lvl1pPr eaLnBrk="1" hangingPunct="1">
              <a:defRPr sz="1200"/>
            </a:lvl1pPr>
          </a:lstStyle>
          <a:p>
            <a:pPr>
              <a:defRPr/>
            </a:pPr>
            <a:endParaRPr lang="zh-CN" altLang="en-US"/>
          </a:p>
        </p:txBody>
      </p:sp>
      <p:sp>
        <p:nvSpPr>
          <p:cNvPr id="3" name="日期占位符 2">
            <a:extLst>
              <a:ext uri="{FF2B5EF4-FFF2-40B4-BE49-F238E27FC236}">
                <a16:creationId xmlns:a16="http://schemas.microsoft.com/office/drawing/2014/main" id="{0E944B0C-1A9D-4214-8327-4AB5ED79D0D8}"/>
              </a:ext>
            </a:extLst>
          </p:cNvPr>
          <p:cNvSpPr>
            <a:spLocks noGrp="1"/>
          </p:cNvSpPr>
          <p:nvPr>
            <p:ph type="dt" sz="quarter" idx="1"/>
          </p:nvPr>
        </p:nvSpPr>
        <p:spPr>
          <a:xfrm>
            <a:off x="3829050" y="0"/>
            <a:ext cx="2930525" cy="496888"/>
          </a:xfrm>
          <a:prstGeom prst="rect">
            <a:avLst/>
          </a:prstGeom>
        </p:spPr>
        <p:txBody>
          <a:bodyPr vert="horz" wrap="square" lIns="88100" tIns="44050" rIns="88100" bIns="44050" numCol="1" anchor="t" anchorCtr="0" compatLnSpc="1">
            <a:prstTxWarp prst="textNoShape">
              <a:avLst/>
            </a:prstTxWarp>
          </a:bodyPr>
          <a:lstStyle>
            <a:lvl1pPr algn="r" eaLnBrk="1" hangingPunct="1">
              <a:defRPr sz="1200"/>
            </a:lvl1pPr>
          </a:lstStyle>
          <a:p>
            <a:pPr>
              <a:defRPr/>
            </a:pPr>
            <a:fld id="{DB3A5BA3-2BE2-4293-9CD6-0AF33474254E}" type="datetimeFigureOut">
              <a:rPr lang="zh-CN" altLang="en-US"/>
              <a:pPr>
                <a:defRPr/>
              </a:pPr>
              <a:t>2025/4/8</a:t>
            </a:fld>
            <a:endParaRPr lang="zh-CN" altLang="en-US"/>
          </a:p>
        </p:txBody>
      </p:sp>
      <p:sp>
        <p:nvSpPr>
          <p:cNvPr id="4" name="页脚占位符 3">
            <a:extLst>
              <a:ext uri="{FF2B5EF4-FFF2-40B4-BE49-F238E27FC236}">
                <a16:creationId xmlns:a16="http://schemas.microsoft.com/office/drawing/2014/main" id="{3E278852-4DED-4644-9CDD-711A7D334710}"/>
              </a:ext>
            </a:extLst>
          </p:cNvPr>
          <p:cNvSpPr>
            <a:spLocks noGrp="1"/>
          </p:cNvSpPr>
          <p:nvPr>
            <p:ph type="ftr" sz="quarter" idx="2"/>
          </p:nvPr>
        </p:nvSpPr>
        <p:spPr>
          <a:xfrm>
            <a:off x="0" y="9444038"/>
            <a:ext cx="2930525" cy="496887"/>
          </a:xfrm>
          <a:prstGeom prst="rect">
            <a:avLst/>
          </a:prstGeom>
        </p:spPr>
        <p:txBody>
          <a:bodyPr vert="horz" wrap="square" lIns="88100" tIns="44050" rIns="88100" bIns="44050" numCol="1" anchor="b" anchorCtr="0" compatLnSpc="1">
            <a:prstTxWarp prst="textNoShape">
              <a:avLst/>
            </a:prstTxWarp>
          </a:bodyPr>
          <a:lstStyle>
            <a:lvl1pPr eaLnBrk="1" hangingPunct="1">
              <a:defRPr sz="1200"/>
            </a:lvl1pPr>
          </a:lstStyle>
          <a:p>
            <a:pPr>
              <a:defRPr/>
            </a:pPr>
            <a:endParaRPr lang="zh-CN" altLang="en-US"/>
          </a:p>
        </p:txBody>
      </p:sp>
      <p:sp>
        <p:nvSpPr>
          <p:cNvPr id="5" name="灯片编号占位符 4">
            <a:extLst>
              <a:ext uri="{FF2B5EF4-FFF2-40B4-BE49-F238E27FC236}">
                <a16:creationId xmlns:a16="http://schemas.microsoft.com/office/drawing/2014/main" id="{6AB22E92-D7F7-4EB0-AA1C-B2463C6E250F}"/>
              </a:ext>
            </a:extLst>
          </p:cNvPr>
          <p:cNvSpPr>
            <a:spLocks noGrp="1"/>
          </p:cNvSpPr>
          <p:nvPr>
            <p:ph type="sldNum" sz="quarter" idx="3"/>
          </p:nvPr>
        </p:nvSpPr>
        <p:spPr>
          <a:xfrm>
            <a:off x="3829050" y="9444038"/>
            <a:ext cx="2930525" cy="496887"/>
          </a:xfrm>
          <a:prstGeom prst="rect">
            <a:avLst/>
          </a:prstGeom>
        </p:spPr>
        <p:txBody>
          <a:bodyPr vert="horz" wrap="square" lIns="88100" tIns="44050" rIns="88100" bIns="44050" numCol="1" anchor="b" anchorCtr="0" compatLnSpc="1">
            <a:prstTxWarp prst="textNoShape">
              <a:avLst/>
            </a:prstTxWarp>
          </a:bodyPr>
          <a:lstStyle>
            <a:lvl1pPr algn="r" eaLnBrk="1" hangingPunct="1">
              <a:defRPr sz="1200"/>
            </a:lvl1pPr>
          </a:lstStyle>
          <a:p>
            <a:pPr>
              <a:defRPr/>
            </a:pPr>
            <a:fld id="{85ADCC67-7098-49F2-BCFC-054C27EEAC7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8274" name="Rectangle 2">
            <a:extLst>
              <a:ext uri="{FF2B5EF4-FFF2-40B4-BE49-F238E27FC236}">
                <a16:creationId xmlns:a16="http://schemas.microsoft.com/office/drawing/2014/main" id="{8930FEF1-4750-47CA-8E91-56D1321F38E6}"/>
              </a:ext>
            </a:extLst>
          </p:cNvPr>
          <p:cNvSpPr>
            <a:spLocks noGrp="1" noChangeArrowheads="1"/>
          </p:cNvSpPr>
          <p:nvPr>
            <p:ph type="hdr" sz="quarter"/>
          </p:nvPr>
        </p:nvSpPr>
        <p:spPr bwMode="auto">
          <a:xfrm>
            <a:off x="0" y="0"/>
            <a:ext cx="2930525" cy="496888"/>
          </a:xfrm>
          <a:prstGeom prst="rect">
            <a:avLst/>
          </a:prstGeom>
          <a:noFill/>
          <a:ln w="9525">
            <a:noFill/>
            <a:miter lim="800000"/>
            <a:headEnd/>
            <a:tailEnd/>
          </a:ln>
          <a:effectLst/>
        </p:spPr>
        <p:txBody>
          <a:bodyPr vert="horz" wrap="square" lIns="88100" tIns="44050" rIns="88100" bIns="44050" numCol="1" anchor="t" anchorCtr="0" compatLnSpc="1">
            <a:prstTxWarp prst="textNoShape">
              <a:avLst/>
            </a:prstTxWarp>
          </a:bodyPr>
          <a:lstStyle>
            <a:lvl1pPr eaLnBrk="1" hangingPunct="1">
              <a:defRPr sz="1200" b="0">
                <a:latin typeface="Arial" panose="020B0604020202020204" pitchFamily="34" charset="0"/>
              </a:defRPr>
            </a:lvl1pPr>
          </a:lstStyle>
          <a:p>
            <a:pPr>
              <a:defRPr/>
            </a:pPr>
            <a:endParaRPr lang="zh-CN" altLang="en-US"/>
          </a:p>
        </p:txBody>
      </p:sp>
      <p:sp>
        <p:nvSpPr>
          <p:cNvPr id="438275" name="Rectangle 3">
            <a:extLst>
              <a:ext uri="{FF2B5EF4-FFF2-40B4-BE49-F238E27FC236}">
                <a16:creationId xmlns:a16="http://schemas.microsoft.com/office/drawing/2014/main" id="{ED941B1F-92E7-46B3-BA4D-679A25FC5541}"/>
              </a:ext>
            </a:extLst>
          </p:cNvPr>
          <p:cNvSpPr>
            <a:spLocks noGrp="1" noChangeArrowheads="1"/>
          </p:cNvSpPr>
          <p:nvPr>
            <p:ph type="dt" idx="1"/>
          </p:nvPr>
        </p:nvSpPr>
        <p:spPr bwMode="auto">
          <a:xfrm>
            <a:off x="3829050" y="0"/>
            <a:ext cx="2930525" cy="496888"/>
          </a:xfrm>
          <a:prstGeom prst="rect">
            <a:avLst/>
          </a:prstGeom>
          <a:noFill/>
          <a:ln w="9525">
            <a:noFill/>
            <a:miter lim="800000"/>
            <a:headEnd/>
            <a:tailEnd/>
          </a:ln>
          <a:effectLst/>
        </p:spPr>
        <p:txBody>
          <a:bodyPr vert="horz" wrap="square" lIns="88100" tIns="44050" rIns="88100" bIns="44050" numCol="1" anchor="t" anchorCtr="0" compatLnSpc="1">
            <a:prstTxWarp prst="textNoShape">
              <a:avLst/>
            </a:prstTxWarp>
          </a:bodyPr>
          <a:lstStyle>
            <a:lvl1pPr algn="r" eaLnBrk="1" hangingPunct="1">
              <a:defRPr sz="1200" b="0">
                <a:latin typeface="Arial" panose="020B0604020202020204" pitchFamily="34" charset="0"/>
              </a:defRPr>
            </a:lvl1pPr>
          </a:lstStyle>
          <a:p>
            <a:pPr>
              <a:defRPr/>
            </a:pPr>
            <a:endParaRPr lang="en-US" altLang="zh-CN"/>
          </a:p>
        </p:txBody>
      </p:sp>
      <p:sp>
        <p:nvSpPr>
          <p:cNvPr id="18436" name="Rectangle 4">
            <a:extLst>
              <a:ext uri="{FF2B5EF4-FFF2-40B4-BE49-F238E27FC236}">
                <a16:creationId xmlns:a16="http://schemas.microsoft.com/office/drawing/2014/main" id="{F933CAEB-18D9-4FDE-9061-D28D7CEDB1B5}"/>
              </a:ext>
            </a:extLst>
          </p:cNvPr>
          <p:cNvSpPr>
            <a:spLocks noGrp="1" noRot="1" noChangeAspect="1" noChangeArrowheads="1" noTextEdit="1"/>
          </p:cNvSpPr>
          <p:nvPr>
            <p:ph type="sldImg" idx="2"/>
          </p:nvPr>
        </p:nvSpPr>
        <p:spPr bwMode="auto">
          <a:xfrm>
            <a:off x="68263" y="746125"/>
            <a:ext cx="6624637"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8277" name="Rectangle 5">
            <a:extLst>
              <a:ext uri="{FF2B5EF4-FFF2-40B4-BE49-F238E27FC236}">
                <a16:creationId xmlns:a16="http://schemas.microsoft.com/office/drawing/2014/main" id="{7EE1C0D9-2C30-49EC-A2E2-A2F7088A0F8F}"/>
              </a:ext>
            </a:extLst>
          </p:cNvPr>
          <p:cNvSpPr>
            <a:spLocks noGrp="1" noChangeArrowheads="1"/>
          </p:cNvSpPr>
          <p:nvPr>
            <p:ph type="body" sz="quarter" idx="3"/>
          </p:nvPr>
        </p:nvSpPr>
        <p:spPr bwMode="auto">
          <a:xfrm>
            <a:off x="676275" y="4722813"/>
            <a:ext cx="5408613" cy="4473575"/>
          </a:xfrm>
          <a:prstGeom prst="rect">
            <a:avLst/>
          </a:prstGeom>
          <a:noFill/>
          <a:ln w="9525">
            <a:noFill/>
            <a:miter lim="800000"/>
            <a:headEnd/>
            <a:tailEnd/>
          </a:ln>
          <a:effectLst/>
        </p:spPr>
        <p:txBody>
          <a:bodyPr vert="horz" wrap="square" lIns="88100" tIns="44050" rIns="88100" bIns="4405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8278" name="Rectangle 6">
            <a:extLst>
              <a:ext uri="{FF2B5EF4-FFF2-40B4-BE49-F238E27FC236}">
                <a16:creationId xmlns:a16="http://schemas.microsoft.com/office/drawing/2014/main" id="{19B18AE2-83A7-45EB-B25B-7B49956CEB47}"/>
              </a:ext>
            </a:extLst>
          </p:cNvPr>
          <p:cNvSpPr>
            <a:spLocks noGrp="1" noChangeArrowheads="1"/>
          </p:cNvSpPr>
          <p:nvPr>
            <p:ph type="ftr" sz="quarter" idx="4"/>
          </p:nvPr>
        </p:nvSpPr>
        <p:spPr bwMode="auto">
          <a:xfrm>
            <a:off x="0" y="9444038"/>
            <a:ext cx="2930525" cy="496887"/>
          </a:xfrm>
          <a:prstGeom prst="rect">
            <a:avLst/>
          </a:prstGeom>
          <a:noFill/>
          <a:ln w="9525">
            <a:noFill/>
            <a:miter lim="800000"/>
            <a:headEnd/>
            <a:tailEnd/>
          </a:ln>
          <a:effectLst/>
        </p:spPr>
        <p:txBody>
          <a:bodyPr vert="horz" wrap="square" lIns="88100" tIns="44050" rIns="88100" bIns="44050" numCol="1" anchor="b" anchorCtr="0" compatLnSpc="1">
            <a:prstTxWarp prst="textNoShape">
              <a:avLst/>
            </a:prstTxWarp>
          </a:bodyPr>
          <a:lstStyle>
            <a:lvl1pPr eaLnBrk="1" hangingPunct="1">
              <a:defRPr sz="1200" b="0">
                <a:latin typeface="Arial" panose="020B0604020202020204" pitchFamily="34" charset="0"/>
              </a:defRPr>
            </a:lvl1pPr>
          </a:lstStyle>
          <a:p>
            <a:pPr>
              <a:defRPr/>
            </a:pPr>
            <a:endParaRPr lang="en-US" altLang="zh-CN"/>
          </a:p>
        </p:txBody>
      </p:sp>
      <p:sp>
        <p:nvSpPr>
          <p:cNvPr id="438279" name="Rectangle 7">
            <a:extLst>
              <a:ext uri="{FF2B5EF4-FFF2-40B4-BE49-F238E27FC236}">
                <a16:creationId xmlns:a16="http://schemas.microsoft.com/office/drawing/2014/main" id="{D3C10DC9-20CE-4681-9370-6B6FA494C23A}"/>
              </a:ext>
            </a:extLst>
          </p:cNvPr>
          <p:cNvSpPr>
            <a:spLocks noGrp="1" noChangeArrowheads="1"/>
          </p:cNvSpPr>
          <p:nvPr>
            <p:ph type="sldNum" sz="quarter" idx="5"/>
          </p:nvPr>
        </p:nvSpPr>
        <p:spPr bwMode="auto">
          <a:xfrm>
            <a:off x="3829050" y="9444038"/>
            <a:ext cx="2930525" cy="496887"/>
          </a:xfrm>
          <a:prstGeom prst="rect">
            <a:avLst/>
          </a:prstGeom>
          <a:noFill/>
          <a:ln w="9525">
            <a:noFill/>
            <a:miter lim="800000"/>
            <a:headEnd/>
            <a:tailEnd/>
          </a:ln>
          <a:effectLst/>
        </p:spPr>
        <p:txBody>
          <a:bodyPr vert="horz" wrap="square" lIns="88100" tIns="44050" rIns="88100" bIns="44050" numCol="1" anchor="b" anchorCtr="0" compatLnSpc="1">
            <a:prstTxWarp prst="textNoShape">
              <a:avLst/>
            </a:prstTxWarp>
          </a:bodyPr>
          <a:lstStyle>
            <a:lvl1pPr algn="r" eaLnBrk="1" hangingPunct="1">
              <a:defRPr sz="1200" b="0">
                <a:latin typeface="Arial" panose="020B0604020202020204" pitchFamily="34" charset="0"/>
              </a:defRPr>
            </a:lvl1pPr>
          </a:lstStyle>
          <a:p>
            <a:pPr>
              <a:defRPr/>
            </a:pPr>
            <a:fld id="{905DEE7E-BF08-421C-BCE8-F090FF53C4F9}"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1pPr>
    <a:lvl2pPr marL="3429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2pPr>
    <a:lvl3pPr marL="6858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3pPr>
    <a:lvl4pPr marL="10287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4pPr>
    <a:lvl5pPr marL="13716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9D481DF7-5264-4D53-B950-E3D19FAABDBF}"/>
              </a:ext>
            </a:extLst>
          </p:cNvPr>
          <p:cNvSpPr>
            <a:spLocks noGrp="1" noRot="1" noChangeAspect="1" noChangeArrowheads="1" noTextEdit="1"/>
          </p:cNvSpPr>
          <p:nvPr>
            <p:ph type="sldImg"/>
          </p:nvPr>
        </p:nvSpPr>
        <p:spPr>
          <a:ln/>
        </p:spPr>
      </p:sp>
      <p:sp>
        <p:nvSpPr>
          <p:cNvPr id="21507" name="备注占位符 2">
            <a:extLst>
              <a:ext uri="{FF2B5EF4-FFF2-40B4-BE49-F238E27FC236}">
                <a16:creationId xmlns:a16="http://schemas.microsoft.com/office/drawing/2014/main" id="{1D770268-3AB0-4D4D-A5D5-14DB81713A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1508" name="灯片编号占位符 3">
            <a:extLst>
              <a:ext uri="{FF2B5EF4-FFF2-40B4-BE49-F238E27FC236}">
                <a16:creationId xmlns:a16="http://schemas.microsoft.com/office/drawing/2014/main" id="{1F346FDD-7F0A-4AAB-8FF0-C60D60611BB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b="1">
                <a:solidFill>
                  <a:schemeClr val="tx1"/>
                </a:solidFill>
                <a:latin typeface="Tahoma" panose="020B0604030504040204" pitchFamily="34" charset="0"/>
                <a:ea typeface="宋体" panose="02010600030101010101" pitchFamily="2" charset="-122"/>
              </a:defRPr>
            </a:lvl1pPr>
            <a:lvl2pPr marL="741363" indent="-284163" defTabSz="949325">
              <a:defRPr b="1">
                <a:solidFill>
                  <a:schemeClr val="tx1"/>
                </a:solidFill>
                <a:latin typeface="Tahoma" panose="020B0604030504040204" pitchFamily="34" charset="0"/>
                <a:ea typeface="宋体" panose="02010600030101010101" pitchFamily="2" charset="-122"/>
              </a:defRPr>
            </a:lvl2pPr>
            <a:lvl3pPr marL="1141413" indent="-227013" defTabSz="949325">
              <a:defRPr b="1">
                <a:solidFill>
                  <a:schemeClr val="tx1"/>
                </a:solidFill>
                <a:latin typeface="Tahoma" panose="020B0604030504040204" pitchFamily="34" charset="0"/>
                <a:ea typeface="宋体" panose="02010600030101010101" pitchFamily="2" charset="-122"/>
              </a:defRPr>
            </a:lvl3pPr>
            <a:lvl4pPr marL="1597025" indent="-227013" defTabSz="949325">
              <a:defRPr b="1">
                <a:solidFill>
                  <a:schemeClr val="tx1"/>
                </a:solidFill>
                <a:latin typeface="Tahoma" panose="020B0604030504040204" pitchFamily="34" charset="0"/>
                <a:ea typeface="宋体" panose="02010600030101010101" pitchFamily="2" charset="-122"/>
              </a:defRPr>
            </a:lvl4pPr>
            <a:lvl5pPr marL="2055813" indent="-227013" defTabSz="949325">
              <a:defRPr b="1">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0F7F024B-B36F-4A71-8F68-D036B4E7D0C1}" type="slidenum">
              <a:rPr lang="zh-CN" altLang="en-US" b="0" smtClean="0">
                <a:solidFill>
                  <a:srgbClr val="000000"/>
                </a:solidFill>
                <a:latin typeface="Arial" panose="020B0604020202020204" pitchFamily="34" charset="0"/>
                <a:ea typeface="楷体_GB2312" pitchFamily="49" charset="-122"/>
              </a:rPr>
              <a:pPr/>
              <a:t>1</a:t>
            </a:fld>
            <a:endParaRPr lang="zh-CN" altLang="en-US" b="0">
              <a:solidFill>
                <a:srgbClr val="000000"/>
              </a:solidFill>
              <a:latin typeface="Arial" panose="020B0604020202020204" pitchFamily="34" charset="0"/>
              <a:ea typeface="楷体_GB2312"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50020B0A-73C6-4E90-92F9-6845700103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E9DAA483-33FE-4296-B2AF-B8DE1FA81183}" type="slidenum">
              <a:rPr lang="zh-CN" altLang="en-US" b="0" smtClean="0">
                <a:latin typeface="Arial" panose="020B0604020202020204" pitchFamily="34" charset="0"/>
              </a:rPr>
              <a:pPr/>
              <a:t>2</a:t>
            </a:fld>
            <a:endParaRPr lang="en-US" altLang="zh-CN" b="0">
              <a:latin typeface="Arial" panose="020B0604020202020204" pitchFamily="34" charset="0"/>
            </a:endParaRPr>
          </a:p>
        </p:txBody>
      </p:sp>
      <p:sp>
        <p:nvSpPr>
          <p:cNvPr id="23555" name="Rectangle 2">
            <a:extLst>
              <a:ext uri="{FF2B5EF4-FFF2-40B4-BE49-F238E27FC236}">
                <a16:creationId xmlns:a16="http://schemas.microsoft.com/office/drawing/2014/main" id="{987CB7EF-5873-4641-9B3C-3350476CC2FD}"/>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AFC899BA-3B71-488D-BD33-037B6D210A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CC4C3393-B044-434A-9D8C-7C6C09F047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988D3D10-4ECB-4617-8E1A-8FF7D11C821C}" type="slidenum">
              <a:rPr lang="zh-CN" altLang="en-US" b="0" smtClean="0">
                <a:latin typeface="Arial" panose="020B0604020202020204" pitchFamily="34" charset="0"/>
              </a:rPr>
              <a:pPr/>
              <a:t>3</a:t>
            </a:fld>
            <a:endParaRPr lang="en-US" altLang="zh-CN" b="0">
              <a:latin typeface="Arial" panose="020B0604020202020204" pitchFamily="34" charset="0"/>
            </a:endParaRPr>
          </a:p>
        </p:txBody>
      </p:sp>
      <p:sp>
        <p:nvSpPr>
          <p:cNvPr id="25603" name="Rectangle 2">
            <a:extLst>
              <a:ext uri="{FF2B5EF4-FFF2-40B4-BE49-F238E27FC236}">
                <a16:creationId xmlns:a16="http://schemas.microsoft.com/office/drawing/2014/main" id="{44773F62-AF37-48FE-9394-0819DEA4C350}"/>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75313A26-DCA4-428B-AA45-031AF60E10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6A72AB67-C5B9-4518-9CBC-52101FFE1AA9}"/>
              </a:ext>
            </a:extLst>
          </p:cNvPr>
          <p:cNvSpPr>
            <a:spLocks noGrp="1" noRot="1" noChangeAspect="1" noChangeArrowheads="1" noTextEdit="1"/>
          </p:cNvSpPr>
          <p:nvPr>
            <p:ph type="sldImg"/>
          </p:nvPr>
        </p:nvSpPr>
        <p:spPr>
          <a:ln/>
        </p:spPr>
      </p:sp>
      <p:sp>
        <p:nvSpPr>
          <p:cNvPr id="27651" name="备注占位符 2">
            <a:extLst>
              <a:ext uri="{FF2B5EF4-FFF2-40B4-BE49-F238E27FC236}">
                <a16:creationId xmlns:a16="http://schemas.microsoft.com/office/drawing/2014/main" id="{6E388A53-9DCD-448F-BBE3-DC92C714B1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652" name="灯片编号占位符 3">
            <a:extLst>
              <a:ext uri="{FF2B5EF4-FFF2-40B4-BE49-F238E27FC236}">
                <a16:creationId xmlns:a16="http://schemas.microsoft.com/office/drawing/2014/main" id="{1E4BF8ED-392A-4FC8-B93F-5E814AC72D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65B9D63-C66F-4CEC-AB61-ED924B01AE74}" type="slidenum">
              <a:rPr lang="en-US" altLang="zh-CN" smtClean="0"/>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E22B3A02-8E34-4A8D-B49A-836D2DF15F3F}"/>
              </a:ext>
            </a:extLst>
          </p:cNvPr>
          <p:cNvSpPr>
            <a:spLocks noGrp="1" noRot="1" noChangeAspect="1" noChangeArrowheads="1" noTextEdit="1"/>
          </p:cNvSpPr>
          <p:nvPr>
            <p:ph type="sldImg"/>
          </p:nvPr>
        </p:nvSpPr>
        <p:spPr>
          <a:ln/>
        </p:spPr>
      </p:sp>
      <p:sp>
        <p:nvSpPr>
          <p:cNvPr id="23555" name="备注占位符 2">
            <a:extLst>
              <a:ext uri="{FF2B5EF4-FFF2-40B4-BE49-F238E27FC236}">
                <a16:creationId xmlns:a16="http://schemas.microsoft.com/office/drawing/2014/main" id="{B311F5D4-ABEB-4EE7-BD20-238A81573D5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3556" name="灯片编号占位符 3">
            <a:extLst>
              <a:ext uri="{FF2B5EF4-FFF2-40B4-BE49-F238E27FC236}">
                <a16:creationId xmlns:a16="http://schemas.microsoft.com/office/drawing/2014/main" id="{A4228814-1E4F-4235-806A-A223A94935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40142BE4-A09C-4519-8A36-6209663808AD}" type="slidenum">
              <a:rPr lang="zh-CN" altLang="en-US" b="0">
                <a:latin typeface="Arial" panose="020B0604020202020204" pitchFamily="34" charset="0"/>
              </a:rPr>
              <a:pPr/>
              <a:t>5</a:t>
            </a:fld>
            <a:endParaRPr lang="en-US" altLang="zh-CN" b="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5F6785B4-4B49-4A1F-B348-8D8E21BBA2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C013ED04-D7F4-497A-9AFB-0BC44FD410DD}" type="slidenum">
              <a:rPr lang="zh-CN" altLang="en-US" b="0" smtClean="0">
                <a:solidFill>
                  <a:srgbClr val="000000"/>
                </a:solidFill>
                <a:latin typeface="Arial" panose="020B0604020202020204" pitchFamily="34" charset="0"/>
              </a:rPr>
              <a:pPr/>
              <a:t>6</a:t>
            </a:fld>
            <a:endParaRPr lang="en-US" altLang="zh-CN" b="0">
              <a:solidFill>
                <a:srgbClr val="000000"/>
              </a:solidFill>
              <a:latin typeface="Arial" panose="020B0604020202020204" pitchFamily="34" charset="0"/>
            </a:endParaRPr>
          </a:p>
        </p:txBody>
      </p:sp>
      <p:sp>
        <p:nvSpPr>
          <p:cNvPr id="31747" name="Rectangle 2">
            <a:extLst>
              <a:ext uri="{FF2B5EF4-FFF2-40B4-BE49-F238E27FC236}">
                <a16:creationId xmlns:a16="http://schemas.microsoft.com/office/drawing/2014/main" id="{A568B687-43F6-4B12-88A1-B54E0221D80B}"/>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FEFF2FEB-986B-4BA9-B5BA-72E2B8DFC4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98FD7991-BE65-4148-BD3C-1185291BCE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92A98758-F356-41F6-A60B-3A3B9BC55B88}" type="slidenum">
              <a:rPr lang="zh-CN" altLang="en-US" b="0" smtClean="0">
                <a:solidFill>
                  <a:srgbClr val="000000"/>
                </a:solidFill>
                <a:latin typeface="Arial" panose="020B0604020202020204" pitchFamily="34" charset="0"/>
              </a:rPr>
              <a:pPr/>
              <a:t>7</a:t>
            </a:fld>
            <a:endParaRPr lang="en-US" altLang="zh-CN" b="0">
              <a:solidFill>
                <a:srgbClr val="000000"/>
              </a:solidFill>
              <a:latin typeface="Arial" panose="020B0604020202020204" pitchFamily="34" charset="0"/>
            </a:endParaRPr>
          </a:p>
        </p:txBody>
      </p:sp>
      <p:sp>
        <p:nvSpPr>
          <p:cNvPr id="33795" name="Rectangle 2">
            <a:extLst>
              <a:ext uri="{FF2B5EF4-FFF2-40B4-BE49-F238E27FC236}">
                <a16:creationId xmlns:a16="http://schemas.microsoft.com/office/drawing/2014/main" id="{0EC29B24-B431-44E3-835E-40A65FC225CC}"/>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638C4D50-E981-4776-B2DA-CD135F694A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CE975720-DD9E-4399-B740-415F42E964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848C82EE-9724-4AEA-97E9-E4ED5615C293}" type="slidenum">
              <a:rPr lang="zh-CN" altLang="en-US" b="0" smtClean="0">
                <a:latin typeface="Arial" panose="020B0604020202020204" pitchFamily="34" charset="0"/>
              </a:rPr>
              <a:pPr/>
              <a:t>8</a:t>
            </a:fld>
            <a:endParaRPr lang="en-US" altLang="zh-CN" b="0">
              <a:latin typeface="Arial" panose="020B0604020202020204" pitchFamily="34" charset="0"/>
            </a:endParaRPr>
          </a:p>
        </p:txBody>
      </p:sp>
      <p:sp>
        <p:nvSpPr>
          <p:cNvPr id="35843" name="Rectangle 2">
            <a:extLst>
              <a:ext uri="{FF2B5EF4-FFF2-40B4-BE49-F238E27FC236}">
                <a16:creationId xmlns:a16="http://schemas.microsoft.com/office/drawing/2014/main" id="{0245FF8B-8515-4D19-A138-1D5EC4208506}"/>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D2DF83A0-0972-4EAC-A105-2FB09EC2A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eaLnBrk="1" hangingPunct="1"/>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B9C98956-6B96-4D30-8480-D8E7CF4A52D5}"/>
              </a:ext>
            </a:extLst>
          </p:cNvPr>
          <p:cNvSpPr>
            <a:spLocks noGrp="1" noRot="1" noChangeAspect="1" noChangeArrowheads="1" noTextEdit="1"/>
          </p:cNvSpPr>
          <p:nvPr>
            <p:ph type="sldImg"/>
          </p:nvPr>
        </p:nvSpPr>
        <p:spPr>
          <a:ln/>
        </p:spPr>
      </p:sp>
      <p:sp>
        <p:nvSpPr>
          <p:cNvPr id="39939" name="备注占位符 2">
            <a:extLst>
              <a:ext uri="{FF2B5EF4-FFF2-40B4-BE49-F238E27FC236}">
                <a16:creationId xmlns:a16="http://schemas.microsoft.com/office/drawing/2014/main" id="{F35BCC17-3A6A-4EA9-9E9C-88B7F7274F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9940" name="灯片编号占位符 3">
            <a:extLst>
              <a:ext uri="{FF2B5EF4-FFF2-40B4-BE49-F238E27FC236}">
                <a16:creationId xmlns:a16="http://schemas.microsoft.com/office/drawing/2014/main" id="{C61990A7-3799-4851-A5C5-95F6748B1B1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F6F163B4-F33E-438C-90EB-D65A7ED75C0F}" type="slidenum">
              <a:rPr lang="zh-CN" altLang="en-US" b="0" smtClean="0">
                <a:latin typeface="Arial" panose="020B0604020202020204" pitchFamily="34" charset="0"/>
              </a:rPr>
              <a:pPr/>
              <a:t>9</a:t>
            </a:fld>
            <a:endParaRPr lang="en-US" altLang="zh-CN" b="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34CE7A0C-B146-493C-8121-B416ECFBCA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50AB14F9-DE48-44DE-A427-77A20EDA133C}" type="slidenum">
              <a:rPr lang="zh-CN" altLang="en-US" b="0" smtClean="0">
                <a:latin typeface="Arial" panose="020B0604020202020204" pitchFamily="34" charset="0"/>
              </a:rPr>
              <a:pPr/>
              <a:t>10</a:t>
            </a:fld>
            <a:endParaRPr lang="en-US" altLang="zh-CN" b="0">
              <a:latin typeface="Arial" panose="020B0604020202020204" pitchFamily="34" charset="0"/>
            </a:endParaRPr>
          </a:p>
        </p:txBody>
      </p:sp>
      <p:sp>
        <p:nvSpPr>
          <p:cNvPr id="41987" name="Rectangle 2">
            <a:extLst>
              <a:ext uri="{FF2B5EF4-FFF2-40B4-BE49-F238E27FC236}">
                <a16:creationId xmlns:a16="http://schemas.microsoft.com/office/drawing/2014/main" id="{BA56B49D-A6F8-468C-920C-8BAAA3A4CA49}"/>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23CB312A-ED82-4845-82D6-F4A62AEA2E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264E6A99-3842-4FD2-A7D3-41B60E3310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7F4177DD-4971-4AD1-81AD-111319BA9C50}" type="slidenum">
              <a:rPr lang="zh-CN" altLang="en-US" b="0" smtClean="0">
                <a:latin typeface="Arial" panose="020B0604020202020204" pitchFamily="34" charset="0"/>
              </a:rPr>
              <a:pPr/>
              <a:t>11</a:t>
            </a:fld>
            <a:endParaRPr lang="en-US" altLang="zh-CN" b="0">
              <a:latin typeface="Arial" panose="020B0604020202020204" pitchFamily="34" charset="0"/>
            </a:endParaRPr>
          </a:p>
        </p:txBody>
      </p:sp>
      <p:sp>
        <p:nvSpPr>
          <p:cNvPr id="44035" name="Rectangle 2">
            <a:extLst>
              <a:ext uri="{FF2B5EF4-FFF2-40B4-BE49-F238E27FC236}">
                <a16:creationId xmlns:a16="http://schemas.microsoft.com/office/drawing/2014/main" id="{79103FF7-1551-44F7-9D7E-1EB60F212844}"/>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C6AF66A3-4426-4367-9FDE-F393AA8394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17BBB2A7-94B0-4A33-9B36-4907B2DAAA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22BC0969-4231-4525-98B4-6D7C81B00056}" type="slidenum">
              <a:rPr lang="zh-CN" altLang="en-US" b="0" smtClean="0">
                <a:latin typeface="Arial" panose="020B0604020202020204" pitchFamily="34" charset="0"/>
              </a:rPr>
              <a:pPr/>
              <a:t>12</a:t>
            </a:fld>
            <a:endParaRPr lang="en-US" altLang="zh-CN" b="0">
              <a:latin typeface="Arial" panose="020B0604020202020204" pitchFamily="34" charset="0"/>
            </a:endParaRPr>
          </a:p>
        </p:txBody>
      </p:sp>
      <p:sp>
        <p:nvSpPr>
          <p:cNvPr id="46083" name="Rectangle 2">
            <a:extLst>
              <a:ext uri="{FF2B5EF4-FFF2-40B4-BE49-F238E27FC236}">
                <a16:creationId xmlns:a16="http://schemas.microsoft.com/office/drawing/2014/main" id="{20142C06-F473-45A2-87CE-BCE689BF4F2E}"/>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A79E201F-BD9F-4B49-87F2-2F31339A9C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91AB53DF-305F-4F06-8A04-6338710EE8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4E997BF8-983C-4D9F-AE45-0DCAAD68EBB7}" type="slidenum">
              <a:rPr lang="zh-CN" altLang="en-US" b="0" smtClean="0">
                <a:latin typeface="Arial" panose="020B0604020202020204" pitchFamily="34" charset="0"/>
              </a:rPr>
              <a:pPr/>
              <a:t>13</a:t>
            </a:fld>
            <a:endParaRPr lang="en-US" altLang="zh-CN" b="0">
              <a:latin typeface="Arial" panose="020B0604020202020204" pitchFamily="34" charset="0"/>
            </a:endParaRPr>
          </a:p>
        </p:txBody>
      </p:sp>
      <p:sp>
        <p:nvSpPr>
          <p:cNvPr id="48131" name="Rectangle 2">
            <a:extLst>
              <a:ext uri="{FF2B5EF4-FFF2-40B4-BE49-F238E27FC236}">
                <a16:creationId xmlns:a16="http://schemas.microsoft.com/office/drawing/2014/main" id="{1A84832D-D79F-4046-B34D-D75A32AA4660}"/>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7E5A821A-A210-41DC-9496-317AE2F0C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874DF01-94EA-4EDF-BB20-19FC1BD17C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EAFB3DE2-70C0-47B4-9EE9-3D5F6E2CF860}" type="slidenum">
              <a:rPr lang="zh-CN" altLang="en-US" b="0" smtClean="0">
                <a:latin typeface="Arial" panose="020B0604020202020204" pitchFamily="34" charset="0"/>
              </a:rPr>
              <a:pPr/>
              <a:t>14</a:t>
            </a:fld>
            <a:endParaRPr lang="en-US" altLang="zh-CN" b="0">
              <a:latin typeface="Arial" panose="020B0604020202020204" pitchFamily="34" charset="0"/>
            </a:endParaRPr>
          </a:p>
        </p:txBody>
      </p:sp>
      <p:sp>
        <p:nvSpPr>
          <p:cNvPr id="50179" name="Rectangle 2">
            <a:extLst>
              <a:ext uri="{FF2B5EF4-FFF2-40B4-BE49-F238E27FC236}">
                <a16:creationId xmlns:a16="http://schemas.microsoft.com/office/drawing/2014/main" id="{5216F86B-40E2-485D-9C1E-580D8B64B07D}"/>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FD097ABC-DD21-4242-B75D-031540F49A5F}"/>
              </a:ext>
            </a:extLst>
          </p:cNvPr>
          <p:cNvSpPr>
            <a:spLocks noGrp="1" noChangeArrowheads="1"/>
          </p:cNvSpPr>
          <p:nvPr>
            <p:ph type="body" idx="1"/>
          </p:nvPr>
        </p:nvSpPr>
        <p:spPr>
          <a:ln/>
        </p:spPr>
        <p:txBody>
          <a:bodyPr/>
          <a:lstStyle/>
          <a:p>
            <a:pPr eaLnBrk="1" hangingPunct="1">
              <a:defRPr/>
            </a:pP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F95B8833-A7CF-403A-AD2A-78F3183AF1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E3B517B4-F8DE-421A-8869-86505D4B8E9D}" type="slidenum">
              <a:rPr lang="zh-CN" altLang="en-US" b="0" smtClean="0">
                <a:latin typeface="Arial" panose="020B0604020202020204" pitchFamily="34" charset="0"/>
              </a:rPr>
              <a:pPr/>
              <a:t>15</a:t>
            </a:fld>
            <a:endParaRPr lang="en-US" altLang="zh-CN" b="0">
              <a:latin typeface="Arial" panose="020B0604020202020204" pitchFamily="34" charset="0"/>
            </a:endParaRPr>
          </a:p>
        </p:txBody>
      </p:sp>
      <p:sp>
        <p:nvSpPr>
          <p:cNvPr id="52227" name="Rectangle 2">
            <a:extLst>
              <a:ext uri="{FF2B5EF4-FFF2-40B4-BE49-F238E27FC236}">
                <a16:creationId xmlns:a16="http://schemas.microsoft.com/office/drawing/2014/main" id="{D9D70459-5564-427C-AE79-94F3EB5C8C5F}"/>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50DFE312-4075-4F06-8723-F13B025782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D6D70D5F-EEB8-4678-A0C1-0E4B992FF8CE}"/>
              </a:ext>
            </a:extLst>
          </p:cNvPr>
          <p:cNvSpPr>
            <a:spLocks noGrp="1" noRot="1" noChangeAspect="1" noChangeArrowheads="1" noTextEdit="1"/>
          </p:cNvSpPr>
          <p:nvPr>
            <p:ph type="sldImg"/>
          </p:nvPr>
        </p:nvSpPr>
        <p:spPr>
          <a:ln/>
        </p:spPr>
      </p:sp>
      <p:sp>
        <p:nvSpPr>
          <p:cNvPr id="54275" name="备注占位符 2">
            <a:extLst>
              <a:ext uri="{FF2B5EF4-FFF2-40B4-BE49-F238E27FC236}">
                <a16:creationId xmlns:a16="http://schemas.microsoft.com/office/drawing/2014/main" id="{50F0C38D-9DB9-4A43-BB0C-C446524A627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54276" name="灯片编号占位符 3">
            <a:extLst>
              <a:ext uri="{FF2B5EF4-FFF2-40B4-BE49-F238E27FC236}">
                <a16:creationId xmlns:a16="http://schemas.microsoft.com/office/drawing/2014/main" id="{71A19A7C-5F6D-4E8E-A861-6E023F88BB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13F8C1BB-2F1A-49F6-B5B7-AC63C6C2FEDD}" type="slidenum">
              <a:rPr lang="zh-CN" altLang="en-US" b="0" smtClean="0">
                <a:latin typeface="Arial" panose="020B0604020202020204" pitchFamily="34" charset="0"/>
              </a:rPr>
              <a:pPr/>
              <a:t>16</a:t>
            </a:fld>
            <a:endParaRPr lang="en-US" altLang="zh-CN" b="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06501F41-A0BE-4699-92E1-81B45E602844}"/>
              </a:ext>
            </a:extLst>
          </p:cNvPr>
          <p:cNvSpPr>
            <a:spLocks noGrp="1" noRot="1" noChangeAspect="1" noChangeArrowheads="1" noTextEdit="1"/>
          </p:cNvSpPr>
          <p:nvPr>
            <p:ph type="sldImg"/>
          </p:nvPr>
        </p:nvSpPr>
        <p:spPr>
          <a:ln/>
        </p:spPr>
      </p:sp>
      <p:sp>
        <p:nvSpPr>
          <p:cNvPr id="56323" name="备注占位符 2">
            <a:extLst>
              <a:ext uri="{FF2B5EF4-FFF2-40B4-BE49-F238E27FC236}">
                <a16:creationId xmlns:a16="http://schemas.microsoft.com/office/drawing/2014/main" id="{554DF811-4FA3-4A26-8C77-324D79B5CF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en-US" altLang="zh-CN" dirty="0"/>
          </a:p>
        </p:txBody>
      </p:sp>
      <p:sp>
        <p:nvSpPr>
          <p:cNvPr id="56324" name="灯片编号占位符 3">
            <a:extLst>
              <a:ext uri="{FF2B5EF4-FFF2-40B4-BE49-F238E27FC236}">
                <a16:creationId xmlns:a16="http://schemas.microsoft.com/office/drawing/2014/main" id="{211A1E74-7F28-4330-A73E-50516AC1CC9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6B126184-C14C-472D-A157-E6CDED6ECED2}" type="slidenum">
              <a:rPr lang="zh-CN" altLang="en-US" b="0" smtClean="0">
                <a:latin typeface="Arial" panose="020B0604020202020204" pitchFamily="34" charset="0"/>
              </a:rPr>
              <a:pPr/>
              <a:t>17</a:t>
            </a:fld>
            <a:endParaRPr lang="en-US" altLang="zh-CN" b="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D1474EFC-B35E-44F7-88DB-0BC26DFAA2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7BCB15DC-2A0C-47AC-8BCA-902B2BF066D7}" type="slidenum">
              <a:rPr lang="zh-CN" altLang="en-US" b="0" smtClean="0">
                <a:latin typeface="Arial" panose="020B0604020202020204" pitchFamily="34" charset="0"/>
              </a:rPr>
              <a:pPr/>
              <a:t>18</a:t>
            </a:fld>
            <a:endParaRPr lang="en-US" altLang="zh-CN" b="0">
              <a:latin typeface="Arial" panose="020B0604020202020204" pitchFamily="34" charset="0"/>
            </a:endParaRPr>
          </a:p>
        </p:txBody>
      </p:sp>
      <p:sp>
        <p:nvSpPr>
          <p:cNvPr id="58371" name="Rectangle 2">
            <a:extLst>
              <a:ext uri="{FF2B5EF4-FFF2-40B4-BE49-F238E27FC236}">
                <a16:creationId xmlns:a16="http://schemas.microsoft.com/office/drawing/2014/main" id="{A9CD36AE-7A8B-4970-88C9-72A3D92FBF46}"/>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ADC5B609-BDF0-4C32-B2FD-4CCACFE8B3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4CB18622-372D-47F0-B0FE-17A4CD4BDA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C709707F-321B-429D-AC93-93163BD0E61F}" type="slidenum">
              <a:rPr lang="zh-CN" altLang="en-US" b="0" smtClean="0">
                <a:latin typeface="Arial" panose="020B0604020202020204" pitchFamily="34" charset="0"/>
              </a:rPr>
              <a:pPr/>
              <a:t>19</a:t>
            </a:fld>
            <a:endParaRPr lang="en-US" altLang="zh-CN" b="0">
              <a:latin typeface="Arial" panose="020B0604020202020204" pitchFamily="34" charset="0"/>
            </a:endParaRPr>
          </a:p>
        </p:txBody>
      </p:sp>
      <p:sp>
        <p:nvSpPr>
          <p:cNvPr id="60419" name="Rectangle 2">
            <a:extLst>
              <a:ext uri="{FF2B5EF4-FFF2-40B4-BE49-F238E27FC236}">
                <a16:creationId xmlns:a16="http://schemas.microsoft.com/office/drawing/2014/main" id="{962FD478-95A1-48A8-B8C7-77A8B36F69BC}"/>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8B163D10-5034-4D6C-A169-9A895BF7DA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B237EBCC-A48C-425B-B436-C9E516690D64}"/>
              </a:ext>
            </a:extLst>
          </p:cNvPr>
          <p:cNvSpPr>
            <a:spLocks noGrp="1" noRot="1" noChangeAspect="1" noChangeArrowheads="1" noTextEdit="1"/>
          </p:cNvSpPr>
          <p:nvPr>
            <p:ph type="sldImg"/>
          </p:nvPr>
        </p:nvSpPr>
        <p:spPr>
          <a:ln/>
        </p:spPr>
      </p:sp>
      <p:sp>
        <p:nvSpPr>
          <p:cNvPr id="62467" name="备注占位符 2">
            <a:extLst>
              <a:ext uri="{FF2B5EF4-FFF2-40B4-BE49-F238E27FC236}">
                <a16:creationId xmlns:a16="http://schemas.microsoft.com/office/drawing/2014/main" id="{CE12211C-8C1C-4832-8041-517A42B695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62468" name="灯片编号占位符 3">
            <a:extLst>
              <a:ext uri="{FF2B5EF4-FFF2-40B4-BE49-F238E27FC236}">
                <a16:creationId xmlns:a16="http://schemas.microsoft.com/office/drawing/2014/main" id="{11A7EFEC-4E68-4AEA-80CB-40E5C19F969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5B0E11E2-39C1-4A58-8199-A857952C5CAF}" type="slidenum">
              <a:rPr lang="zh-CN" altLang="en-US" b="0" smtClean="0">
                <a:latin typeface="Arial" panose="020B0604020202020204" pitchFamily="34" charset="0"/>
              </a:rPr>
              <a:pPr/>
              <a:t>20</a:t>
            </a:fld>
            <a:endParaRPr lang="en-US" altLang="zh-CN" b="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93830704-30CB-46C8-B9CC-C45FC682B9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1F21A820-49A0-4A87-B5EB-C5AC3F10B79F}" type="slidenum">
              <a:rPr lang="zh-CN" altLang="en-US" b="0" smtClean="0">
                <a:latin typeface="Arial" panose="020B0604020202020204" pitchFamily="34" charset="0"/>
              </a:rPr>
              <a:pPr/>
              <a:t>21</a:t>
            </a:fld>
            <a:endParaRPr lang="en-US" altLang="zh-CN" b="0">
              <a:latin typeface="Arial" panose="020B0604020202020204" pitchFamily="34" charset="0"/>
            </a:endParaRPr>
          </a:p>
        </p:txBody>
      </p:sp>
      <p:sp>
        <p:nvSpPr>
          <p:cNvPr id="64515" name="Rectangle 2">
            <a:extLst>
              <a:ext uri="{FF2B5EF4-FFF2-40B4-BE49-F238E27FC236}">
                <a16:creationId xmlns:a16="http://schemas.microsoft.com/office/drawing/2014/main" id="{C4461899-F99C-4D0D-8D8B-C6E685F21C2B}"/>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5FAEB569-357C-47E6-A0F2-C5DB008094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26A5CA84-B13D-4521-8983-01709B9C666B}"/>
              </a:ext>
            </a:extLst>
          </p:cNvPr>
          <p:cNvSpPr>
            <a:spLocks noGrp="1" noRot="1" noChangeAspect="1" noChangeArrowheads="1" noTextEdit="1"/>
          </p:cNvSpPr>
          <p:nvPr>
            <p:ph type="sldImg"/>
          </p:nvPr>
        </p:nvSpPr>
        <p:spPr>
          <a:ln/>
        </p:spPr>
      </p:sp>
      <p:sp>
        <p:nvSpPr>
          <p:cNvPr id="66563" name="备注占位符 2">
            <a:extLst>
              <a:ext uri="{FF2B5EF4-FFF2-40B4-BE49-F238E27FC236}">
                <a16:creationId xmlns:a16="http://schemas.microsoft.com/office/drawing/2014/main" id="{ABADC6C8-717E-4038-9484-DA5DC0AD3E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66564" name="灯片编号占位符 3">
            <a:extLst>
              <a:ext uri="{FF2B5EF4-FFF2-40B4-BE49-F238E27FC236}">
                <a16:creationId xmlns:a16="http://schemas.microsoft.com/office/drawing/2014/main" id="{1014AA84-904C-4B30-A245-D7671FFDBF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7710E1F1-D454-493F-969C-74EAF5ABD433}" type="slidenum">
              <a:rPr lang="zh-CN" altLang="en-US" b="0" smtClean="0">
                <a:latin typeface="Arial" panose="020B0604020202020204" pitchFamily="34" charset="0"/>
              </a:rPr>
              <a:pPr/>
              <a:t>22</a:t>
            </a:fld>
            <a:endParaRPr lang="en-US" altLang="zh-CN" b="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6B372174-48FC-464F-8C6E-7A66799E76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D2D4B287-A176-446F-A27E-5FEDB572D683}" type="slidenum">
              <a:rPr lang="zh-CN" altLang="en-US" b="0" smtClean="0">
                <a:latin typeface="Arial" panose="020B0604020202020204" pitchFamily="34" charset="0"/>
              </a:rPr>
              <a:pPr/>
              <a:t>23</a:t>
            </a:fld>
            <a:endParaRPr lang="en-US" altLang="zh-CN" b="0">
              <a:latin typeface="Arial" panose="020B0604020202020204" pitchFamily="34" charset="0"/>
            </a:endParaRPr>
          </a:p>
        </p:txBody>
      </p:sp>
      <p:sp>
        <p:nvSpPr>
          <p:cNvPr id="68611" name="Rectangle 2">
            <a:extLst>
              <a:ext uri="{FF2B5EF4-FFF2-40B4-BE49-F238E27FC236}">
                <a16:creationId xmlns:a16="http://schemas.microsoft.com/office/drawing/2014/main" id="{5447C4C5-61B5-4D2A-954D-6B7B4237F826}"/>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C65A08B3-E28F-4491-9923-B19C604841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4A12E27E-0468-43B5-A313-79ECA432B13B}"/>
              </a:ext>
            </a:extLst>
          </p:cNvPr>
          <p:cNvSpPr>
            <a:spLocks noGrp="1" noRot="1" noChangeAspect="1" noChangeArrowheads="1" noTextEdit="1"/>
          </p:cNvSpPr>
          <p:nvPr>
            <p:ph type="sldImg"/>
          </p:nvPr>
        </p:nvSpPr>
        <p:spPr>
          <a:ln/>
        </p:spPr>
      </p:sp>
      <p:sp>
        <p:nvSpPr>
          <p:cNvPr id="71683" name="备注占位符 2">
            <a:extLst>
              <a:ext uri="{FF2B5EF4-FFF2-40B4-BE49-F238E27FC236}">
                <a16:creationId xmlns:a16="http://schemas.microsoft.com/office/drawing/2014/main" id="{643AF712-1E42-4614-AEEC-FD7E3EE9FC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684" name="灯片编号占位符 3">
            <a:extLst>
              <a:ext uri="{FF2B5EF4-FFF2-40B4-BE49-F238E27FC236}">
                <a16:creationId xmlns:a16="http://schemas.microsoft.com/office/drawing/2014/main" id="{53203200-5B86-494C-AAE5-E7ACB1F67B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EE0A1F1E-B841-4B53-997A-575AD782597C}" type="slidenum">
              <a:rPr lang="zh-CN" altLang="en-US" b="0" smtClean="0">
                <a:latin typeface="Arial" panose="020B0604020202020204" pitchFamily="34" charset="0"/>
              </a:rPr>
              <a:pPr/>
              <a:t>24</a:t>
            </a:fld>
            <a:endParaRPr lang="en-US" altLang="zh-CN" b="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60348459-B94E-4ED7-9B9D-387A9AFDFC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14C747D8-69F1-4D5F-A16F-26BB66232C4B}" type="slidenum">
              <a:rPr lang="zh-CN" altLang="en-US" b="0" smtClean="0">
                <a:latin typeface="Arial" panose="020B0604020202020204" pitchFamily="34" charset="0"/>
              </a:rPr>
              <a:pPr/>
              <a:t>25</a:t>
            </a:fld>
            <a:endParaRPr lang="en-US" altLang="zh-CN" b="0">
              <a:latin typeface="Arial" panose="020B0604020202020204" pitchFamily="34" charset="0"/>
            </a:endParaRPr>
          </a:p>
        </p:txBody>
      </p:sp>
      <p:sp>
        <p:nvSpPr>
          <p:cNvPr id="73731" name="Rectangle 2">
            <a:extLst>
              <a:ext uri="{FF2B5EF4-FFF2-40B4-BE49-F238E27FC236}">
                <a16:creationId xmlns:a16="http://schemas.microsoft.com/office/drawing/2014/main" id="{5FEAD592-D93C-48C3-8EBD-EC40127BC376}"/>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82ADF18C-87CB-478E-9EFB-3EA2AA867C42}"/>
              </a:ext>
            </a:extLst>
          </p:cNvPr>
          <p:cNvSpPr>
            <a:spLocks noGrp="1" noChangeArrowheads="1"/>
          </p:cNvSpPr>
          <p:nvPr>
            <p:ph type="body" idx="1"/>
          </p:nvPr>
        </p:nvSpPr>
        <p:spPr>
          <a:ln/>
        </p:spPr>
        <p:txBody>
          <a:bodyPr/>
          <a:lstStyle/>
          <a:p>
            <a:pPr eaLnBrk="1" hangingPunct="1">
              <a:defRPr/>
            </a:pPr>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0E7D8EF5-D5F7-4F47-8869-585511D68E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FF4FC4C7-9D4E-4683-B742-FFBE3D91ABB9}" type="slidenum">
              <a:rPr lang="zh-CN" altLang="en-US" b="0" smtClean="0">
                <a:solidFill>
                  <a:srgbClr val="000000"/>
                </a:solidFill>
                <a:latin typeface="Arial" panose="020B0604020202020204" pitchFamily="34" charset="0"/>
              </a:rPr>
              <a:pPr/>
              <a:t>26</a:t>
            </a:fld>
            <a:endParaRPr lang="en-US" altLang="zh-CN" b="0">
              <a:solidFill>
                <a:srgbClr val="000000"/>
              </a:solidFill>
              <a:latin typeface="Arial" panose="020B0604020202020204" pitchFamily="34" charset="0"/>
            </a:endParaRPr>
          </a:p>
        </p:txBody>
      </p:sp>
      <p:sp>
        <p:nvSpPr>
          <p:cNvPr id="75779" name="Rectangle 2">
            <a:extLst>
              <a:ext uri="{FF2B5EF4-FFF2-40B4-BE49-F238E27FC236}">
                <a16:creationId xmlns:a16="http://schemas.microsoft.com/office/drawing/2014/main" id="{D26064B1-478E-4E28-B360-4CA9D9823BE9}"/>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87FC730F-7E70-42A9-823A-792920B483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85D64FBD-18F3-477C-8DC0-D84F66E557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AF7F24E7-44A3-4CB9-980D-BB3A115FA42F}" type="slidenum">
              <a:rPr lang="zh-CN" altLang="en-US" b="0" smtClean="0">
                <a:latin typeface="Arial" panose="020B0604020202020204" pitchFamily="34" charset="0"/>
              </a:rPr>
              <a:pPr/>
              <a:t>27</a:t>
            </a:fld>
            <a:endParaRPr lang="en-US" altLang="zh-CN" b="0">
              <a:latin typeface="Arial" panose="020B0604020202020204" pitchFamily="34" charset="0"/>
            </a:endParaRPr>
          </a:p>
        </p:txBody>
      </p:sp>
      <p:sp>
        <p:nvSpPr>
          <p:cNvPr id="77827" name="Rectangle 2">
            <a:extLst>
              <a:ext uri="{FF2B5EF4-FFF2-40B4-BE49-F238E27FC236}">
                <a16:creationId xmlns:a16="http://schemas.microsoft.com/office/drawing/2014/main" id="{8FF6DE2D-89D5-4EB2-8681-8A90BD26193F}"/>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8AFE4863-8788-411D-B56D-0E7B6EC47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5F5F1F9F-0060-4E2B-A654-90F3ACFA3B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8918F6AF-3B68-437C-8CF4-B8A9BC3BED2F}" type="slidenum">
              <a:rPr lang="zh-CN" altLang="en-US" b="0" smtClean="0">
                <a:solidFill>
                  <a:srgbClr val="000000"/>
                </a:solidFill>
                <a:latin typeface="Arial" panose="020B0604020202020204" pitchFamily="34" charset="0"/>
              </a:rPr>
              <a:pPr/>
              <a:t>28</a:t>
            </a:fld>
            <a:endParaRPr lang="en-US" altLang="zh-CN" b="0">
              <a:solidFill>
                <a:srgbClr val="000000"/>
              </a:solidFill>
              <a:latin typeface="Arial" panose="020B0604020202020204" pitchFamily="34" charset="0"/>
            </a:endParaRPr>
          </a:p>
        </p:txBody>
      </p:sp>
      <p:sp>
        <p:nvSpPr>
          <p:cNvPr id="79875" name="Rectangle 2">
            <a:extLst>
              <a:ext uri="{FF2B5EF4-FFF2-40B4-BE49-F238E27FC236}">
                <a16:creationId xmlns:a16="http://schemas.microsoft.com/office/drawing/2014/main" id="{C69EF666-E717-45A2-988D-699F44E00A3F}"/>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949029A5-91BF-40EA-B54F-CABF746854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902A0664-6708-4695-B980-3F9FB76202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B49D40A6-52D5-4432-8B63-7BAE597E8754}" type="slidenum">
              <a:rPr lang="zh-CN" altLang="en-US" b="0" smtClean="0">
                <a:solidFill>
                  <a:srgbClr val="000000"/>
                </a:solidFill>
                <a:latin typeface="Arial" panose="020B0604020202020204" pitchFamily="34" charset="0"/>
              </a:rPr>
              <a:pPr/>
              <a:t>29</a:t>
            </a:fld>
            <a:endParaRPr lang="en-US" altLang="zh-CN" b="0">
              <a:solidFill>
                <a:srgbClr val="000000"/>
              </a:solidFill>
              <a:latin typeface="Arial" panose="020B0604020202020204" pitchFamily="34" charset="0"/>
            </a:endParaRPr>
          </a:p>
        </p:txBody>
      </p:sp>
      <p:sp>
        <p:nvSpPr>
          <p:cNvPr id="81923" name="Rectangle 2">
            <a:extLst>
              <a:ext uri="{FF2B5EF4-FFF2-40B4-BE49-F238E27FC236}">
                <a16:creationId xmlns:a16="http://schemas.microsoft.com/office/drawing/2014/main" id="{08376C32-A37A-4A85-A31E-275D83E37185}"/>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93D5D61B-60C0-4C63-B854-3787326E06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a:extLst>
              <a:ext uri="{FF2B5EF4-FFF2-40B4-BE49-F238E27FC236}">
                <a16:creationId xmlns:a16="http://schemas.microsoft.com/office/drawing/2014/main" id="{59A313EA-9A7C-4E61-A7E9-C4A2DD58A91C}"/>
              </a:ext>
            </a:extLst>
          </p:cNvPr>
          <p:cNvSpPr>
            <a:spLocks noGrp="1" noRot="1" noChangeAspect="1" noChangeArrowheads="1" noTextEdit="1"/>
          </p:cNvSpPr>
          <p:nvPr>
            <p:ph type="sldImg"/>
          </p:nvPr>
        </p:nvSpPr>
        <p:spPr>
          <a:ln/>
        </p:spPr>
      </p:sp>
      <p:sp>
        <p:nvSpPr>
          <p:cNvPr id="135171" name="备注占位符 2">
            <a:extLst>
              <a:ext uri="{FF2B5EF4-FFF2-40B4-BE49-F238E27FC236}">
                <a16:creationId xmlns:a16="http://schemas.microsoft.com/office/drawing/2014/main" id="{8E0D035C-6EA6-42B1-9A27-02489670B3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135172" name="灯片编号占位符 3">
            <a:extLst>
              <a:ext uri="{FF2B5EF4-FFF2-40B4-BE49-F238E27FC236}">
                <a16:creationId xmlns:a16="http://schemas.microsoft.com/office/drawing/2014/main" id="{C590EF9C-266C-411D-BDAA-888BEDFA895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49BD517E-25AF-443E-89DD-72F3F53BAF5A}" type="slidenum">
              <a:rPr lang="zh-CN" altLang="en-US" b="0" smtClean="0">
                <a:solidFill>
                  <a:srgbClr val="000000"/>
                </a:solidFill>
                <a:latin typeface="Arial" panose="020B0604020202020204" pitchFamily="34" charset="0"/>
              </a:rPr>
              <a:pPr/>
              <a:t>30</a:t>
            </a:fld>
            <a:endParaRPr lang="en-US" altLang="zh-CN" b="0">
              <a:solidFill>
                <a:srgbClr val="000000"/>
              </a:solidFill>
              <a:latin typeface="Arial" panose="020B0604020202020204" pitchFamily="34" charset="0"/>
            </a:endParaRPr>
          </a:p>
        </p:txBody>
      </p:sp>
    </p:spTree>
    <p:extLst>
      <p:ext uri="{BB962C8B-B14F-4D97-AF65-F5344CB8AC3E}">
        <p14:creationId xmlns:p14="http://schemas.microsoft.com/office/powerpoint/2010/main" val="3857233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53B05C62-8AC2-4FC0-B21E-35FE719676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63BE07F2-FE57-49C2-957E-87CDC5A24E64}" type="slidenum">
              <a:rPr lang="zh-CN" altLang="en-US" b="0" smtClean="0">
                <a:latin typeface="Arial" panose="020B0604020202020204" pitchFamily="34" charset="0"/>
              </a:rPr>
              <a:pPr/>
              <a:t>31</a:t>
            </a:fld>
            <a:endParaRPr lang="en-US" altLang="zh-CN" b="0">
              <a:latin typeface="Arial" panose="020B0604020202020204" pitchFamily="34" charset="0"/>
            </a:endParaRPr>
          </a:p>
        </p:txBody>
      </p:sp>
      <p:sp>
        <p:nvSpPr>
          <p:cNvPr id="86019" name="Rectangle 2">
            <a:extLst>
              <a:ext uri="{FF2B5EF4-FFF2-40B4-BE49-F238E27FC236}">
                <a16:creationId xmlns:a16="http://schemas.microsoft.com/office/drawing/2014/main" id="{1CBE10AF-5C5F-4DE1-9A75-2EA8AAD3FEF2}"/>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3552186B-745F-48EE-BD45-64969A5E03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1A9C25DE-7E29-4776-92D8-2948E65E6D40}"/>
              </a:ext>
            </a:extLst>
          </p:cNvPr>
          <p:cNvSpPr>
            <a:spLocks noGrp="1" noRot="1" noChangeAspect="1" noChangeArrowheads="1" noTextEdit="1"/>
          </p:cNvSpPr>
          <p:nvPr>
            <p:ph type="sldImg"/>
          </p:nvPr>
        </p:nvSpPr>
        <p:spPr>
          <a:ln/>
        </p:spPr>
      </p:sp>
      <p:sp>
        <p:nvSpPr>
          <p:cNvPr id="89091" name="备注占位符 2">
            <a:extLst>
              <a:ext uri="{FF2B5EF4-FFF2-40B4-BE49-F238E27FC236}">
                <a16:creationId xmlns:a16="http://schemas.microsoft.com/office/drawing/2014/main" id="{9C64FB2E-C722-4892-B87D-549680DE9F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89092" name="灯片编号占位符 3">
            <a:extLst>
              <a:ext uri="{FF2B5EF4-FFF2-40B4-BE49-F238E27FC236}">
                <a16:creationId xmlns:a16="http://schemas.microsoft.com/office/drawing/2014/main" id="{7C5B4618-2366-4B32-9323-96185CF4FD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971CF294-43E7-4ECF-877A-E409B14E6540}" type="slidenum">
              <a:rPr lang="zh-CN" altLang="en-US" b="0" smtClean="0">
                <a:latin typeface="Arial" panose="020B0604020202020204" pitchFamily="34" charset="0"/>
              </a:rPr>
              <a:pPr/>
              <a:t>32</a:t>
            </a:fld>
            <a:endParaRPr lang="en-US" altLang="zh-CN" b="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E7CAB86D-BDB3-40B6-8FB1-3B2BCBDE478D}"/>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FE35074A-2BC4-4966-9E24-94EA28DFAE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eaLnBrk="1" hangingPunct="1"/>
            <a:endParaRPr lang="en-US"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4CAB17A7-7264-4285-A4C0-465E977E1EB1}"/>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D8AFDF5A-480E-46BF-9B58-37AA9BFD92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a:extLst>
              <a:ext uri="{FF2B5EF4-FFF2-40B4-BE49-F238E27FC236}">
                <a16:creationId xmlns:a16="http://schemas.microsoft.com/office/drawing/2014/main" id="{CD4E9FEA-20DD-4A7A-BCB3-23F9AC0CDA6A}"/>
              </a:ext>
            </a:extLst>
          </p:cNvPr>
          <p:cNvSpPr>
            <a:spLocks noGrp="1" noRot="1" noChangeAspect="1" noChangeArrowheads="1" noTextEdit="1"/>
          </p:cNvSpPr>
          <p:nvPr>
            <p:ph type="sldImg"/>
          </p:nvPr>
        </p:nvSpPr>
        <p:spPr>
          <a:ln/>
        </p:spPr>
      </p:sp>
      <p:sp>
        <p:nvSpPr>
          <p:cNvPr id="95235" name="备注占位符 2">
            <a:extLst>
              <a:ext uri="{FF2B5EF4-FFF2-40B4-BE49-F238E27FC236}">
                <a16:creationId xmlns:a16="http://schemas.microsoft.com/office/drawing/2014/main" id="{39256889-BB2F-4C58-A3D2-30B5E557CC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5236" name="灯片编号占位符 3">
            <a:extLst>
              <a:ext uri="{FF2B5EF4-FFF2-40B4-BE49-F238E27FC236}">
                <a16:creationId xmlns:a16="http://schemas.microsoft.com/office/drawing/2014/main" id="{BFA2A714-BD54-482A-8324-FC74139367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929C1F06-8CEF-4591-8485-A684051D66BE}" type="slidenum">
              <a:rPr lang="zh-CN" altLang="en-US" b="0" smtClean="0">
                <a:latin typeface="Arial" panose="020B0604020202020204" pitchFamily="34" charset="0"/>
              </a:rPr>
              <a:pPr/>
              <a:t>35</a:t>
            </a:fld>
            <a:endParaRPr lang="en-US" altLang="zh-CN" b="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a:extLst>
              <a:ext uri="{FF2B5EF4-FFF2-40B4-BE49-F238E27FC236}">
                <a16:creationId xmlns:a16="http://schemas.microsoft.com/office/drawing/2014/main" id="{10168DC8-4654-4A20-82B0-DEF64ABFED6D}"/>
              </a:ext>
            </a:extLst>
          </p:cNvPr>
          <p:cNvSpPr>
            <a:spLocks noGrp="1" noRot="1" noChangeAspect="1" noChangeArrowheads="1" noTextEdit="1"/>
          </p:cNvSpPr>
          <p:nvPr>
            <p:ph type="sldImg"/>
          </p:nvPr>
        </p:nvSpPr>
        <p:spPr>
          <a:ln/>
        </p:spPr>
      </p:sp>
      <p:sp>
        <p:nvSpPr>
          <p:cNvPr id="97283" name="备注占位符 2">
            <a:extLst>
              <a:ext uri="{FF2B5EF4-FFF2-40B4-BE49-F238E27FC236}">
                <a16:creationId xmlns:a16="http://schemas.microsoft.com/office/drawing/2014/main" id="{F71907A8-3DB5-4F49-BF02-0DA8A6646B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7284" name="灯片编号占位符 3">
            <a:extLst>
              <a:ext uri="{FF2B5EF4-FFF2-40B4-BE49-F238E27FC236}">
                <a16:creationId xmlns:a16="http://schemas.microsoft.com/office/drawing/2014/main" id="{5E91CD87-F187-4B63-B647-AB1705AE172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F784B08D-FB6C-4F59-9351-96F113AAF48A}" type="slidenum">
              <a:rPr lang="zh-CN" altLang="en-US" b="0" smtClean="0">
                <a:latin typeface="Arial" panose="020B0604020202020204" pitchFamily="34" charset="0"/>
              </a:rPr>
              <a:pPr/>
              <a:t>36</a:t>
            </a:fld>
            <a:endParaRPr lang="en-US" altLang="zh-CN" b="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32CC5B50-E745-415C-81E4-00AC99124E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CE2B1B8D-E4D6-487C-B81E-3A206D2B706F}" type="slidenum">
              <a:rPr lang="zh-CN" altLang="en-US" b="0" smtClean="0">
                <a:latin typeface="Arial" panose="020B0604020202020204" pitchFamily="34" charset="0"/>
              </a:rPr>
              <a:pPr/>
              <a:t>37</a:t>
            </a:fld>
            <a:endParaRPr lang="en-US" altLang="zh-CN" b="0">
              <a:latin typeface="Arial" panose="020B0604020202020204" pitchFamily="34" charset="0"/>
            </a:endParaRPr>
          </a:p>
        </p:txBody>
      </p:sp>
      <p:sp>
        <p:nvSpPr>
          <p:cNvPr id="99331" name="Rectangle 2">
            <a:extLst>
              <a:ext uri="{FF2B5EF4-FFF2-40B4-BE49-F238E27FC236}">
                <a16:creationId xmlns:a16="http://schemas.microsoft.com/office/drawing/2014/main" id="{F6513717-FE2C-472B-870D-3D2D7ECC3843}"/>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DF808AF5-51E7-4879-B543-CD0911C65F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extLst>
      <p:ext uri="{BB962C8B-B14F-4D97-AF65-F5344CB8AC3E}">
        <p14:creationId xmlns:p14="http://schemas.microsoft.com/office/powerpoint/2010/main" val="21649141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a:extLst>
              <a:ext uri="{FF2B5EF4-FFF2-40B4-BE49-F238E27FC236}">
                <a16:creationId xmlns:a16="http://schemas.microsoft.com/office/drawing/2014/main" id="{7296666E-CC7C-46D9-8609-5B6DB3B2CA6E}"/>
              </a:ext>
            </a:extLst>
          </p:cNvPr>
          <p:cNvSpPr>
            <a:spLocks noGrp="1" noRot="1" noChangeAspect="1" noChangeArrowheads="1" noTextEdit="1"/>
          </p:cNvSpPr>
          <p:nvPr>
            <p:ph type="sldImg"/>
          </p:nvPr>
        </p:nvSpPr>
        <p:spPr>
          <a:ln/>
        </p:spPr>
      </p:sp>
      <p:sp>
        <p:nvSpPr>
          <p:cNvPr id="101379" name="备注占位符 2">
            <a:extLst>
              <a:ext uri="{FF2B5EF4-FFF2-40B4-BE49-F238E27FC236}">
                <a16:creationId xmlns:a16="http://schemas.microsoft.com/office/drawing/2014/main" id="{CE7922E6-D9E7-4A27-8245-D7B75AB2C6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pPr>
            <a:endParaRPr lang="en-US" altLang="zh-CN" dirty="0"/>
          </a:p>
        </p:txBody>
      </p:sp>
      <p:sp>
        <p:nvSpPr>
          <p:cNvPr id="101380" name="灯片编号占位符 3">
            <a:extLst>
              <a:ext uri="{FF2B5EF4-FFF2-40B4-BE49-F238E27FC236}">
                <a16:creationId xmlns:a16="http://schemas.microsoft.com/office/drawing/2014/main" id="{7576A6A9-C87D-4BF9-AFF1-2AA7DDA54E1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57EA7967-8300-4666-84CE-5B44EB8C1298}" type="slidenum">
              <a:rPr lang="zh-CN" altLang="en-US" b="0" smtClean="0">
                <a:latin typeface="Arial" panose="020B0604020202020204" pitchFamily="34" charset="0"/>
              </a:rPr>
              <a:pPr/>
              <a:t>38</a:t>
            </a:fld>
            <a:endParaRPr lang="en-US" altLang="zh-CN" b="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a:extLst>
              <a:ext uri="{FF2B5EF4-FFF2-40B4-BE49-F238E27FC236}">
                <a16:creationId xmlns:a16="http://schemas.microsoft.com/office/drawing/2014/main" id="{ED601CB2-B94B-4452-869E-EA63502B4B50}"/>
              </a:ext>
            </a:extLst>
          </p:cNvPr>
          <p:cNvSpPr>
            <a:spLocks noGrp="1" noRot="1" noChangeAspect="1" noChangeArrowheads="1" noTextEdit="1"/>
          </p:cNvSpPr>
          <p:nvPr>
            <p:ph type="sldImg"/>
          </p:nvPr>
        </p:nvSpPr>
        <p:spPr>
          <a:ln/>
        </p:spPr>
      </p:sp>
      <p:sp>
        <p:nvSpPr>
          <p:cNvPr id="103427" name="备注占位符 2">
            <a:extLst>
              <a:ext uri="{FF2B5EF4-FFF2-40B4-BE49-F238E27FC236}">
                <a16:creationId xmlns:a16="http://schemas.microsoft.com/office/drawing/2014/main" id="{953B9537-4ACB-4254-9931-E989B85CA5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3428" name="灯片编号占位符 3">
            <a:extLst>
              <a:ext uri="{FF2B5EF4-FFF2-40B4-BE49-F238E27FC236}">
                <a16:creationId xmlns:a16="http://schemas.microsoft.com/office/drawing/2014/main" id="{7E1B4996-4CEC-4D5A-AE3D-0EFD6355F38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A08132EE-05CD-4A88-A43F-242C9AEF20C7}" type="slidenum">
              <a:rPr lang="zh-CN" altLang="en-US" b="0" smtClean="0">
                <a:latin typeface="Arial" panose="020B0604020202020204" pitchFamily="34" charset="0"/>
              </a:rPr>
              <a:pPr/>
              <a:t>39</a:t>
            </a:fld>
            <a:endParaRPr lang="en-US" altLang="zh-CN" b="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5B47B452-EE3E-41A6-87FE-86926BC7D8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2C2EFB2D-3C9E-4350-BDC9-19C2B364CABB}" type="slidenum">
              <a:rPr lang="zh-CN" altLang="en-US" b="0" smtClean="0">
                <a:latin typeface="Arial" panose="020B0604020202020204" pitchFamily="34" charset="0"/>
              </a:rPr>
              <a:pPr/>
              <a:t>40</a:t>
            </a:fld>
            <a:endParaRPr lang="en-US" altLang="zh-CN" b="0">
              <a:latin typeface="Arial" panose="020B0604020202020204" pitchFamily="34" charset="0"/>
            </a:endParaRPr>
          </a:p>
        </p:txBody>
      </p:sp>
      <p:sp>
        <p:nvSpPr>
          <p:cNvPr id="105475" name="Rectangle 2">
            <a:extLst>
              <a:ext uri="{FF2B5EF4-FFF2-40B4-BE49-F238E27FC236}">
                <a16:creationId xmlns:a16="http://schemas.microsoft.com/office/drawing/2014/main" id="{4BDCA580-F679-4523-9935-62307844D597}"/>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7F40FE4F-DE37-4BBD-8CD9-A51B440C23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E7D096DC-A879-498B-A6EE-5084D3F817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B4880F0D-7F5F-4A52-AA8D-B44C4754802E}" type="slidenum">
              <a:rPr lang="zh-CN" altLang="en-US" b="0" smtClean="0">
                <a:solidFill>
                  <a:srgbClr val="000000"/>
                </a:solidFill>
                <a:latin typeface="Arial" panose="020B0604020202020204" pitchFamily="34" charset="0"/>
              </a:rPr>
              <a:pPr/>
              <a:t>41</a:t>
            </a:fld>
            <a:endParaRPr lang="en-US" altLang="zh-CN" b="0">
              <a:solidFill>
                <a:srgbClr val="000000"/>
              </a:solidFill>
              <a:latin typeface="Arial" panose="020B0604020202020204" pitchFamily="34" charset="0"/>
            </a:endParaRPr>
          </a:p>
        </p:txBody>
      </p:sp>
      <p:sp>
        <p:nvSpPr>
          <p:cNvPr id="107523" name="Rectangle 2">
            <a:extLst>
              <a:ext uri="{FF2B5EF4-FFF2-40B4-BE49-F238E27FC236}">
                <a16:creationId xmlns:a16="http://schemas.microsoft.com/office/drawing/2014/main" id="{2407B34C-D793-4037-AA4A-F4E5700A0C5C}"/>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8F3DD0FE-6DD6-469F-9784-30AF426CDE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C6877CBF-8DED-43CB-8BC3-3130AC4FF1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441EB561-86AB-4808-BB20-B826E02BBC92}" type="slidenum">
              <a:rPr lang="zh-CN" altLang="en-US" b="0" smtClean="0">
                <a:solidFill>
                  <a:srgbClr val="000000"/>
                </a:solidFill>
                <a:latin typeface="Arial" panose="020B0604020202020204" pitchFamily="34" charset="0"/>
              </a:rPr>
              <a:pPr/>
              <a:t>42</a:t>
            </a:fld>
            <a:endParaRPr lang="en-US" altLang="zh-CN" b="0">
              <a:solidFill>
                <a:srgbClr val="000000"/>
              </a:solidFill>
              <a:latin typeface="Arial" panose="020B0604020202020204" pitchFamily="34" charset="0"/>
            </a:endParaRPr>
          </a:p>
        </p:txBody>
      </p:sp>
      <p:sp>
        <p:nvSpPr>
          <p:cNvPr id="109571" name="Rectangle 2">
            <a:extLst>
              <a:ext uri="{FF2B5EF4-FFF2-40B4-BE49-F238E27FC236}">
                <a16:creationId xmlns:a16="http://schemas.microsoft.com/office/drawing/2014/main" id="{1D9E80D5-EEE9-4193-AD4E-A1EA8894E25B}"/>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7E752C5B-BBA1-415E-A49A-DF1E0A99BC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5277F435-9E55-45DB-B779-F33A53AFAA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857F0140-E1E7-40E7-A854-9C44AD6D895B}" type="slidenum">
              <a:rPr lang="zh-CN" altLang="en-US" b="0" smtClean="0">
                <a:solidFill>
                  <a:srgbClr val="000000"/>
                </a:solidFill>
                <a:latin typeface="Arial" panose="020B0604020202020204" pitchFamily="34" charset="0"/>
              </a:rPr>
              <a:pPr/>
              <a:t>43</a:t>
            </a:fld>
            <a:endParaRPr lang="en-US" altLang="zh-CN" b="0">
              <a:solidFill>
                <a:srgbClr val="000000"/>
              </a:solidFill>
              <a:latin typeface="Arial" panose="020B0604020202020204" pitchFamily="34" charset="0"/>
            </a:endParaRPr>
          </a:p>
        </p:txBody>
      </p:sp>
      <p:sp>
        <p:nvSpPr>
          <p:cNvPr id="111619" name="Rectangle 2">
            <a:extLst>
              <a:ext uri="{FF2B5EF4-FFF2-40B4-BE49-F238E27FC236}">
                <a16:creationId xmlns:a16="http://schemas.microsoft.com/office/drawing/2014/main" id="{A437F67D-111C-440D-A66E-896A5C9B02BE}"/>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182340A4-1586-404D-9530-06344D82DF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0CC35019-13B9-41F6-98BA-651CC7455E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735A9626-2156-4368-BFE0-EBAEC1C7FAB8}" type="slidenum">
              <a:rPr lang="zh-CN" altLang="en-US" b="0" smtClean="0">
                <a:solidFill>
                  <a:srgbClr val="000000"/>
                </a:solidFill>
                <a:latin typeface="Arial" panose="020B0604020202020204" pitchFamily="34" charset="0"/>
              </a:rPr>
              <a:pPr/>
              <a:t>44</a:t>
            </a:fld>
            <a:endParaRPr lang="en-US" altLang="zh-CN" b="0">
              <a:solidFill>
                <a:srgbClr val="000000"/>
              </a:solidFill>
              <a:latin typeface="Arial" panose="020B0604020202020204" pitchFamily="34" charset="0"/>
            </a:endParaRPr>
          </a:p>
        </p:txBody>
      </p:sp>
      <p:sp>
        <p:nvSpPr>
          <p:cNvPr id="113667" name="Rectangle 2">
            <a:extLst>
              <a:ext uri="{FF2B5EF4-FFF2-40B4-BE49-F238E27FC236}">
                <a16:creationId xmlns:a16="http://schemas.microsoft.com/office/drawing/2014/main" id="{1F6A0CA9-6155-440B-A0FB-6DC91A7C3CCD}"/>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E3F5C45A-C8DB-4441-B007-35C7A369DA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8397C77B-7DA7-4668-A4F0-3C27FFE58C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001FAF78-54EE-4B3D-81BD-289FC42F077C}" type="slidenum">
              <a:rPr lang="zh-CN" altLang="en-US" b="0" smtClean="0">
                <a:solidFill>
                  <a:srgbClr val="000000"/>
                </a:solidFill>
                <a:latin typeface="Arial" panose="020B0604020202020204" pitchFamily="34" charset="0"/>
              </a:rPr>
              <a:pPr/>
              <a:t>45</a:t>
            </a:fld>
            <a:endParaRPr lang="en-US" altLang="zh-CN" b="0">
              <a:solidFill>
                <a:srgbClr val="000000"/>
              </a:solidFill>
              <a:latin typeface="Arial" panose="020B0604020202020204" pitchFamily="34" charset="0"/>
            </a:endParaRPr>
          </a:p>
        </p:txBody>
      </p:sp>
      <p:sp>
        <p:nvSpPr>
          <p:cNvPr id="115715" name="Rectangle 2">
            <a:extLst>
              <a:ext uri="{FF2B5EF4-FFF2-40B4-BE49-F238E27FC236}">
                <a16:creationId xmlns:a16="http://schemas.microsoft.com/office/drawing/2014/main" id="{7A5FDBEE-1E16-44B2-BD79-BFDED01AC0C8}"/>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D4972A29-0723-4237-8AAA-8B166C3EE6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DB852EA0-2B78-4690-8876-EDC30C0CDF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7A7B98AA-E063-4565-819C-87954DF8F58C}" type="slidenum">
              <a:rPr lang="zh-CN" altLang="en-US" b="0" smtClean="0">
                <a:solidFill>
                  <a:srgbClr val="000000"/>
                </a:solidFill>
                <a:latin typeface="Arial" panose="020B0604020202020204" pitchFamily="34" charset="0"/>
              </a:rPr>
              <a:pPr/>
              <a:t>46</a:t>
            </a:fld>
            <a:endParaRPr lang="en-US" altLang="zh-CN" b="0">
              <a:solidFill>
                <a:srgbClr val="000000"/>
              </a:solidFill>
              <a:latin typeface="Arial" panose="020B0604020202020204" pitchFamily="34" charset="0"/>
            </a:endParaRPr>
          </a:p>
        </p:txBody>
      </p:sp>
      <p:sp>
        <p:nvSpPr>
          <p:cNvPr id="117763" name="Rectangle 2">
            <a:extLst>
              <a:ext uri="{FF2B5EF4-FFF2-40B4-BE49-F238E27FC236}">
                <a16:creationId xmlns:a16="http://schemas.microsoft.com/office/drawing/2014/main" id="{F6C39AC6-8D9A-4DC8-A68B-44F09B11B6DB}"/>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9A8809C8-5308-477C-B1B4-350573B315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D8641A53-D2B8-4FF5-8826-3D7F0FA12D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6B91791D-2056-4594-A03B-C4F6E7E6E6AC}" type="slidenum">
              <a:rPr lang="zh-CN" altLang="en-US" b="0" smtClean="0">
                <a:solidFill>
                  <a:srgbClr val="000000"/>
                </a:solidFill>
                <a:latin typeface="Arial" panose="020B0604020202020204" pitchFamily="34" charset="0"/>
              </a:rPr>
              <a:pPr/>
              <a:t>47</a:t>
            </a:fld>
            <a:endParaRPr lang="en-US" altLang="zh-CN" b="0">
              <a:solidFill>
                <a:srgbClr val="000000"/>
              </a:solidFill>
              <a:latin typeface="Arial" panose="020B0604020202020204" pitchFamily="34" charset="0"/>
            </a:endParaRPr>
          </a:p>
        </p:txBody>
      </p:sp>
      <p:sp>
        <p:nvSpPr>
          <p:cNvPr id="119811" name="Rectangle 2">
            <a:extLst>
              <a:ext uri="{FF2B5EF4-FFF2-40B4-BE49-F238E27FC236}">
                <a16:creationId xmlns:a16="http://schemas.microsoft.com/office/drawing/2014/main" id="{052B1957-852F-44DD-80D8-4DC43216229F}"/>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8F7E6C8F-FA47-41D0-905D-DC485DBE27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3C34B316-0B9F-423B-9C39-2A00A43748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B6846FC9-D562-44CA-82E2-516C8E693CD1}" type="slidenum">
              <a:rPr lang="zh-CN" altLang="en-US" b="0" smtClean="0">
                <a:solidFill>
                  <a:srgbClr val="000000"/>
                </a:solidFill>
                <a:latin typeface="Arial" panose="020B0604020202020204" pitchFamily="34" charset="0"/>
              </a:rPr>
              <a:pPr/>
              <a:t>48</a:t>
            </a:fld>
            <a:endParaRPr lang="en-US" altLang="zh-CN" b="0">
              <a:solidFill>
                <a:srgbClr val="000000"/>
              </a:solidFill>
              <a:latin typeface="Arial" panose="020B0604020202020204" pitchFamily="34" charset="0"/>
            </a:endParaRPr>
          </a:p>
        </p:txBody>
      </p:sp>
      <p:sp>
        <p:nvSpPr>
          <p:cNvPr id="121859" name="Rectangle 2">
            <a:extLst>
              <a:ext uri="{FF2B5EF4-FFF2-40B4-BE49-F238E27FC236}">
                <a16:creationId xmlns:a16="http://schemas.microsoft.com/office/drawing/2014/main" id="{92823E7D-1665-460D-BFC0-DB76D3F2F134}"/>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182BAA90-4516-4180-9071-D481C1058B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F77BF6FF-BD0A-4F39-8881-5478913AB0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873B8783-68DC-4FA5-A44E-33B868E2DF1D}" type="slidenum">
              <a:rPr lang="zh-CN" altLang="en-US" b="0" smtClean="0">
                <a:latin typeface="Arial" panose="020B0604020202020204" pitchFamily="34" charset="0"/>
              </a:rPr>
              <a:pPr/>
              <a:t>49</a:t>
            </a:fld>
            <a:endParaRPr lang="en-US" altLang="zh-CN" b="0">
              <a:latin typeface="Arial" panose="020B0604020202020204" pitchFamily="34" charset="0"/>
            </a:endParaRPr>
          </a:p>
        </p:txBody>
      </p:sp>
      <p:sp>
        <p:nvSpPr>
          <p:cNvPr id="123907" name="Rectangle 2">
            <a:extLst>
              <a:ext uri="{FF2B5EF4-FFF2-40B4-BE49-F238E27FC236}">
                <a16:creationId xmlns:a16="http://schemas.microsoft.com/office/drawing/2014/main" id="{2F57F143-BA45-42F4-B59F-9430EB2F6D65}"/>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BF4B7985-F142-49E7-A77C-3C786D0F88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940CFCF5-9FAF-4851-A778-6AE8BE8182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9A810950-D8DA-4624-BA68-AA352E992308}" type="slidenum">
              <a:rPr lang="zh-CN" altLang="en-US" b="0" smtClean="0">
                <a:latin typeface="Arial" panose="020B0604020202020204" pitchFamily="34" charset="0"/>
              </a:rPr>
              <a:pPr/>
              <a:t>50</a:t>
            </a:fld>
            <a:endParaRPr lang="en-US" altLang="zh-CN" b="0">
              <a:latin typeface="Arial" panose="020B0604020202020204" pitchFamily="34" charset="0"/>
            </a:endParaRPr>
          </a:p>
        </p:txBody>
      </p:sp>
      <p:sp>
        <p:nvSpPr>
          <p:cNvPr id="125955" name="Rectangle 2">
            <a:extLst>
              <a:ext uri="{FF2B5EF4-FFF2-40B4-BE49-F238E27FC236}">
                <a16:creationId xmlns:a16="http://schemas.microsoft.com/office/drawing/2014/main" id="{4DA48716-8CB6-4684-8C10-44218812B219}"/>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74B8A202-FFC5-4555-86A2-D11009E1CC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8F9C3EF1-98FB-499C-83CA-84D7EAEC35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3FFAFD86-6A13-481A-9BE8-8FDCB8CC2966}" type="slidenum">
              <a:rPr lang="zh-CN" altLang="en-US" b="0" smtClean="0">
                <a:solidFill>
                  <a:srgbClr val="000000"/>
                </a:solidFill>
                <a:latin typeface="Arial" panose="020B0604020202020204" pitchFamily="34" charset="0"/>
              </a:rPr>
              <a:pPr/>
              <a:t>51</a:t>
            </a:fld>
            <a:endParaRPr lang="en-US" altLang="zh-CN" b="0">
              <a:solidFill>
                <a:srgbClr val="000000"/>
              </a:solidFill>
              <a:latin typeface="Arial" panose="020B0604020202020204" pitchFamily="34" charset="0"/>
            </a:endParaRPr>
          </a:p>
        </p:txBody>
      </p:sp>
      <p:sp>
        <p:nvSpPr>
          <p:cNvPr id="128003" name="Rectangle 2">
            <a:extLst>
              <a:ext uri="{FF2B5EF4-FFF2-40B4-BE49-F238E27FC236}">
                <a16:creationId xmlns:a16="http://schemas.microsoft.com/office/drawing/2014/main" id="{1961404C-9E7D-43DB-82F2-4AC21AEE7876}"/>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9F88BA56-1FB2-4D8E-9C2A-C2AE33A6C2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145544C8-472C-417B-98FD-841A31726A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3196E721-E499-4CE9-8417-A11ACEF55304}" type="slidenum">
              <a:rPr lang="zh-CN" altLang="en-US" b="0" smtClean="0">
                <a:solidFill>
                  <a:srgbClr val="000000"/>
                </a:solidFill>
                <a:latin typeface="Arial" panose="020B0604020202020204" pitchFamily="34" charset="0"/>
              </a:rPr>
              <a:pPr/>
              <a:t>52</a:t>
            </a:fld>
            <a:endParaRPr lang="en-US" altLang="zh-CN" b="0">
              <a:solidFill>
                <a:srgbClr val="000000"/>
              </a:solidFill>
              <a:latin typeface="Arial" panose="020B0604020202020204" pitchFamily="34" charset="0"/>
            </a:endParaRPr>
          </a:p>
        </p:txBody>
      </p:sp>
      <p:sp>
        <p:nvSpPr>
          <p:cNvPr id="130051" name="Rectangle 2">
            <a:extLst>
              <a:ext uri="{FF2B5EF4-FFF2-40B4-BE49-F238E27FC236}">
                <a16:creationId xmlns:a16="http://schemas.microsoft.com/office/drawing/2014/main" id="{9A1D48BC-5ECE-4A23-A848-1F076E3A345A}"/>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4CDDF29C-2826-4898-8C6B-C447849474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05DEE7E-BF08-421C-BCE8-F090FF53C4F9}" type="slidenum">
              <a:rPr lang="zh-CN" altLang="en-US" smtClean="0"/>
              <a:pPr>
                <a:defRPr/>
              </a:pPr>
              <a:t>53</a:t>
            </a:fld>
            <a:endParaRPr lang="en-US" altLang="zh-CN"/>
          </a:p>
        </p:txBody>
      </p:sp>
    </p:spTree>
    <p:extLst>
      <p:ext uri="{BB962C8B-B14F-4D97-AF65-F5344CB8AC3E}">
        <p14:creationId xmlns:p14="http://schemas.microsoft.com/office/powerpoint/2010/main" val="20755750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a:extLst>
              <a:ext uri="{FF2B5EF4-FFF2-40B4-BE49-F238E27FC236}">
                <a16:creationId xmlns:a16="http://schemas.microsoft.com/office/drawing/2014/main" id="{EA6AB29A-00B2-4522-B66D-58A88C0B16EC}"/>
              </a:ext>
            </a:extLst>
          </p:cNvPr>
          <p:cNvSpPr>
            <a:spLocks noGrp="1" noRot="1" noChangeAspect="1" noChangeArrowheads="1" noTextEdit="1"/>
          </p:cNvSpPr>
          <p:nvPr>
            <p:ph type="sldImg"/>
          </p:nvPr>
        </p:nvSpPr>
        <p:spPr>
          <a:ln/>
        </p:spPr>
      </p:sp>
      <p:sp>
        <p:nvSpPr>
          <p:cNvPr id="133123" name="备注占位符 2">
            <a:extLst>
              <a:ext uri="{FF2B5EF4-FFF2-40B4-BE49-F238E27FC236}">
                <a16:creationId xmlns:a16="http://schemas.microsoft.com/office/drawing/2014/main" id="{8F31F5CE-766C-437D-A28C-87EDC0A063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24" name="灯片编号占位符 3">
            <a:extLst>
              <a:ext uri="{FF2B5EF4-FFF2-40B4-BE49-F238E27FC236}">
                <a16:creationId xmlns:a16="http://schemas.microsoft.com/office/drawing/2014/main" id="{DE9E8CAF-89DD-452C-91BF-7C9F0D84F7A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0E4DBB07-3AAD-46C0-A0C1-03EB91BD0302}" type="slidenum">
              <a:rPr lang="zh-CN" altLang="en-US" b="0" smtClean="0">
                <a:latin typeface="Arial" panose="020B0604020202020204" pitchFamily="34" charset="0"/>
              </a:rPr>
              <a:pPr/>
              <a:t>54</a:t>
            </a:fld>
            <a:endParaRPr lang="en-US" altLang="zh-CN" b="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a:extLst>
              <a:ext uri="{FF2B5EF4-FFF2-40B4-BE49-F238E27FC236}">
                <a16:creationId xmlns:a16="http://schemas.microsoft.com/office/drawing/2014/main" id="{E1570868-C116-42B7-8191-DB5E7C51DF13}"/>
              </a:ext>
            </a:extLst>
          </p:cNvPr>
          <p:cNvSpPr>
            <a:spLocks noGrp="1" noRot="1" noChangeAspect="1" noChangeArrowheads="1" noTextEdit="1"/>
          </p:cNvSpPr>
          <p:nvPr>
            <p:ph type="sldImg"/>
          </p:nvPr>
        </p:nvSpPr>
        <p:spPr>
          <a:ln/>
        </p:spPr>
      </p:sp>
      <p:sp>
        <p:nvSpPr>
          <p:cNvPr id="137219" name="备注占位符 2">
            <a:extLst>
              <a:ext uri="{FF2B5EF4-FFF2-40B4-BE49-F238E27FC236}">
                <a16:creationId xmlns:a16="http://schemas.microsoft.com/office/drawing/2014/main" id="{BF19142E-2F08-4654-A788-A6FA77B7C2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137220" name="灯片编号占位符 3">
            <a:extLst>
              <a:ext uri="{FF2B5EF4-FFF2-40B4-BE49-F238E27FC236}">
                <a16:creationId xmlns:a16="http://schemas.microsoft.com/office/drawing/2014/main" id="{E8B71DF9-5C36-4037-8CD2-F706720D64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2F64608B-05F6-47F2-A933-84659691A37C}" type="slidenum">
              <a:rPr lang="zh-CN" altLang="en-US" b="0" smtClean="0">
                <a:solidFill>
                  <a:srgbClr val="000000"/>
                </a:solidFill>
                <a:latin typeface="Arial" panose="020B0604020202020204" pitchFamily="34" charset="0"/>
              </a:rPr>
              <a:pPr/>
              <a:t>55</a:t>
            </a:fld>
            <a:endParaRPr lang="en-US" altLang="zh-CN" b="0">
              <a:solidFill>
                <a:srgbClr val="000000"/>
              </a:solidFill>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a:extLst>
              <a:ext uri="{FF2B5EF4-FFF2-40B4-BE49-F238E27FC236}">
                <a16:creationId xmlns:a16="http://schemas.microsoft.com/office/drawing/2014/main" id="{4D8E5437-AD75-47DA-ACE5-BD5D4E001095}"/>
              </a:ext>
            </a:extLst>
          </p:cNvPr>
          <p:cNvSpPr>
            <a:spLocks noGrp="1" noRot="1" noChangeAspect="1" noChangeArrowheads="1" noTextEdit="1"/>
          </p:cNvSpPr>
          <p:nvPr>
            <p:ph type="sldImg"/>
          </p:nvPr>
        </p:nvSpPr>
        <p:spPr>
          <a:ln/>
        </p:spPr>
      </p:sp>
      <p:sp>
        <p:nvSpPr>
          <p:cNvPr id="139267" name="备注占位符 2">
            <a:extLst>
              <a:ext uri="{FF2B5EF4-FFF2-40B4-BE49-F238E27FC236}">
                <a16:creationId xmlns:a16="http://schemas.microsoft.com/office/drawing/2014/main" id="{E97A10F6-C511-42BC-8879-E1510F6125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139268" name="灯片编号占位符 3">
            <a:extLst>
              <a:ext uri="{FF2B5EF4-FFF2-40B4-BE49-F238E27FC236}">
                <a16:creationId xmlns:a16="http://schemas.microsoft.com/office/drawing/2014/main" id="{400693F9-7145-4872-81BE-E06A346DE5D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54668FD6-CA58-4DDB-B77D-4B5EB35E2EA6}" type="slidenum">
              <a:rPr lang="zh-CN" altLang="en-US" b="0" smtClean="0">
                <a:solidFill>
                  <a:srgbClr val="000000"/>
                </a:solidFill>
                <a:latin typeface="Arial" panose="020B0604020202020204" pitchFamily="34" charset="0"/>
              </a:rPr>
              <a:pPr/>
              <a:t>56</a:t>
            </a:fld>
            <a:endParaRPr lang="en-US" altLang="zh-CN" b="0">
              <a:solidFill>
                <a:srgbClr val="000000"/>
              </a:solidFill>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a:extLst>
              <a:ext uri="{FF2B5EF4-FFF2-40B4-BE49-F238E27FC236}">
                <a16:creationId xmlns:a16="http://schemas.microsoft.com/office/drawing/2014/main" id="{4060F7DC-A09C-4AE7-ACB3-1A4EC14DCA3A}"/>
              </a:ext>
            </a:extLst>
          </p:cNvPr>
          <p:cNvSpPr>
            <a:spLocks noGrp="1" noRot="1" noChangeAspect="1" noChangeArrowheads="1" noTextEdit="1"/>
          </p:cNvSpPr>
          <p:nvPr>
            <p:ph type="sldImg"/>
          </p:nvPr>
        </p:nvSpPr>
        <p:spPr>
          <a:ln/>
        </p:spPr>
      </p:sp>
      <p:sp>
        <p:nvSpPr>
          <p:cNvPr id="141315" name="备注占位符 2">
            <a:extLst>
              <a:ext uri="{FF2B5EF4-FFF2-40B4-BE49-F238E27FC236}">
                <a16:creationId xmlns:a16="http://schemas.microsoft.com/office/drawing/2014/main" id="{C124A9B8-42DA-41ED-AB06-F150CF2625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141316" name="灯片编号占位符 3">
            <a:extLst>
              <a:ext uri="{FF2B5EF4-FFF2-40B4-BE49-F238E27FC236}">
                <a16:creationId xmlns:a16="http://schemas.microsoft.com/office/drawing/2014/main" id="{05BD9B73-F2DA-4707-8975-3EA9623FA5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A46F230B-AC9C-43F3-9226-F446B230B6D5}" type="slidenum">
              <a:rPr lang="zh-CN" altLang="en-US" b="0" smtClean="0">
                <a:solidFill>
                  <a:srgbClr val="000000"/>
                </a:solidFill>
                <a:latin typeface="Arial" panose="020B0604020202020204" pitchFamily="34" charset="0"/>
              </a:rPr>
              <a:pPr/>
              <a:t>57</a:t>
            </a:fld>
            <a:endParaRPr lang="en-US" altLang="zh-CN" b="0">
              <a:solidFill>
                <a:srgbClr val="000000"/>
              </a:solidFill>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a:extLst>
              <a:ext uri="{FF2B5EF4-FFF2-40B4-BE49-F238E27FC236}">
                <a16:creationId xmlns:a16="http://schemas.microsoft.com/office/drawing/2014/main" id="{67EE39D6-9182-40F0-8D04-B37A97B5973B}"/>
              </a:ext>
            </a:extLst>
          </p:cNvPr>
          <p:cNvSpPr>
            <a:spLocks noGrp="1" noRot="1" noChangeAspect="1" noChangeArrowheads="1" noTextEdit="1"/>
          </p:cNvSpPr>
          <p:nvPr>
            <p:ph type="sldImg"/>
          </p:nvPr>
        </p:nvSpPr>
        <p:spPr>
          <a:ln/>
        </p:spPr>
      </p:sp>
      <p:sp>
        <p:nvSpPr>
          <p:cNvPr id="143363" name="备注占位符 2">
            <a:extLst>
              <a:ext uri="{FF2B5EF4-FFF2-40B4-BE49-F238E27FC236}">
                <a16:creationId xmlns:a16="http://schemas.microsoft.com/office/drawing/2014/main" id="{4DA88CED-C1CD-4115-B88D-A97DAB5DBC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143364" name="灯片编号占位符 3">
            <a:extLst>
              <a:ext uri="{FF2B5EF4-FFF2-40B4-BE49-F238E27FC236}">
                <a16:creationId xmlns:a16="http://schemas.microsoft.com/office/drawing/2014/main" id="{A07F9935-E860-4F31-ABB6-1EE37978796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2962C0ED-F7B1-441C-AF28-69ED4CDAA341}" type="slidenum">
              <a:rPr lang="zh-CN" altLang="en-US" b="0" smtClean="0">
                <a:latin typeface="Arial" panose="020B0604020202020204" pitchFamily="34" charset="0"/>
              </a:rPr>
              <a:pPr/>
              <a:t>58</a:t>
            </a:fld>
            <a:endParaRPr lang="en-US" altLang="zh-CN" b="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a:extLst>
              <a:ext uri="{FF2B5EF4-FFF2-40B4-BE49-F238E27FC236}">
                <a16:creationId xmlns:a16="http://schemas.microsoft.com/office/drawing/2014/main" id="{F617D3AD-C792-43A9-800E-27BEF7AD67E1}"/>
              </a:ext>
            </a:extLst>
          </p:cNvPr>
          <p:cNvSpPr>
            <a:spLocks noGrp="1" noRot="1" noChangeAspect="1" noChangeArrowheads="1" noTextEdit="1"/>
          </p:cNvSpPr>
          <p:nvPr>
            <p:ph type="sldImg"/>
          </p:nvPr>
        </p:nvSpPr>
        <p:spPr>
          <a:ln/>
        </p:spPr>
      </p:sp>
      <p:sp>
        <p:nvSpPr>
          <p:cNvPr id="145411" name="备注占位符 2">
            <a:extLst>
              <a:ext uri="{FF2B5EF4-FFF2-40B4-BE49-F238E27FC236}">
                <a16:creationId xmlns:a16="http://schemas.microsoft.com/office/drawing/2014/main" id="{CBAB07BC-04E4-4928-ACF3-39C0F7B0181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145412" name="灯片编号占位符 3">
            <a:extLst>
              <a:ext uri="{FF2B5EF4-FFF2-40B4-BE49-F238E27FC236}">
                <a16:creationId xmlns:a16="http://schemas.microsoft.com/office/drawing/2014/main" id="{C1A2E02B-D725-44B6-8FAC-7B111E53CB0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848D58A6-1BDF-488E-9227-1C113C6E2CB9}" type="slidenum">
              <a:rPr lang="zh-CN" altLang="en-US" b="0" smtClean="0">
                <a:latin typeface="Arial" panose="020B0604020202020204" pitchFamily="34" charset="0"/>
              </a:rPr>
              <a:pPr/>
              <a:t>59</a:t>
            </a:fld>
            <a:endParaRPr lang="en-US" altLang="zh-CN" b="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2583B416-D43B-4C59-938F-BC358CF02D4B}"/>
              </a:ext>
            </a:extLst>
          </p:cNvPr>
          <p:cNvSpPr>
            <a:spLocks noGrp="1" noRot="1" noChangeAspect="1" noChangeArrowheads="1" noTextEdit="1"/>
          </p:cNvSpPr>
          <p:nvPr>
            <p:ph type="sldImg"/>
          </p:nvPr>
        </p:nvSpPr>
        <p:spPr>
          <a:ln/>
        </p:spPr>
      </p:sp>
      <p:sp>
        <p:nvSpPr>
          <p:cNvPr id="147459" name="备注占位符 2">
            <a:extLst>
              <a:ext uri="{FF2B5EF4-FFF2-40B4-BE49-F238E27FC236}">
                <a16:creationId xmlns:a16="http://schemas.microsoft.com/office/drawing/2014/main" id="{1FB52FDF-253B-47FA-87CF-9D8A53B1405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7460" name="灯片编号占位符 3">
            <a:extLst>
              <a:ext uri="{FF2B5EF4-FFF2-40B4-BE49-F238E27FC236}">
                <a16:creationId xmlns:a16="http://schemas.microsoft.com/office/drawing/2014/main" id="{5F2D2322-2ADD-488B-BAA6-C4496C3DDB4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E6811648-341B-446F-A829-161233417A69}" type="slidenum">
              <a:rPr lang="zh-CN" altLang="en-US" b="0" smtClean="0">
                <a:latin typeface="Arial" panose="020B0604020202020204" pitchFamily="34" charset="0"/>
              </a:rPr>
              <a:pPr/>
              <a:t>60</a:t>
            </a:fld>
            <a:endParaRPr lang="en-US" altLang="zh-CN" b="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a:extLst>
              <a:ext uri="{FF2B5EF4-FFF2-40B4-BE49-F238E27FC236}">
                <a16:creationId xmlns:a16="http://schemas.microsoft.com/office/drawing/2014/main" id="{3BDC5246-B7F1-4B17-B763-B0C6B414CCC6}"/>
              </a:ext>
            </a:extLst>
          </p:cNvPr>
          <p:cNvSpPr>
            <a:spLocks noGrp="1" noRot="1" noChangeAspect="1" noChangeArrowheads="1" noTextEdit="1"/>
          </p:cNvSpPr>
          <p:nvPr>
            <p:ph type="sldImg"/>
          </p:nvPr>
        </p:nvSpPr>
        <p:spPr>
          <a:ln/>
        </p:spPr>
      </p:sp>
      <p:sp>
        <p:nvSpPr>
          <p:cNvPr id="149507" name="备注占位符 2">
            <a:extLst>
              <a:ext uri="{FF2B5EF4-FFF2-40B4-BE49-F238E27FC236}">
                <a16:creationId xmlns:a16="http://schemas.microsoft.com/office/drawing/2014/main" id="{57AF8380-6F06-4809-8145-64611738E9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9508" name="灯片编号占位符 3">
            <a:extLst>
              <a:ext uri="{FF2B5EF4-FFF2-40B4-BE49-F238E27FC236}">
                <a16:creationId xmlns:a16="http://schemas.microsoft.com/office/drawing/2014/main" id="{49C638D4-2A60-4921-881B-22B9B637E4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D302CB39-EEF8-4B64-9515-0CFE57BCD9C8}" type="slidenum">
              <a:rPr lang="zh-CN" altLang="en-US" b="0" smtClean="0">
                <a:latin typeface="Arial" panose="020B0604020202020204" pitchFamily="34" charset="0"/>
              </a:rPr>
              <a:pPr/>
              <a:t>61</a:t>
            </a:fld>
            <a:endParaRPr lang="en-US" altLang="zh-CN" b="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a:extLst>
              <a:ext uri="{FF2B5EF4-FFF2-40B4-BE49-F238E27FC236}">
                <a16:creationId xmlns:a16="http://schemas.microsoft.com/office/drawing/2014/main" id="{4E882D9D-DE6A-4861-8F5E-855FE348FC31}"/>
              </a:ext>
            </a:extLst>
          </p:cNvPr>
          <p:cNvSpPr>
            <a:spLocks noGrp="1" noRot="1" noChangeAspect="1" noChangeArrowheads="1" noTextEdit="1"/>
          </p:cNvSpPr>
          <p:nvPr>
            <p:ph type="sldImg"/>
          </p:nvPr>
        </p:nvSpPr>
        <p:spPr>
          <a:ln/>
        </p:spPr>
      </p:sp>
      <p:sp>
        <p:nvSpPr>
          <p:cNvPr id="151555" name="备注占位符 2">
            <a:extLst>
              <a:ext uri="{FF2B5EF4-FFF2-40B4-BE49-F238E27FC236}">
                <a16:creationId xmlns:a16="http://schemas.microsoft.com/office/drawing/2014/main" id="{0F782A29-9B6B-4214-B4B7-6B1F8E7CFA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1556" name="灯片编号占位符 3">
            <a:extLst>
              <a:ext uri="{FF2B5EF4-FFF2-40B4-BE49-F238E27FC236}">
                <a16:creationId xmlns:a16="http://schemas.microsoft.com/office/drawing/2014/main" id="{FFC0A4BF-A772-4EDD-8EDE-13601BEFF0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5A659F78-8A9E-4A7B-8FAD-E50E68830C37}" type="slidenum">
              <a:rPr lang="zh-CN" altLang="en-US" b="0" smtClean="0">
                <a:latin typeface="Arial" panose="020B0604020202020204" pitchFamily="34" charset="0"/>
              </a:rPr>
              <a:pPr/>
              <a:t>62</a:t>
            </a:fld>
            <a:endParaRPr lang="en-US" altLang="zh-CN" b="0">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a:extLst>
              <a:ext uri="{FF2B5EF4-FFF2-40B4-BE49-F238E27FC236}">
                <a16:creationId xmlns:a16="http://schemas.microsoft.com/office/drawing/2014/main" id="{3219A316-ECA3-4470-AF4A-3EA7BB315DB1}"/>
              </a:ext>
            </a:extLst>
          </p:cNvPr>
          <p:cNvSpPr>
            <a:spLocks noGrp="1" noRot="1" noChangeAspect="1" noChangeArrowheads="1" noTextEdit="1"/>
          </p:cNvSpPr>
          <p:nvPr>
            <p:ph type="sldImg"/>
          </p:nvPr>
        </p:nvSpPr>
        <p:spPr>
          <a:ln/>
        </p:spPr>
      </p:sp>
      <p:sp>
        <p:nvSpPr>
          <p:cNvPr id="153603" name="备注占位符 2">
            <a:extLst>
              <a:ext uri="{FF2B5EF4-FFF2-40B4-BE49-F238E27FC236}">
                <a16:creationId xmlns:a16="http://schemas.microsoft.com/office/drawing/2014/main" id="{065F45F7-666D-473F-B58C-907899BCF5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53604" name="灯片编号占位符 3">
            <a:extLst>
              <a:ext uri="{FF2B5EF4-FFF2-40B4-BE49-F238E27FC236}">
                <a16:creationId xmlns:a16="http://schemas.microsoft.com/office/drawing/2014/main" id="{7FC2664E-629F-44A1-98E5-57E85FC2B8E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E71CEB10-72F1-4F9E-9B89-C008891D406B}" type="slidenum">
              <a:rPr lang="zh-CN" altLang="en-US" b="0" smtClean="0">
                <a:latin typeface="Arial" panose="020B0604020202020204" pitchFamily="34" charset="0"/>
              </a:rPr>
              <a:pPr/>
              <a:t>63</a:t>
            </a:fld>
            <a:endParaRPr lang="en-US" altLang="zh-CN" b="0">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a:extLst>
              <a:ext uri="{FF2B5EF4-FFF2-40B4-BE49-F238E27FC236}">
                <a16:creationId xmlns:a16="http://schemas.microsoft.com/office/drawing/2014/main" id="{D4BE960D-AD67-4019-88B2-E14A54CDE5B0}"/>
              </a:ext>
            </a:extLst>
          </p:cNvPr>
          <p:cNvSpPr>
            <a:spLocks noGrp="1" noRot="1" noChangeAspect="1" noChangeArrowheads="1" noTextEdit="1"/>
          </p:cNvSpPr>
          <p:nvPr>
            <p:ph type="sldImg"/>
          </p:nvPr>
        </p:nvSpPr>
        <p:spPr>
          <a:ln/>
        </p:spPr>
      </p:sp>
      <p:sp>
        <p:nvSpPr>
          <p:cNvPr id="155651" name="备注占位符 2">
            <a:extLst>
              <a:ext uri="{FF2B5EF4-FFF2-40B4-BE49-F238E27FC236}">
                <a16:creationId xmlns:a16="http://schemas.microsoft.com/office/drawing/2014/main" id="{10B5CB3E-86DA-44EA-9B87-80665FF570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55652" name="灯片编号占位符 3">
            <a:extLst>
              <a:ext uri="{FF2B5EF4-FFF2-40B4-BE49-F238E27FC236}">
                <a16:creationId xmlns:a16="http://schemas.microsoft.com/office/drawing/2014/main" id="{D448B47C-44D5-40AC-9570-10CDCC6069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BCF6ABF8-810F-4DBA-97A4-DB375DEB507D}" type="slidenum">
              <a:rPr lang="zh-CN" altLang="en-US" b="0" smtClean="0">
                <a:latin typeface="Arial" panose="020B0604020202020204" pitchFamily="34" charset="0"/>
              </a:rPr>
              <a:pPr/>
              <a:t>64</a:t>
            </a:fld>
            <a:endParaRPr lang="en-US" altLang="zh-CN" b="0">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a:extLst>
              <a:ext uri="{FF2B5EF4-FFF2-40B4-BE49-F238E27FC236}">
                <a16:creationId xmlns:a16="http://schemas.microsoft.com/office/drawing/2014/main" id="{D357FAEF-B467-44B3-B80A-A0EA8543D746}"/>
              </a:ext>
            </a:extLst>
          </p:cNvPr>
          <p:cNvSpPr>
            <a:spLocks noGrp="1" noRot="1" noChangeAspect="1" noChangeArrowheads="1" noTextEdit="1"/>
          </p:cNvSpPr>
          <p:nvPr>
            <p:ph type="sldImg"/>
          </p:nvPr>
        </p:nvSpPr>
        <p:spPr>
          <a:ln/>
        </p:spPr>
      </p:sp>
      <p:sp>
        <p:nvSpPr>
          <p:cNvPr id="157699" name="备注占位符 2">
            <a:extLst>
              <a:ext uri="{FF2B5EF4-FFF2-40B4-BE49-F238E27FC236}">
                <a16:creationId xmlns:a16="http://schemas.microsoft.com/office/drawing/2014/main" id="{5F16B19A-1034-43DD-B22E-61249A72B5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57700" name="灯片编号占位符 3">
            <a:extLst>
              <a:ext uri="{FF2B5EF4-FFF2-40B4-BE49-F238E27FC236}">
                <a16:creationId xmlns:a16="http://schemas.microsoft.com/office/drawing/2014/main" id="{184C2F79-8358-4E90-A05C-465F371F7E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8D8B6088-B114-474F-BFC4-1DB71A8682C2}" type="slidenum">
              <a:rPr lang="zh-CN" altLang="en-US" b="0" smtClean="0">
                <a:latin typeface="Arial" panose="020B0604020202020204" pitchFamily="34" charset="0"/>
              </a:rPr>
              <a:pPr/>
              <a:t>65</a:t>
            </a:fld>
            <a:endParaRPr lang="en-US" altLang="zh-CN" b="0">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a:extLst>
              <a:ext uri="{FF2B5EF4-FFF2-40B4-BE49-F238E27FC236}">
                <a16:creationId xmlns:a16="http://schemas.microsoft.com/office/drawing/2014/main" id="{32CF8A2B-3766-40DB-9FB6-911AF42231B4}"/>
              </a:ext>
            </a:extLst>
          </p:cNvPr>
          <p:cNvSpPr>
            <a:spLocks noGrp="1" noRot="1" noChangeAspect="1" noChangeArrowheads="1" noTextEdit="1"/>
          </p:cNvSpPr>
          <p:nvPr>
            <p:ph type="sldImg"/>
          </p:nvPr>
        </p:nvSpPr>
        <p:spPr>
          <a:ln/>
        </p:spPr>
      </p:sp>
      <p:sp>
        <p:nvSpPr>
          <p:cNvPr id="159747" name="备注占位符 2">
            <a:extLst>
              <a:ext uri="{FF2B5EF4-FFF2-40B4-BE49-F238E27FC236}">
                <a16:creationId xmlns:a16="http://schemas.microsoft.com/office/drawing/2014/main" id="{F3D35B82-7866-4D6A-85D1-6D75B10084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9748" name="灯片编号占位符 3">
            <a:extLst>
              <a:ext uri="{FF2B5EF4-FFF2-40B4-BE49-F238E27FC236}">
                <a16:creationId xmlns:a16="http://schemas.microsoft.com/office/drawing/2014/main" id="{AB721F17-466E-4FE7-ABD8-5B615CEDE62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63CF2FD0-5CC5-473A-86D0-3A8B59BFF2DE}" type="slidenum">
              <a:rPr lang="zh-CN" altLang="en-US" b="0" smtClean="0">
                <a:latin typeface="Arial" panose="020B0604020202020204" pitchFamily="34" charset="0"/>
              </a:rPr>
              <a:pPr/>
              <a:t>66</a:t>
            </a:fld>
            <a:endParaRPr lang="en-US" altLang="zh-CN" b="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a:extLst>
              <a:ext uri="{FF2B5EF4-FFF2-40B4-BE49-F238E27FC236}">
                <a16:creationId xmlns:a16="http://schemas.microsoft.com/office/drawing/2014/main" id="{B7113DEB-EEED-4B6B-8D90-3BD6F7176780}"/>
              </a:ext>
            </a:extLst>
          </p:cNvPr>
          <p:cNvSpPr>
            <a:spLocks noGrp="1" noRot="1" noChangeAspect="1" noChangeArrowheads="1" noTextEdit="1"/>
          </p:cNvSpPr>
          <p:nvPr>
            <p:ph type="sldImg"/>
          </p:nvPr>
        </p:nvSpPr>
        <p:spPr>
          <a:ln/>
        </p:spPr>
      </p:sp>
      <p:sp>
        <p:nvSpPr>
          <p:cNvPr id="161795" name="备注占位符 2">
            <a:extLst>
              <a:ext uri="{FF2B5EF4-FFF2-40B4-BE49-F238E27FC236}">
                <a16:creationId xmlns:a16="http://schemas.microsoft.com/office/drawing/2014/main" id="{9A268008-065F-45F0-8CC6-910A2E98D3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61796" name="灯片编号占位符 3">
            <a:extLst>
              <a:ext uri="{FF2B5EF4-FFF2-40B4-BE49-F238E27FC236}">
                <a16:creationId xmlns:a16="http://schemas.microsoft.com/office/drawing/2014/main" id="{DD437194-8A88-4096-9AA2-2A2830F7B3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84BF197C-CFDD-40B2-8156-C55BB7922BF3}" type="slidenum">
              <a:rPr lang="zh-CN" altLang="en-US" b="0" smtClean="0">
                <a:latin typeface="Arial" panose="020B0604020202020204" pitchFamily="34" charset="0"/>
              </a:rPr>
              <a:pPr/>
              <a:t>67</a:t>
            </a:fld>
            <a:endParaRPr lang="en-US" altLang="zh-CN" b="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a:extLst>
              <a:ext uri="{FF2B5EF4-FFF2-40B4-BE49-F238E27FC236}">
                <a16:creationId xmlns:a16="http://schemas.microsoft.com/office/drawing/2014/main" id="{1A93148E-374D-4636-9543-8D2D25B78251}"/>
              </a:ext>
            </a:extLst>
          </p:cNvPr>
          <p:cNvSpPr>
            <a:spLocks noGrp="1" noRot="1" noChangeAspect="1" noChangeArrowheads="1" noTextEdit="1"/>
          </p:cNvSpPr>
          <p:nvPr>
            <p:ph type="sldImg"/>
          </p:nvPr>
        </p:nvSpPr>
        <p:spPr>
          <a:ln/>
        </p:spPr>
      </p:sp>
      <p:sp>
        <p:nvSpPr>
          <p:cNvPr id="163843" name="备注占位符 2">
            <a:extLst>
              <a:ext uri="{FF2B5EF4-FFF2-40B4-BE49-F238E27FC236}">
                <a16:creationId xmlns:a16="http://schemas.microsoft.com/office/drawing/2014/main" id="{96BBB9EC-2011-4D23-AB0A-431C9A383E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63844" name="灯片编号占位符 3">
            <a:extLst>
              <a:ext uri="{FF2B5EF4-FFF2-40B4-BE49-F238E27FC236}">
                <a16:creationId xmlns:a16="http://schemas.microsoft.com/office/drawing/2014/main" id="{48BBB686-BA30-4AE2-A2B5-FE3C979AF9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6F06C87F-45CA-407B-AEB7-4F4DE09FA58F}" type="slidenum">
              <a:rPr lang="zh-CN" altLang="en-US" b="0" smtClean="0">
                <a:latin typeface="Arial" panose="020B0604020202020204" pitchFamily="34" charset="0"/>
              </a:rPr>
              <a:pPr/>
              <a:t>68</a:t>
            </a:fld>
            <a:endParaRPr lang="en-US" altLang="zh-CN" b="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a:extLst>
              <a:ext uri="{FF2B5EF4-FFF2-40B4-BE49-F238E27FC236}">
                <a16:creationId xmlns:a16="http://schemas.microsoft.com/office/drawing/2014/main" id="{C3DD9EB6-3362-4E49-BC8B-E5BC39B4D746}"/>
              </a:ext>
            </a:extLst>
          </p:cNvPr>
          <p:cNvSpPr>
            <a:spLocks noGrp="1" noRot="1" noChangeAspect="1" noChangeArrowheads="1" noTextEdit="1"/>
          </p:cNvSpPr>
          <p:nvPr>
            <p:ph type="sldImg"/>
          </p:nvPr>
        </p:nvSpPr>
        <p:spPr>
          <a:ln/>
        </p:spPr>
      </p:sp>
      <p:sp>
        <p:nvSpPr>
          <p:cNvPr id="165891" name="备注占位符 2">
            <a:extLst>
              <a:ext uri="{FF2B5EF4-FFF2-40B4-BE49-F238E27FC236}">
                <a16:creationId xmlns:a16="http://schemas.microsoft.com/office/drawing/2014/main" id="{38B0D818-153C-40D4-BC38-315F7396FFE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65892" name="灯片编号占位符 3">
            <a:extLst>
              <a:ext uri="{FF2B5EF4-FFF2-40B4-BE49-F238E27FC236}">
                <a16:creationId xmlns:a16="http://schemas.microsoft.com/office/drawing/2014/main" id="{F80626B0-2460-4049-93D2-426ACC88C8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DBC3AA2C-9BB6-4366-86CD-C32E875E9106}" type="slidenum">
              <a:rPr lang="zh-CN" altLang="en-US" b="0" smtClean="0">
                <a:latin typeface="Arial" panose="020B0604020202020204" pitchFamily="34" charset="0"/>
              </a:rPr>
              <a:pPr/>
              <a:t>69</a:t>
            </a:fld>
            <a:endParaRPr lang="en-US" altLang="zh-CN" b="0">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幻灯片图像占位符 1">
            <a:extLst>
              <a:ext uri="{FF2B5EF4-FFF2-40B4-BE49-F238E27FC236}">
                <a16:creationId xmlns:a16="http://schemas.microsoft.com/office/drawing/2014/main" id="{1E9E7EAE-A13B-4F91-AF02-0C2BEEA53788}"/>
              </a:ext>
            </a:extLst>
          </p:cNvPr>
          <p:cNvSpPr>
            <a:spLocks noGrp="1" noRot="1" noChangeAspect="1" noChangeArrowheads="1" noTextEdit="1"/>
          </p:cNvSpPr>
          <p:nvPr>
            <p:ph type="sldImg"/>
          </p:nvPr>
        </p:nvSpPr>
        <p:spPr>
          <a:ln/>
        </p:spPr>
      </p:sp>
      <p:sp>
        <p:nvSpPr>
          <p:cNvPr id="167939" name="备注占位符 2">
            <a:extLst>
              <a:ext uri="{FF2B5EF4-FFF2-40B4-BE49-F238E27FC236}">
                <a16:creationId xmlns:a16="http://schemas.microsoft.com/office/drawing/2014/main" id="{E4ABB0BD-5E13-4193-9843-E8CE321F7E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67940" name="灯片编号占位符 3">
            <a:extLst>
              <a:ext uri="{FF2B5EF4-FFF2-40B4-BE49-F238E27FC236}">
                <a16:creationId xmlns:a16="http://schemas.microsoft.com/office/drawing/2014/main" id="{B3762C5E-6D74-4CFE-B98B-6F59822D1E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C339F721-550B-41B0-9D01-38A4A74A5610}" type="slidenum">
              <a:rPr lang="zh-CN" altLang="en-US" b="0" smtClean="0">
                <a:latin typeface="Arial" panose="020B0604020202020204" pitchFamily="34" charset="0"/>
              </a:rPr>
              <a:pPr/>
              <a:t>70</a:t>
            </a:fld>
            <a:endParaRPr lang="en-US" altLang="zh-CN" b="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a:extLst>
              <a:ext uri="{FF2B5EF4-FFF2-40B4-BE49-F238E27FC236}">
                <a16:creationId xmlns:a16="http://schemas.microsoft.com/office/drawing/2014/main" id="{4BC0F74A-9C04-4AC6-B4B1-73918CD5C3CC}"/>
              </a:ext>
            </a:extLst>
          </p:cNvPr>
          <p:cNvSpPr>
            <a:spLocks noGrp="1" noRot="1" noChangeAspect="1" noChangeArrowheads="1" noTextEdit="1"/>
          </p:cNvSpPr>
          <p:nvPr>
            <p:ph type="sldImg"/>
          </p:nvPr>
        </p:nvSpPr>
        <p:spPr>
          <a:ln/>
        </p:spPr>
      </p:sp>
      <p:sp>
        <p:nvSpPr>
          <p:cNvPr id="169987" name="备注占位符 2">
            <a:extLst>
              <a:ext uri="{FF2B5EF4-FFF2-40B4-BE49-F238E27FC236}">
                <a16:creationId xmlns:a16="http://schemas.microsoft.com/office/drawing/2014/main" id="{4C6FBF4A-2DC6-45C2-95FC-A01DD4E646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69988" name="灯片编号占位符 3">
            <a:extLst>
              <a:ext uri="{FF2B5EF4-FFF2-40B4-BE49-F238E27FC236}">
                <a16:creationId xmlns:a16="http://schemas.microsoft.com/office/drawing/2014/main" id="{AC90F5F4-1D4A-4738-A9E7-2641BA561C8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76774466-C4D4-4548-9458-221CA107E98C}" type="slidenum">
              <a:rPr lang="zh-CN" altLang="en-US" b="0" smtClean="0">
                <a:latin typeface="Arial" panose="020B0604020202020204" pitchFamily="34" charset="0"/>
              </a:rPr>
              <a:pPr/>
              <a:t>71</a:t>
            </a:fld>
            <a:endParaRPr lang="en-US" altLang="zh-CN" b="0">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a:extLst>
              <a:ext uri="{FF2B5EF4-FFF2-40B4-BE49-F238E27FC236}">
                <a16:creationId xmlns:a16="http://schemas.microsoft.com/office/drawing/2014/main" id="{31BF80E5-0B47-4DAD-A185-A94D2149F38B}"/>
              </a:ext>
            </a:extLst>
          </p:cNvPr>
          <p:cNvSpPr>
            <a:spLocks noGrp="1" noRot="1" noChangeAspect="1" noChangeArrowheads="1" noTextEdit="1"/>
          </p:cNvSpPr>
          <p:nvPr>
            <p:ph type="sldImg"/>
          </p:nvPr>
        </p:nvSpPr>
        <p:spPr>
          <a:ln/>
        </p:spPr>
      </p:sp>
      <p:sp>
        <p:nvSpPr>
          <p:cNvPr id="172035" name="备注占位符 2">
            <a:extLst>
              <a:ext uri="{FF2B5EF4-FFF2-40B4-BE49-F238E27FC236}">
                <a16:creationId xmlns:a16="http://schemas.microsoft.com/office/drawing/2014/main" id="{9C02B907-6B9D-47D1-ADD6-44574008A3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2036" name="灯片编号占位符 3">
            <a:extLst>
              <a:ext uri="{FF2B5EF4-FFF2-40B4-BE49-F238E27FC236}">
                <a16:creationId xmlns:a16="http://schemas.microsoft.com/office/drawing/2014/main" id="{578A3B48-1D18-4F79-BB0F-CB3C6F2958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9B7683AD-5238-434F-93F8-CB8B554899E0}" type="slidenum">
              <a:rPr lang="zh-CN" altLang="en-US" b="0" smtClean="0">
                <a:latin typeface="Arial" panose="020B0604020202020204" pitchFamily="34" charset="0"/>
              </a:rPr>
              <a:pPr/>
              <a:t>72</a:t>
            </a:fld>
            <a:endParaRPr lang="en-US" altLang="zh-CN" b="0">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800FE279-9C00-47B3-9760-A19B195771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22961E98-1784-4F0A-9547-4880CD7C7DA4}" type="slidenum">
              <a:rPr lang="zh-CN" altLang="en-US" b="0" smtClean="0">
                <a:latin typeface="Arial" panose="020B0604020202020204" pitchFamily="34" charset="0"/>
              </a:rPr>
              <a:pPr/>
              <a:t>73</a:t>
            </a:fld>
            <a:endParaRPr lang="en-US" altLang="zh-CN" b="0">
              <a:latin typeface="Arial" panose="020B0604020202020204" pitchFamily="34" charset="0"/>
            </a:endParaRPr>
          </a:p>
        </p:txBody>
      </p:sp>
      <p:sp>
        <p:nvSpPr>
          <p:cNvPr id="174083" name="Rectangle 2">
            <a:extLst>
              <a:ext uri="{FF2B5EF4-FFF2-40B4-BE49-F238E27FC236}">
                <a16:creationId xmlns:a16="http://schemas.microsoft.com/office/drawing/2014/main" id="{7CC4AB63-6A0F-4A3C-A980-E4D5E5AF193A}"/>
              </a:ext>
            </a:extLst>
          </p:cNvPr>
          <p:cNvSpPr>
            <a:spLocks noGrp="1" noRot="1" noChangeAspect="1" noChangeArrowheads="1" noTextEdit="1"/>
          </p:cNvSpPr>
          <p:nvPr>
            <p:ph type="sldImg"/>
          </p:nvPr>
        </p:nvSpPr>
        <p:spPr>
          <a:ln/>
        </p:spPr>
      </p:sp>
      <p:sp>
        <p:nvSpPr>
          <p:cNvPr id="174084" name="Rectangle 3">
            <a:extLst>
              <a:ext uri="{FF2B5EF4-FFF2-40B4-BE49-F238E27FC236}">
                <a16:creationId xmlns:a16="http://schemas.microsoft.com/office/drawing/2014/main" id="{82EE6D8A-C3D7-4DDB-8B97-247D29771B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a:extLst>
              <a:ext uri="{FF2B5EF4-FFF2-40B4-BE49-F238E27FC236}">
                <a16:creationId xmlns:a16="http://schemas.microsoft.com/office/drawing/2014/main" id="{FE8FBEA4-DE55-46B0-8572-7683E3B8F9FF}"/>
              </a:ext>
            </a:extLst>
          </p:cNvPr>
          <p:cNvSpPr>
            <a:spLocks noGrp="1" noRot="1" noChangeAspect="1" noChangeArrowheads="1" noTextEdit="1"/>
          </p:cNvSpPr>
          <p:nvPr>
            <p:ph type="sldImg"/>
          </p:nvPr>
        </p:nvSpPr>
        <p:spPr>
          <a:ln/>
        </p:spPr>
      </p:sp>
      <p:sp>
        <p:nvSpPr>
          <p:cNvPr id="176131" name="备注占位符 2">
            <a:extLst>
              <a:ext uri="{FF2B5EF4-FFF2-40B4-BE49-F238E27FC236}">
                <a16:creationId xmlns:a16="http://schemas.microsoft.com/office/drawing/2014/main" id="{80D4F15B-02FC-4443-BCA4-AE15612459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76132" name="灯片编号占位符 3">
            <a:extLst>
              <a:ext uri="{FF2B5EF4-FFF2-40B4-BE49-F238E27FC236}">
                <a16:creationId xmlns:a16="http://schemas.microsoft.com/office/drawing/2014/main" id="{D1F6B489-40AD-4565-AEB4-71DBE6ABEA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7E42240F-7582-4F68-A131-4315C5A27EF1}" type="slidenum">
              <a:rPr lang="zh-CN" altLang="en-US" b="0" smtClean="0">
                <a:latin typeface="Arial" panose="020B0604020202020204" pitchFamily="34" charset="0"/>
              </a:rPr>
              <a:pPr/>
              <a:t>74</a:t>
            </a:fld>
            <a:endParaRPr lang="en-US" altLang="zh-CN" b="0">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a:extLst>
              <a:ext uri="{FF2B5EF4-FFF2-40B4-BE49-F238E27FC236}">
                <a16:creationId xmlns:a16="http://schemas.microsoft.com/office/drawing/2014/main" id="{3F4D6FCD-0413-4969-858D-31C710FB6C86}"/>
              </a:ext>
            </a:extLst>
          </p:cNvPr>
          <p:cNvSpPr>
            <a:spLocks noGrp="1" noRot="1" noChangeAspect="1" noChangeArrowheads="1" noTextEdit="1"/>
          </p:cNvSpPr>
          <p:nvPr>
            <p:ph type="sldImg"/>
          </p:nvPr>
        </p:nvSpPr>
        <p:spPr>
          <a:ln/>
        </p:spPr>
      </p:sp>
      <p:sp>
        <p:nvSpPr>
          <p:cNvPr id="178179" name="备注占位符 2">
            <a:extLst>
              <a:ext uri="{FF2B5EF4-FFF2-40B4-BE49-F238E27FC236}">
                <a16:creationId xmlns:a16="http://schemas.microsoft.com/office/drawing/2014/main" id="{60991C1A-5BDD-4B3C-A58B-08113AB8C0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8180" name="灯片编号占位符 3">
            <a:extLst>
              <a:ext uri="{FF2B5EF4-FFF2-40B4-BE49-F238E27FC236}">
                <a16:creationId xmlns:a16="http://schemas.microsoft.com/office/drawing/2014/main" id="{1CE72D9E-F823-46AF-B2D5-E44B26858A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01793F0E-0BD5-416C-A455-AD479CDF4400}" type="slidenum">
              <a:rPr lang="zh-CN" altLang="en-US" b="0" smtClean="0">
                <a:latin typeface="Arial" panose="020B0604020202020204" pitchFamily="34" charset="0"/>
              </a:rPr>
              <a:pPr/>
              <a:t>75</a:t>
            </a:fld>
            <a:endParaRPr lang="en-US" altLang="zh-CN" b="0">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a:extLst>
              <a:ext uri="{FF2B5EF4-FFF2-40B4-BE49-F238E27FC236}">
                <a16:creationId xmlns:a16="http://schemas.microsoft.com/office/drawing/2014/main" id="{011DDBA7-737A-4F76-8FE2-02856154514B}"/>
              </a:ext>
            </a:extLst>
          </p:cNvPr>
          <p:cNvSpPr>
            <a:spLocks noGrp="1" noRot="1" noChangeAspect="1" noChangeArrowheads="1" noTextEdit="1"/>
          </p:cNvSpPr>
          <p:nvPr>
            <p:ph type="sldImg"/>
          </p:nvPr>
        </p:nvSpPr>
        <p:spPr>
          <a:ln/>
        </p:spPr>
      </p:sp>
      <p:sp>
        <p:nvSpPr>
          <p:cNvPr id="180227" name="备注占位符 2">
            <a:extLst>
              <a:ext uri="{FF2B5EF4-FFF2-40B4-BE49-F238E27FC236}">
                <a16:creationId xmlns:a16="http://schemas.microsoft.com/office/drawing/2014/main" id="{18DE312D-9CA9-4B0A-A09D-FAC8326219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80228" name="灯片编号占位符 3">
            <a:extLst>
              <a:ext uri="{FF2B5EF4-FFF2-40B4-BE49-F238E27FC236}">
                <a16:creationId xmlns:a16="http://schemas.microsoft.com/office/drawing/2014/main" id="{05BF1481-E0D3-4C03-8773-0DD10D0DCB6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084D8E3F-7063-4E8C-957C-90D280B88A87}" type="slidenum">
              <a:rPr lang="zh-CN" altLang="en-US" b="0" smtClean="0">
                <a:latin typeface="Arial" panose="020B0604020202020204" pitchFamily="34" charset="0"/>
              </a:rPr>
              <a:pPr/>
              <a:t>76</a:t>
            </a:fld>
            <a:endParaRPr lang="en-US" altLang="zh-CN" b="0">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a:extLst>
              <a:ext uri="{FF2B5EF4-FFF2-40B4-BE49-F238E27FC236}">
                <a16:creationId xmlns:a16="http://schemas.microsoft.com/office/drawing/2014/main" id="{AAFFE098-058E-4CC2-A8B3-A887B8601C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ADCA07D0-5989-42A5-96E4-80F11C0B11B6}" type="slidenum">
              <a:rPr lang="zh-CN" altLang="en-US" b="0" smtClean="0">
                <a:latin typeface="Arial" panose="020B0604020202020204" pitchFamily="34" charset="0"/>
              </a:rPr>
              <a:pPr/>
              <a:t>77</a:t>
            </a:fld>
            <a:endParaRPr lang="en-US" altLang="zh-CN" b="0">
              <a:latin typeface="Arial" panose="020B0604020202020204" pitchFamily="34" charset="0"/>
            </a:endParaRPr>
          </a:p>
        </p:txBody>
      </p:sp>
      <p:sp>
        <p:nvSpPr>
          <p:cNvPr id="182275" name="Rectangle 2">
            <a:extLst>
              <a:ext uri="{FF2B5EF4-FFF2-40B4-BE49-F238E27FC236}">
                <a16:creationId xmlns:a16="http://schemas.microsoft.com/office/drawing/2014/main" id="{79F19E8C-BE24-44ED-B03F-65884795D5A6}"/>
              </a:ext>
            </a:extLst>
          </p:cNvPr>
          <p:cNvSpPr>
            <a:spLocks noGrp="1" noRot="1" noChangeAspect="1" noChangeArrowheads="1" noTextEdit="1"/>
          </p:cNvSpPr>
          <p:nvPr>
            <p:ph type="sldImg"/>
          </p:nvPr>
        </p:nvSpPr>
        <p:spPr>
          <a:ln/>
        </p:spPr>
      </p:sp>
      <p:sp>
        <p:nvSpPr>
          <p:cNvPr id="182276" name="Rectangle 3">
            <a:extLst>
              <a:ext uri="{FF2B5EF4-FFF2-40B4-BE49-F238E27FC236}">
                <a16:creationId xmlns:a16="http://schemas.microsoft.com/office/drawing/2014/main" id="{954CA264-ADD5-4FDC-BD75-596CABB5A9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a:extLst>
              <a:ext uri="{FF2B5EF4-FFF2-40B4-BE49-F238E27FC236}">
                <a16:creationId xmlns:a16="http://schemas.microsoft.com/office/drawing/2014/main" id="{5674F3C2-B1E3-41B9-9521-5F9D369BD2B7}"/>
              </a:ext>
            </a:extLst>
          </p:cNvPr>
          <p:cNvSpPr>
            <a:spLocks noGrp="1" noRot="1" noChangeAspect="1" noChangeArrowheads="1" noTextEdit="1"/>
          </p:cNvSpPr>
          <p:nvPr>
            <p:ph type="sldImg"/>
          </p:nvPr>
        </p:nvSpPr>
        <p:spPr>
          <a:ln/>
        </p:spPr>
      </p:sp>
      <p:sp>
        <p:nvSpPr>
          <p:cNvPr id="184323" name="备注占位符 2">
            <a:extLst>
              <a:ext uri="{FF2B5EF4-FFF2-40B4-BE49-F238E27FC236}">
                <a16:creationId xmlns:a16="http://schemas.microsoft.com/office/drawing/2014/main" id="{7A211316-AB98-4E6C-B8E6-78E589EF70A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84324" name="灯片编号占位符 3">
            <a:extLst>
              <a:ext uri="{FF2B5EF4-FFF2-40B4-BE49-F238E27FC236}">
                <a16:creationId xmlns:a16="http://schemas.microsoft.com/office/drawing/2014/main" id="{7C4C98FD-4712-4A50-9B44-DA83FBA8D82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DA28F926-C927-414C-A53B-47721846445A}" type="slidenum">
              <a:rPr lang="zh-CN" altLang="en-US" b="0" smtClean="0">
                <a:latin typeface="Arial" panose="020B0604020202020204" pitchFamily="34" charset="0"/>
              </a:rPr>
              <a:pPr/>
              <a:t>78</a:t>
            </a:fld>
            <a:endParaRPr lang="en-US" altLang="zh-CN" b="0">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a:extLst>
              <a:ext uri="{FF2B5EF4-FFF2-40B4-BE49-F238E27FC236}">
                <a16:creationId xmlns:a16="http://schemas.microsoft.com/office/drawing/2014/main" id="{052FC222-1972-4C04-8FCA-5CE005D77558}"/>
              </a:ext>
            </a:extLst>
          </p:cNvPr>
          <p:cNvSpPr>
            <a:spLocks noGrp="1" noRot="1" noChangeAspect="1" noChangeArrowheads="1" noTextEdit="1"/>
          </p:cNvSpPr>
          <p:nvPr>
            <p:ph type="sldImg"/>
          </p:nvPr>
        </p:nvSpPr>
        <p:spPr>
          <a:ln/>
        </p:spPr>
      </p:sp>
      <p:sp>
        <p:nvSpPr>
          <p:cNvPr id="186371" name="备注占位符 2">
            <a:extLst>
              <a:ext uri="{FF2B5EF4-FFF2-40B4-BE49-F238E27FC236}">
                <a16:creationId xmlns:a16="http://schemas.microsoft.com/office/drawing/2014/main" id="{1C137CC2-E6C7-465B-9EE7-16D0092F87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86372" name="灯片编号占位符 3">
            <a:extLst>
              <a:ext uri="{FF2B5EF4-FFF2-40B4-BE49-F238E27FC236}">
                <a16:creationId xmlns:a16="http://schemas.microsoft.com/office/drawing/2014/main" id="{03CE8679-0CB2-40DA-9140-9AE784EDE3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E207B396-F50B-4D94-8461-13728660BBA1}" type="slidenum">
              <a:rPr lang="zh-CN" altLang="en-US" b="0" smtClean="0">
                <a:latin typeface="Arial" panose="020B0604020202020204" pitchFamily="34" charset="0"/>
              </a:rPr>
              <a:pPr/>
              <a:t>80</a:t>
            </a:fld>
            <a:endParaRPr lang="en-US" altLang="zh-CN" b="0">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A0F6E8D4-8717-43C2-A1B0-BBAEE44825B8}"/>
              </a:ext>
            </a:extLst>
          </p:cNvPr>
          <p:cNvSpPr>
            <a:spLocks noGrp="1" noRot="1" noChangeAspect="1" noChangeArrowheads="1" noTextEdit="1"/>
          </p:cNvSpPr>
          <p:nvPr>
            <p:ph type="sldImg"/>
          </p:nvPr>
        </p:nvSpPr>
        <p:spPr>
          <a:ln/>
        </p:spPr>
      </p:sp>
      <p:sp>
        <p:nvSpPr>
          <p:cNvPr id="177155" name="Rectangle 3">
            <a:extLst>
              <a:ext uri="{FF2B5EF4-FFF2-40B4-BE49-F238E27FC236}">
                <a16:creationId xmlns:a16="http://schemas.microsoft.com/office/drawing/2014/main" id="{B07B6E3D-8E8E-4E46-825B-26AFDF036944}"/>
              </a:ext>
            </a:extLst>
          </p:cNvPr>
          <p:cNvSpPr>
            <a:spLocks noGrp="1" noChangeArrowheads="1"/>
          </p:cNvSpPr>
          <p:nvPr>
            <p:ph type="body" idx="1"/>
          </p:nvPr>
        </p:nvSpPr>
        <p:spPr>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6560DDB4-393B-4808-8F29-CCB83332CBF2}"/>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ED376F3F-4C32-4917-81AE-C053F452A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5187975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6560DDB4-393B-4808-8F29-CCB83332CBF2}"/>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ED376F3F-4C32-4917-81AE-C053F452A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289D2615-9C22-4289-8786-708341B1941A}"/>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16BB795E-AC6F-483C-A4A2-C4DE1206D1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707315D9-D9C9-4C76-BFC8-436C428FE9C7}"/>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6B4D0902-8771-4C05-9EAA-F1CFD87B56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E9F179FA-2DE9-4ADA-A4EF-BCEEED677BFE}"/>
              </a:ext>
            </a:extLst>
          </p:cNvPr>
          <p:cNvSpPr>
            <a:spLocks noGrp="1" noRot="1" noChangeAspect="1" noChangeArrowheads="1" noTextEdit="1"/>
          </p:cNvSpPr>
          <p:nvPr>
            <p:ph type="sldImg"/>
          </p:nvPr>
        </p:nvSpPr>
        <p:spPr>
          <a:ln/>
        </p:spPr>
      </p:sp>
      <p:sp>
        <p:nvSpPr>
          <p:cNvPr id="220163" name="Rectangle 3">
            <a:extLst>
              <a:ext uri="{FF2B5EF4-FFF2-40B4-BE49-F238E27FC236}">
                <a16:creationId xmlns:a16="http://schemas.microsoft.com/office/drawing/2014/main" id="{968EEE21-D040-4A46-9DB9-7F60123EE712}"/>
              </a:ext>
            </a:extLst>
          </p:cNvPr>
          <p:cNvSpPr>
            <a:spLocks noGrp="1" noChangeArrowheads="1"/>
          </p:cNvSpPr>
          <p:nvPr>
            <p:ph type="body" idx="1"/>
          </p:nvPr>
        </p:nvSpPr>
        <p:spPr>
          <a:ln/>
        </p:spPr>
        <p:txBody>
          <a:bodyPr/>
          <a:lstStyle/>
          <a:p>
            <a:pPr marL="0" lvl="1">
              <a:defRPr/>
            </a:pPr>
            <a:endParaRPr lang="en-US" altLang="zh-CN"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9F9F1E1D-D933-4873-A1D2-3A156618E167}"/>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90B9E64-8242-4516-8B0F-E7B3784164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E44A61BE-93F2-4705-BF95-A8BFA500EFBD}"/>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93BF9813-3F7F-4AE5-81C4-0F86C765EC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a:latin typeface="Arial" panose="020B0604020202020204"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a:extLst>
              <a:ext uri="{FF2B5EF4-FFF2-40B4-BE49-F238E27FC236}">
                <a16:creationId xmlns:a16="http://schemas.microsoft.com/office/drawing/2014/main" id="{78DBD5B7-EEE5-4824-8569-31831CC93D04}"/>
              </a:ext>
            </a:extLst>
          </p:cNvPr>
          <p:cNvSpPr>
            <a:spLocks noGrp="1" noRot="1" noChangeAspect="1" noChangeArrowheads="1" noTextEdit="1"/>
          </p:cNvSpPr>
          <p:nvPr>
            <p:ph type="sldImg"/>
          </p:nvPr>
        </p:nvSpPr>
        <p:spPr>
          <a:ln/>
        </p:spPr>
      </p:sp>
      <p:sp>
        <p:nvSpPr>
          <p:cNvPr id="202755" name="备注占位符 2">
            <a:extLst>
              <a:ext uri="{FF2B5EF4-FFF2-40B4-BE49-F238E27FC236}">
                <a16:creationId xmlns:a16="http://schemas.microsoft.com/office/drawing/2014/main" id="{E2D313A6-0D72-47C1-BC85-4B2D5825BEE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02756" name="灯片编号占位符 3">
            <a:extLst>
              <a:ext uri="{FF2B5EF4-FFF2-40B4-BE49-F238E27FC236}">
                <a16:creationId xmlns:a16="http://schemas.microsoft.com/office/drawing/2014/main" id="{5B500718-EE78-4329-AEB2-D0893A99BE7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943DBDF3-0274-45FC-AF42-A85B4F805D34}" type="slidenum">
              <a:rPr lang="zh-CN" altLang="en-US" b="0" smtClean="0">
                <a:latin typeface="Arial" panose="020B0604020202020204" pitchFamily="34" charset="0"/>
              </a:rPr>
              <a:pPr/>
              <a:t>89</a:t>
            </a:fld>
            <a:endParaRPr lang="en-US" altLang="zh-CN" b="0">
              <a:latin typeface="Arial"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a:extLst>
              <a:ext uri="{FF2B5EF4-FFF2-40B4-BE49-F238E27FC236}">
                <a16:creationId xmlns:a16="http://schemas.microsoft.com/office/drawing/2014/main" id="{79F2E70F-894C-43E5-930D-4CB6A19BE34A}"/>
              </a:ext>
            </a:extLst>
          </p:cNvPr>
          <p:cNvSpPr>
            <a:spLocks noGrp="1" noRot="1" noChangeAspect="1" noChangeArrowheads="1" noTextEdit="1"/>
          </p:cNvSpPr>
          <p:nvPr>
            <p:ph type="sldImg"/>
          </p:nvPr>
        </p:nvSpPr>
        <p:spPr>
          <a:ln/>
        </p:spPr>
      </p:sp>
      <p:sp>
        <p:nvSpPr>
          <p:cNvPr id="204803" name="备注占位符 2">
            <a:extLst>
              <a:ext uri="{FF2B5EF4-FFF2-40B4-BE49-F238E27FC236}">
                <a16:creationId xmlns:a16="http://schemas.microsoft.com/office/drawing/2014/main" id="{4A57D148-1036-495E-8D6F-38F22706AA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4804" name="灯片编号占位符 3">
            <a:extLst>
              <a:ext uri="{FF2B5EF4-FFF2-40B4-BE49-F238E27FC236}">
                <a16:creationId xmlns:a16="http://schemas.microsoft.com/office/drawing/2014/main" id="{F131EA0A-16D2-418A-BB88-51CF05B7038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A17EC101-6280-436D-8347-68C13B8C23C9}" type="slidenum">
              <a:rPr lang="zh-CN" altLang="en-US" b="0" smtClean="0">
                <a:latin typeface="Arial" panose="020B0604020202020204" pitchFamily="34" charset="0"/>
              </a:rPr>
              <a:pPr/>
              <a:t>90</a:t>
            </a:fld>
            <a:endParaRPr lang="en-US" altLang="zh-CN" b="0">
              <a:latin typeface="Arial"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a:extLst>
              <a:ext uri="{FF2B5EF4-FFF2-40B4-BE49-F238E27FC236}">
                <a16:creationId xmlns:a16="http://schemas.microsoft.com/office/drawing/2014/main" id="{2972A1EE-B38A-443B-971A-39F029821697}"/>
              </a:ext>
            </a:extLst>
          </p:cNvPr>
          <p:cNvSpPr>
            <a:spLocks noGrp="1" noRot="1" noChangeAspect="1" noChangeArrowheads="1" noTextEdit="1"/>
          </p:cNvSpPr>
          <p:nvPr>
            <p:ph type="sldImg"/>
          </p:nvPr>
        </p:nvSpPr>
        <p:spPr>
          <a:ln/>
        </p:spPr>
      </p:sp>
      <p:sp>
        <p:nvSpPr>
          <p:cNvPr id="206851" name="备注占位符 2">
            <a:extLst>
              <a:ext uri="{FF2B5EF4-FFF2-40B4-BE49-F238E27FC236}">
                <a16:creationId xmlns:a16="http://schemas.microsoft.com/office/drawing/2014/main" id="{C1E3FCF3-DC49-4065-BBA3-E349E743B6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Times New Roman" panose="02020603050405020304" pitchFamily="18" charset="0"/>
            </a:endParaRPr>
          </a:p>
        </p:txBody>
      </p:sp>
      <p:sp>
        <p:nvSpPr>
          <p:cNvPr id="206852" name="灯片编号占位符 3">
            <a:extLst>
              <a:ext uri="{FF2B5EF4-FFF2-40B4-BE49-F238E27FC236}">
                <a16:creationId xmlns:a16="http://schemas.microsoft.com/office/drawing/2014/main" id="{B2B3A790-658D-44DE-8F99-B6C630C9EE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b="1">
                <a:solidFill>
                  <a:schemeClr val="tx1"/>
                </a:solidFill>
                <a:latin typeface="Tahoma" panose="020B0604030504040204" pitchFamily="34" charset="0"/>
                <a:ea typeface="宋体" panose="02010600030101010101" pitchFamily="2" charset="-122"/>
              </a:defRPr>
            </a:lvl1pPr>
            <a:lvl2pPr marL="741363" indent="-284163" defTabSz="949325">
              <a:defRPr b="1">
                <a:solidFill>
                  <a:schemeClr val="tx1"/>
                </a:solidFill>
                <a:latin typeface="Tahoma" panose="020B0604030504040204" pitchFamily="34" charset="0"/>
                <a:ea typeface="宋体" panose="02010600030101010101" pitchFamily="2" charset="-122"/>
              </a:defRPr>
            </a:lvl2pPr>
            <a:lvl3pPr marL="1141413" indent="-227013" defTabSz="949325">
              <a:defRPr b="1">
                <a:solidFill>
                  <a:schemeClr val="tx1"/>
                </a:solidFill>
                <a:latin typeface="Tahoma" panose="020B0604030504040204" pitchFamily="34" charset="0"/>
                <a:ea typeface="宋体" panose="02010600030101010101" pitchFamily="2" charset="-122"/>
              </a:defRPr>
            </a:lvl3pPr>
            <a:lvl4pPr marL="1597025" indent="-227013" defTabSz="949325">
              <a:defRPr b="1">
                <a:solidFill>
                  <a:schemeClr val="tx1"/>
                </a:solidFill>
                <a:latin typeface="Tahoma" panose="020B0604030504040204" pitchFamily="34" charset="0"/>
                <a:ea typeface="宋体" panose="02010600030101010101" pitchFamily="2" charset="-122"/>
              </a:defRPr>
            </a:lvl4pPr>
            <a:lvl5pPr marL="2055813" indent="-227013" defTabSz="949325">
              <a:defRPr b="1">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716E268C-706B-46E3-9F82-95614EED226D}" type="slidenum">
              <a:rPr lang="zh-CN" altLang="en-US" b="0" smtClean="0">
                <a:solidFill>
                  <a:srgbClr val="000000"/>
                </a:solidFill>
                <a:latin typeface="Arial" panose="020B0604020202020204" pitchFamily="34" charset="0"/>
              </a:rPr>
              <a:pPr/>
              <a:t>93</a:t>
            </a:fld>
            <a:endParaRPr lang="en-US" altLang="zh-CN" b="0">
              <a:solidFill>
                <a:srgbClr val="000000"/>
              </a:solidFill>
              <a:latin typeface="Arial" panose="020B0604020202020204"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a:extLst>
              <a:ext uri="{FF2B5EF4-FFF2-40B4-BE49-F238E27FC236}">
                <a16:creationId xmlns:a16="http://schemas.microsoft.com/office/drawing/2014/main" id="{2972A1EE-B38A-443B-971A-39F029821697}"/>
              </a:ext>
            </a:extLst>
          </p:cNvPr>
          <p:cNvSpPr>
            <a:spLocks noGrp="1" noRot="1" noChangeAspect="1" noChangeArrowheads="1" noTextEdit="1"/>
          </p:cNvSpPr>
          <p:nvPr>
            <p:ph type="sldImg"/>
          </p:nvPr>
        </p:nvSpPr>
        <p:spPr>
          <a:ln/>
        </p:spPr>
      </p:sp>
      <p:sp>
        <p:nvSpPr>
          <p:cNvPr id="206851" name="备注占位符 2">
            <a:extLst>
              <a:ext uri="{FF2B5EF4-FFF2-40B4-BE49-F238E27FC236}">
                <a16:creationId xmlns:a16="http://schemas.microsoft.com/office/drawing/2014/main" id="{C1E3FCF3-DC49-4065-BBA3-E349E743B6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Times New Roman" panose="02020603050405020304" pitchFamily="18" charset="0"/>
            </a:endParaRPr>
          </a:p>
        </p:txBody>
      </p:sp>
      <p:sp>
        <p:nvSpPr>
          <p:cNvPr id="206852" name="灯片编号占位符 3">
            <a:extLst>
              <a:ext uri="{FF2B5EF4-FFF2-40B4-BE49-F238E27FC236}">
                <a16:creationId xmlns:a16="http://schemas.microsoft.com/office/drawing/2014/main" id="{B2B3A790-658D-44DE-8F99-B6C630C9EE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b="1">
                <a:solidFill>
                  <a:schemeClr val="tx1"/>
                </a:solidFill>
                <a:latin typeface="Tahoma" panose="020B0604030504040204" pitchFamily="34" charset="0"/>
                <a:ea typeface="宋体" panose="02010600030101010101" pitchFamily="2" charset="-122"/>
              </a:defRPr>
            </a:lvl1pPr>
            <a:lvl2pPr marL="741363" indent="-284163" defTabSz="949325">
              <a:defRPr b="1">
                <a:solidFill>
                  <a:schemeClr val="tx1"/>
                </a:solidFill>
                <a:latin typeface="Tahoma" panose="020B0604030504040204" pitchFamily="34" charset="0"/>
                <a:ea typeface="宋体" panose="02010600030101010101" pitchFamily="2" charset="-122"/>
              </a:defRPr>
            </a:lvl2pPr>
            <a:lvl3pPr marL="1141413" indent="-227013" defTabSz="949325">
              <a:defRPr b="1">
                <a:solidFill>
                  <a:schemeClr val="tx1"/>
                </a:solidFill>
                <a:latin typeface="Tahoma" panose="020B0604030504040204" pitchFamily="34" charset="0"/>
                <a:ea typeface="宋体" panose="02010600030101010101" pitchFamily="2" charset="-122"/>
              </a:defRPr>
            </a:lvl3pPr>
            <a:lvl4pPr marL="1597025" indent="-227013" defTabSz="949325">
              <a:defRPr b="1">
                <a:solidFill>
                  <a:schemeClr val="tx1"/>
                </a:solidFill>
                <a:latin typeface="Tahoma" panose="020B0604030504040204" pitchFamily="34" charset="0"/>
                <a:ea typeface="宋体" panose="02010600030101010101" pitchFamily="2" charset="-122"/>
              </a:defRPr>
            </a:lvl4pPr>
            <a:lvl5pPr marL="2055813" indent="-227013" defTabSz="949325">
              <a:defRPr b="1">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716E268C-706B-46E3-9F82-95614EED226D}" type="slidenum">
              <a:rPr lang="zh-CN" altLang="en-US" b="0" smtClean="0">
                <a:solidFill>
                  <a:srgbClr val="000000"/>
                </a:solidFill>
                <a:latin typeface="Arial" panose="020B0604020202020204" pitchFamily="34" charset="0"/>
              </a:rPr>
              <a:pPr/>
              <a:t>94</a:t>
            </a:fld>
            <a:endParaRPr lang="en-US" altLang="zh-CN" b="0">
              <a:solidFill>
                <a:srgbClr val="000000"/>
              </a:solidFill>
              <a:latin typeface="Arial" panose="020B0604020202020204" pitchFamily="34" charset="0"/>
            </a:endParaRPr>
          </a:p>
        </p:txBody>
      </p:sp>
    </p:spTree>
    <p:extLst>
      <p:ext uri="{BB962C8B-B14F-4D97-AF65-F5344CB8AC3E}">
        <p14:creationId xmlns:p14="http://schemas.microsoft.com/office/powerpoint/2010/main" val="3347040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eaLnBrk="1" hangingPunct="1"/>
            <a:endParaRPr kumimoji="1"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t>95</a:t>
            </a:fld>
            <a:endParaRPr lang="en-US" altLang="zh-CN">
              <a:latin typeface="Arial"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a:extLst>
              <a:ext uri="{FF2B5EF4-FFF2-40B4-BE49-F238E27FC236}">
                <a16:creationId xmlns:a16="http://schemas.microsoft.com/office/drawing/2014/main" id="{43B9AFAB-2427-454F-8F73-ADB4192693DF}"/>
              </a:ext>
            </a:extLst>
          </p:cNvPr>
          <p:cNvSpPr>
            <a:spLocks noGrp="1" noRot="1" noChangeAspect="1" noChangeArrowheads="1" noTextEdit="1"/>
          </p:cNvSpPr>
          <p:nvPr>
            <p:ph type="sldImg"/>
          </p:nvPr>
        </p:nvSpPr>
        <p:spPr>
          <a:ln/>
        </p:spPr>
      </p:sp>
      <p:sp>
        <p:nvSpPr>
          <p:cNvPr id="208899" name="备注占位符 2">
            <a:extLst>
              <a:ext uri="{FF2B5EF4-FFF2-40B4-BE49-F238E27FC236}">
                <a16:creationId xmlns:a16="http://schemas.microsoft.com/office/drawing/2014/main" id="{95D70E6F-7697-4E90-B34C-E41DFE3C75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08900" name="灯片编号占位符 3">
            <a:extLst>
              <a:ext uri="{FF2B5EF4-FFF2-40B4-BE49-F238E27FC236}">
                <a16:creationId xmlns:a16="http://schemas.microsoft.com/office/drawing/2014/main" id="{05630385-AFB3-4D63-9940-08B21CA443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b="1">
                <a:solidFill>
                  <a:schemeClr val="tx1"/>
                </a:solidFill>
                <a:latin typeface="Tahoma" panose="020B0604030504040204" pitchFamily="34" charset="0"/>
                <a:ea typeface="宋体" panose="02010600030101010101" pitchFamily="2" charset="-122"/>
              </a:defRPr>
            </a:lvl1pPr>
            <a:lvl2pPr marL="741363" indent="-284163" defTabSz="949325">
              <a:defRPr b="1">
                <a:solidFill>
                  <a:schemeClr val="tx1"/>
                </a:solidFill>
                <a:latin typeface="Tahoma" panose="020B0604030504040204" pitchFamily="34" charset="0"/>
                <a:ea typeface="宋体" panose="02010600030101010101" pitchFamily="2" charset="-122"/>
              </a:defRPr>
            </a:lvl2pPr>
            <a:lvl3pPr marL="1141413" indent="-227013" defTabSz="949325">
              <a:defRPr b="1">
                <a:solidFill>
                  <a:schemeClr val="tx1"/>
                </a:solidFill>
                <a:latin typeface="Tahoma" panose="020B0604030504040204" pitchFamily="34" charset="0"/>
                <a:ea typeface="宋体" panose="02010600030101010101" pitchFamily="2" charset="-122"/>
              </a:defRPr>
            </a:lvl3pPr>
            <a:lvl4pPr marL="1597025" indent="-227013" defTabSz="949325">
              <a:defRPr b="1">
                <a:solidFill>
                  <a:schemeClr val="tx1"/>
                </a:solidFill>
                <a:latin typeface="Tahoma" panose="020B0604030504040204" pitchFamily="34" charset="0"/>
                <a:ea typeface="宋体" panose="02010600030101010101" pitchFamily="2" charset="-122"/>
              </a:defRPr>
            </a:lvl4pPr>
            <a:lvl5pPr marL="2055813" indent="-227013" defTabSz="949325">
              <a:defRPr b="1">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fld id="{0DAD790B-EF6A-4E49-8491-BD98FC69CCC3}" type="slidenum">
              <a:rPr lang="zh-CN" altLang="en-US" b="0" smtClean="0">
                <a:solidFill>
                  <a:srgbClr val="000000"/>
                </a:solidFill>
                <a:latin typeface="Arial" panose="020B0604020202020204" pitchFamily="34" charset="0"/>
              </a:rPr>
              <a:pPr/>
              <a:t>96</a:t>
            </a:fld>
            <a:endParaRPr lang="zh-CN" altLang="en-US" b="0">
              <a:solidFill>
                <a:srgbClr val="000000"/>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2A8C1BF3-85AC-4421-BFC8-B45F26B55330}"/>
              </a:ext>
            </a:extLst>
          </p:cNvPr>
          <p:cNvSpPr>
            <a:spLocks noGrp="1"/>
          </p:cNvSpPr>
          <p:nvPr>
            <p:ph type="dt" sz="half" idx="10"/>
          </p:nvPr>
        </p:nvSpPr>
        <p:spPr/>
        <p:txBody>
          <a:bodyPr rtlCol="0"/>
          <a:lstStyle>
            <a:lvl1pPr>
              <a:defRPr sz="1000" b="1">
                <a:ea typeface="楷体_GB2312"/>
              </a:defRPr>
            </a:lvl1pPr>
          </a:lstStyle>
          <a:p>
            <a:pPr>
              <a:defRPr/>
            </a:pPr>
            <a:endParaRPr lang="en-US" altLang="zh-CN"/>
          </a:p>
        </p:txBody>
      </p:sp>
      <p:sp>
        <p:nvSpPr>
          <p:cNvPr id="6" name="Slide Number Placeholder 5">
            <a:extLst>
              <a:ext uri="{FF2B5EF4-FFF2-40B4-BE49-F238E27FC236}">
                <a16:creationId xmlns:a16="http://schemas.microsoft.com/office/drawing/2014/main" id="{8834002A-7BFD-4B78-9EEE-EE9D57CC2B55}"/>
              </a:ext>
            </a:extLst>
          </p:cNvPr>
          <p:cNvSpPr>
            <a:spLocks noGrp="1"/>
          </p:cNvSpPr>
          <p:nvPr>
            <p:ph type="sldNum" sz="quarter" idx="12"/>
          </p:nvPr>
        </p:nvSpPr>
        <p:spPr/>
        <p:txBody>
          <a:bodyPr/>
          <a:lstStyle>
            <a:lvl1pPr>
              <a:defRPr b="1">
                <a:ea typeface="楷体_GB2312" pitchFamily="49" charset="-122"/>
              </a:defRPr>
            </a:lvl1pPr>
          </a:lstStyle>
          <a:p>
            <a:pPr>
              <a:defRPr/>
            </a:pPr>
            <a:fld id="{81211CA0-B4B0-421A-A5D9-800F9D598640}" type="slidenum">
              <a:rPr lang="zh-CN" altLang="en-US"/>
              <a:pPr>
                <a:defRPr/>
              </a:pPr>
              <a:t>‹#›</a:t>
            </a:fld>
            <a:endParaRPr lang="en-US" altLang="zh-CN"/>
          </a:p>
        </p:txBody>
      </p:sp>
    </p:spTree>
    <p:extLst>
      <p:ext uri="{BB962C8B-B14F-4D97-AF65-F5344CB8AC3E}">
        <p14:creationId xmlns:p14="http://schemas.microsoft.com/office/powerpoint/2010/main" val="3210910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421AE770-F3F4-43B1-82B0-7AA0B8044333}"/>
              </a:ext>
            </a:extLst>
          </p:cNvPr>
          <p:cNvGrpSpPr>
            <a:grpSpLocks/>
          </p:cNvGrpSpPr>
          <p:nvPr userDrawn="1"/>
        </p:nvGrpSpPr>
        <p:grpSpPr bwMode="auto">
          <a:xfrm>
            <a:off x="0" y="195263"/>
            <a:ext cx="755650" cy="431800"/>
            <a:chOff x="-786" y="195486"/>
            <a:chExt cx="756363" cy="432048"/>
          </a:xfrm>
        </p:grpSpPr>
        <p:sp>
          <p:nvSpPr>
            <p:cNvPr id="5" name="五边形 7">
              <a:extLst>
                <a:ext uri="{FF2B5EF4-FFF2-40B4-BE49-F238E27FC236}">
                  <a16:creationId xmlns:a16="http://schemas.microsoft.com/office/drawing/2014/main" id="{DD583184-F253-477D-832B-8E9AC76AA93C}"/>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6" name="五边形 8">
              <a:extLst>
                <a:ext uri="{FF2B5EF4-FFF2-40B4-BE49-F238E27FC236}">
                  <a16:creationId xmlns:a16="http://schemas.microsoft.com/office/drawing/2014/main" id="{57CF3F46-D40D-4B53-8AB3-FEBB6A1C1E9E}"/>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a:xfrm>
            <a:off x="611560" y="915566"/>
            <a:ext cx="7931224" cy="3430537"/>
          </a:xfrm>
        </p:spPr>
        <p:txBody>
          <a:bodyPr/>
          <a:lstStyle>
            <a:lvl1pPr marL="271463" indent="-271463">
              <a:buClrTx/>
              <a:buFont typeface="Wingdings" panose="05000000000000000000" pitchFamily="2" charset="2"/>
              <a:buChar char="Ø"/>
              <a:defRPr b="1" baseline="0">
                <a:solidFill>
                  <a:schemeClr val="tx1"/>
                </a:solidFill>
                <a:latin typeface="+mn-ea"/>
                <a:ea typeface="+mn-ea"/>
              </a:defRPr>
            </a:lvl1pPr>
            <a:lvl2pPr marL="574675" indent="-271463">
              <a:buClrTx/>
              <a:buFont typeface="Wingdings" panose="05000000000000000000" pitchFamily="2" charset="2"/>
              <a:buChar char="Ø"/>
              <a:defRPr b="1" baseline="0">
                <a:solidFill>
                  <a:schemeClr val="tx1"/>
                </a:solidFill>
                <a:latin typeface="+mn-ea"/>
                <a:ea typeface="+mn-ea"/>
              </a:defRPr>
            </a:lvl2pPr>
            <a:lvl3pPr marL="854075" indent="-227013">
              <a:buClrTx/>
              <a:buFont typeface="Wingdings" panose="05000000000000000000" pitchFamily="2" charset="2"/>
              <a:buChar char="Ø"/>
              <a:defRPr b="1" baseline="0">
                <a:solidFill>
                  <a:schemeClr val="tx1"/>
                </a:solidFill>
                <a:latin typeface="+mn-ea"/>
                <a:ea typeface="+mn-ea"/>
              </a:defRPr>
            </a:lvl3pPr>
            <a:lvl4pPr marL="1141413" indent="-227013">
              <a:buClrTx/>
              <a:buFont typeface="Wingdings" panose="05000000000000000000" pitchFamily="2" charset="2"/>
              <a:buChar char="Ø"/>
              <a:defRPr b="1" baseline="0">
                <a:solidFill>
                  <a:schemeClr val="tx1"/>
                </a:solidFill>
                <a:latin typeface="+mn-ea"/>
                <a:ea typeface="+mn-ea"/>
              </a:defRPr>
            </a:lvl4pPr>
            <a:lvl5pPr marL="1460500" indent="-227013">
              <a:buClrTx/>
              <a:buFont typeface="Wingdings" panose="05000000000000000000" pitchFamily="2" charset="2"/>
              <a:buChar char="Ø"/>
              <a:defRPr b="1" baseline="0">
                <a:solidFill>
                  <a:schemeClr val="tx1"/>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sz="3000" b="1" baseline="0">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8" name="Slide Number Placeholder 5">
            <a:extLst>
              <a:ext uri="{FF2B5EF4-FFF2-40B4-BE49-F238E27FC236}">
                <a16:creationId xmlns:a16="http://schemas.microsoft.com/office/drawing/2014/main" id="{8D39AC61-0FEE-42B4-825B-93ADD370256E}"/>
              </a:ext>
            </a:extLst>
          </p:cNvPr>
          <p:cNvSpPr>
            <a:spLocks noGrp="1"/>
          </p:cNvSpPr>
          <p:nvPr>
            <p:ph type="sldNum" sz="quarter" idx="10"/>
          </p:nvPr>
        </p:nvSpPr>
        <p:spPr>
          <a:xfrm>
            <a:off x="8634413" y="4875213"/>
            <a:ext cx="509587" cy="273050"/>
          </a:xfrm>
        </p:spPr>
        <p:txBody>
          <a:bodyPr/>
          <a:lstStyle>
            <a:lvl1pPr>
              <a:defRPr b="1">
                <a:ea typeface="楷体_GB2312" pitchFamily="49" charset="-122"/>
              </a:defRPr>
            </a:lvl1pPr>
          </a:lstStyle>
          <a:p>
            <a:pPr>
              <a:defRPr/>
            </a:pPr>
            <a:fld id="{8E104948-B687-4A74-87EB-9097C047E113}" type="slidenum">
              <a:rPr lang="zh-CN" altLang="en-US"/>
              <a:pPr>
                <a:defRPr/>
              </a:pPr>
              <a:t>‹#›</a:t>
            </a:fld>
            <a:endParaRPr lang="en-US" altLang="zh-CN"/>
          </a:p>
        </p:txBody>
      </p:sp>
    </p:spTree>
    <p:extLst>
      <p:ext uri="{BB962C8B-B14F-4D97-AF65-F5344CB8AC3E}">
        <p14:creationId xmlns:p14="http://schemas.microsoft.com/office/powerpoint/2010/main" val="2243599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a:extLst>
              <a:ext uri="{FF2B5EF4-FFF2-40B4-BE49-F238E27FC236}">
                <a16:creationId xmlns:a16="http://schemas.microsoft.com/office/drawing/2014/main" id="{ED1D1291-4DF3-471E-9F05-C1E4287F1743}"/>
              </a:ext>
            </a:extLst>
          </p:cNvPr>
          <p:cNvSpPr/>
          <p:nvPr/>
        </p:nvSpPr>
        <p:spPr>
          <a:xfrm>
            <a:off x="228600" y="171450"/>
            <a:ext cx="8696325" cy="452755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altLang="zh-CN" b="0">
              <a:solidFill>
                <a:srgbClr val="FFFFFF"/>
              </a:solidFill>
              <a:ea typeface="宋体" panose="02010600030101010101" pitchFamily="2" charset="-122"/>
            </a:endParaRPr>
          </a:p>
        </p:txBody>
      </p:sp>
      <p:grpSp>
        <p:nvGrpSpPr>
          <p:cNvPr id="5" name="Group 9">
            <a:extLst>
              <a:ext uri="{FF2B5EF4-FFF2-40B4-BE49-F238E27FC236}">
                <a16:creationId xmlns:a16="http://schemas.microsoft.com/office/drawing/2014/main" id="{3CFFD0EF-84AE-4F79-BB8D-AD6DE715C72A}"/>
              </a:ext>
            </a:extLst>
          </p:cNvPr>
          <p:cNvGrpSpPr>
            <a:grpSpLocks noChangeAspect="1"/>
          </p:cNvGrpSpPr>
          <p:nvPr/>
        </p:nvGrpSpPr>
        <p:grpSpPr bwMode="auto">
          <a:xfrm>
            <a:off x="211138" y="4016375"/>
            <a:ext cx="8723312" cy="996950"/>
            <a:chOff x="-3905250" y="4294188"/>
            <a:chExt cx="13011150" cy="1892300"/>
          </a:xfrm>
        </p:grpSpPr>
        <p:sp>
          <p:nvSpPr>
            <p:cNvPr id="6" name="Freeform 14">
              <a:extLst>
                <a:ext uri="{FF2B5EF4-FFF2-40B4-BE49-F238E27FC236}">
                  <a16:creationId xmlns:a16="http://schemas.microsoft.com/office/drawing/2014/main" id="{4F49B752-2E0D-422C-88B1-0B381F2222D8}"/>
                </a:ext>
              </a:extLst>
            </p:cNvPr>
            <p:cNvSpPr>
              <a:spLocks/>
            </p:cNvSpPr>
            <p:nvPr/>
          </p:nvSpPr>
          <p:spPr bwMode="hidden">
            <a:xfrm>
              <a:off x="4810681" y="4499087"/>
              <a:ext cx="4295219" cy="1018467"/>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8">
              <a:extLst>
                <a:ext uri="{FF2B5EF4-FFF2-40B4-BE49-F238E27FC236}">
                  <a16:creationId xmlns:a16="http://schemas.microsoft.com/office/drawing/2014/main" id="{CB77760B-9349-4BD5-8DF0-3F03A7CDC67C}"/>
                </a:ext>
              </a:extLst>
            </p:cNvPr>
            <p:cNvSpPr>
              <a:spLocks/>
            </p:cNvSpPr>
            <p:nvPr/>
          </p:nvSpPr>
          <p:spPr bwMode="hidden">
            <a:xfrm>
              <a:off x="-308538" y="4318294"/>
              <a:ext cx="8280254" cy="1208301"/>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22">
              <a:extLst>
                <a:ext uri="{FF2B5EF4-FFF2-40B4-BE49-F238E27FC236}">
                  <a16:creationId xmlns:a16="http://schemas.microsoft.com/office/drawing/2014/main" id="{BC8402E5-7C8D-4382-97BE-FCAD785C9386}"/>
                </a:ext>
              </a:extLst>
            </p:cNvPr>
            <p:cNvSpPr>
              <a:spLocks/>
            </p:cNvSpPr>
            <p:nvPr/>
          </p:nvSpPr>
          <p:spPr bwMode="hidden">
            <a:xfrm>
              <a:off x="4014" y="4336373"/>
              <a:ext cx="8164231" cy="10998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Freeform 26">
              <a:extLst>
                <a:ext uri="{FF2B5EF4-FFF2-40B4-BE49-F238E27FC236}">
                  <a16:creationId xmlns:a16="http://schemas.microsoft.com/office/drawing/2014/main" id="{C0EC0DE1-9D4E-452C-AF9F-AB7A6C4F9509}"/>
                </a:ext>
              </a:extLst>
            </p:cNvPr>
            <p:cNvSpPr>
              <a:spLocks/>
            </p:cNvSpPr>
            <p:nvPr/>
          </p:nvSpPr>
          <p:spPr bwMode="hidden">
            <a:xfrm>
              <a:off x="4157164" y="4315281"/>
              <a:ext cx="4939265" cy="928071"/>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10" name="Freeform 10">
              <a:extLst>
                <a:ext uri="{FF2B5EF4-FFF2-40B4-BE49-F238E27FC236}">
                  <a16:creationId xmlns:a16="http://schemas.microsoft.com/office/drawing/2014/main" id="{07D4F22E-B361-4BE2-A248-58771EA93576}"/>
                </a:ext>
              </a:extLst>
            </p:cNvPr>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 name="Title 1"/>
          <p:cNvSpPr>
            <a:spLocks noGrp="1"/>
          </p:cNvSpPr>
          <p:nvPr>
            <p:ph type="ctrTitle"/>
          </p:nvPr>
        </p:nvSpPr>
        <p:spPr>
          <a:xfrm>
            <a:off x="685800" y="1200151"/>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a:extLst>
              <a:ext uri="{FF2B5EF4-FFF2-40B4-BE49-F238E27FC236}">
                <a16:creationId xmlns:a16="http://schemas.microsoft.com/office/drawing/2014/main" id="{9547436C-F6D4-4116-9F4F-233855F7BEDF}"/>
              </a:ext>
            </a:extLst>
          </p:cNvPr>
          <p:cNvSpPr>
            <a:spLocks noGrp="1"/>
          </p:cNvSpPr>
          <p:nvPr>
            <p:ph type="dt" sz="half" idx="10"/>
          </p:nvPr>
        </p:nvSpPr>
        <p:spPr/>
        <p:txBody>
          <a:bodyPr/>
          <a:lstStyle>
            <a:lvl1pPr>
              <a:defRPr b="1"/>
            </a:lvl1pPr>
          </a:lstStyle>
          <a:p>
            <a:pPr>
              <a:defRPr/>
            </a:pPr>
            <a:endParaRPr lang="en-US" altLang="zh-CN"/>
          </a:p>
        </p:txBody>
      </p:sp>
      <p:sp>
        <p:nvSpPr>
          <p:cNvPr id="12" name="Footer Placeholder 4">
            <a:extLst>
              <a:ext uri="{FF2B5EF4-FFF2-40B4-BE49-F238E27FC236}">
                <a16:creationId xmlns:a16="http://schemas.microsoft.com/office/drawing/2014/main" id="{DD02FFF8-9B29-4C8F-BCF3-60C5F5F221D5}"/>
              </a:ext>
            </a:extLst>
          </p:cNvPr>
          <p:cNvSpPr>
            <a:spLocks noGrp="1"/>
          </p:cNvSpPr>
          <p:nvPr>
            <p:ph type="ftr" sz="quarter" idx="11"/>
          </p:nvPr>
        </p:nvSpPr>
        <p:spPr/>
        <p:txBody>
          <a:bodyPr/>
          <a:lstStyle>
            <a:lvl1pPr>
              <a:defRPr b="1"/>
            </a:lvl1pPr>
          </a:lstStyle>
          <a:p>
            <a:pPr>
              <a:defRPr/>
            </a:pPr>
            <a:endParaRPr lang="en-US" altLang="zh-CN"/>
          </a:p>
        </p:txBody>
      </p:sp>
      <p:sp>
        <p:nvSpPr>
          <p:cNvPr id="13" name="Slide Number Placeholder 5">
            <a:extLst>
              <a:ext uri="{FF2B5EF4-FFF2-40B4-BE49-F238E27FC236}">
                <a16:creationId xmlns:a16="http://schemas.microsoft.com/office/drawing/2014/main" id="{FCF1B8FC-03AF-443A-9653-538D76157AF8}"/>
              </a:ext>
            </a:extLst>
          </p:cNvPr>
          <p:cNvSpPr>
            <a:spLocks noGrp="1"/>
          </p:cNvSpPr>
          <p:nvPr>
            <p:ph type="sldNum" sz="quarter" idx="12"/>
          </p:nvPr>
        </p:nvSpPr>
        <p:spPr/>
        <p:txBody>
          <a:bodyPr/>
          <a:lstStyle>
            <a:lvl1pPr>
              <a:defRPr b="1"/>
            </a:lvl1pPr>
          </a:lstStyle>
          <a:p>
            <a:pPr>
              <a:defRPr/>
            </a:pPr>
            <a:fld id="{9704D71B-3991-40EC-AD2E-33EF966E9286}" type="slidenum">
              <a:rPr lang="zh-CN" altLang="en-US"/>
              <a:pPr>
                <a:defRPr/>
              </a:pPr>
              <a:t>‹#›</a:t>
            </a:fld>
            <a:endParaRPr lang="en-US" altLang="zh-CN"/>
          </a:p>
        </p:txBody>
      </p:sp>
    </p:spTree>
    <p:extLst>
      <p:ext uri="{BB962C8B-B14F-4D97-AF65-F5344CB8AC3E}">
        <p14:creationId xmlns:p14="http://schemas.microsoft.com/office/powerpoint/2010/main" val="3588627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p:txBody>
          <a:bodyPr/>
          <a:lstStyle/>
          <a:p>
            <a:r>
              <a:rPr lang="zh-CN" altLang="en-US"/>
              <a:t>单击此处编辑母版标题样式</a:t>
            </a:r>
            <a:endParaRPr lang="en-US"/>
          </a:p>
        </p:txBody>
      </p:sp>
      <p:sp>
        <p:nvSpPr>
          <p:cNvPr id="4" name="Date Placeholder 3">
            <a:extLst>
              <a:ext uri="{FF2B5EF4-FFF2-40B4-BE49-F238E27FC236}">
                <a16:creationId xmlns:a16="http://schemas.microsoft.com/office/drawing/2014/main" id="{47107230-EE56-4B16-8543-79FFB87241E1}"/>
              </a:ext>
            </a:extLst>
          </p:cNvPr>
          <p:cNvSpPr>
            <a:spLocks noGrp="1"/>
          </p:cNvSpPr>
          <p:nvPr>
            <p:ph type="dt" sz="half" idx="10"/>
          </p:nvPr>
        </p:nvSpPr>
        <p:spPr/>
        <p:txBody>
          <a:bodyPr/>
          <a:lstStyle>
            <a:lvl1pPr>
              <a:defRPr b="1"/>
            </a:lvl1pPr>
          </a:lstStyle>
          <a:p>
            <a:pPr>
              <a:defRPr/>
            </a:pPr>
            <a:endParaRPr lang="en-US" altLang="zh-CN"/>
          </a:p>
        </p:txBody>
      </p:sp>
      <p:sp>
        <p:nvSpPr>
          <p:cNvPr id="5" name="Footer Placeholder 4">
            <a:extLst>
              <a:ext uri="{FF2B5EF4-FFF2-40B4-BE49-F238E27FC236}">
                <a16:creationId xmlns:a16="http://schemas.microsoft.com/office/drawing/2014/main" id="{717B9297-F42E-4EAF-A01F-ED591953C4EA}"/>
              </a:ext>
            </a:extLst>
          </p:cNvPr>
          <p:cNvSpPr>
            <a:spLocks noGrp="1"/>
          </p:cNvSpPr>
          <p:nvPr>
            <p:ph type="ftr" sz="quarter" idx="11"/>
          </p:nvPr>
        </p:nvSpPr>
        <p:spPr/>
        <p:txBody>
          <a:bodyPr/>
          <a:lstStyle>
            <a:lvl1pPr>
              <a:defRPr b="1"/>
            </a:lvl1pPr>
          </a:lstStyle>
          <a:p>
            <a:pPr>
              <a:defRPr/>
            </a:pPr>
            <a:endParaRPr lang="en-US" altLang="zh-CN"/>
          </a:p>
        </p:txBody>
      </p:sp>
      <p:sp>
        <p:nvSpPr>
          <p:cNvPr id="6" name="Slide Number Placeholder 5">
            <a:extLst>
              <a:ext uri="{FF2B5EF4-FFF2-40B4-BE49-F238E27FC236}">
                <a16:creationId xmlns:a16="http://schemas.microsoft.com/office/drawing/2014/main" id="{48FA3F92-6CF6-4BBA-8382-747457DD4700}"/>
              </a:ext>
            </a:extLst>
          </p:cNvPr>
          <p:cNvSpPr>
            <a:spLocks noGrp="1"/>
          </p:cNvSpPr>
          <p:nvPr>
            <p:ph type="sldNum" sz="quarter" idx="12"/>
          </p:nvPr>
        </p:nvSpPr>
        <p:spPr/>
        <p:txBody>
          <a:bodyPr/>
          <a:lstStyle>
            <a:lvl1pPr>
              <a:defRPr b="1"/>
            </a:lvl1pPr>
          </a:lstStyle>
          <a:p>
            <a:pPr>
              <a:defRPr/>
            </a:pPr>
            <a:fld id="{1B15CFDB-6397-4FFE-966A-6ED3A9044A86}" type="slidenum">
              <a:rPr lang="zh-CN" altLang="en-US"/>
              <a:pPr>
                <a:defRPr/>
              </a:pPr>
              <a:t>‹#›</a:t>
            </a:fld>
            <a:endParaRPr lang="en-US" altLang="zh-CN"/>
          </a:p>
        </p:txBody>
      </p:sp>
    </p:spTree>
    <p:extLst>
      <p:ext uri="{BB962C8B-B14F-4D97-AF65-F5344CB8AC3E}">
        <p14:creationId xmlns:p14="http://schemas.microsoft.com/office/powerpoint/2010/main" val="1884709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04BB5ED2-A76A-4FA6-A268-8D478CC07DDD}"/>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0A9C1713-1375-4226-A066-7F6ED1DFB71B}"/>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8627C38E-A410-46D4-8BB2-56B1E72E6453}"/>
              </a:ext>
            </a:extLst>
          </p:cNvPr>
          <p:cNvSpPr>
            <a:spLocks noGrp="1" noChangeArrowheads="1"/>
          </p:cNvSpPr>
          <p:nvPr>
            <p:ph type="sldNum" sz="quarter" idx="12"/>
          </p:nvPr>
        </p:nvSpPr>
        <p:spPr/>
        <p:txBody>
          <a:bodyPr/>
          <a:lstStyle>
            <a:lvl1pPr>
              <a:defRPr/>
            </a:lvl1pPr>
          </a:lstStyle>
          <a:p>
            <a:pPr>
              <a:defRPr/>
            </a:pPr>
            <a:fld id="{A63753EC-0742-4AE7-BA2D-4145F08B013E}" type="slidenum">
              <a:rPr lang="zh-CN" altLang="en-US"/>
              <a:pPr>
                <a:defRPr/>
              </a:pPr>
              <a:t>‹#›</a:t>
            </a:fld>
            <a:endParaRPr lang="en-US" altLang="zh-CN"/>
          </a:p>
        </p:txBody>
      </p:sp>
    </p:spTree>
    <p:extLst>
      <p:ext uri="{BB962C8B-B14F-4D97-AF65-F5344CB8AC3E}">
        <p14:creationId xmlns:p14="http://schemas.microsoft.com/office/powerpoint/2010/main" val="98504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a:extLst>
              <a:ext uri="{FF2B5EF4-FFF2-40B4-BE49-F238E27FC236}">
                <a16:creationId xmlns:a16="http://schemas.microsoft.com/office/drawing/2014/main" id="{F4601F5F-D293-4D1B-88FF-3D69D17F74C7}"/>
              </a:ext>
            </a:extLst>
          </p:cNvPr>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b="0">
              <a:solidFill>
                <a:prstClr val="white"/>
              </a:solidFill>
            </a:endParaRPr>
          </a:p>
        </p:txBody>
      </p:sp>
      <p:grpSp>
        <p:nvGrpSpPr>
          <p:cNvPr id="5" name="Group 9">
            <a:extLst>
              <a:ext uri="{FF2B5EF4-FFF2-40B4-BE49-F238E27FC236}">
                <a16:creationId xmlns:a16="http://schemas.microsoft.com/office/drawing/2014/main" id="{18A7DAB4-768E-4438-840F-F63C3F0F647E}"/>
              </a:ext>
            </a:extLst>
          </p:cNvPr>
          <p:cNvGrpSpPr>
            <a:grpSpLocks noChangeAspect="1"/>
          </p:cNvGrpSpPr>
          <p:nvPr/>
        </p:nvGrpSpPr>
        <p:grpSpPr bwMode="auto">
          <a:xfrm>
            <a:off x="211138" y="4014788"/>
            <a:ext cx="8723312" cy="1000125"/>
            <a:chOff x="-3905250" y="4294188"/>
            <a:chExt cx="13011150" cy="1892300"/>
          </a:xfrm>
        </p:grpSpPr>
        <p:sp>
          <p:nvSpPr>
            <p:cNvPr id="6" name="Freeform 14">
              <a:extLst>
                <a:ext uri="{FF2B5EF4-FFF2-40B4-BE49-F238E27FC236}">
                  <a16:creationId xmlns:a16="http://schemas.microsoft.com/office/drawing/2014/main" id="{FF85853F-90D1-4CD8-A073-171BE25CD24D}"/>
                </a:ext>
              </a:extLst>
            </p:cNvPr>
            <p:cNvSpPr>
              <a:spLocks/>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8">
              <a:extLst>
                <a:ext uri="{FF2B5EF4-FFF2-40B4-BE49-F238E27FC236}">
                  <a16:creationId xmlns:a16="http://schemas.microsoft.com/office/drawing/2014/main" id="{D3FE2DDF-FE69-42AB-B0DC-CB4D7F61B1C2}"/>
                </a:ext>
              </a:extLst>
            </p:cNvPr>
            <p:cNvSpPr>
              <a:spLocks/>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22">
              <a:extLst>
                <a:ext uri="{FF2B5EF4-FFF2-40B4-BE49-F238E27FC236}">
                  <a16:creationId xmlns:a16="http://schemas.microsoft.com/office/drawing/2014/main" id="{99DA9306-4DB0-43D1-886A-E7409935BCF9}"/>
                </a:ext>
              </a:extLst>
            </p:cNvPr>
            <p:cNvSpPr>
              <a:spLocks/>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Freeform 26">
              <a:extLst>
                <a:ext uri="{FF2B5EF4-FFF2-40B4-BE49-F238E27FC236}">
                  <a16:creationId xmlns:a16="http://schemas.microsoft.com/office/drawing/2014/main" id="{6B817F51-BE96-44E4-AF9B-A462670C0F9D}"/>
                </a:ext>
              </a:extLst>
            </p:cNvPr>
            <p:cNvSpPr>
              <a:spLocks/>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10" name="Freeform 10">
              <a:extLst>
                <a:ext uri="{FF2B5EF4-FFF2-40B4-BE49-F238E27FC236}">
                  <a16:creationId xmlns:a16="http://schemas.microsoft.com/office/drawing/2014/main" id="{6F3749E5-F3B0-4437-9541-DD18C434EC1D}"/>
                </a:ext>
              </a:extLst>
            </p:cNvPr>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a:extLst>
              <a:ext uri="{FF2B5EF4-FFF2-40B4-BE49-F238E27FC236}">
                <a16:creationId xmlns:a16="http://schemas.microsoft.com/office/drawing/2014/main" id="{F6C13437-9DF6-4597-AAD8-C01DF161EA2F}"/>
              </a:ext>
            </a:extLst>
          </p:cNvPr>
          <p:cNvSpPr>
            <a:spLocks noGrp="1"/>
          </p:cNvSpPr>
          <p:nvPr>
            <p:ph type="dt" sz="half" idx="10"/>
          </p:nvPr>
        </p:nvSpPr>
        <p:spPr/>
        <p:txBody>
          <a:bodyPr/>
          <a:lstStyle>
            <a:lvl1pPr eaLnBrk="0" hangingPunct="0">
              <a:defRPr b="1">
                <a:ea typeface="楷体_GB2312"/>
                <a:cs typeface="楷体_GB2312"/>
              </a:defRPr>
            </a:lvl1pPr>
          </a:lstStyle>
          <a:p>
            <a:pPr>
              <a:defRPr/>
            </a:pPr>
            <a:endParaRPr lang="en-US" altLang="zh-CN"/>
          </a:p>
        </p:txBody>
      </p:sp>
      <p:sp>
        <p:nvSpPr>
          <p:cNvPr id="12" name="Footer Placeholder 4">
            <a:extLst>
              <a:ext uri="{FF2B5EF4-FFF2-40B4-BE49-F238E27FC236}">
                <a16:creationId xmlns:a16="http://schemas.microsoft.com/office/drawing/2014/main" id="{2943D495-C6BA-499A-9954-CFBAA87A1C3D}"/>
              </a:ext>
            </a:extLst>
          </p:cNvPr>
          <p:cNvSpPr>
            <a:spLocks noGrp="1"/>
          </p:cNvSpPr>
          <p:nvPr>
            <p:ph type="ftr" sz="quarter" idx="11"/>
          </p:nvPr>
        </p:nvSpPr>
        <p:spPr/>
        <p:txBody>
          <a:bodyPr/>
          <a:lstStyle>
            <a:lvl1pPr eaLnBrk="0" hangingPunct="0">
              <a:defRPr b="1">
                <a:ea typeface="楷体_GB2312"/>
                <a:cs typeface="楷体_GB2312"/>
              </a:defRPr>
            </a:lvl1pPr>
          </a:lstStyle>
          <a:p>
            <a:pPr>
              <a:defRPr/>
            </a:pPr>
            <a:endParaRPr lang="en-US" altLang="zh-CN"/>
          </a:p>
        </p:txBody>
      </p:sp>
      <p:sp>
        <p:nvSpPr>
          <p:cNvPr id="13" name="Slide Number Placeholder 5">
            <a:extLst>
              <a:ext uri="{FF2B5EF4-FFF2-40B4-BE49-F238E27FC236}">
                <a16:creationId xmlns:a16="http://schemas.microsoft.com/office/drawing/2014/main" id="{BD924117-EF2C-4CA5-8554-0AD89BD87991}"/>
              </a:ext>
            </a:extLst>
          </p:cNvPr>
          <p:cNvSpPr>
            <a:spLocks noGrp="1"/>
          </p:cNvSpPr>
          <p:nvPr>
            <p:ph type="sldNum" sz="quarter" idx="12"/>
          </p:nvPr>
        </p:nvSpPr>
        <p:spPr/>
        <p:txBody>
          <a:bodyPr/>
          <a:lstStyle>
            <a:lvl1pPr eaLnBrk="0" hangingPunct="0">
              <a:defRPr b="1">
                <a:ea typeface="楷体_GB2312" pitchFamily="49" charset="-122"/>
              </a:defRPr>
            </a:lvl1pPr>
          </a:lstStyle>
          <a:p>
            <a:pPr>
              <a:defRPr/>
            </a:pPr>
            <a:fld id="{147DF8A5-E5AC-422B-BEA5-1EA85FDE81C4}" type="slidenum">
              <a:rPr lang="zh-CN" altLang="en-US"/>
              <a:pPr>
                <a:defRPr/>
              </a:pPr>
              <a:t>‹#›</a:t>
            </a:fld>
            <a:endParaRPr lang="en-US" altLang="zh-CN"/>
          </a:p>
        </p:txBody>
      </p:sp>
    </p:spTree>
    <p:extLst>
      <p:ext uri="{BB962C8B-B14F-4D97-AF65-F5344CB8AC3E}">
        <p14:creationId xmlns:p14="http://schemas.microsoft.com/office/powerpoint/2010/main" val="1115546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4" name="Date Placeholder 3">
            <a:extLst>
              <a:ext uri="{FF2B5EF4-FFF2-40B4-BE49-F238E27FC236}">
                <a16:creationId xmlns:a16="http://schemas.microsoft.com/office/drawing/2014/main" id="{ACC0CBAF-E2B3-46E3-B6E8-8A5B77204D9D}"/>
              </a:ext>
            </a:extLst>
          </p:cNvPr>
          <p:cNvSpPr>
            <a:spLocks noGrp="1"/>
          </p:cNvSpPr>
          <p:nvPr>
            <p:ph type="dt" sz="half" idx="10"/>
          </p:nvPr>
        </p:nvSpPr>
        <p:spPr/>
        <p:txBody>
          <a:bodyPr/>
          <a:lstStyle>
            <a:lvl1pPr eaLnBrk="0" hangingPunct="0">
              <a:defRPr b="1">
                <a:ea typeface="楷体_GB2312"/>
                <a:cs typeface="楷体_GB2312"/>
              </a:defRPr>
            </a:lvl1pPr>
          </a:lstStyle>
          <a:p>
            <a:pPr>
              <a:defRPr/>
            </a:pPr>
            <a:endParaRPr lang="en-US" altLang="zh-CN"/>
          </a:p>
        </p:txBody>
      </p:sp>
      <p:sp>
        <p:nvSpPr>
          <p:cNvPr id="5" name="Footer Placeholder 4">
            <a:extLst>
              <a:ext uri="{FF2B5EF4-FFF2-40B4-BE49-F238E27FC236}">
                <a16:creationId xmlns:a16="http://schemas.microsoft.com/office/drawing/2014/main" id="{EFD15C9C-FD37-433B-99A1-D2D9200A6CF1}"/>
              </a:ext>
            </a:extLst>
          </p:cNvPr>
          <p:cNvSpPr>
            <a:spLocks noGrp="1"/>
          </p:cNvSpPr>
          <p:nvPr>
            <p:ph type="ftr" sz="quarter" idx="11"/>
          </p:nvPr>
        </p:nvSpPr>
        <p:spPr/>
        <p:txBody>
          <a:bodyPr/>
          <a:lstStyle>
            <a:lvl1pPr eaLnBrk="0" hangingPunct="0">
              <a:defRPr b="1">
                <a:ea typeface="楷体_GB2312"/>
                <a:cs typeface="楷体_GB2312"/>
              </a:defRPr>
            </a:lvl1pPr>
          </a:lstStyle>
          <a:p>
            <a:pPr>
              <a:defRPr/>
            </a:pPr>
            <a:endParaRPr lang="en-US" altLang="zh-CN"/>
          </a:p>
        </p:txBody>
      </p:sp>
      <p:sp>
        <p:nvSpPr>
          <p:cNvPr id="6" name="Slide Number Placeholder 5">
            <a:extLst>
              <a:ext uri="{FF2B5EF4-FFF2-40B4-BE49-F238E27FC236}">
                <a16:creationId xmlns:a16="http://schemas.microsoft.com/office/drawing/2014/main" id="{AB18FC35-6A7E-4CF7-8C2D-D176C15AFE6B}"/>
              </a:ext>
            </a:extLst>
          </p:cNvPr>
          <p:cNvSpPr>
            <a:spLocks noGrp="1"/>
          </p:cNvSpPr>
          <p:nvPr>
            <p:ph type="sldNum" sz="quarter" idx="12"/>
          </p:nvPr>
        </p:nvSpPr>
        <p:spPr/>
        <p:txBody>
          <a:bodyPr/>
          <a:lstStyle>
            <a:lvl1pPr eaLnBrk="0" hangingPunct="0">
              <a:defRPr b="1">
                <a:ea typeface="楷体_GB2312" pitchFamily="49" charset="-122"/>
              </a:defRPr>
            </a:lvl1pPr>
          </a:lstStyle>
          <a:p>
            <a:pPr>
              <a:defRPr/>
            </a:pPr>
            <a:fld id="{ED9B5E2E-9D0B-4585-9180-9BAE88E7C6C8}" type="slidenum">
              <a:rPr lang="zh-CN" altLang="en-US"/>
              <a:pPr>
                <a:defRPr/>
              </a:pPr>
              <a:t>‹#›</a:t>
            </a:fld>
            <a:endParaRPr lang="en-US" altLang="zh-CN"/>
          </a:p>
        </p:txBody>
      </p:sp>
    </p:spTree>
    <p:extLst>
      <p:ext uri="{BB962C8B-B14F-4D97-AF65-F5344CB8AC3E}">
        <p14:creationId xmlns:p14="http://schemas.microsoft.com/office/powerpoint/2010/main" val="578887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a:extLst>
              <a:ext uri="{FF2B5EF4-FFF2-40B4-BE49-F238E27FC236}">
                <a16:creationId xmlns:a16="http://schemas.microsoft.com/office/drawing/2014/main" id="{D5AA1AF6-9C13-4C04-B9C0-475DB481AB31}"/>
              </a:ext>
            </a:extLst>
          </p:cNvPr>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en-US" altLang="zh-CN" b="0">
              <a:solidFill>
                <a:srgbClr val="FFFFFF"/>
              </a:solidFill>
              <a:latin typeface="Candara" panose="020E0502030303020204" pitchFamily="34" charset="0"/>
            </a:endParaRPr>
          </a:p>
        </p:txBody>
      </p:sp>
      <p:grpSp>
        <p:nvGrpSpPr>
          <p:cNvPr id="5" name="Group 9">
            <a:extLst>
              <a:ext uri="{FF2B5EF4-FFF2-40B4-BE49-F238E27FC236}">
                <a16:creationId xmlns:a16="http://schemas.microsoft.com/office/drawing/2014/main" id="{08327B42-4829-4F9C-950A-875B01196B7E}"/>
              </a:ext>
            </a:extLst>
          </p:cNvPr>
          <p:cNvGrpSpPr>
            <a:grpSpLocks noChangeAspect="1"/>
          </p:cNvGrpSpPr>
          <p:nvPr/>
        </p:nvGrpSpPr>
        <p:grpSpPr bwMode="auto">
          <a:xfrm>
            <a:off x="211138" y="4014788"/>
            <a:ext cx="8723312" cy="1000125"/>
            <a:chOff x="-3905250" y="4294188"/>
            <a:chExt cx="13011150" cy="1892300"/>
          </a:xfrm>
        </p:grpSpPr>
        <p:sp>
          <p:nvSpPr>
            <p:cNvPr id="6" name="Freeform 14">
              <a:extLst>
                <a:ext uri="{FF2B5EF4-FFF2-40B4-BE49-F238E27FC236}">
                  <a16:creationId xmlns:a16="http://schemas.microsoft.com/office/drawing/2014/main" id="{3D996A2D-FB0B-4485-93B0-794B26A932CC}"/>
                </a:ext>
              </a:extLst>
            </p:cNvPr>
            <p:cNvSpPr>
              <a:spLocks/>
            </p:cNvSpPr>
            <p:nvPr/>
          </p:nvSpPr>
          <p:spPr bwMode="hidden">
            <a:xfrm>
              <a:off x="4810681" y="4501439"/>
              <a:ext cx="4295219" cy="1015234"/>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8">
              <a:extLst>
                <a:ext uri="{FF2B5EF4-FFF2-40B4-BE49-F238E27FC236}">
                  <a16:creationId xmlns:a16="http://schemas.microsoft.com/office/drawing/2014/main" id="{5E86D633-673E-4880-8B3C-6A8DF1F3253F}"/>
                </a:ext>
              </a:extLst>
            </p:cNvPr>
            <p:cNvSpPr>
              <a:spLocks/>
            </p:cNvSpPr>
            <p:nvPr/>
          </p:nvSpPr>
          <p:spPr bwMode="hidden">
            <a:xfrm>
              <a:off x="-308538" y="4318217"/>
              <a:ext cx="8280254" cy="1210470"/>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22">
              <a:extLst>
                <a:ext uri="{FF2B5EF4-FFF2-40B4-BE49-F238E27FC236}">
                  <a16:creationId xmlns:a16="http://schemas.microsoft.com/office/drawing/2014/main" id="{8EE81B4B-8F73-4945-A5D9-5848F80606FC}"/>
                </a:ext>
              </a:extLst>
            </p:cNvPr>
            <p:cNvSpPr>
              <a:spLocks/>
            </p:cNvSpPr>
            <p:nvPr/>
          </p:nvSpPr>
          <p:spPr bwMode="hidden">
            <a:xfrm>
              <a:off x="4014" y="4336239"/>
              <a:ext cx="8164231" cy="1102339"/>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Freeform 26">
              <a:extLst>
                <a:ext uri="{FF2B5EF4-FFF2-40B4-BE49-F238E27FC236}">
                  <a16:creationId xmlns:a16="http://schemas.microsoft.com/office/drawing/2014/main" id="{FBB54021-650D-46D9-BA35-E01761826510}"/>
                </a:ext>
              </a:extLst>
            </p:cNvPr>
            <p:cNvSpPr>
              <a:spLocks/>
            </p:cNvSpPr>
            <p:nvPr/>
          </p:nvSpPr>
          <p:spPr bwMode="hidden">
            <a:xfrm>
              <a:off x="4157164" y="4315213"/>
              <a:ext cx="4939265" cy="928129"/>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10" name="Freeform 10">
              <a:extLst>
                <a:ext uri="{FF2B5EF4-FFF2-40B4-BE49-F238E27FC236}">
                  <a16:creationId xmlns:a16="http://schemas.microsoft.com/office/drawing/2014/main" id="{2DA6B5C5-8483-4C48-B4EF-D9D2A484508B}"/>
                </a:ext>
              </a:extLst>
            </p:cNvPr>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a:extLst>
              <a:ext uri="{FF2B5EF4-FFF2-40B4-BE49-F238E27FC236}">
                <a16:creationId xmlns:a16="http://schemas.microsoft.com/office/drawing/2014/main" id="{0DD337CE-4994-4DB0-BDB8-094EAC475256}"/>
              </a:ext>
            </a:extLst>
          </p:cNvPr>
          <p:cNvSpPr>
            <a:spLocks noGrp="1"/>
          </p:cNvSpPr>
          <p:nvPr>
            <p:ph type="dt" sz="half" idx="10"/>
          </p:nvPr>
        </p:nvSpPr>
        <p:spPr/>
        <p:txBody>
          <a:bodyPr/>
          <a:lstStyle>
            <a:lvl1pPr>
              <a:defRPr b="1"/>
            </a:lvl1pPr>
          </a:lstStyle>
          <a:p>
            <a:pPr>
              <a:defRPr/>
            </a:pPr>
            <a:endParaRPr lang="en-US" altLang="zh-CN"/>
          </a:p>
        </p:txBody>
      </p:sp>
      <p:sp>
        <p:nvSpPr>
          <p:cNvPr id="12" name="Footer Placeholder 4">
            <a:extLst>
              <a:ext uri="{FF2B5EF4-FFF2-40B4-BE49-F238E27FC236}">
                <a16:creationId xmlns:a16="http://schemas.microsoft.com/office/drawing/2014/main" id="{2B9D1223-2F54-48D7-BFCB-D530F15E375A}"/>
              </a:ext>
            </a:extLst>
          </p:cNvPr>
          <p:cNvSpPr>
            <a:spLocks noGrp="1"/>
          </p:cNvSpPr>
          <p:nvPr>
            <p:ph type="ftr" sz="quarter" idx="11"/>
          </p:nvPr>
        </p:nvSpPr>
        <p:spPr/>
        <p:txBody>
          <a:bodyPr/>
          <a:lstStyle>
            <a:lvl1pPr>
              <a:defRPr b="1"/>
            </a:lvl1pPr>
          </a:lstStyle>
          <a:p>
            <a:pPr>
              <a:defRPr/>
            </a:pPr>
            <a:endParaRPr lang="en-US" altLang="zh-CN"/>
          </a:p>
        </p:txBody>
      </p:sp>
      <p:sp>
        <p:nvSpPr>
          <p:cNvPr id="13" name="Slide Number Placeholder 5">
            <a:extLst>
              <a:ext uri="{FF2B5EF4-FFF2-40B4-BE49-F238E27FC236}">
                <a16:creationId xmlns:a16="http://schemas.microsoft.com/office/drawing/2014/main" id="{505B6A24-3A25-4C28-8F50-EC114D0E4260}"/>
              </a:ext>
            </a:extLst>
          </p:cNvPr>
          <p:cNvSpPr>
            <a:spLocks noGrp="1"/>
          </p:cNvSpPr>
          <p:nvPr>
            <p:ph type="sldNum" sz="quarter" idx="12"/>
          </p:nvPr>
        </p:nvSpPr>
        <p:spPr/>
        <p:txBody>
          <a:bodyPr/>
          <a:lstStyle>
            <a:lvl1pPr>
              <a:defRPr b="1"/>
            </a:lvl1pPr>
          </a:lstStyle>
          <a:p>
            <a:pPr>
              <a:defRPr/>
            </a:pPr>
            <a:fld id="{12AD54C7-FAC6-492D-B496-71E01BF349F3}" type="slidenum">
              <a:rPr lang="zh-CN" altLang="en-US"/>
              <a:pPr>
                <a:defRPr/>
              </a:pPr>
              <a:t>‹#›</a:t>
            </a:fld>
            <a:endParaRPr lang="en-US" altLang="zh-CN"/>
          </a:p>
        </p:txBody>
      </p:sp>
    </p:spTree>
    <p:extLst>
      <p:ext uri="{BB962C8B-B14F-4D97-AF65-F5344CB8AC3E}">
        <p14:creationId xmlns:p14="http://schemas.microsoft.com/office/powerpoint/2010/main" val="3090548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4" name="Date Placeholder 3">
            <a:extLst>
              <a:ext uri="{FF2B5EF4-FFF2-40B4-BE49-F238E27FC236}">
                <a16:creationId xmlns:a16="http://schemas.microsoft.com/office/drawing/2014/main" id="{2BF1E4FB-4CE0-40C3-BD50-0654D63FD1C2}"/>
              </a:ext>
            </a:extLst>
          </p:cNvPr>
          <p:cNvSpPr>
            <a:spLocks noGrp="1"/>
          </p:cNvSpPr>
          <p:nvPr>
            <p:ph type="dt" sz="half" idx="10"/>
          </p:nvPr>
        </p:nvSpPr>
        <p:spPr/>
        <p:txBody>
          <a:bodyPr/>
          <a:lstStyle>
            <a:lvl1pPr>
              <a:defRPr b="1"/>
            </a:lvl1pPr>
          </a:lstStyle>
          <a:p>
            <a:pPr>
              <a:defRPr/>
            </a:pPr>
            <a:endParaRPr lang="en-US" altLang="zh-CN"/>
          </a:p>
        </p:txBody>
      </p:sp>
      <p:sp>
        <p:nvSpPr>
          <p:cNvPr id="5" name="Footer Placeholder 4">
            <a:extLst>
              <a:ext uri="{FF2B5EF4-FFF2-40B4-BE49-F238E27FC236}">
                <a16:creationId xmlns:a16="http://schemas.microsoft.com/office/drawing/2014/main" id="{852440BF-09D6-4DC0-8442-0FBBB3413580}"/>
              </a:ext>
            </a:extLst>
          </p:cNvPr>
          <p:cNvSpPr>
            <a:spLocks noGrp="1"/>
          </p:cNvSpPr>
          <p:nvPr>
            <p:ph type="ftr" sz="quarter" idx="11"/>
          </p:nvPr>
        </p:nvSpPr>
        <p:spPr/>
        <p:txBody>
          <a:bodyPr/>
          <a:lstStyle>
            <a:lvl1pPr>
              <a:defRPr b="1"/>
            </a:lvl1pPr>
          </a:lstStyle>
          <a:p>
            <a:pPr>
              <a:defRPr/>
            </a:pPr>
            <a:endParaRPr lang="en-US" altLang="zh-CN"/>
          </a:p>
        </p:txBody>
      </p:sp>
      <p:sp>
        <p:nvSpPr>
          <p:cNvPr id="6" name="Slide Number Placeholder 5">
            <a:extLst>
              <a:ext uri="{FF2B5EF4-FFF2-40B4-BE49-F238E27FC236}">
                <a16:creationId xmlns:a16="http://schemas.microsoft.com/office/drawing/2014/main" id="{6FC3AE36-DE83-4B24-9462-D8473E2CD200}"/>
              </a:ext>
            </a:extLst>
          </p:cNvPr>
          <p:cNvSpPr>
            <a:spLocks noGrp="1"/>
          </p:cNvSpPr>
          <p:nvPr>
            <p:ph type="sldNum" sz="quarter" idx="12"/>
          </p:nvPr>
        </p:nvSpPr>
        <p:spPr/>
        <p:txBody>
          <a:bodyPr/>
          <a:lstStyle>
            <a:lvl1pPr>
              <a:defRPr b="1"/>
            </a:lvl1pPr>
          </a:lstStyle>
          <a:p>
            <a:pPr>
              <a:defRPr/>
            </a:pPr>
            <a:fld id="{AED05DE6-644B-455D-8180-91A96061CB58}" type="slidenum">
              <a:rPr lang="zh-CN" altLang="en-US"/>
              <a:pPr>
                <a:defRPr/>
              </a:pPr>
              <a:t>‹#›</a:t>
            </a:fld>
            <a:endParaRPr lang="en-US" altLang="zh-CN"/>
          </a:p>
        </p:txBody>
      </p:sp>
    </p:spTree>
    <p:extLst>
      <p:ext uri="{BB962C8B-B14F-4D97-AF65-F5344CB8AC3E}">
        <p14:creationId xmlns:p14="http://schemas.microsoft.com/office/powerpoint/2010/main" val="1324523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a:extLst>
              <a:ext uri="{FF2B5EF4-FFF2-40B4-BE49-F238E27FC236}">
                <a16:creationId xmlns:a16="http://schemas.microsoft.com/office/drawing/2014/main" id="{77845885-ABA1-4502-B3BE-962C2D66237C}"/>
              </a:ext>
            </a:extLst>
          </p:cNvPr>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en-US" altLang="zh-CN" b="0">
              <a:solidFill>
                <a:srgbClr val="FFFFFF"/>
              </a:solidFill>
              <a:latin typeface="Candara" panose="020E0502030303020204" pitchFamily="34" charset="0"/>
            </a:endParaRPr>
          </a:p>
        </p:txBody>
      </p:sp>
      <p:grpSp>
        <p:nvGrpSpPr>
          <p:cNvPr id="5" name="Group 9">
            <a:extLst>
              <a:ext uri="{FF2B5EF4-FFF2-40B4-BE49-F238E27FC236}">
                <a16:creationId xmlns:a16="http://schemas.microsoft.com/office/drawing/2014/main" id="{E1855A91-352C-4DE7-BAF9-06E24D57B044}"/>
              </a:ext>
            </a:extLst>
          </p:cNvPr>
          <p:cNvGrpSpPr>
            <a:grpSpLocks noChangeAspect="1"/>
          </p:cNvGrpSpPr>
          <p:nvPr/>
        </p:nvGrpSpPr>
        <p:grpSpPr bwMode="auto">
          <a:xfrm>
            <a:off x="211138" y="4014788"/>
            <a:ext cx="8723312" cy="1000125"/>
            <a:chOff x="-3905250" y="4294188"/>
            <a:chExt cx="13011150" cy="1892300"/>
          </a:xfrm>
        </p:grpSpPr>
        <p:sp>
          <p:nvSpPr>
            <p:cNvPr id="6" name="Freeform 14">
              <a:extLst>
                <a:ext uri="{FF2B5EF4-FFF2-40B4-BE49-F238E27FC236}">
                  <a16:creationId xmlns:a16="http://schemas.microsoft.com/office/drawing/2014/main" id="{5BF07FAF-91C2-4BBE-90B8-D8413717E0EB}"/>
                </a:ext>
              </a:extLst>
            </p:cNvPr>
            <p:cNvSpPr>
              <a:spLocks/>
            </p:cNvSpPr>
            <p:nvPr/>
          </p:nvSpPr>
          <p:spPr bwMode="hidden">
            <a:xfrm>
              <a:off x="4810681" y="4501439"/>
              <a:ext cx="4295219" cy="1015234"/>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8">
              <a:extLst>
                <a:ext uri="{FF2B5EF4-FFF2-40B4-BE49-F238E27FC236}">
                  <a16:creationId xmlns:a16="http://schemas.microsoft.com/office/drawing/2014/main" id="{6FBC2CD3-D469-492F-9308-43A090A5CB9B}"/>
                </a:ext>
              </a:extLst>
            </p:cNvPr>
            <p:cNvSpPr>
              <a:spLocks/>
            </p:cNvSpPr>
            <p:nvPr/>
          </p:nvSpPr>
          <p:spPr bwMode="hidden">
            <a:xfrm>
              <a:off x="-308538" y="4318217"/>
              <a:ext cx="8280254" cy="1210470"/>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22">
              <a:extLst>
                <a:ext uri="{FF2B5EF4-FFF2-40B4-BE49-F238E27FC236}">
                  <a16:creationId xmlns:a16="http://schemas.microsoft.com/office/drawing/2014/main" id="{23E2ED74-DB50-4ACE-A702-667279FFA93F}"/>
                </a:ext>
              </a:extLst>
            </p:cNvPr>
            <p:cNvSpPr>
              <a:spLocks/>
            </p:cNvSpPr>
            <p:nvPr/>
          </p:nvSpPr>
          <p:spPr bwMode="hidden">
            <a:xfrm>
              <a:off x="4014" y="4336239"/>
              <a:ext cx="8164231" cy="1102339"/>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Freeform 26">
              <a:extLst>
                <a:ext uri="{FF2B5EF4-FFF2-40B4-BE49-F238E27FC236}">
                  <a16:creationId xmlns:a16="http://schemas.microsoft.com/office/drawing/2014/main" id="{81F25E4E-F4BB-4921-B740-9A3EA3C1223C}"/>
                </a:ext>
              </a:extLst>
            </p:cNvPr>
            <p:cNvSpPr>
              <a:spLocks/>
            </p:cNvSpPr>
            <p:nvPr/>
          </p:nvSpPr>
          <p:spPr bwMode="hidden">
            <a:xfrm>
              <a:off x="4157164" y="4315213"/>
              <a:ext cx="4939265" cy="928129"/>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10" name="Freeform 10">
              <a:extLst>
                <a:ext uri="{FF2B5EF4-FFF2-40B4-BE49-F238E27FC236}">
                  <a16:creationId xmlns:a16="http://schemas.microsoft.com/office/drawing/2014/main" id="{5CDBFD64-CE0E-45E6-BFA9-C28209205D58}"/>
                </a:ext>
              </a:extLst>
            </p:cNvPr>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a:extLst>
              <a:ext uri="{FF2B5EF4-FFF2-40B4-BE49-F238E27FC236}">
                <a16:creationId xmlns:a16="http://schemas.microsoft.com/office/drawing/2014/main" id="{75BDAD4F-6D64-4EB5-AEA2-B3A3AFADB88A}"/>
              </a:ext>
            </a:extLst>
          </p:cNvPr>
          <p:cNvSpPr>
            <a:spLocks noGrp="1"/>
          </p:cNvSpPr>
          <p:nvPr>
            <p:ph type="dt" sz="half" idx="10"/>
          </p:nvPr>
        </p:nvSpPr>
        <p:spPr/>
        <p:txBody>
          <a:bodyPr/>
          <a:lstStyle>
            <a:lvl1pPr>
              <a:defRPr b="1"/>
            </a:lvl1pPr>
          </a:lstStyle>
          <a:p>
            <a:pPr>
              <a:defRPr/>
            </a:pPr>
            <a:endParaRPr lang="en-US" altLang="zh-CN"/>
          </a:p>
        </p:txBody>
      </p:sp>
      <p:sp>
        <p:nvSpPr>
          <p:cNvPr id="12" name="Footer Placeholder 4">
            <a:extLst>
              <a:ext uri="{FF2B5EF4-FFF2-40B4-BE49-F238E27FC236}">
                <a16:creationId xmlns:a16="http://schemas.microsoft.com/office/drawing/2014/main" id="{B679F70D-A2C3-4798-A842-75D44642A8C9}"/>
              </a:ext>
            </a:extLst>
          </p:cNvPr>
          <p:cNvSpPr>
            <a:spLocks noGrp="1"/>
          </p:cNvSpPr>
          <p:nvPr>
            <p:ph type="ftr" sz="quarter" idx="11"/>
          </p:nvPr>
        </p:nvSpPr>
        <p:spPr/>
        <p:txBody>
          <a:bodyPr/>
          <a:lstStyle>
            <a:lvl1pPr>
              <a:defRPr b="1"/>
            </a:lvl1pPr>
          </a:lstStyle>
          <a:p>
            <a:pPr>
              <a:defRPr/>
            </a:pPr>
            <a:endParaRPr lang="en-US" altLang="zh-CN"/>
          </a:p>
        </p:txBody>
      </p:sp>
      <p:sp>
        <p:nvSpPr>
          <p:cNvPr id="13" name="Slide Number Placeholder 5">
            <a:extLst>
              <a:ext uri="{FF2B5EF4-FFF2-40B4-BE49-F238E27FC236}">
                <a16:creationId xmlns:a16="http://schemas.microsoft.com/office/drawing/2014/main" id="{547539F1-1226-4602-850F-D15868753A11}"/>
              </a:ext>
            </a:extLst>
          </p:cNvPr>
          <p:cNvSpPr>
            <a:spLocks noGrp="1"/>
          </p:cNvSpPr>
          <p:nvPr>
            <p:ph type="sldNum" sz="quarter" idx="12"/>
          </p:nvPr>
        </p:nvSpPr>
        <p:spPr/>
        <p:txBody>
          <a:bodyPr/>
          <a:lstStyle>
            <a:lvl1pPr>
              <a:defRPr b="1"/>
            </a:lvl1pPr>
          </a:lstStyle>
          <a:p>
            <a:pPr>
              <a:defRPr/>
            </a:pPr>
            <a:fld id="{1419EEB7-0E18-49E4-9995-6348D5FF6EF2}" type="slidenum">
              <a:rPr lang="zh-CN" altLang="en-US"/>
              <a:pPr>
                <a:defRPr/>
              </a:pPr>
              <a:t>‹#›</a:t>
            </a:fld>
            <a:endParaRPr lang="en-US" altLang="zh-CN"/>
          </a:p>
        </p:txBody>
      </p:sp>
    </p:spTree>
    <p:extLst>
      <p:ext uri="{BB962C8B-B14F-4D97-AF65-F5344CB8AC3E}">
        <p14:creationId xmlns:p14="http://schemas.microsoft.com/office/powerpoint/2010/main" val="1952183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4" name="Date Placeholder 3">
            <a:extLst>
              <a:ext uri="{FF2B5EF4-FFF2-40B4-BE49-F238E27FC236}">
                <a16:creationId xmlns:a16="http://schemas.microsoft.com/office/drawing/2014/main" id="{BAA38AD0-1D41-4E23-B358-8EC5F5C51260}"/>
              </a:ext>
            </a:extLst>
          </p:cNvPr>
          <p:cNvSpPr>
            <a:spLocks noGrp="1"/>
          </p:cNvSpPr>
          <p:nvPr>
            <p:ph type="dt" sz="half" idx="10"/>
          </p:nvPr>
        </p:nvSpPr>
        <p:spPr/>
        <p:txBody>
          <a:bodyPr/>
          <a:lstStyle>
            <a:lvl1pPr>
              <a:defRPr b="1"/>
            </a:lvl1pPr>
          </a:lstStyle>
          <a:p>
            <a:pPr>
              <a:defRPr/>
            </a:pPr>
            <a:endParaRPr lang="en-US" altLang="zh-CN"/>
          </a:p>
        </p:txBody>
      </p:sp>
      <p:sp>
        <p:nvSpPr>
          <p:cNvPr id="5" name="Footer Placeholder 4">
            <a:extLst>
              <a:ext uri="{FF2B5EF4-FFF2-40B4-BE49-F238E27FC236}">
                <a16:creationId xmlns:a16="http://schemas.microsoft.com/office/drawing/2014/main" id="{C9F9145C-F68D-4A7C-8CAC-6373F030EC48}"/>
              </a:ext>
            </a:extLst>
          </p:cNvPr>
          <p:cNvSpPr>
            <a:spLocks noGrp="1"/>
          </p:cNvSpPr>
          <p:nvPr>
            <p:ph type="ftr" sz="quarter" idx="11"/>
          </p:nvPr>
        </p:nvSpPr>
        <p:spPr/>
        <p:txBody>
          <a:bodyPr/>
          <a:lstStyle>
            <a:lvl1pPr>
              <a:defRPr b="1"/>
            </a:lvl1pPr>
          </a:lstStyle>
          <a:p>
            <a:pPr>
              <a:defRPr/>
            </a:pPr>
            <a:endParaRPr lang="en-US" altLang="zh-CN"/>
          </a:p>
        </p:txBody>
      </p:sp>
      <p:sp>
        <p:nvSpPr>
          <p:cNvPr id="6" name="Slide Number Placeholder 5">
            <a:extLst>
              <a:ext uri="{FF2B5EF4-FFF2-40B4-BE49-F238E27FC236}">
                <a16:creationId xmlns:a16="http://schemas.microsoft.com/office/drawing/2014/main" id="{F44B71B1-9D80-498F-A8E3-8CE83DFA59A2}"/>
              </a:ext>
            </a:extLst>
          </p:cNvPr>
          <p:cNvSpPr>
            <a:spLocks noGrp="1"/>
          </p:cNvSpPr>
          <p:nvPr>
            <p:ph type="sldNum" sz="quarter" idx="12"/>
          </p:nvPr>
        </p:nvSpPr>
        <p:spPr/>
        <p:txBody>
          <a:bodyPr/>
          <a:lstStyle>
            <a:lvl1pPr>
              <a:defRPr b="1"/>
            </a:lvl1pPr>
          </a:lstStyle>
          <a:p>
            <a:pPr>
              <a:defRPr/>
            </a:pPr>
            <a:fld id="{908D6FB2-9EA5-4AE8-80CD-6D09DC28E8D1}" type="slidenum">
              <a:rPr lang="zh-CN" altLang="en-US"/>
              <a:pPr>
                <a:defRPr/>
              </a:pPr>
              <a:t>‹#›</a:t>
            </a:fld>
            <a:endParaRPr lang="en-US" altLang="zh-CN"/>
          </a:p>
        </p:txBody>
      </p:sp>
    </p:spTree>
    <p:extLst>
      <p:ext uri="{BB962C8B-B14F-4D97-AF65-F5344CB8AC3E}">
        <p14:creationId xmlns:p14="http://schemas.microsoft.com/office/powerpoint/2010/main" val="32464054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D5AC766-C600-45A6-9D6C-B412DBA9A39B}"/>
              </a:ext>
            </a:extLst>
          </p:cNvPr>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1567B625-E818-47E3-823B-43D743749DD9}"/>
              </a:ext>
            </a:extLst>
          </p:cNvPr>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b="0">
                <a:solidFill>
                  <a:srgbClr val="073E87"/>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BAFA5495-0C26-4F64-9768-C60374B091F5}"/>
              </a:ext>
            </a:extLst>
          </p:cNvPr>
          <p:cNvSpPr>
            <a:spLocks noGrp="1"/>
          </p:cNvSpPr>
          <p:nvPr>
            <p:ph type="sldNum" sz="quarter" idx="4"/>
          </p:nvPr>
        </p:nvSpPr>
        <p:spPr>
          <a:xfrm>
            <a:off x="3990975" y="4687888"/>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000" b="0">
                <a:solidFill>
                  <a:srgbClr val="073E87"/>
                </a:solidFill>
              </a:defRPr>
            </a:lvl1pPr>
          </a:lstStyle>
          <a:p>
            <a:pPr>
              <a:defRPr/>
            </a:pPr>
            <a:fld id="{2A0B5282-0AD4-4389-B90E-D8B44830F477}" type="slidenum">
              <a:rPr lang="zh-CN" altLang="en-US"/>
              <a:pPr>
                <a:defRPr/>
              </a:pPr>
              <a:t>‹#›</a:t>
            </a:fld>
            <a:endParaRPr lang="en-US" altLang="zh-CN"/>
          </a:p>
        </p:txBody>
      </p:sp>
      <p:sp>
        <p:nvSpPr>
          <p:cNvPr id="1030" name="Text Placeholder 2">
            <a:extLst>
              <a:ext uri="{FF2B5EF4-FFF2-40B4-BE49-F238E27FC236}">
                <a16:creationId xmlns:a16="http://schemas.microsoft.com/office/drawing/2014/main" id="{71268893-6B3A-4BE7-A4D8-8CAA092A0EE7}"/>
              </a:ext>
            </a:extLst>
          </p:cNvPr>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5627" r:id="rId1"/>
    <p:sldLayoutId id="2147485628"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3A746003-DBF8-4976-AD32-F09A256B4E64}"/>
              </a:ext>
            </a:extLst>
          </p:cNvPr>
          <p:cNvSpPr/>
          <p:nvPr/>
        </p:nvSpPr>
        <p:spPr>
          <a:xfrm>
            <a:off x="228600" y="171450"/>
            <a:ext cx="8696325" cy="13922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altLang="zh-CN" b="0">
              <a:solidFill>
                <a:srgbClr val="FFFFFF"/>
              </a:solidFill>
              <a:ea typeface="宋体" panose="02010600030101010101" pitchFamily="2" charset="-122"/>
            </a:endParaRPr>
          </a:p>
        </p:txBody>
      </p:sp>
      <p:grpSp>
        <p:nvGrpSpPr>
          <p:cNvPr id="2051" name="Group 15">
            <a:extLst>
              <a:ext uri="{FF2B5EF4-FFF2-40B4-BE49-F238E27FC236}">
                <a16:creationId xmlns:a16="http://schemas.microsoft.com/office/drawing/2014/main" id="{FF17575F-51FB-47F6-8E7E-F055BFB10C4C}"/>
              </a:ext>
            </a:extLst>
          </p:cNvPr>
          <p:cNvGrpSpPr>
            <a:grpSpLocks noChangeAspect="1"/>
          </p:cNvGrpSpPr>
          <p:nvPr/>
        </p:nvGrpSpPr>
        <p:grpSpPr bwMode="auto">
          <a:xfrm>
            <a:off x="211138" y="987425"/>
            <a:ext cx="8723312" cy="647700"/>
            <a:chOff x="-3905251" y="4294188"/>
            <a:chExt cx="13027839" cy="1892300"/>
          </a:xfrm>
        </p:grpSpPr>
        <p:sp>
          <p:nvSpPr>
            <p:cNvPr id="2057" name="Freeform 14">
              <a:extLst>
                <a:ext uri="{FF2B5EF4-FFF2-40B4-BE49-F238E27FC236}">
                  <a16:creationId xmlns:a16="http://schemas.microsoft.com/office/drawing/2014/main" id="{825908AD-7C56-4BAC-A5F6-562FCA54FE15}"/>
                </a:ext>
              </a:extLst>
            </p:cNvPr>
            <p:cNvSpPr>
              <a:spLocks/>
            </p:cNvSpPr>
            <p:nvPr/>
          </p:nvSpPr>
          <p:spPr bwMode="hidden">
            <a:xfrm>
              <a:off x="4810006" y="4498260"/>
              <a:ext cx="4295986" cy="1020358"/>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58" name="Freeform 18">
              <a:extLst>
                <a:ext uri="{FF2B5EF4-FFF2-40B4-BE49-F238E27FC236}">
                  <a16:creationId xmlns:a16="http://schemas.microsoft.com/office/drawing/2014/main" id="{EAD1509A-0081-49C0-939F-DB4616883781}"/>
                </a:ext>
              </a:extLst>
            </p:cNvPr>
            <p:cNvSpPr>
              <a:spLocks/>
            </p:cNvSpPr>
            <p:nvPr/>
          </p:nvSpPr>
          <p:spPr bwMode="hidden">
            <a:xfrm>
              <a:off x="-308667" y="4317379"/>
              <a:ext cx="8279020" cy="1210514"/>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59" name="Freeform 22">
              <a:extLst>
                <a:ext uri="{FF2B5EF4-FFF2-40B4-BE49-F238E27FC236}">
                  <a16:creationId xmlns:a16="http://schemas.microsoft.com/office/drawing/2014/main" id="{3A0A315D-91E0-4F8C-A3DB-581EEFEA6490}"/>
                </a:ext>
              </a:extLst>
            </p:cNvPr>
            <p:cNvSpPr>
              <a:spLocks/>
            </p:cNvSpPr>
            <p:nvPr/>
          </p:nvSpPr>
          <p:spPr bwMode="hidden">
            <a:xfrm>
              <a:off x="4286" y="4335931"/>
              <a:ext cx="8165219" cy="1099202"/>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60" name="Freeform 26">
              <a:extLst>
                <a:ext uri="{FF2B5EF4-FFF2-40B4-BE49-F238E27FC236}">
                  <a16:creationId xmlns:a16="http://schemas.microsoft.com/office/drawing/2014/main" id="{A36C9359-CA55-434C-ADEC-66C64D53655B}"/>
                </a:ext>
              </a:extLst>
            </p:cNvPr>
            <p:cNvSpPr>
              <a:spLocks/>
            </p:cNvSpPr>
            <p:nvPr/>
          </p:nvSpPr>
          <p:spPr bwMode="hidden">
            <a:xfrm>
              <a:off x="4155651" y="4317379"/>
              <a:ext cx="4940859" cy="927598"/>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2061" name="Freeform 10">
              <a:extLst>
                <a:ext uri="{FF2B5EF4-FFF2-40B4-BE49-F238E27FC236}">
                  <a16:creationId xmlns:a16="http://schemas.microsoft.com/office/drawing/2014/main" id="{9137BBA8-3781-42AC-87D6-F1012375BE01}"/>
                </a:ext>
              </a:extLst>
            </p:cNvPr>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052" name="Title Placeholder 1">
            <a:extLst>
              <a:ext uri="{FF2B5EF4-FFF2-40B4-BE49-F238E27FC236}">
                <a16:creationId xmlns:a16="http://schemas.microsoft.com/office/drawing/2014/main" id="{A58F9A4A-6CD6-4BFD-BEA1-6DADDF93DA8E}"/>
              </a:ext>
            </a:extLst>
          </p:cNvPr>
          <p:cNvSpPr>
            <a:spLocks noGrp="1"/>
          </p:cNvSpPr>
          <p:nvPr>
            <p:ph type="title"/>
          </p:nvPr>
        </p:nvSpPr>
        <p:spPr bwMode="auto">
          <a:xfrm>
            <a:off x="457200" y="254000"/>
            <a:ext cx="82296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6075C687-8356-4A5A-A7FC-77ECE95B7B0C}"/>
              </a:ext>
            </a:extLst>
          </p:cNvPr>
          <p:cNvSpPr>
            <a:spLocks noGrp="1"/>
          </p:cNvSpPr>
          <p:nvPr>
            <p:ph type="dt" sz="half" idx="2"/>
          </p:nvPr>
        </p:nvSpPr>
        <p:spPr>
          <a:xfrm>
            <a:off x="5164138" y="4687888"/>
            <a:ext cx="3786187" cy="273050"/>
          </a:xfrm>
          <a:prstGeom prst="rect">
            <a:avLst/>
          </a:prstGeom>
        </p:spPr>
        <p:txBody>
          <a:bodyPr vert="horz" lIns="68580" tIns="34290" rIns="68580" bIns="34290" rtlCol="0" anchor="ctr"/>
          <a:lstStyle>
            <a:lvl1pPr algn="r" eaLnBrk="1" hangingPunct="1">
              <a:defRPr sz="1000" b="0">
                <a:solidFill>
                  <a:srgbClr val="073E87"/>
                </a:solidFill>
                <a:ea typeface="楷体_GB2312" pitchFamily="49" charset="-122"/>
                <a:cs typeface="+mn-cs"/>
              </a:defRPr>
            </a:lvl1pPr>
          </a:lstStyle>
          <a:p>
            <a:pPr>
              <a:defRPr/>
            </a:pPr>
            <a:endParaRPr lang="en-US" altLang="zh-CN"/>
          </a:p>
        </p:txBody>
      </p:sp>
      <p:sp>
        <p:nvSpPr>
          <p:cNvPr id="5" name="Footer Placeholder 4">
            <a:extLst>
              <a:ext uri="{FF2B5EF4-FFF2-40B4-BE49-F238E27FC236}">
                <a16:creationId xmlns:a16="http://schemas.microsoft.com/office/drawing/2014/main" id="{DD0FA6B8-0E98-4CE1-9BD5-B1DEB50E7C79}"/>
              </a:ext>
            </a:extLst>
          </p:cNvPr>
          <p:cNvSpPr>
            <a:spLocks noGrp="1"/>
          </p:cNvSpPr>
          <p:nvPr>
            <p:ph type="ftr" sz="quarter" idx="3"/>
          </p:nvPr>
        </p:nvSpPr>
        <p:spPr>
          <a:xfrm>
            <a:off x="193675" y="4687888"/>
            <a:ext cx="3786188" cy="273050"/>
          </a:xfrm>
          <a:prstGeom prst="rect">
            <a:avLst/>
          </a:prstGeom>
        </p:spPr>
        <p:txBody>
          <a:bodyPr vert="horz" lIns="68580" tIns="34290" rIns="68580" bIns="34290" rtlCol="0" anchor="ctr"/>
          <a:lstStyle>
            <a:lvl1pPr algn="l" eaLnBrk="1" hangingPunct="1">
              <a:defRPr sz="1000" b="0">
                <a:solidFill>
                  <a:srgbClr val="073E87"/>
                </a:solidFill>
                <a:ea typeface="楷体_GB2312" pitchFamily="49" charset="-122"/>
                <a:cs typeface="+mn-cs"/>
              </a:defRPr>
            </a:lvl1pPr>
          </a:lstStyle>
          <a:p>
            <a:pPr>
              <a:defRPr/>
            </a:pPr>
            <a:endParaRPr lang="en-US" altLang="zh-CN"/>
          </a:p>
        </p:txBody>
      </p:sp>
      <p:sp>
        <p:nvSpPr>
          <p:cNvPr id="6" name="Slide Number Placeholder 5">
            <a:extLst>
              <a:ext uri="{FF2B5EF4-FFF2-40B4-BE49-F238E27FC236}">
                <a16:creationId xmlns:a16="http://schemas.microsoft.com/office/drawing/2014/main" id="{F35B0855-DD3C-4D01-B112-A39FE6515D5C}"/>
              </a:ext>
            </a:extLst>
          </p:cNvPr>
          <p:cNvSpPr>
            <a:spLocks noGrp="1"/>
          </p:cNvSpPr>
          <p:nvPr>
            <p:ph type="sldNum" sz="quarter" idx="4"/>
          </p:nvPr>
        </p:nvSpPr>
        <p:spPr>
          <a:xfrm>
            <a:off x="3990975" y="4687888"/>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000" b="0">
                <a:solidFill>
                  <a:srgbClr val="073E87"/>
                </a:solidFill>
                <a:ea typeface="楷体_GB2312" pitchFamily="49" charset="-122"/>
              </a:defRPr>
            </a:lvl1pPr>
          </a:lstStyle>
          <a:p>
            <a:pPr>
              <a:defRPr/>
            </a:pPr>
            <a:fld id="{BC0FC1BA-F54D-47E4-8C26-EC272EFB2EDD}" type="slidenum">
              <a:rPr lang="zh-CN" altLang="en-US"/>
              <a:pPr>
                <a:defRPr/>
              </a:pPr>
              <a:t>‹#›</a:t>
            </a:fld>
            <a:endParaRPr lang="en-US" altLang="zh-CN"/>
          </a:p>
        </p:txBody>
      </p:sp>
      <p:sp>
        <p:nvSpPr>
          <p:cNvPr id="2056" name="Text Placeholder 2">
            <a:extLst>
              <a:ext uri="{FF2B5EF4-FFF2-40B4-BE49-F238E27FC236}">
                <a16:creationId xmlns:a16="http://schemas.microsoft.com/office/drawing/2014/main" id="{C4C9F5D9-D55B-4203-8BED-DD543B92F129}"/>
              </a:ext>
            </a:extLst>
          </p:cNvPr>
          <p:cNvSpPr>
            <a:spLocks noGrp="1"/>
          </p:cNvSpPr>
          <p:nvPr>
            <p:ph type="body" idx="1"/>
          </p:nvPr>
        </p:nvSpPr>
        <p:spPr bwMode="auto">
          <a:xfrm>
            <a:off x="250825" y="1347788"/>
            <a:ext cx="5976938"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5630" r:id="rId1"/>
    <p:sldLayoutId id="2147485631" r:id="rId2"/>
    <p:sldLayoutId id="2147485632" r:id="rId3"/>
  </p:sldLayoutIdLst>
  <p:hf hdr="0" ftr="0" dt="0"/>
  <p:txStyles>
    <p:titleStyle>
      <a:lvl1pPr algn="ctr" rtl="0" eaLnBrk="0" fontAlgn="base" hangingPunct="0">
        <a:spcBef>
          <a:spcPct val="0"/>
        </a:spcBef>
        <a:spcAft>
          <a:spcPct val="0"/>
        </a:spcAft>
        <a:defRPr sz="4400" kern="1200">
          <a:solidFill>
            <a:srgbClr val="FFFFFF"/>
          </a:solidFill>
          <a:latin typeface="+mj-lt"/>
          <a:ea typeface="+mj-ea"/>
          <a:cs typeface="+mj-cs"/>
        </a:defRPr>
      </a:lvl1pPr>
      <a:lvl2pPr algn="ctr" rtl="0" eaLnBrk="0" fontAlgn="base" hangingPunct="0">
        <a:spcBef>
          <a:spcPct val="0"/>
        </a:spcBef>
        <a:spcAft>
          <a:spcPct val="0"/>
        </a:spcAft>
        <a:defRPr sz="4400">
          <a:solidFill>
            <a:srgbClr val="FFFFFF"/>
          </a:solidFill>
          <a:latin typeface="Candara" pitchFamily="34" charset="0"/>
        </a:defRPr>
      </a:lvl2pPr>
      <a:lvl3pPr algn="ctr" rtl="0" eaLnBrk="0" fontAlgn="base" hangingPunct="0">
        <a:spcBef>
          <a:spcPct val="0"/>
        </a:spcBef>
        <a:spcAft>
          <a:spcPct val="0"/>
        </a:spcAft>
        <a:defRPr sz="4400">
          <a:solidFill>
            <a:srgbClr val="FFFFFF"/>
          </a:solidFill>
          <a:latin typeface="Candara" pitchFamily="34" charset="0"/>
        </a:defRPr>
      </a:lvl3pPr>
      <a:lvl4pPr algn="ctr" rtl="0" eaLnBrk="0" fontAlgn="base" hangingPunct="0">
        <a:spcBef>
          <a:spcPct val="0"/>
        </a:spcBef>
        <a:spcAft>
          <a:spcPct val="0"/>
        </a:spcAft>
        <a:defRPr sz="4400">
          <a:solidFill>
            <a:srgbClr val="FFFFFF"/>
          </a:solidFill>
          <a:latin typeface="Candara" pitchFamily="34" charset="0"/>
        </a:defRPr>
      </a:lvl4pPr>
      <a:lvl5pPr algn="ctr" rtl="0" eaLnBrk="0" fontAlgn="base" hangingPunct="0">
        <a:spcBef>
          <a:spcPct val="0"/>
        </a:spcBef>
        <a:spcAft>
          <a:spcPct val="0"/>
        </a:spcAft>
        <a:defRPr sz="4400">
          <a:solidFill>
            <a:srgbClr val="FFFFFF"/>
          </a:solidFill>
          <a:latin typeface="Candara"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DAAFA8AF-2129-4DFE-9649-8717BAD6F90E}"/>
              </a:ext>
            </a:extLst>
          </p:cNvPr>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b="0">
              <a:solidFill>
                <a:prstClr val="white"/>
              </a:solidFill>
            </a:endParaRPr>
          </a:p>
        </p:txBody>
      </p:sp>
      <p:grpSp>
        <p:nvGrpSpPr>
          <p:cNvPr id="3075" name="Group 15">
            <a:extLst>
              <a:ext uri="{FF2B5EF4-FFF2-40B4-BE49-F238E27FC236}">
                <a16:creationId xmlns:a16="http://schemas.microsoft.com/office/drawing/2014/main" id="{B70B0297-4E41-47D5-90B9-5B2BAD624B30}"/>
              </a:ext>
            </a:extLst>
          </p:cNvPr>
          <p:cNvGrpSpPr>
            <a:grpSpLocks noChangeAspect="1"/>
          </p:cNvGrpSpPr>
          <p:nvPr/>
        </p:nvGrpSpPr>
        <p:grpSpPr bwMode="auto">
          <a:xfrm>
            <a:off x="211138" y="1058863"/>
            <a:ext cx="8824912" cy="576262"/>
            <a:chOff x="-3905251" y="4294188"/>
            <a:chExt cx="13027839" cy="1892300"/>
          </a:xfrm>
        </p:grpSpPr>
        <p:sp>
          <p:nvSpPr>
            <p:cNvPr id="3081" name="Freeform 14">
              <a:extLst>
                <a:ext uri="{FF2B5EF4-FFF2-40B4-BE49-F238E27FC236}">
                  <a16:creationId xmlns:a16="http://schemas.microsoft.com/office/drawing/2014/main" id="{BFDA79E9-DDD0-45BA-BC29-6AC6786B903A}"/>
                </a:ext>
              </a:extLst>
            </p:cNvPr>
            <p:cNvSpPr>
              <a:spLocks/>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82" name="Freeform 18">
              <a:extLst>
                <a:ext uri="{FF2B5EF4-FFF2-40B4-BE49-F238E27FC236}">
                  <a16:creationId xmlns:a16="http://schemas.microsoft.com/office/drawing/2014/main" id="{A3CE8B0F-24F5-436A-84F7-B069F0FFDD77}"/>
                </a:ext>
              </a:extLst>
            </p:cNvPr>
            <p:cNvSpPr>
              <a:spLocks/>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83" name="Freeform 22">
              <a:extLst>
                <a:ext uri="{FF2B5EF4-FFF2-40B4-BE49-F238E27FC236}">
                  <a16:creationId xmlns:a16="http://schemas.microsoft.com/office/drawing/2014/main" id="{2CD315D9-782D-472C-8E08-BACBF340ED48}"/>
                </a:ext>
              </a:extLst>
            </p:cNvPr>
            <p:cNvSpPr>
              <a:spLocks/>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84" name="Freeform 26">
              <a:extLst>
                <a:ext uri="{FF2B5EF4-FFF2-40B4-BE49-F238E27FC236}">
                  <a16:creationId xmlns:a16="http://schemas.microsoft.com/office/drawing/2014/main" id="{3CABA901-E5F8-4E9C-B641-856E25C50C79}"/>
                </a:ext>
              </a:extLst>
            </p:cNvPr>
            <p:cNvSpPr>
              <a:spLocks/>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3085" name="Freeform 10">
              <a:extLst>
                <a:ext uri="{FF2B5EF4-FFF2-40B4-BE49-F238E27FC236}">
                  <a16:creationId xmlns:a16="http://schemas.microsoft.com/office/drawing/2014/main" id="{C727D6AD-FF05-4D25-A2E5-23EAEB70281F}"/>
                </a:ext>
              </a:extLst>
            </p:cNvPr>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76" name="Title Placeholder 1">
            <a:extLst>
              <a:ext uri="{FF2B5EF4-FFF2-40B4-BE49-F238E27FC236}">
                <a16:creationId xmlns:a16="http://schemas.microsoft.com/office/drawing/2014/main" id="{D2B43461-CF4F-45DF-8FF8-8E0CA800BD7D}"/>
              </a:ext>
            </a:extLst>
          </p:cNvPr>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B528B956-44A2-4D06-95F2-B250C565F81D}"/>
              </a:ext>
            </a:extLst>
          </p:cNvPr>
          <p:cNvSpPr>
            <a:spLocks noGrp="1"/>
          </p:cNvSpPr>
          <p:nvPr>
            <p:ph type="dt" sz="half" idx="2"/>
          </p:nvPr>
        </p:nvSpPr>
        <p:spPr>
          <a:xfrm>
            <a:off x="5164138" y="4687888"/>
            <a:ext cx="3786187" cy="273050"/>
          </a:xfrm>
          <a:prstGeom prst="rect">
            <a:avLst/>
          </a:prstGeom>
        </p:spPr>
        <p:txBody>
          <a:bodyPr vert="horz" lIns="91440" tIns="45720" rIns="91440" bIns="45720" rtlCol="0" anchor="ctr"/>
          <a:lstStyle>
            <a:lvl1pPr algn="r" eaLnBrk="1" hangingPunct="1">
              <a:defRPr sz="1000" b="0">
                <a:solidFill>
                  <a:srgbClr val="073E87"/>
                </a:solidFill>
                <a:ea typeface="宋体" pitchFamily="2" charset="-122"/>
                <a:cs typeface="+mn-cs"/>
              </a:defRPr>
            </a:lvl1pPr>
          </a:lstStyle>
          <a:p>
            <a:pPr>
              <a:defRPr/>
            </a:pPr>
            <a:endParaRPr lang="en-US" altLang="zh-CN"/>
          </a:p>
        </p:txBody>
      </p:sp>
      <p:sp>
        <p:nvSpPr>
          <p:cNvPr id="5" name="Footer Placeholder 4">
            <a:extLst>
              <a:ext uri="{FF2B5EF4-FFF2-40B4-BE49-F238E27FC236}">
                <a16:creationId xmlns:a16="http://schemas.microsoft.com/office/drawing/2014/main" id="{F325D167-21BF-4679-8AF0-2DE5D69CA47A}"/>
              </a:ext>
            </a:extLst>
          </p:cNvPr>
          <p:cNvSpPr>
            <a:spLocks noGrp="1"/>
          </p:cNvSpPr>
          <p:nvPr>
            <p:ph type="ftr" sz="quarter" idx="3"/>
          </p:nvPr>
        </p:nvSpPr>
        <p:spPr>
          <a:xfrm>
            <a:off x="193675" y="4687888"/>
            <a:ext cx="3786188" cy="273050"/>
          </a:xfrm>
          <a:prstGeom prst="rect">
            <a:avLst/>
          </a:prstGeom>
        </p:spPr>
        <p:txBody>
          <a:bodyPr vert="horz" lIns="91440" tIns="45720" rIns="91440" bIns="45720" rtlCol="0" anchor="ctr"/>
          <a:lstStyle>
            <a:lvl1pPr algn="l" eaLnBrk="1" hangingPunct="1">
              <a:defRPr sz="1000" b="0">
                <a:solidFill>
                  <a:srgbClr val="073E87"/>
                </a:solidFill>
                <a:ea typeface="宋体" pitchFamily="2" charset="-122"/>
                <a:cs typeface="+mn-cs"/>
              </a:defRPr>
            </a:lvl1pPr>
          </a:lstStyle>
          <a:p>
            <a:pPr>
              <a:defRPr/>
            </a:pPr>
            <a:endParaRPr lang="en-US" altLang="zh-CN"/>
          </a:p>
        </p:txBody>
      </p:sp>
      <p:sp>
        <p:nvSpPr>
          <p:cNvPr id="6" name="Slide Number Placeholder 5">
            <a:extLst>
              <a:ext uri="{FF2B5EF4-FFF2-40B4-BE49-F238E27FC236}">
                <a16:creationId xmlns:a16="http://schemas.microsoft.com/office/drawing/2014/main" id="{45C37576-00EB-4710-838D-D18972BA1EF8}"/>
              </a:ext>
            </a:extLst>
          </p:cNvPr>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b="0">
                <a:solidFill>
                  <a:srgbClr val="073E87"/>
                </a:solidFill>
              </a:defRPr>
            </a:lvl1pPr>
          </a:lstStyle>
          <a:p>
            <a:pPr>
              <a:defRPr/>
            </a:pPr>
            <a:fld id="{9502399E-5724-426C-BE82-50920E5FCFEF}" type="slidenum">
              <a:rPr lang="zh-CN" altLang="en-US"/>
              <a:pPr>
                <a:defRPr/>
              </a:pPr>
              <a:t>‹#›</a:t>
            </a:fld>
            <a:endParaRPr lang="en-US" altLang="zh-CN"/>
          </a:p>
        </p:txBody>
      </p:sp>
      <p:sp>
        <p:nvSpPr>
          <p:cNvPr id="3080" name="Text Placeholder 2">
            <a:extLst>
              <a:ext uri="{FF2B5EF4-FFF2-40B4-BE49-F238E27FC236}">
                <a16:creationId xmlns:a16="http://schemas.microsoft.com/office/drawing/2014/main" id="{BCC46B8B-5DA9-4B37-8273-0324C43188D4}"/>
              </a:ext>
            </a:extLst>
          </p:cNvPr>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5633" r:id="rId1"/>
    <p:sldLayoutId id="2147485634"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FE931572-4668-4687-AB61-206128994DFE}"/>
              </a:ext>
            </a:extLst>
          </p:cNvPr>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en-US" altLang="zh-CN" b="0">
              <a:solidFill>
                <a:srgbClr val="FFFFFF"/>
              </a:solidFill>
              <a:latin typeface="Candara" panose="020E0502030303020204" pitchFamily="34" charset="0"/>
            </a:endParaRPr>
          </a:p>
        </p:txBody>
      </p:sp>
      <p:grpSp>
        <p:nvGrpSpPr>
          <p:cNvPr id="4099" name="Group 15">
            <a:extLst>
              <a:ext uri="{FF2B5EF4-FFF2-40B4-BE49-F238E27FC236}">
                <a16:creationId xmlns:a16="http://schemas.microsoft.com/office/drawing/2014/main" id="{882AFEF3-7B5E-4C40-A97F-AA3995C4FF6D}"/>
              </a:ext>
            </a:extLst>
          </p:cNvPr>
          <p:cNvGrpSpPr>
            <a:grpSpLocks noChangeAspect="1"/>
          </p:cNvGrpSpPr>
          <p:nvPr/>
        </p:nvGrpSpPr>
        <p:grpSpPr bwMode="auto">
          <a:xfrm>
            <a:off x="211138" y="1058863"/>
            <a:ext cx="8824912" cy="576262"/>
            <a:chOff x="-3905251" y="4294188"/>
            <a:chExt cx="13027839" cy="1892300"/>
          </a:xfrm>
        </p:grpSpPr>
        <p:sp>
          <p:nvSpPr>
            <p:cNvPr id="4105" name="Freeform 14">
              <a:extLst>
                <a:ext uri="{FF2B5EF4-FFF2-40B4-BE49-F238E27FC236}">
                  <a16:creationId xmlns:a16="http://schemas.microsoft.com/office/drawing/2014/main" id="{6E4454A6-96AF-4E54-AE75-05B8079FF1F8}"/>
                </a:ext>
              </a:extLst>
            </p:cNvPr>
            <p:cNvSpPr>
              <a:spLocks/>
            </p:cNvSpPr>
            <p:nvPr/>
          </p:nvSpPr>
          <p:spPr bwMode="hidden">
            <a:xfrm>
              <a:off x="4810441" y="4502706"/>
              <a:ext cx="4295743" cy="1011313"/>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06" name="Freeform 18">
              <a:extLst>
                <a:ext uri="{FF2B5EF4-FFF2-40B4-BE49-F238E27FC236}">
                  <a16:creationId xmlns:a16="http://schemas.microsoft.com/office/drawing/2014/main" id="{33898627-D5FA-4593-A7DC-826EAE930257}"/>
                </a:ext>
              </a:extLst>
            </p:cNvPr>
            <p:cNvSpPr>
              <a:spLocks/>
            </p:cNvSpPr>
            <p:nvPr/>
          </p:nvSpPr>
          <p:spPr bwMode="hidden">
            <a:xfrm>
              <a:off x="-310233" y="4320251"/>
              <a:ext cx="8282134" cy="120940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07" name="Freeform 22">
              <a:extLst>
                <a:ext uri="{FF2B5EF4-FFF2-40B4-BE49-F238E27FC236}">
                  <a16:creationId xmlns:a16="http://schemas.microsoft.com/office/drawing/2014/main" id="{27A0CD13-7030-4E47-9028-4F5B5FCAB1E3}"/>
                </a:ext>
              </a:extLst>
            </p:cNvPr>
            <p:cNvSpPr>
              <a:spLocks/>
            </p:cNvSpPr>
            <p:nvPr/>
          </p:nvSpPr>
          <p:spPr bwMode="hidden">
            <a:xfrm>
              <a:off x="3804" y="4335892"/>
              <a:ext cx="8164957" cy="1099931"/>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8" name="Freeform 26">
              <a:extLst>
                <a:ext uri="{FF2B5EF4-FFF2-40B4-BE49-F238E27FC236}">
                  <a16:creationId xmlns:a16="http://schemas.microsoft.com/office/drawing/2014/main" id="{B294F6D8-FC2F-46D5-B939-669B52FD7D8A}"/>
                </a:ext>
              </a:extLst>
            </p:cNvPr>
            <p:cNvSpPr>
              <a:spLocks/>
            </p:cNvSpPr>
            <p:nvPr/>
          </p:nvSpPr>
          <p:spPr bwMode="hidden">
            <a:xfrm>
              <a:off x="4156589" y="4315040"/>
              <a:ext cx="4940221" cy="927905"/>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4109" name="Freeform 10">
              <a:extLst>
                <a:ext uri="{FF2B5EF4-FFF2-40B4-BE49-F238E27FC236}">
                  <a16:creationId xmlns:a16="http://schemas.microsoft.com/office/drawing/2014/main" id="{A993DDAA-7964-4E22-8D54-BB78FF9FA4AC}"/>
                </a:ext>
              </a:extLst>
            </p:cNvPr>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100" name="Title Placeholder 1">
            <a:extLst>
              <a:ext uri="{FF2B5EF4-FFF2-40B4-BE49-F238E27FC236}">
                <a16:creationId xmlns:a16="http://schemas.microsoft.com/office/drawing/2014/main" id="{AB9A2270-E469-4BA6-A97E-322C5F98AA1B}"/>
              </a:ext>
            </a:extLst>
          </p:cNvPr>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D4220FA5-F703-48F5-892C-AD40021E9E29}"/>
              </a:ext>
            </a:extLst>
          </p:cNvPr>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b="0">
                <a:solidFill>
                  <a:srgbClr val="073E87"/>
                </a:solidFill>
              </a:defRPr>
            </a:lvl1pPr>
          </a:lstStyle>
          <a:p>
            <a:pPr>
              <a:defRPr/>
            </a:pPr>
            <a:endParaRPr lang="en-US" altLang="zh-CN"/>
          </a:p>
        </p:txBody>
      </p:sp>
      <p:sp>
        <p:nvSpPr>
          <p:cNvPr id="5" name="Footer Placeholder 4">
            <a:extLst>
              <a:ext uri="{FF2B5EF4-FFF2-40B4-BE49-F238E27FC236}">
                <a16:creationId xmlns:a16="http://schemas.microsoft.com/office/drawing/2014/main" id="{3DE55F66-3E51-4831-BD2C-37E2029EE6E9}"/>
              </a:ext>
            </a:extLst>
          </p:cNvPr>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b="0">
                <a:solidFill>
                  <a:srgbClr val="073E87"/>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BA254E3E-689D-4E17-8D73-6002F6A573A1}"/>
              </a:ext>
            </a:extLst>
          </p:cNvPr>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b="0">
                <a:solidFill>
                  <a:srgbClr val="073E87"/>
                </a:solidFill>
              </a:defRPr>
            </a:lvl1pPr>
          </a:lstStyle>
          <a:p>
            <a:pPr>
              <a:defRPr/>
            </a:pPr>
            <a:fld id="{41092F02-0A4C-4034-A966-AFA78D4705FC}" type="slidenum">
              <a:rPr lang="zh-CN" altLang="en-US"/>
              <a:pPr>
                <a:defRPr/>
              </a:pPr>
              <a:t>‹#›</a:t>
            </a:fld>
            <a:endParaRPr lang="en-US" altLang="zh-CN"/>
          </a:p>
        </p:txBody>
      </p:sp>
      <p:sp>
        <p:nvSpPr>
          <p:cNvPr id="4104" name="Text Placeholder 2">
            <a:extLst>
              <a:ext uri="{FF2B5EF4-FFF2-40B4-BE49-F238E27FC236}">
                <a16:creationId xmlns:a16="http://schemas.microsoft.com/office/drawing/2014/main" id="{A66BBF72-389A-4952-A822-900955E1EEEB}"/>
              </a:ext>
            </a:extLst>
          </p:cNvPr>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5635" r:id="rId1"/>
    <p:sldLayoutId id="2147485636"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73AFFC7D-0B45-4E99-BB21-58B4967F2E1A}"/>
              </a:ext>
            </a:extLst>
          </p:cNvPr>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en-US" altLang="zh-CN" b="0">
              <a:solidFill>
                <a:srgbClr val="FFFFFF"/>
              </a:solidFill>
              <a:latin typeface="Candara" panose="020E0502030303020204" pitchFamily="34" charset="0"/>
            </a:endParaRPr>
          </a:p>
        </p:txBody>
      </p:sp>
      <p:grpSp>
        <p:nvGrpSpPr>
          <p:cNvPr id="5123" name="Group 15">
            <a:extLst>
              <a:ext uri="{FF2B5EF4-FFF2-40B4-BE49-F238E27FC236}">
                <a16:creationId xmlns:a16="http://schemas.microsoft.com/office/drawing/2014/main" id="{C7C0C234-6271-4678-825A-B9446855969C}"/>
              </a:ext>
            </a:extLst>
          </p:cNvPr>
          <p:cNvGrpSpPr>
            <a:grpSpLocks noChangeAspect="1"/>
          </p:cNvGrpSpPr>
          <p:nvPr/>
        </p:nvGrpSpPr>
        <p:grpSpPr bwMode="auto">
          <a:xfrm>
            <a:off x="211138" y="1058863"/>
            <a:ext cx="8824912" cy="576262"/>
            <a:chOff x="-3905251" y="4294188"/>
            <a:chExt cx="13027839" cy="1892300"/>
          </a:xfrm>
        </p:grpSpPr>
        <p:sp>
          <p:nvSpPr>
            <p:cNvPr id="5129" name="Freeform 14">
              <a:extLst>
                <a:ext uri="{FF2B5EF4-FFF2-40B4-BE49-F238E27FC236}">
                  <a16:creationId xmlns:a16="http://schemas.microsoft.com/office/drawing/2014/main" id="{34BB1889-E48B-432C-B43B-86E834611577}"/>
                </a:ext>
              </a:extLst>
            </p:cNvPr>
            <p:cNvSpPr>
              <a:spLocks/>
            </p:cNvSpPr>
            <p:nvPr/>
          </p:nvSpPr>
          <p:spPr bwMode="hidden">
            <a:xfrm>
              <a:off x="4810441" y="4502706"/>
              <a:ext cx="4295743" cy="1011313"/>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0" name="Freeform 18">
              <a:extLst>
                <a:ext uri="{FF2B5EF4-FFF2-40B4-BE49-F238E27FC236}">
                  <a16:creationId xmlns:a16="http://schemas.microsoft.com/office/drawing/2014/main" id="{7063B13C-1548-4B8B-9D1D-EDAA5C2B7C7E}"/>
                </a:ext>
              </a:extLst>
            </p:cNvPr>
            <p:cNvSpPr>
              <a:spLocks/>
            </p:cNvSpPr>
            <p:nvPr/>
          </p:nvSpPr>
          <p:spPr bwMode="hidden">
            <a:xfrm>
              <a:off x="-310233" y="4320251"/>
              <a:ext cx="8282134" cy="120940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1" name="Freeform 22">
              <a:extLst>
                <a:ext uri="{FF2B5EF4-FFF2-40B4-BE49-F238E27FC236}">
                  <a16:creationId xmlns:a16="http://schemas.microsoft.com/office/drawing/2014/main" id="{F8413430-0368-4E65-836F-E9B30EDECB1B}"/>
                </a:ext>
              </a:extLst>
            </p:cNvPr>
            <p:cNvSpPr>
              <a:spLocks/>
            </p:cNvSpPr>
            <p:nvPr/>
          </p:nvSpPr>
          <p:spPr bwMode="hidden">
            <a:xfrm>
              <a:off x="3804" y="4335892"/>
              <a:ext cx="8164957" cy="1099931"/>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2" name="Freeform 26">
              <a:extLst>
                <a:ext uri="{FF2B5EF4-FFF2-40B4-BE49-F238E27FC236}">
                  <a16:creationId xmlns:a16="http://schemas.microsoft.com/office/drawing/2014/main" id="{9CF4EE6D-0BF7-4CF9-BA74-0AEE460C8996}"/>
                </a:ext>
              </a:extLst>
            </p:cNvPr>
            <p:cNvSpPr>
              <a:spLocks/>
            </p:cNvSpPr>
            <p:nvPr/>
          </p:nvSpPr>
          <p:spPr bwMode="hidden">
            <a:xfrm>
              <a:off x="4156589" y="4315040"/>
              <a:ext cx="4940221" cy="927905"/>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5133" name="Freeform 10">
              <a:extLst>
                <a:ext uri="{FF2B5EF4-FFF2-40B4-BE49-F238E27FC236}">
                  <a16:creationId xmlns:a16="http://schemas.microsoft.com/office/drawing/2014/main" id="{E2EA0345-D44D-4DF2-BC26-BF7841A3FBDC}"/>
                </a:ext>
              </a:extLst>
            </p:cNvPr>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124" name="Title Placeholder 1">
            <a:extLst>
              <a:ext uri="{FF2B5EF4-FFF2-40B4-BE49-F238E27FC236}">
                <a16:creationId xmlns:a16="http://schemas.microsoft.com/office/drawing/2014/main" id="{F182C822-6B21-43C0-853C-599B6B78BDE1}"/>
              </a:ext>
            </a:extLst>
          </p:cNvPr>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622CD7E9-88AA-485A-88B0-BED5845B3174}"/>
              </a:ext>
            </a:extLst>
          </p:cNvPr>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b="0">
                <a:solidFill>
                  <a:srgbClr val="073E87"/>
                </a:solidFill>
              </a:defRPr>
            </a:lvl1pPr>
          </a:lstStyle>
          <a:p>
            <a:pPr>
              <a:defRPr/>
            </a:pPr>
            <a:endParaRPr lang="en-US" altLang="zh-CN"/>
          </a:p>
        </p:txBody>
      </p:sp>
      <p:sp>
        <p:nvSpPr>
          <p:cNvPr id="5" name="Footer Placeholder 4">
            <a:extLst>
              <a:ext uri="{FF2B5EF4-FFF2-40B4-BE49-F238E27FC236}">
                <a16:creationId xmlns:a16="http://schemas.microsoft.com/office/drawing/2014/main" id="{B1402233-9F74-41BE-AFBD-320A1A6A8608}"/>
              </a:ext>
            </a:extLst>
          </p:cNvPr>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b="0">
                <a:solidFill>
                  <a:srgbClr val="073E87"/>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4F02D537-3658-4F85-8EE7-3B735526819B}"/>
              </a:ext>
            </a:extLst>
          </p:cNvPr>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b="0">
                <a:solidFill>
                  <a:srgbClr val="073E87"/>
                </a:solidFill>
              </a:defRPr>
            </a:lvl1pPr>
          </a:lstStyle>
          <a:p>
            <a:pPr>
              <a:defRPr/>
            </a:pPr>
            <a:fld id="{6C667EF6-B4AE-4324-BB0C-F60693CD3490}" type="slidenum">
              <a:rPr lang="zh-CN" altLang="en-US"/>
              <a:pPr>
                <a:defRPr/>
              </a:pPr>
              <a:t>‹#›</a:t>
            </a:fld>
            <a:endParaRPr lang="en-US" altLang="zh-CN"/>
          </a:p>
        </p:txBody>
      </p:sp>
      <p:sp>
        <p:nvSpPr>
          <p:cNvPr id="5128" name="Text Placeholder 2">
            <a:extLst>
              <a:ext uri="{FF2B5EF4-FFF2-40B4-BE49-F238E27FC236}">
                <a16:creationId xmlns:a16="http://schemas.microsoft.com/office/drawing/2014/main" id="{2075F49A-0D8D-4F76-BA58-A05DDC11DA08}"/>
              </a:ext>
            </a:extLst>
          </p:cNvPr>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5637" r:id="rId1"/>
    <p:sldLayoutId id="2147485638"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3" descr="G:\QQ截图201607142012副本.jpg">
            <a:extLst>
              <a:ext uri="{FF2B5EF4-FFF2-40B4-BE49-F238E27FC236}">
                <a16:creationId xmlns:a16="http://schemas.microsoft.com/office/drawing/2014/main" id="{A37236F6-B2F9-4955-BE91-E1456E42CF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a:extLst>
              <a:ext uri="{FF2B5EF4-FFF2-40B4-BE49-F238E27FC236}">
                <a16:creationId xmlns:a16="http://schemas.microsoft.com/office/drawing/2014/main" id="{C90FDBC1-B294-4DA5-997A-59AE7E37FDCD}"/>
              </a:ext>
            </a:extLst>
          </p:cNvPr>
          <p:cNvSpPr txBox="1">
            <a:spLocks noChangeArrowheads="1"/>
          </p:cNvSpPr>
          <p:nvPr/>
        </p:nvSpPr>
        <p:spPr>
          <a:xfrm>
            <a:off x="4500563" y="1489075"/>
            <a:ext cx="3443287" cy="939800"/>
          </a:xfrm>
          <a:prstGeom prst="rect">
            <a:avLst/>
          </a:prstGeom>
        </p:spPr>
        <p:txBody>
          <a:bodyPr anchor="ctr"/>
          <a:lstStyle/>
          <a:p>
            <a:pPr algn="ctr" eaLnBrk="1" fontAlgn="auto" hangingPunct="1">
              <a:spcAft>
                <a:spcPts val="0"/>
              </a:spcAft>
              <a:defRPr/>
            </a:pPr>
            <a:r>
              <a:rPr lang="zh-CN" altLang="en-US" sz="2400" b="0" spc="600" dirty="0">
                <a:solidFill>
                  <a:prstClr val="white"/>
                </a:solidFill>
                <a:latin typeface="微软雅黑" pitchFamily="34" charset="-122"/>
                <a:ea typeface="微软雅黑" pitchFamily="34" charset="-122"/>
              </a:rPr>
              <a:t>第五章 </a:t>
            </a:r>
            <a:endParaRPr lang="en-US" altLang="zh-CN" sz="2400" b="0" spc="600" dirty="0">
              <a:solidFill>
                <a:prstClr val="white"/>
              </a:solidFill>
              <a:latin typeface="微软雅黑" pitchFamily="34" charset="-122"/>
              <a:ea typeface="微软雅黑" pitchFamily="34" charset="-122"/>
            </a:endParaRPr>
          </a:p>
          <a:p>
            <a:pPr algn="ctr" eaLnBrk="1" fontAlgn="auto" hangingPunct="1">
              <a:spcAft>
                <a:spcPts val="0"/>
              </a:spcAft>
              <a:defRPr/>
            </a:pPr>
            <a:r>
              <a:rPr lang="zh-CN" altLang="en-US" sz="3500" b="0" spc="600" dirty="0">
                <a:solidFill>
                  <a:prstClr val="white"/>
                </a:solidFill>
                <a:latin typeface="微软雅黑" pitchFamily="34" charset="-122"/>
                <a:ea typeface="微软雅黑" pitchFamily="34" charset="-122"/>
              </a:rPr>
              <a:t>语法制导翻译</a:t>
            </a:r>
            <a:endParaRPr lang="en-US" altLang="zh-CN" sz="3500" b="0" spc="600" dirty="0">
              <a:solidFill>
                <a:prstClr val="white"/>
              </a:solidFill>
              <a:latin typeface="微软雅黑" pitchFamily="34" charset="-122"/>
              <a:ea typeface="微软雅黑" pitchFamily="34" charset="-122"/>
            </a:endParaRPr>
          </a:p>
        </p:txBody>
      </p:sp>
      <p:sp>
        <p:nvSpPr>
          <p:cNvPr id="4" name="Rectangle 2">
            <a:extLst>
              <a:ext uri="{FF2B5EF4-FFF2-40B4-BE49-F238E27FC236}">
                <a16:creationId xmlns:a16="http://schemas.microsoft.com/office/drawing/2014/main" id="{BD39962A-DB1E-4952-A5F0-6DC2938D737C}"/>
              </a:ext>
            </a:extLst>
          </p:cNvPr>
          <p:cNvSpPr txBox="1">
            <a:spLocks noChangeArrowheads="1"/>
          </p:cNvSpPr>
          <p:nvPr/>
        </p:nvSpPr>
        <p:spPr>
          <a:xfrm>
            <a:off x="4572000" y="2428875"/>
            <a:ext cx="3729038" cy="939800"/>
          </a:xfrm>
          <a:prstGeom prst="rect">
            <a:avLst/>
          </a:prstGeom>
        </p:spPr>
        <p:txBody>
          <a:bodyPr anchor="ctr"/>
          <a:lstStyle/>
          <a:p>
            <a:pPr eaLnBrk="1" fontAlgn="auto" hangingPunct="1">
              <a:spcAft>
                <a:spcPts val="0"/>
              </a:spcAft>
              <a:defRPr/>
            </a:pPr>
            <a:r>
              <a:rPr lang="en-US" altLang="zh-CN" sz="2500" dirty="0">
                <a:solidFill>
                  <a:prstClr val="white"/>
                </a:solidFill>
                <a:latin typeface="Candara"/>
                <a:ea typeface="楷体" pitchFamily="49" charset="-122"/>
              </a:rPr>
              <a:t> </a:t>
            </a:r>
            <a:r>
              <a:rPr lang="zh-CN" altLang="en-US" sz="2000" dirty="0">
                <a:solidFill>
                  <a:prstClr val="white"/>
                </a:solidFill>
                <a:latin typeface="Candara"/>
                <a:ea typeface="楷体" pitchFamily="49" charset="-122"/>
              </a:rPr>
              <a:t>哈尔滨工业大学  陈鄞  单丽莉</a:t>
            </a:r>
            <a:endParaRPr lang="zh-CN" altLang="en-US" sz="2000" spc="600" dirty="0">
              <a:solidFill>
                <a:prstClr val="white"/>
              </a:solidFill>
              <a:latin typeface="微软雅黑" pitchFamily="34" charset="-122"/>
              <a:ea typeface="微软雅黑" pitchFamily="34" charset="-122"/>
            </a:endParaRPr>
          </a:p>
        </p:txBody>
      </p:sp>
      <p:sp>
        <p:nvSpPr>
          <p:cNvPr id="5" name="Rectangle 2">
            <a:extLst>
              <a:ext uri="{FF2B5EF4-FFF2-40B4-BE49-F238E27FC236}">
                <a16:creationId xmlns:a16="http://schemas.microsoft.com/office/drawing/2014/main" id="{322B8240-3ADA-4170-9926-34143877B486}"/>
              </a:ext>
            </a:extLst>
          </p:cNvPr>
          <p:cNvSpPr txBox="1">
            <a:spLocks noChangeArrowheads="1"/>
          </p:cNvSpPr>
          <p:nvPr/>
        </p:nvSpPr>
        <p:spPr>
          <a:xfrm>
            <a:off x="5508625" y="984250"/>
            <a:ext cx="3143250" cy="441325"/>
          </a:xfrm>
          <a:prstGeom prst="rect">
            <a:avLst/>
          </a:prstGeom>
          <a:ln w="12700">
            <a:noFill/>
          </a:ln>
        </p:spPr>
        <p:txBody>
          <a:bodyPr anchor="ctr"/>
          <a:lstStyle/>
          <a:p>
            <a:pPr eaLnBrk="1" fontAlgn="auto" hangingPunct="1">
              <a:spcAft>
                <a:spcPts val="0"/>
              </a:spcAft>
              <a:defRPr/>
            </a:pPr>
            <a:r>
              <a:rPr lang="zh-CN" altLang="en-US" sz="2000" b="0" spc="300" dirty="0">
                <a:solidFill>
                  <a:prstClr val="white"/>
                </a:solidFill>
                <a:latin typeface="微软雅黑" pitchFamily="34" charset="-122"/>
                <a:ea typeface="微软雅黑" pitchFamily="34" charset="-122"/>
              </a:rPr>
              <a:t>编译原理</a:t>
            </a:r>
            <a:endParaRPr lang="zh-CN" altLang="en-US" sz="800" b="0" spc="300" dirty="0">
              <a:solidFill>
                <a:prstClr val="white"/>
              </a:solidFill>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C3B89D75-1370-407D-AAA4-332E11BE6346}"/>
              </a:ext>
            </a:extLst>
          </p:cNvPr>
          <p:cNvSpPr>
            <a:spLocks noGrp="1"/>
          </p:cNvSpPr>
          <p:nvPr>
            <p:ph type="sldNum" sz="quarter" idx="12"/>
          </p:nvPr>
        </p:nvSpPr>
        <p:spPr/>
        <p:txBody>
          <a:bodyPr/>
          <a:lstStyle/>
          <a:p>
            <a:pPr>
              <a:defRPr/>
            </a:pPr>
            <a:fld id="{147DF8A5-E5AC-422B-BEA5-1EA85FDE81C4}" type="slidenum">
              <a:rPr lang="zh-CN" altLang="en-US" smtClean="0"/>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78441439-1525-49A9-88C1-94AEA62863F3}"/>
              </a:ext>
            </a:extLst>
          </p:cNvPr>
          <p:cNvSpPr>
            <a:spLocks noGrp="1" noChangeArrowheads="1"/>
          </p:cNvSpPr>
          <p:nvPr>
            <p:ph idx="1"/>
          </p:nvPr>
        </p:nvSpPr>
        <p:spPr>
          <a:xfrm>
            <a:off x="755650" y="908050"/>
            <a:ext cx="3095625" cy="3967163"/>
          </a:xfrm>
        </p:spPr>
        <p:txBody>
          <a:bodyPr/>
          <a:lstStyle/>
          <a:p>
            <a:pPr marL="273044" indent="-273044" eaLnBrk="1" hangingPunct="1">
              <a:lnSpc>
                <a:spcPts val="3800"/>
              </a:lnSpc>
              <a:defRPr/>
            </a:pPr>
            <a:r>
              <a:rPr lang="zh-CN" altLang="en-US" sz="3000" dirty="0"/>
              <a:t>编译的阶段</a:t>
            </a:r>
          </a:p>
          <a:p>
            <a:pPr marL="576248" lvl="1" indent="-273044" eaLnBrk="1" hangingPunct="1">
              <a:lnSpc>
                <a:spcPts val="3800"/>
              </a:lnSpc>
              <a:defRPr/>
            </a:pPr>
            <a:r>
              <a:rPr lang="zh-CN" altLang="en-US" sz="2800" dirty="0"/>
              <a:t>词法分析</a:t>
            </a:r>
            <a:endParaRPr lang="en-US" altLang="zh-CN" sz="2800" dirty="0"/>
          </a:p>
          <a:p>
            <a:pPr marL="576248" lvl="1" indent="-273044" eaLnBrk="1" hangingPunct="1">
              <a:lnSpc>
                <a:spcPts val="3800"/>
              </a:lnSpc>
              <a:defRPr/>
            </a:pPr>
            <a:r>
              <a:rPr lang="zh-CN" altLang="en-US" sz="2800" dirty="0"/>
              <a:t>语法分析</a:t>
            </a:r>
            <a:endParaRPr lang="en-US" altLang="zh-CN" sz="2800" dirty="0"/>
          </a:p>
          <a:p>
            <a:pPr marL="576248" lvl="1" indent="-273044" eaLnBrk="1" hangingPunct="1">
              <a:lnSpc>
                <a:spcPts val="3800"/>
              </a:lnSpc>
              <a:defRPr/>
            </a:pPr>
            <a:r>
              <a:rPr lang="zh-CN" altLang="en-US" sz="2800" dirty="0">
                <a:solidFill>
                  <a:srgbClr val="FF0000"/>
                </a:solidFill>
              </a:rPr>
              <a:t>语义分析</a:t>
            </a:r>
            <a:endParaRPr lang="en-US" altLang="zh-CN" sz="2800" dirty="0">
              <a:solidFill>
                <a:srgbClr val="FF0000"/>
              </a:solidFill>
            </a:endParaRPr>
          </a:p>
          <a:p>
            <a:pPr marL="576248" lvl="1" indent="-273044" eaLnBrk="1" hangingPunct="1">
              <a:lnSpc>
                <a:spcPts val="3800"/>
              </a:lnSpc>
              <a:defRPr/>
            </a:pPr>
            <a:r>
              <a:rPr lang="zh-CN" altLang="en-US" sz="2800" dirty="0"/>
              <a:t>中间代码生成</a:t>
            </a:r>
            <a:endParaRPr lang="en-US" altLang="zh-CN" sz="2800" dirty="0"/>
          </a:p>
          <a:p>
            <a:pPr marL="576248" lvl="1" indent="-273044" eaLnBrk="1" hangingPunct="1">
              <a:lnSpc>
                <a:spcPts val="3800"/>
              </a:lnSpc>
              <a:defRPr/>
            </a:pPr>
            <a:r>
              <a:rPr lang="zh-CN" altLang="en-US" sz="2800" dirty="0"/>
              <a:t>代码优化</a:t>
            </a:r>
            <a:endParaRPr lang="en-US" altLang="zh-CN" sz="2800" dirty="0"/>
          </a:p>
          <a:p>
            <a:pPr marL="576248" lvl="1" indent="-273044" eaLnBrk="1" hangingPunct="1">
              <a:lnSpc>
                <a:spcPts val="3800"/>
              </a:lnSpc>
              <a:defRPr/>
            </a:pPr>
            <a:r>
              <a:rPr lang="zh-CN" altLang="en-US" sz="2800" dirty="0"/>
              <a:t>目标代码生成</a:t>
            </a:r>
          </a:p>
        </p:txBody>
      </p:sp>
      <p:sp>
        <p:nvSpPr>
          <p:cNvPr id="6146" name="Rectangle 2">
            <a:extLst>
              <a:ext uri="{FF2B5EF4-FFF2-40B4-BE49-F238E27FC236}">
                <a16:creationId xmlns:a16="http://schemas.microsoft.com/office/drawing/2014/main" id="{93024FE8-FDF4-4F60-ADDE-8FC92A14AB26}"/>
              </a:ext>
            </a:extLst>
          </p:cNvPr>
          <p:cNvSpPr>
            <a:spLocks noGrp="1" noChangeArrowheads="1"/>
          </p:cNvSpPr>
          <p:nvPr>
            <p:ph type="title"/>
          </p:nvPr>
        </p:nvSpPr>
        <p:spPr>
          <a:xfrm>
            <a:off x="755650" y="268288"/>
            <a:ext cx="7931150" cy="358775"/>
          </a:xfrm>
        </p:spPr>
        <p:txBody>
          <a:bodyPr/>
          <a:lstStyle/>
          <a:p>
            <a:pPr eaLnBrk="1" hangingPunct="1">
              <a:defRPr/>
            </a:pPr>
            <a:r>
              <a:rPr lang="zh-CN" altLang="en-US" spc="225" dirty="0">
                <a:cs typeface="Times New Roman" panose="02020603050405020304" pitchFamily="18" charset="0"/>
              </a:rPr>
              <a:t>什么是语法制导翻译</a:t>
            </a:r>
          </a:p>
        </p:txBody>
      </p:sp>
      <p:sp>
        <p:nvSpPr>
          <p:cNvPr id="11" name="Rectangle 3">
            <a:extLst>
              <a:ext uri="{FF2B5EF4-FFF2-40B4-BE49-F238E27FC236}">
                <a16:creationId xmlns:a16="http://schemas.microsoft.com/office/drawing/2014/main" id="{65E02952-86FF-4C16-B7EE-716567EA464C}"/>
              </a:ext>
            </a:extLst>
          </p:cNvPr>
          <p:cNvSpPr txBox="1">
            <a:spLocks noChangeArrowheads="1"/>
          </p:cNvSpPr>
          <p:nvPr/>
        </p:nvSpPr>
        <p:spPr bwMode="auto">
          <a:xfrm>
            <a:off x="3924300" y="842963"/>
            <a:ext cx="4679950" cy="396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574675" indent="-271463">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854075" indent="-227013">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141413" indent="-227013">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1460500" indent="-227013">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1917700" indent="-227013"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374900" indent="-227013"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2832100" indent="-227013"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289300" indent="-227013"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Tx/>
              <a:buFont typeface="Wingdings" panose="05000000000000000000" pitchFamily="2" charset="2"/>
              <a:buChar char="Ø"/>
            </a:pPr>
            <a:r>
              <a:rPr lang="zh-CN" altLang="en-US" sz="3000" dirty="0">
                <a:solidFill>
                  <a:schemeClr val="tx1"/>
                </a:solidFill>
                <a:latin typeface="华文楷体" panose="02010600040101010101" pitchFamily="2" charset="-122"/>
                <a:ea typeface="华文楷体" panose="02010600040101010101" pitchFamily="2" charset="-122"/>
              </a:rPr>
              <a:t>语义分析：</a:t>
            </a:r>
            <a:r>
              <a:rPr kumimoji="1" lang="zh-CN" altLang="en-US" sz="2000" dirty="0">
                <a:solidFill>
                  <a:schemeClr val="tx1"/>
                </a:solidFill>
                <a:latin typeface="Arial" panose="020B0604020202020204" pitchFamily="34" charset="0"/>
                <a:ea typeface="华文楷体" panose="02010600040101010101" pitchFamily="2" charset="-122"/>
              </a:rPr>
              <a:t>收集或计算源程序中的上下文相关语义信息并进行静态语义一致性和完整性的检查。</a:t>
            </a:r>
            <a:endParaRPr kumimoji="1" lang="en-US" altLang="zh-CN" sz="2000" dirty="0">
              <a:solidFill>
                <a:schemeClr val="tx1"/>
              </a:solidFill>
              <a:latin typeface="Arial" panose="020B0604020202020204" pitchFamily="34" charset="0"/>
              <a:ea typeface="华文楷体" panose="02010600040101010101" pitchFamily="2" charset="-122"/>
            </a:endParaRPr>
          </a:p>
          <a:p>
            <a:pPr lvl="1" eaLnBrk="1" hangingPunct="1">
              <a:buClrTx/>
              <a:buFont typeface="Wingdings" panose="05000000000000000000" pitchFamily="2" charset="2"/>
              <a:buChar char="Ø"/>
            </a:pPr>
            <a:r>
              <a:rPr kumimoji="1" lang="zh-CN" altLang="en-US" dirty="0">
                <a:solidFill>
                  <a:srgbClr val="0000FF"/>
                </a:solidFill>
                <a:latin typeface="Arial" panose="020B0604020202020204" pitchFamily="34" charset="0"/>
                <a:ea typeface="华文楷体" panose="02010600040101010101" pitchFamily="2" charset="-122"/>
              </a:rPr>
              <a:t>语义信息</a:t>
            </a:r>
            <a:r>
              <a:rPr kumimoji="1" lang="zh-CN" altLang="en-US" dirty="0">
                <a:solidFill>
                  <a:schemeClr val="tx1"/>
                </a:solidFill>
                <a:latin typeface="Arial" panose="020B0604020202020204" pitchFamily="34" charset="0"/>
                <a:ea typeface="华文楷体" panose="02010600040101010101" pitchFamily="2" charset="-122"/>
              </a:rPr>
              <a:t>：变量的类型、值和地址等</a:t>
            </a:r>
            <a:endParaRPr kumimoji="1" lang="en-US" altLang="zh-CN" dirty="0">
              <a:solidFill>
                <a:schemeClr val="tx1"/>
              </a:solidFill>
              <a:latin typeface="Arial" panose="020B0604020202020204" pitchFamily="34" charset="0"/>
              <a:ea typeface="华文楷体" panose="02010600040101010101" pitchFamily="2" charset="-122"/>
            </a:endParaRPr>
          </a:p>
          <a:p>
            <a:pPr lvl="1" eaLnBrk="1" hangingPunct="1">
              <a:buClrTx/>
              <a:buFont typeface="Wingdings" panose="05000000000000000000" pitchFamily="2" charset="2"/>
              <a:buChar char="Ø"/>
            </a:pPr>
            <a:r>
              <a:rPr kumimoji="1" lang="zh-CN" altLang="en-US" dirty="0">
                <a:solidFill>
                  <a:srgbClr val="0000FF"/>
                </a:solidFill>
                <a:latin typeface="Arial" panose="020B0604020202020204" pitchFamily="34" charset="0"/>
                <a:ea typeface="华文楷体" panose="02010600040101010101" pitchFamily="2" charset="-122"/>
              </a:rPr>
              <a:t>静态检查</a:t>
            </a:r>
            <a:r>
              <a:rPr kumimoji="1" lang="zh-CN" altLang="en-US" dirty="0">
                <a:solidFill>
                  <a:schemeClr val="tx1"/>
                </a:solidFill>
                <a:latin typeface="Arial" panose="020B0604020202020204" pitchFamily="34" charset="0"/>
                <a:ea typeface="华文楷体" panose="02010600040101010101" pitchFamily="2" charset="-122"/>
              </a:rPr>
              <a:t>：</a:t>
            </a:r>
            <a:endParaRPr kumimoji="1" lang="en-US" altLang="zh-CN" dirty="0">
              <a:solidFill>
                <a:schemeClr val="tx1"/>
              </a:solidFill>
              <a:latin typeface="Arial" panose="020B0604020202020204" pitchFamily="34" charset="0"/>
              <a:ea typeface="华文楷体" panose="02010600040101010101" pitchFamily="2" charset="-122"/>
            </a:endParaRPr>
          </a:p>
          <a:p>
            <a:pPr lvl="2" eaLnBrk="1" hangingPunct="1">
              <a:buClrTx/>
              <a:buFont typeface="Wingdings" panose="05000000000000000000" pitchFamily="2" charset="2"/>
              <a:buChar char="Ø"/>
            </a:pPr>
            <a:r>
              <a:rPr kumimoji="1" lang="zh-CN" altLang="en-US" dirty="0">
                <a:solidFill>
                  <a:schemeClr val="tx1"/>
                </a:solidFill>
                <a:latin typeface="Arial" panose="020B0604020202020204" pitchFamily="34" charset="0"/>
                <a:ea typeface="华文楷体" panose="02010600040101010101" pitchFamily="2" charset="-122"/>
              </a:rPr>
              <a:t>类型检查</a:t>
            </a:r>
            <a:endParaRPr kumimoji="1" lang="en-US" altLang="zh-CN" dirty="0">
              <a:solidFill>
                <a:schemeClr val="tx1"/>
              </a:solidFill>
              <a:latin typeface="Arial" panose="020B0604020202020204" pitchFamily="34" charset="0"/>
              <a:ea typeface="华文楷体" panose="02010600040101010101" pitchFamily="2" charset="-122"/>
            </a:endParaRPr>
          </a:p>
          <a:p>
            <a:pPr lvl="2" eaLnBrk="1" hangingPunct="1">
              <a:buClrTx/>
              <a:buFont typeface="Wingdings" panose="05000000000000000000" pitchFamily="2" charset="2"/>
              <a:buChar char="Ø"/>
            </a:pPr>
            <a:r>
              <a:rPr kumimoji="1" lang="zh-CN" altLang="en-US" dirty="0">
                <a:solidFill>
                  <a:schemeClr val="tx1"/>
                </a:solidFill>
                <a:latin typeface="Arial" panose="020B0604020202020204" pitchFamily="34" charset="0"/>
                <a:ea typeface="华文楷体" panose="02010600040101010101" pitchFamily="2" charset="-122"/>
              </a:rPr>
              <a:t>控制流检查</a:t>
            </a:r>
            <a:endParaRPr kumimoji="1" lang="en-US" altLang="zh-CN" dirty="0">
              <a:solidFill>
                <a:schemeClr val="tx1"/>
              </a:solidFill>
              <a:latin typeface="Arial" panose="020B0604020202020204" pitchFamily="34" charset="0"/>
              <a:ea typeface="华文楷体" panose="02010600040101010101" pitchFamily="2" charset="-122"/>
            </a:endParaRPr>
          </a:p>
          <a:p>
            <a:pPr lvl="2" eaLnBrk="1" hangingPunct="1">
              <a:buClrTx/>
              <a:buFont typeface="Wingdings" panose="05000000000000000000" pitchFamily="2" charset="2"/>
              <a:buChar char="Ø"/>
            </a:pPr>
            <a:r>
              <a:rPr kumimoji="1" lang="zh-CN" altLang="en-US" dirty="0">
                <a:solidFill>
                  <a:schemeClr val="tx1"/>
                </a:solidFill>
                <a:latin typeface="Arial" panose="020B0604020202020204" pitchFamily="34" charset="0"/>
                <a:ea typeface="华文楷体" panose="02010600040101010101" pitchFamily="2" charset="-122"/>
              </a:rPr>
              <a:t>一致性检查</a:t>
            </a:r>
            <a:endParaRPr kumimoji="1" lang="en-US" altLang="zh-CN" dirty="0">
              <a:solidFill>
                <a:schemeClr val="tx1"/>
              </a:solidFill>
              <a:latin typeface="Arial" panose="020B0604020202020204" pitchFamily="34" charset="0"/>
              <a:ea typeface="华文楷体" panose="02010600040101010101" pitchFamily="2" charset="-122"/>
            </a:endParaRPr>
          </a:p>
          <a:p>
            <a:pPr lvl="2" eaLnBrk="1" hangingPunct="1">
              <a:buClrTx/>
              <a:buFont typeface="Wingdings" panose="05000000000000000000" pitchFamily="2" charset="2"/>
              <a:buChar char="Ø"/>
            </a:pPr>
            <a:r>
              <a:rPr kumimoji="1" lang="en-US" altLang="zh-CN" dirty="0">
                <a:solidFill>
                  <a:schemeClr val="tx1"/>
                </a:solidFill>
                <a:latin typeface="Arial" panose="020B0604020202020204" pitchFamily="34" charset="0"/>
                <a:ea typeface="华文楷体" panose="02010600040101010101" pitchFamily="2" charset="-122"/>
              </a:rPr>
              <a:t>……</a:t>
            </a:r>
          </a:p>
        </p:txBody>
      </p:sp>
      <p:sp>
        <p:nvSpPr>
          <p:cNvPr id="2" name="灯片编号占位符 1">
            <a:extLst>
              <a:ext uri="{FF2B5EF4-FFF2-40B4-BE49-F238E27FC236}">
                <a16:creationId xmlns:a16="http://schemas.microsoft.com/office/drawing/2014/main" id="{43C88E1A-6299-439C-822D-B7928B47B196}"/>
              </a:ext>
            </a:extLst>
          </p:cNvPr>
          <p:cNvSpPr>
            <a:spLocks noGrp="1"/>
          </p:cNvSpPr>
          <p:nvPr>
            <p:ph type="sldNum" sz="quarter" idx="10"/>
          </p:nvPr>
        </p:nvSpPr>
        <p:spPr/>
        <p:txBody>
          <a:bodyPr/>
          <a:lstStyle/>
          <a:p>
            <a:pPr>
              <a:defRPr/>
            </a:pPr>
            <a:fld id="{8E104948-B687-4A74-87EB-9097C047E113}" type="slidenum">
              <a:rPr lang="zh-CN" altLang="en-US" smtClean="0"/>
              <a:pPr>
                <a:defRPr/>
              </a:pPr>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wipe(down)">
                                      <p:cBhvr>
                                        <p:cTn id="7" dur="500"/>
                                        <p:tgtEl>
                                          <p:spTgt spid="6147">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147">
                                            <p:txEl>
                                              <p:pRg st="1" end="1"/>
                                            </p:txEl>
                                          </p:spTgt>
                                        </p:tgtEl>
                                        <p:attrNameLst>
                                          <p:attrName>style.visibility</p:attrName>
                                        </p:attrNameLst>
                                      </p:cBhvr>
                                      <p:to>
                                        <p:strVal val="visible"/>
                                      </p:to>
                                    </p:set>
                                    <p:animEffect transition="in" filter="wipe(down)">
                                      <p:cBhvr>
                                        <p:cTn id="10" dur="500"/>
                                        <p:tgtEl>
                                          <p:spTgt spid="6147">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animEffect transition="in" filter="wipe(down)">
                                      <p:cBhvr>
                                        <p:cTn id="13" dur="500"/>
                                        <p:tgtEl>
                                          <p:spTgt spid="6147">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147">
                                            <p:txEl>
                                              <p:pRg st="3" end="3"/>
                                            </p:txEl>
                                          </p:spTgt>
                                        </p:tgtEl>
                                        <p:attrNameLst>
                                          <p:attrName>style.visibility</p:attrName>
                                        </p:attrNameLst>
                                      </p:cBhvr>
                                      <p:to>
                                        <p:strVal val="visible"/>
                                      </p:to>
                                    </p:set>
                                    <p:animEffect transition="in" filter="wipe(down)">
                                      <p:cBhvr>
                                        <p:cTn id="16" dur="500"/>
                                        <p:tgtEl>
                                          <p:spTgt spid="6147">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animEffect transition="in" filter="wipe(down)">
                                      <p:cBhvr>
                                        <p:cTn id="19" dur="500"/>
                                        <p:tgtEl>
                                          <p:spTgt spid="6147">
                                            <p:txEl>
                                              <p:pRg st="4" end="4"/>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147">
                                            <p:txEl>
                                              <p:pRg st="5" end="5"/>
                                            </p:txEl>
                                          </p:spTgt>
                                        </p:tgtEl>
                                        <p:attrNameLst>
                                          <p:attrName>style.visibility</p:attrName>
                                        </p:attrNameLst>
                                      </p:cBhvr>
                                      <p:to>
                                        <p:strVal val="visible"/>
                                      </p:to>
                                    </p:set>
                                    <p:animEffect transition="in" filter="wipe(down)">
                                      <p:cBhvr>
                                        <p:cTn id="22" dur="500"/>
                                        <p:tgtEl>
                                          <p:spTgt spid="6147">
                                            <p:txEl>
                                              <p:pRg st="5" end="5"/>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147">
                                            <p:txEl>
                                              <p:pRg st="6" end="6"/>
                                            </p:txEl>
                                          </p:spTgt>
                                        </p:tgtEl>
                                        <p:attrNameLst>
                                          <p:attrName>style.visibility</p:attrName>
                                        </p:attrNameLst>
                                      </p:cBhvr>
                                      <p:to>
                                        <p:strVal val="visible"/>
                                      </p:to>
                                    </p:set>
                                    <p:animEffect transition="in" filter="wipe(down)">
                                      <p:cBhvr>
                                        <p:cTn id="25" dur="500"/>
                                        <p:tgtEl>
                                          <p:spTgt spid="6147">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1">
                                            <p:txEl>
                                              <p:pRg st="0" end="0"/>
                                            </p:txEl>
                                          </p:spTgt>
                                        </p:tgtEl>
                                        <p:attrNameLst>
                                          <p:attrName>style.visibility</p:attrName>
                                        </p:attrNameLst>
                                      </p:cBhvr>
                                      <p:to>
                                        <p:strVal val="visible"/>
                                      </p:to>
                                    </p:set>
                                    <p:animEffect transition="in" filter="wipe(down)">
                                      <p:cBhvr>
                                        <p:cTn id="30" dur="500"/>
                                        <p:tgtEl>
                                          <p:spTgt spid="11">
                                            <p:txEl>
                                              <p:pRg st="0" end="0"/>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1">
                                            <p:txEl>
                                              <p:pRg st="1" end="1"/>
                                            </p:txEl>
                                          </p:spTgt>
                                        </p:tgtEl>
                                        <p:attrNameLst>
                                          <p:attrName>style.visibility</p:attrName>
                                        </p:attrNameLst>
                                      </p:cBhvr>
                                      <p:to>
                                        <p:strVal val="visible"/>
                                      </p:to>
                                    </p:set>
                                    <p:animEffect transition="in" filter="wipe(down)">
                                      <p:cBhvr>
                                        <p:cTn id="33" dur="500"/>
                                        <p:tgtEl>
                                          <p:spTgt spid="11">
                                            <p:txEl>
                                              <p:pRg st="1" end="1"/>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1">
                                            <p:txEl>
                                              <p:pRg st="2" end="2"/>
                                            </p:txEl>
                                          </p:spTgt>
                                        </p:tgtEl>
                                        <p:attrNameLst>
                                          <p:attrName>style.visibility</p:attrName>
                                        </p:attrNameLst>
                                      </p:cBhvr>
                                      <p:to>
                                        <p:strVal val="visible"/>
                                      </p:to>
                                    </p:set>
                                    <p:animEffect transition="in" filter="wipe(down)">
                                      <p:cBhvr>
                                        <p:cTn id="36" dur="500"/>
                                        <p:tgtEl>
                                          <p:spTgt spid="11">
                                            <p:txEl>
                                              <p:pRg st="2" end="2"/>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animEffect transition="in" filter="wipe(down)">
                                      <p:cBhvr>
                                        <p:cTn id="39" dur="500"/>
                                        <p:tgtEl>
                                          <p:spTgt spid="11">
                                            <p:txEl>
                                              <p:pRg st="3" end="3"/>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1">
                                            <p:txEl>
                                              <p:pRg st="4" end="4"/>
                                            </p:txEl>
                                          </p:spTgt>
                                        </p:tgtEl>
                                        <p:attrNameLst>
                                          <p:attrName>style.visibility</p:attrName>
                                        </p:attrNameLst>
                                      </p:cBhvr>
                                      <p:to>
                                        <p:strVal val="visible"/>
                                      </p:to>
                                    </p:set>
                                    <p:animEffect transition="in" filter="wipe(down)">
                                      <p:cBhvr>
                                        <p:cTn id="42" dur="500"/>
                                        <p:tgtEl>
                                          <p:spTgt spid="11">
                                            <p:txEl>
                                              <p:pRg st="4" end="4"/>
                                            </p:txEl>
                                          </p:spTgt>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1">
                                            <p:txEl>
                                              <p:pRg st="5" end="5"/>
                                            </p:txEl>
                                          </p:spTgt>
                                        </p:tgtEl>
                                        <p:attrNameLst>
                                          <p:attrName>style.visibility</p:attrName>
                                        </p:attrNameLst>
                                      </p:cBhvr>
                                      <p:to>
                                        <p:strVal val="visible"/>
                                      </p:to>
                                    </p:set>
                                    <p:animEffect transition="in" filter="wipe(down)">
                                      <p:cBhvr>
                                        <p:cTn id="45" dur="500"/>
                                        <p:tgtEl>
                                          <p:spTgt spid="11">
                                            <p:txEl>
                                              <p:pRg st="5" end="5"/>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1">
                                            <p:txEl>
                                              <p:pRg st="6" end="6"/>
                                            </p:txEl>
                                          </p:spTgt>
                                        </p:tgtEl>
                                        <p:attrNameLst>
                                          <p:attrName>style.visibility</p:attrName>
                                        </p:attrNameLst>
                                      </p:cBhvr>
                                      <p:to>
                                        <p:strVal val="visible"/>
                                      </p:to>
                                    </p:set>
                                    <p:animEffect transition="in" filter="wipe(down)">
                                      <p:cBhvr>
                                        <p:cTn id="48"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P spid="11"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78441439-1525-49A9-88C1-94AEA62863F3}"/>
              </a:ext>
            </a:extLst>
          </p:cNvPr>
          <p:cNvSpPr>
            <a:spLocks noGrp="1" noChangeArrowheads="1"/>
          </p:cNvSpPr>
          <p:nvPr>
            <p:ph idx="1"/>
          </p:nvPr>
        </p:nvSpPr>
        <p:spPr>
          <a:xfrm>
            <a:off x="760413" y="908050"/>
            <a:ext cx="5927725" cy="3225800"/>
          </a:xfrm>
        </p:spPr>
        <p:txBody>
          <a:bodyPr/>
          <a:lstStyle/>
          <a:p>
            <a:pPr marL="273044" indent="-273044" eaLnBrk="1" hangingPunct="1">
              <a:lnSpc>
                <a:spcPts val="3800"/>
              </a:lnSpc>
              <a:defRPr/>
            </a:pPr>
            <a:r>
              <a:rPr lang="zh-CN" altLang="en-US" sz="3000" dirty="0"/>
              <a:t>编译的阶段</a:t>
            </a:r>
          </a:p>
          <a:p>
            <a:pPr marL="576248" lvl="1" indent="-273044" eaLnBrk="1" hangingPunct="1">
              <a:lnSpc>
                <a:spcPts val="3800"/>
              </a:lnSpc>
              <a:defRPr/>
            </a:pPr>
            <a:r>
              <a:rPr lang="zh-CN" altLang="en-US" sz="2800" dirty="0"/>
              <a:t>词法分析</a:t>
            </a:r>
            <a:endParaRPr lang="en-US" altLang="zh-CN" sz="2800" dirty="0"/>
          </a:p>
          <a:p>
            <a:pPr marL="576248" lvl="1" indent="-273044" eaLnBrk="1" hangingPunct="1">
              <a:lnSpc>
                <a:spcPts val="3800"/>
              </a:lnSpc>
              <a:defRPr/>
            </a:pPr>
            <a:r>
              <a:rPr lang="zh-CN" altLang="en-US" sz="2800" dirty="0"/>
              <a:t>语法分析</a:t>
            </a:r>
            <a:endParaRPr lang="en-US" altLang="zh-CN" sz="2800" dirty="0"/>
          </a:p>
          <a:p>
            <a:pPr marL="576248" lvl="1" indent="-273044" eaLnBrk="1" hangingPunct="1">
              <a:lnSpc>
                <a:spcPts val="3800"/>
              </a:lnSpc>
              <a:defRPr/>
            </a:pPr>
            <a:r>
              <a:rPr lang="zh-CN" altLang="en-US" sz="2800" dirty="0">
                <a:solidFill>
                  <a:srgbClr val="FF0000"/>
                </a:solidFill>
              </a:rPr>
              <a:t>语义分析</a:t>
            </a:r>
            <a:endParaRPr lang="en-US" altLang="zh-CN" sz="2800" dirty="0">
              <a:solidFill>
                <a:srgbClr val="FF0000"/>
              </a:solidFill>
            </a:endParaRPr>
          </a:p>
          <a:p>
            <a:pPr marL="576248" lvl="1" indent="-273044" eaLnBrk="1" hangingPunct="1">
              <a:lnSpc>
                <a:spcPts val="3800"/>
              </a:lnSpc>
              <a:defRPr/>
            </a:pPr>
            <a:r>
              <a:rPr lang="zh-CN" altLang="en-US" sz="2800" dirty="0">
                <a:solidFill>
                  <a:srgbClr val="FF0000"/>
                </a:solidFill>
              </a:rPr>
              <a:t>中间代码生成</a:t>
            </a:r>
            <a:endParaRPr lang="en-US" altLang="zh-CN" sz="2800" dirty="0">
              <a:solidFill>
                <a:srgbClr val="FF0000"/>
              </a:solidFill>
            </a:endParaRPr>
          </a:p>
          <a:p>
            <a:pPr marL="576248" lvl="1" indent="-273044" eaLnBrk="1" hangingPunct="1">
              <a:lnSpc>
                <a:spcPts val="3800"/>
              </a:lnSpc>
              <a:defRPr/>
            </a:pPr>
            <a:r>
              <a:rPr lang="zh-CN" altLang="en-US" sz="2800" dirty="0"/>
              <a:t>代码优化</a:t>
            </a:r>
            <a:endParaRPr lang="en-US" altLang="zh-CN" sz="2800" dirty="0"/>
          </a:p>
          <a:p>
            <a:pPr marL="576248" lvl="1" indent="-273044" eaLnBrk="1" hangingPunct="1">
              <a:lnSpc>
                <a:spcPts val="3800"/>
              </a:lnSpc>
              <a:defRPr/>
            </a:pPr>
            <a:r>
              <a:rPr lang="zh-CN" altLang="en-US" sz="2800" dirty="0"/>
              <a:t>目标代码生成</a:t>
            </a:r>
          </a:p>
        </p:txBody>
      </p:sp>
      <p:sp>
        <p:nvSpPr>
          <p:cNvPr id="6146" name="Rectangle 2">
            <a:extLst>
              <a:ext uri="{FF2B5EF4-FFF2-40B4-BE49-F238E27FC236}">
                <a16:creationId xmlns:a16="http://schemas.microsoft.com/office/drawing/2014/main" id="{93024FE8-FDF4-4F60-ADDE-8FC92A14AB26}"/>
              </a:ext>
            </a:extLst>
          </p:cNvPr>
          <p:cNvSpPr>
            <a:spLocks noGrp="1" noChangeArrowheads="1"/>
          </p:cNvSpPr>
          <p:nvPr>
            <p:ph type="title"/>
          </p:nvPr>
        </p:nvSpPr>
        <p:spPr>
          <a:xfrm>
            <a:off x="755650" y="268288"/>
            <a:ext cx="7931150" cy="358775"/>
          </a:xfrm>
        </p:spPr>
        <p:txBody>
          <a:bodyPr/>
          <a:lstStyle/>
          <a:p>
            <a:pPr eaLnBrk="1" hangingPunct="1">
              <a:defRPr/>
            </a:pPr>
            <a:r>
              <a:rPr lang="zh-CN" altLang="en-US" spc="225" dirty="0">
                <a:cs typeface="Times New Roman" panose="02020603050405020304" pitchFamily="18" charset="0"/>
              </a:rPr>
              <a:t>什么是语法制导翻译</a:t>
            </a:r>
          </a:p>
        </p:txBody>
      </p:sp>
      <p:grpSp>
        <p:nvGrpSpPr>
          <p:cNvPr id="2" name="组合 2">
            <a:extLst>
              <a:ext uri="{FF2B5EF4-FFF2-40B4-BE49-F238E27FC236}">
                <a16:creationId xmlns:a16="http://schemas.microsoft.com/office/drawing/2014/main" id="{2CDDFDC3-1AF8-40F8-8388-94C66F420642}"/>
              </a:ext>
            </a:extLst>
          </p:cNvPr>
          <p:cNvGrpSpPr>
            <a:grpSpLocks/>
          </p:cNvGrpSpPr>
          <p:nvPr/>
        </p:nvGrpSpPr>
        <p:grpSpPr bwMode="auto">
          <a:xfrm>
            <a:off x="3581400" y="2763838"/>
            <a:ext cx="2097088" cy="792162"/>
            <a:chOff x="3178267" y="2570932"/>
            <a:chExt cx="2096375" cy="792162"/>
          </a:xfrm>
        </p:grpSpPr>
        <p:sp>
          <p:nvSpPr>
            <p:cNvPr id="32777" name="Rectangle 10">
              <a:extLst>
                <a:ext uri="{FF2B5EF4-FFF2-40B4-BE49-F238E27FC236}">
                  <a16:creationId xmlns:a16="http://schemas.microsoft.com/office/drawing/2014/main" id="{A6FB20E7-F7BA-4527-95B6-62140598B9F2}"/>
                </a:ext>
              </a:extLst>
            </p:cNvPr>
            <p:cNvSpPr>
              <a:spLocks noChangeArrowheads="1"/>
            </p:cNvSpPr>
            <p:nvPr/>
          </p:nvSpPr>
          <p:spPr bwMode="auto">
            <a:xfrm>
              <a:off x="3492485" y="2778894"/>
              <a:ext cx="1782157" cy="376238"/>
            </a:xfrm>
            <a:prstGeom prst="rect">
              <a:avLst/>
            </a:prstGeom>
            <a:noFill/>
            <a:ln>
              <a:noFill/>
            </a:ln>
          </p:spPr>
          <p:txBody>
            <a:bodyPr wrap="none" lIns="0" tIns="34290" rIns="68580" bIns="34290" anchor="ctr"/>
            <a:lstStyle>
              <a:lvl1pPr>
                <a:defRPr b="1">
                  <a:solidFill>
                    <a:schemeClr val="tx1"/>
                  </a:solidFill>
                  <a:latin typeface="Tahoma" panose="020B0604030504040204" pitchFamily="34" charset="0"/>
                  <a:ea typeface="SimSun" panose="02010600030101010101" pitchFamily="2" charset="-122"/>
                </a:defRPr>
              </a:lvl1pPr>
              <a:lvl2pPr marL="742950" indent="-285750">
                <a:defRPr b="1">
                  <a:solidFill>
                    <a:schemeClr val="tx1"/>
                  </a:solidFill>
                  <a:latin typeface="Tahoma" panose="020B0604030504040204" pitchFamily="34" charset="0"/>
                  <a:ea typeface="SimSun" panose="02010600030101010101" pitchFamily="2" charset="-122"/>
                </a:defRPr>
              </a:lvl2pPr>
              <a:lvl3pPr marL="1143000" indent="-228600">
                <a:defRPr b="1">
                  <a:solidFill>
                    <a:schemeClr val="tx1"/>
                  </a:solidFill>
                  <a:latin typeface="Tahoma" panose="020B0604030504040204" pitchFamily="34" charset="0"/>
                  <a:ea typeface="SimSun" panose="02010600030101010101" pitchFamily="2" charset="-122"/>
                </a:defRPr>
              </a:lvl3pPr>
              <a:lvl4pPr marL="1600200" indent="-228600">
                <a:defRPr b="1">
                  <a:solidFill>
                    <a:schemeClr val="tx1"/>
                  </a:solidFill>
                  <a:latin typeface="Tahoma" panose="020B0604030504040204" pitchFamily="34" charset="0"/>
                  <a:ea typeface="SimSun" panose="02010600030101010101" pitchFamily="2" charset="-122"/>
                </a:defRPr>
              </a:lvl4pPr>
              <a:lvl5pPr marL="2057400" indent="-228600">
                <a:defRPr b="1">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9pPr>
            </a:lstStyle>
            <a:p>
              <a:pPr eaLnBrk="1" hangingPunct="1">
                <a:defRPr/>
              </a:pPr>
              <a:r>
                <a:rPr lang="zh-CN" altLang="en-US" sz="2500" dirty="0">
                  <a:solidFill>
                    <a:schemeClr val="tx2">
                      <a:lumMod val="60000"/>
                      <a:lumOff val="40000"/>
                    </a:schemeClr>
                  </a:solidFill>
                  <a:latin typeface="楷体" panose="02010609060101010101" pitchFamily="49" charset="-122"/>
                  <a:ea typeface="楷体" panose="02010609060101010101" pitchFamily="49" charset="-122"/>
                </a:rPr>
                <a:t>语义翻译</a:t>
              </a:r>
            </a:p>
          </p:txBody>
        </p:sp>
        <p:sp>
          <p:nvSpPr>
            <p:cNvPr id="32778" name="右大括号 10">
              <a:extLst>
                <a:ext uri="{FF2B5EF4-FFF2-40B4-BE49-F238E27FC236}">
                  <a16:creationId xmlns:a16="http://schemas.microsoft.com/office/drawing/2014/main" id="{8DAA474B-5307-489E-8045-B922B6DFBA8D}"/>
                </a:ext>
              </a:extLst>
            </p:cNvPr>
            <p:cNvSpPr>
              <a:spLocks/>
            </p:cNvSpPr>
            <p:nvPr/>
          </p:nvSpPr>
          <p:spPr bwMode="auto">
            <a:xfrm>
              <a:off x="3178267" y="2570932"/>
              <a:ext cx="241218" cy="792162"/>
            </a:xfrm>
            <a:prstGeom prst="rightBrace">
              <a:avLst>
                <a:gd name="adj1" fmla="val 8344"/>
                <a:gd name="adj2" fmla="val 50000"/>
              </a:avLst>
            </a:prstGeom>
            <a:noFill/>
            <a:ln w="38100" algn="ctr">
              <a:solidFill>
                <a:schemeClr val="tx2">
                  <a:lumMod val="60000"/>
                  <a:lumOff val="40000"/>
                </a:schemeClr>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chemeClr val="tx1"/>
                </a:solidFill>
                <a:latin typeface="Tahoma" panose="020B0604030504040204" pitchFamily="34" charset="0"/>
              </a:endParaRPr>
            </a:p>
          </p:txBody>
        </p:sp>
      </p:grpSp>
      <p:grpSp>
        <p:nvGrpSpPr>
          <p:cNvPr id="3" name="组合 4">
            <a:extLst>
              <a:ext uri="{FF2B5EF4-FFF2-40B4-BE49-F238E27FC236}">
                <a16:creationId xmlns:a16="http://schemas.microsoft.com/office/drawing/2014/main" id="{F531F9AB-9549-400C-BD35-32D71E37D578}"/>
              </a:ext>
            </a:extLst>
          </p:cNvPr>
          <p:cNvGrpSpPr>
            <a:grpSpLocks/>
          </p:cNvGrpSpPr>
          <p:nvPr/>
        </p:nvGrpSpPr>
        <p:grpSpPr bwMode="auto">
          <a:xfrm>
            <a:off x="5262562" y="2139702"/>
            <a:ext cx="2981845" cy="1416298"/>
            <a:chOff x="4859040" y="1946796"/>
            <a:chExt cx="2982255" cy="1416298"/>
          </a:xfrm>
        </p:grpSpPr>
        <p:sp>
          <p:nvSpPr>
            <p:cNvPr id="32775" name="Rectangle 10">
              <a:extLst>
                <a:ext uri="{FF2B5EF4-FFF2-40B4-BE49-F238E27FC236}">
                  <a16:creationId xmlns:a16="http://schemas.microsoft.com/office/drawing/2014/main" id="{12A0C59B-E379-43F3-8248-CCDA544C66D9}"/>
                </a:ext>
              </a:extLst>
            </p:cNvPr>
            <p:cNvSpPr>
              <a:spLocks noChangeArrowheads="1"/>
            </p:cNvSpPr>
            <p:nvPr/>
          </p:nvSpPr>
          <p:spPr bwMode="auto">
            <a:xfrm>
              <a:off x="5244855" y="1946796"/>
              <a:ext cx="2596440" cy="1344289"/>
            </a:xfrm>
            <a:prstGeom prst="rect">
              <a:avLst/>
            </a:prstGeom>
            <a:noFill/>
            <a:ln>
              <a:noFill/>
            </a:ln>
          </p:spPr>
          <p:txBody>
            <a:bodyPr wrap="none" lIns="0" tIns="34290" rIns="68580" bIns="34290" anchor="ctr"/>
            <a:lstStyle>
              <a:lvl1pPr>
                <a:defRPr b="1">
                  <a:solidFill>
                    <a:schemeClr val="tx1"/>
                  </a:solidFill>
                  <a:latin typeface="Tahoma" panose="020B0604030504040204" pitchFamily="34" charset="0"/>
                  <a:ea typeface="SimSun" panose="02010600030101010101" pitchFamily="2" charset="-122"/>
                </a:defRPr>
              </a:lvl1pPr>
              <a:lvl2pPr marL="742950" indent="-285750">
                <a:defRPr b="1">
                  <a:solidFill>
                    <a:schemeClr val="tx1"/>
                  </a:solidFill>
                  <a:latin typeface="Tahoma" panose="020B0604030504040204" pitchFamily="34" charset="0"/>
                  <a:ea typeface="SimSun" panose="02010600030101010101" pitchFamily="2" charset="-122"/>
                </a:defRPr>
              </a:lvl2pPr>
              <a:lvl3pPr marL="1143000" indent="-228600">
                <a:defRPr b="1">
                  <a:solidFill>
                    <a:schemeClr val="tx1"/>
                  </a:solidFill>
                  <a:latin typeface="Tahoma" panose="020B0604030504040204" pitchFamily="34" charset="0"/>
                  <a:ea typeface="SimSun" panose="02010600030101010101" pitchFamily="2" charset="-122"/>
                </a:defRPr>
              </a:lvl3pPr>
              <a:lvl4pPr marL="1600200" indent="-228600">
                <a:defRPr b="1">
                  <a:solidFill>
                    <a:schemeClr val="tx1"/>
                  </a:solidFill>
                  <a:latin typeface="Tahoma" panose="020B0604030504040204" pitchFamily="34" charset="0"/>
                  <a:ea typeface="SimSun" panose="02010600030101010101" pitchFamily="2" charset="-122"/>
                </a:defRPr>
              </a:lvl4pPr>
              <a:lvl5pPr marL="2057400" indent="-228600">
                <a:defRPr b="1">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9pPr>
            </a:lstStyle>
            <a:p>
              <a:pPr eaLnBrk="1" hangingPunct="1">
                <a:defRPr/>
              </a:pPr>
              <a:r>
                <a:rPr lang="zh-CN" altLang="en-US" sz="2500" dirty="0">
                  <a:solidFill>
                    <a:schemeClr val="tx2">
                      <a:lumMod val="60000"/>
                      <a:lumOff val="40000"/>
                    </a:schemeClr>
                  </a:solidFill>
                  <a:latin typeface="楷体" panose="02010609060101010101" pitchFamily="49" charset="-122"/>
                  <a:ea typeface="楷体" panose="02010609060101010101" pitchFamily="49" charset="-122"/>
                </a:rPr>
                <a:t>语法制导翻译</a:t>
              </a:r>
              <a:endParaRPr lang="en-US" altLang="zh-CN" sz="2500" dirty="0">
                <a:solidFill>
                  <a:schemeClr val="tx2">
                    <a:lumMod val="60000"/>
                    <a:lumOff val="40000"/>
                  </a:schemeClr>
                </a:solidFill>
                <a:latin typeface="楷体" panose="02010609060101010101" pitchFamily="49" charset="-122"/>
                <a:ea typeface="楷体" panose="02010609060101010101" pitchFamily="49" charset="-122"/>
              </a:endParaRPr>
            </a:p>
            <a:p>
              <a:pPr eaLnBrk="1" hangingPunct="1">
                <a:defRPr/>
              </a:pPr>
              <a:r>
                <a:rPr lang="en-US" altLang="zh-CN" sz="1600" dirty="0">
                  <a:solidFill>
                    <a:schemeClr val="tx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(Syntax-Directed Translation)</a:t>
              </a:r>
              <a:endParaRPr lang="zh-CN" altLang="en-US" sz="2000" dirty="0">
                <a:solidFill>
                  <a:schemeClr val="tx2">
                    <a:lumMod val="60000"/>
                    <a:lumOff val="40000"/>
                  </a:schemeClr>
                </a:solidFill>
                <a:latin typeface="楷体" panose="02010609060101010101" pitchFamily="49" charset="-122"/>
                <a:ea typeface="楷体" panose="02010609060101010101" pitchFamily="49" charset="-122"/>
              </a:endParaRPr>
            </a:p>
          </p:txBody>
        </p:sp>
        <p:sp>
          <p:nvSpPr>
            <p:cNvPr id="32776" name="右大括号 11">
              <a:extLst>
                <a:ext uri="{FF2B5EF4-FFF2-40B4-BE49-F238E27FC236}">
                  <a16:creationId xmlns:a16="http://schemas.microsoft.com/office/drawing/2014/main" id="{6DD9C8E3-2099-4A5D-8C75-868E326B8322}"/>
                </a:ext>
              </a:extLst>
            </p:cNvPr>
            <p:cNvSpPr>
              <a:spLocks/>
            </p:cNvSpPr>
            <p:nvPr/>
          </p:nvSpPr>
          <p:spPr bwMode="auto">
            <a:xfrm>
              <a:off x="4859040" y="2067694"/>
              <a:ext cx="241333" cy="1295400"/>
            </a:xfrm>
            <a:prstGeom prst="rightBrace">
              <a:avLst>
                <a:gd name="adj1" fmla="val 8326"/>
                <a:gd name="adj2" fmla="val 50000"/>
              </a:avLst>
            </a:prstGeom>
            <a:noFill/>
            <a:ln w="38100" algn="ctr">
              <a:solidFill>
                <a:schemeClr val="tx2">
                  <a:lumMod val="60000"/>
                  <a:lumOff val="40000"/>
                </a:schemeClr>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chemeClr val="tx1"/>
                </a:solidFill>
                <a:latin typeface="Tahoma" panose="020B0604030504040204" pitchFamily="34" charset="0"/>
              </a:endParaRPr>
            </a:p>
          </p:txBody>
        </p:sp>
      </p:grpSp>
      <p:sp>
        <p:nvSpPr>
          <p:cNvPr id="16" name="矩形 15">
            <a:extLst>
              <a:ext uri="{FF2B5EF4-FFF2-40B4-BE49-F238E27FC236}">
                <a16:creationId xmlns:a16="http://schemas.microsoft.com/office/drawing/2014/main" id="{DD3EACAB-83DE-450A-93BE-E8B36F7CF220}"/>
              </a:ext>
            </a:extLst>
          </p:cNvPr>
          <p:cNvSpPr/>
          <p:nvPr/>
        </p:nvSpPr>
        <p:spPr>
          <a:xfrm>
            <a:off x="3756025" y="4024313"/>
            <a:ext cx="5280025" cy="708025"/>
          </a:xfrm>
          <a:prstGeom prst="rect">
            <a:avLst/>
          </a:prstGeom>
          <a:solidFill>
            <a:schemeClr val="accent5">
              <a:lumMod val="60000"/>
              <a:lumOff val="40000"/>
            </a:schemeClr>
          </a:solidFill>
          <a:ln>
            <a:solidFill>
              <a:schemeClr val="tx1"/>
            </a:solidFill>
          </a:ln>
        </p:spPr>
        <p:txBody>
          <a:bodyPr>
            <a:spAutoFit/>
          </a:bodyPr>
          <a:lstStyle/>
          <a:p>
            <a:pPr>
              <a:defRPr/>
            </a:pPr>
            <a:r>
              <a:rPr lang="zh-CN" altLang="en-US" sz="2000" dirty="0">
                <a:latin typeface="+mn-ea"/>
                <a:ea typeface="+mn-ea"/>
              </a:rPr>
              <a:t>语法制导翻译使用</a:t>
            </a:r>
            <a:r>
              <a:rPr lang="en-US" altLang="zh-CN" sz="2000" i="1" dirty="0">
                <a:latin typeface="Times New Roman" panose="02020603050405020304" pitchFamily="18" charset="0"/>
                <a:ea typeface="+mn-ea"/>
                <a:cs typeface="Times New Roman" panose="02020603050405020304" pitchFamily="18" charset="0"/>
              </a:rPr>
              <a:t>CFG</a:t>
            </a:r>
            <a:r>
              <a:rPr lang="zh-CN" altLang="en-US" sz="2000" dirty="0">
                <a:latin typeface="+mn-ea"/>
                <a:ea typeface="+mn-ea"/>
              </a:rPr>
              <a:t>来引导对语言的翻译，</a:t>
            </a:r>
            <a:endParaRPr lang="en-US" altLang="zh-CN" sz="2000" dirty="0">
              <a:latin typeface="+mn-ea"/>
              <a:ea typeface="+mn-ea"/>
            </a:endParaRPr>
          </a:p>
          <a:p>
            <a:pPr>
              <a:defRPr/>
            </a:pPr>
            <a:r>
              <a:rPr lang="zh-CN" altLang="en-US" sz="2000" dirty="0">
                <a:latin typeface="+mn-ea"/>
                <a:ea typeface="+mn-ea"/>
              </a:rPr>
              <a:t>是一种</a:t>
            </a:r>
            <a:r>
              <a:rPr lang="zh-CN" altLang="en-US" sz="2000" dirty="0">
                <a:solidFill>
                  <a:schemeClr val="tx2">
                    <a:lumMod val="60000"/>
                    <a:lumOff val="40000"/>
                  </a:schemeClr>
                </a:solidFill>
                <a:latin typeface="+mn-ea"/>
                <a:ea typeface="+mn-ea"/>
              </a:rPr>
              <a:t>面向文法</a:t>
            </a:r>
            <a:r>
              <a:rPr lang="zh-CN" altLang="en-US" sz="2000" dirty="0">
                <a:latin typeface="+mn-ea"/>
                <a:ea typeface="+mn-ea"/>
              </a:rPr>
              <a:t>的翻译技术</a:t>
            </a:r>
          </a:p>
        </p:txBody>
      </p:sp>
      <p:sp>
        <p:nvSpPr>
          <p:cNvPr id="4" name="灯片编号占位符 3">
            <a:extLst>
              <a:ext uri="{FF2B5EF4-FFF2-40B4-BE49-F238E27FC236}">
                <a16:creationId xmlns:a16="http://schemas.microsoft.com/office/drawing/2014/main" id="{B508B63D-E130-48D2-8ED1-9715F42FB572}"/>
              </a:ext>
            </a:extLst>
          </p:cNvPr>
          <p:cNvSpPr>
            <a:spLocks noGrp="1"/>
          </p:cNvSpPr>
          <p:nvPr>
            <p:ph type="sldNum" sz="quarter" idx="10"/>
          </p:nvPr>
        </p:nvSpPr>
        <p:spPr/>
        <p:txBody>
          <a:bodyPr/>
          <a:lstStyle/>
          <a:p>
            <a:pPr>
              <a:defRPr/>
            </a:pPr>
            <a:fld id="{8E104948-B687-4A74-87EB-9097C047E113}" type="slidenum">
              <a:rPr lang="zh-CN" altLang="en-US" smtClean="0"/>
              <a:pPr>
                <a:defRPr/>
              </a:pPr>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FF807CD6-F441-4B52-AFEE-C17BF1CCC8E6}"/>
              </a:ext>
            </a:extLst>
          </p:cNvPr>
          <p:cNvSpPr>
            <a:spLocks noGrp="1"/>
          </p:cNvSpPr>
          <p:nvPr>
            <p:ph idx="1"/>
          </p:nvPr>
        </p:nvSpPr>
        <p:spPr>
          <a:xfrm>
            <a:off x="611188" y="915988"/>
            <a:ext cx="7931150" cy="3743994"/>
          </a:xfrm>
        </p:spPr>
        <p:txBody>
          <a:bodyPr/>
          <a:lstStyle/>
          <a:p>
            <a:pPr eaLnBrk="1" hangingPunct="1"/>
            <a:r>
              <a:rPr lang="zh-CN" altLang="en-US" sz="2800" dirty="0">
                <a:latin typeface="Times New Roman" panose="02020603050405020304" pitchFamily="18" charset="0"/>
                <a:cs typeface="Times New Roman" panose="02020603050405020304" pitchFamily="18" charset="0"/>
              </a:rPr>
              <a:t>本章重点介绍通用的语法制导翻译技术</a:t>
            </a:r>
            <a:endParaRPr lang="en-US" altLang="zh-CN" sz="2800" dirty="0">
              <a:latin typeface="Times New Roman" panose="02020603050405020304" pitchFamily="18" charset="0"/>
              <a:cs typeface="Times New Roman" panose="02020603050405020304" pitchFamily="18" charset="0"/>
            </a:endParaRPr>
          </a:p>
          <a:p>
            <a:pPr eaLnBrk="1" hangingPunct="1"/>
            <a:r>
              <a:rPr lang="zh-CN" altLang="en-US" sz="2800" dirty="0">
                <a:latin typeface="Times New Roman" panose="02020603050405020304" pitchFamily="18" charset="0"/>
                <a:cs typeface="Times New Roman" panose="02020603050405020304" pitchFamily="18" charset="0"/>
              </a:rPr>
              <a:t>可用于实现各种语言的翻译任务</a:t>
            </a:r>
            <a:endParaRPr lang="en-US" altLang="zh-CN" sz="2800" dirty="0">
              <a:latin typeface="Times New Roman" panose="02020603050405020304" pitchFamily="18" charset="0"/>
              <a:cs typeface="Times New Roman" panose="02020603050405020304" pitchFamily="18" charset="0"/>
            </a:endParaRPr>
          </a:p>
          <a:p>
            <a:pPr lvl="1" eaLnBrk="1" hangingPunct="1"/>
            <a:r>
              <a:rPr lang="zh-CN" altLang="en-US" sz="2400" dirty="0">
                <a:solidFill>
                  <a:srgbClr val="0070C0"/>
                </a:solidFill>
                <a:latin typeface="Times New Roman" panose="02020603050405020304" pitchFamily="18" charset="0"/>
                <a:cs typeface="Times New Roman" panose="02020603050405020304" pitchFamily="18" charset="0"/>
              </a:rPr>
              <a:t>编译器语义分析和生成中间代码</a:t>
            </a:r>
            <a:endParaRPr lang="en-US" altLang="zh-CN" sz="2400" dirty="0">
              <a:solidFill>
                <a:srgbClr val="0070C0"/>
              </a:solidFill>
              <a:latin typeface="Times New Roman" panose="02020603050405020304" pitchFamily="18" charset="0"/>
              <a:cs typeface="Times New Roman" panose="02020603050405020304" pitchFamily="18" charset="0"/>
            </a:endParaRPr>
          </a:p>
          <a:p>
            <a:pPr lvl="1" eaLnBrk="1" hangingPunct="1"/>
            <a:r>
              <a:rPr lang="zh-CN" altLang="en-US" sz="2400" dirty="0">
                <a:latin typeface="Times New Roman" panose="02020603050405020304" pitchFamily="18" charset="0"/>
                <a:cs typeface="Times New Roman" panose="02020603050405020304" pitchFamily="18" charset="0"/>
              </a:rPr>
              <a:t>排版系统中根据书写格式生成立体公式显示</a:t>
            </a:r>
            <a:endParaRPr lang="en-US" altLang="zh-CN" sz="2400" dirty="0">
              <a:latin typeface="Times New Roman" panose="02020603050405020304" pitchFamily="18" charset="0"/>
              <a:cs typeface="Times New Roman" panose="02020603050405020304" pitchFamily="18" charset="0"/>
            </a:endParaRPr>
          </a:p>
          <a:p>
            <a:pPr lvl="1" eaLnBrk="1" hangingPunct="1"/>
            <a:r>
              <a:rPr lang="zh-CN" altLang="en-US" sz="2400" dirty="0">
                <a:solidFill>
                  <a:srgbClr val="0070C0"/>
                </a:solidFill>
                <a:latin typeface="Times New Roman" panose="02020603050405020304" pitchFamily="18" charset="0"/>
                <a:cs typeface="Times New Roman" panose="02020603050405020304" pitchFamily="18" charset="0"/>
              </a:rPr>
              <a:t>台式计算器，根据输入的算式，计算结果</a:t>
            </a:r>
            <a:endParaRPr lang="en-US" altLang="zh-CN" sz="2400" dirty="0">
              <a:solidFill>
                <a:srgbClr val="0070C0"/>
              </a:solidFill>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rPr>
              <a:t>HTML/XML</a:t>
            </a:r>
            <a:r>
              <a:rPr lang="zh-CN" altLang="en-US" sz="2400" dirty="0">
                <a:latin typeface="Times New Roman" panose="02020603050405020304" pitchFamily="18" charset="0"/>
                <a:cs typeface="Times New Roman" panose="02020603050405020304" pitchFamily="18" charset="0"/>
              </a:rPr>
              <a:t>格式分析生成结构化的网页展示</a:t>
            </a:r>
            <a:endParaRPr lang="en-US" altLang="zh-CN" sz="2400" dirty="0">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rPr>
              <a:t>SQL</a:t>
            </a:r>
            <a:r>
              <a:rPr lang="zh-CN" altLang="en-US" sz="2400" dirty="0">
                <a:latin typeface="Times New Roman" panose="02020603050405020304" pitchFamily="18" charset="0"/>
                <a:cs typeface="Times New Roman" panose="02020603050405020304" pitchFamily="18" charset="0"/>
              </a:rPr>
              <a:t>查询语句的翻译</a:t>
            </a:r>
            <a:endParaRPr lang="en-US" altLang="zh-CN" sz="2400" dirty="0">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rPr>
              <a:t>HTTP</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SMTP</a:t>
            </a:r>
            <a:r>
              <a:rPr lang="zh-CN" altLang="en-US" sz="2400" dirty="0">
                <a:latin typeface="Times New Roman" panose="02020603050405020304" pitchFamily="18" charset="0"/>
                <a:cs typeface="Times New Roman" panose="02020603050405020304" pitchFamily="18" charset="0"/>
              </a:rPr>
              <a:t>等协议的翻译</a:t>
            </a:r>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8196" name="Rectangle 2">
            <a:extLst>
              <a:ext uri="{FF2B5EF4-FFF2-40B4-BE49-F238E27FC236}">
                <a16:creationId xmlns:a16="http://schemas.microsoft.com/office/drawing/2014/main" id="{10295008-CFE8-4489-B9E7-0F7947D325A3}"/>
              </a:ext>
            </a:extLst>
          </p:cNvPr>
          <p:cNvSpPr>
            <a:spLocks noGrp="1" noChangeArrowheads="1"/>
          </p:cNvSpPr>
          <p:nvPr>
            <p:ph type="title"/>
          </p:nvPr>
        </p:nvSpPr>
        <p:spPr>
          <a:xfrm>
            <a:off x="755650" y="268288"/>
            <a:ext cx="7931150" cy="358775"/>
          </a:xfrm>
        </p:spPr>
        <p:txBody>
          <a:bodyPr/>
          <a:lstStyle/>
          <a:p>
            <a:pPr eaLnBrk="1" hangingPunct="1">
              <a:defRPr/>
            </a:pPr>
            <a:r>
              <a:rPr lang="zh-CN" altLang="en-US" spc="225" dirty="0">
                <a:cs typeface="Times New Roman" panose="02020603050405020304" pitchFamily="18" charset="0"/>
              </a:rPr>
              <a:t>什么是语法制导翻译</a:t>
            </a:r>
            <a:endParaRPr lang="zh-CN" altLang="en-US" dirty="0">
              <a:latin typeface="Times New Roman" panose="02020603050405020304" pitchFamily="18" charset="0"/>
            </a:endParaRPr>
          </a:p>
        </p:txBody>
      </p:sp>
      <p:sp>
        <p:nvSpPr>
          <p:cNvPr id="2" name="灯片编号占位符 1">
            <a:extLst>
              <a:ext uri="{FF2B5EF4-FFF2-40B4-BE49-F238E27FC236}">
                <a16:creationId xmlns:a16="http://schemas.microsoft.com/office/drawing/2014/main" id="{3131A668-AF4D-46B0-AE71-2932D601C9FF}"/>
              </a:ext>
            </a:extLst>
          </p:cNvPr>
          <p:cNvSpPr>
            <a:spLocks noGrp="1"/>
          </p:cNvSpPr>
          <p:nvPr>
            <p:ph type="sldNum" sz="quarter" idx="10"/>
          </p:nvPr>
        </p:nvSpPr>
        <p:spPr/>
        <p:txBody>
          <a:bodyPr/>
          <a:lstStyle/>
          <a:p>
            <a:pPr>
              <a:defRPr/>
            </a:pPr>
            <a:fld id="{8E104948-B687-4A74-87EB-9097C047E113}" type="slidenum">
              <a:rPr lang="zh-CN" altLang="en-US" smtClean="0"/>
              <a:pPr>
                <a:defRPr/>
              </a:pPr>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
            <a:extLst>
              <a:ext uri="{FF2B5EF4-FFF2-40B4-BE49-F238E27FC236}">
                <a16:creationId xmlns:a16="http://schemas.microsoft.com/office/drawing/2014/main" id="{BF085E78-9F54-4D99-B0FA-8F0D3D6CCC17}"/>
              </a:ext>
            </a:extLst>
          </p:cNvPr>
          <p:cNvSpPr>
            <a:spLocks noGrp="1"/>
          </p:cNvSpPr>
          <p:nvPr>
            <p:ph type="title"/>
          </p:nvPr>
        </p:nvSpPr>
        <p:spPr>
          <a:xfrm>
            <a:off x="755650" y="268288"/>
            <a:ext cx="7931150" cy="358775"/>
          </a:xfrm>
        </p:spPr>
        <p:txBody>
          <a:bodyPr/>
          <a:lstStyle/>
          <a:p>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语法制导翻译的基本思想</a:t>
            </a:r>
            <a:endParaRPr lang="zh-CN" altLang="en-US">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233DEA41-1AC6-4619-B23F-16173B4722C2}"/>
              </a:ext>
            </a:extLst>
          </p:cNvPr>
          <p:cNvSpPr>
            <a:spLocks noChangeArrowheads="1"/>
          </p:cNvSpPr>
          <p:nvPr/>
        </p:nvSpPr>
        <p:spPr bwMode="auto">
          <a:xfrm>
            <a:off x="642938" y="857250"/>
            <a:ext cx="8002587" cy="383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1463" indent="-271463">
              <a:defRPr b="1">
                <a:solidFill>
                  <a:schemeClr val="tx1"/>
                </a:solidFill>
                <a:latin typeface="Tahoma" panose="020B0604030504040204" pitchFamily="34" charset="0"/>
                <a:ea typeface="宋体" panose="02010600030101010101" pitchFamily="2" charset="-122"/>
              </a:defRPr>
            </a:lvl1pPr>
            <a:lvl2pPr marL="500063" indent="-271463">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lnSpc>
                <a:spcPts val="3000"/>
              </a:lnSpc>
              <a:spcBef>
                <a:spcPct val="20000"/>
              </a:spcBef>
              <a:buSzPct val="100000"/>
              <a:buFont typeface="Wingdings" panose="05000000000000000000" pitchFamily="2" charset="2"/>
              <a:buChar char="Ø"/>
            </a:pPr>
            <a:r>
              <a:rPr lang="zh-CN" altLang="en-US" sz="28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如何表示语义信息？</a:t>
            </a:r>
            <a:endParaRPr lang="en-US" altLang="zh-CN" sz="28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endParaRPr>
          </a:p>
          <a:p>
            <a:pPr lvl="1" eaLnBrk="1" hangingPunct="1">
              <a:lnSpc>
                <a:spcPts val="3000"/>
              </a:lnSpc>
              <a:spcBef>
                <a:spcPct val="20000"/>
              </a:spcBef>
              <a:buSzPct val="100000"/>
              <a:buFont typeface="Wingdings" panose="05000000000000000000" pitchFamily="2" charset="2"/>
              <a:buChar char="Ø"/>
            </a:pP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为</a:t>
            </a:r>
            <a:r>
              <a:rPr lang="en-US" altLang="zh-CN" sz="24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CFG</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中的</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文法符号</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设置</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语义属性</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，用来表示语法成分对应的</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语义信息</a:t>
            </a:r>
            <a:endParaRPr lang="en-US" altLang="zh-CN"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endParaRPr>
          </a:p>
          <a:p>
            <a:pPr eaLnBrk="1" hangingPunct="1">
              <a:lnSpc>
                <a:spcPts val="3000"/>
              </a:lnSpc>
              <a:spcBef>
                <a:spcPct val="20000"/>
              </a:spcBef>
              <a:buSzPct val="100000"/>
              <a:buFont typeface="Wingdings" panose="05000000000000000000" pitchFamily="2" charset="2"/>
              <a:buChar char="Ø"/>
            </a:pPr>
            <a:r>
              <a:rPr lang="zh-CN" altLang="en-US" sz="28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如何计算语义属性？</a:t>
            </a:r>
            <a:endParaRPr lang="en-US" altLang="zh-CN" sz="28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endParaRPr>
          </a:p>
          <a:p>
            <a:pPr lvl="1" eaLnBrk="1" hangingPunct="1">
              <a:lnSpc>
                <a:spcPts val="3000"/>
              </a:lnSpc>
              <a:spcBef>
                <a:spcPct val="20000"/>
              </a:spcBef>
              <a:buSzPct val="100000"/>
              <a:buFont typeface="Wingdings" panose="05000000000000000000" pitchFamily="2" charset="2"/>
              <a:buChar char="Ø"/>
            </a:pP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文法符号的语义属性值是用与文法符号所在产生式（</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语法规则</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）相关联的</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语义规则</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来计算的</a:t>
            </a:r>
            <a:endParaRPr lang="en-US" altLang="zh-CN"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endParaRPr>
          </a:p>
          <a:p>
            <a:pPr lvl="1" eaLnBrk="1" hangingPunct="1">
              <a:lnSpc>
                <a:spcPts val="3000"/>
              </a:lnSpc>
              <a:spcBef>
                <a:spcPct val="20000"/>
              </a:spcBef>
              <a:buSzPct val="100000"/>
              <a:buFont typeface="Wingdings" panose="05000000000000000000" pitchFamily="2" charset="2"/>
              <a:buChar char="Ø"/>
            </a:pP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对于给定的输入串</a:t>
            </a:r>
            <a:r>
              <a:rPr lang="en-US" altLang="zh-CN" sz="24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x </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，构建</a:t>
            </a:r>
            <a:r>
              <a:rPr lang="en-US" altLang="zh-CN" sz="24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x</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的语法分析树，并</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利用</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与产生式（</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语法规则</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）相关联的</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语义规则</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来</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计算</a:t>
            </a:r>
            <a:r>
              <a:rPr lang="zh-CN" altLang="en-US" sz="2400" dirty="0">
                <a:solidFill>
                  <a:srgbClr val="000000"/>
                </a:solidFill>
                <a:latin typeface="华文楷体" panose="02010600040101010101" pitchFamily="2" charset="-122"/>
                <a:ea typeface="楷体" panose="02010609060101010101" pitchFamily="49" charset="-122"/>
                <a:cs typeface="Times New Roman" panose="02020603050405020304" pitchFamily="18" charset="0"/>
              </a:rPr>
              <a:t>分析树中各结点对应的</a:t>
            </a:r>
            <a:r>
              <a:rPr lang="zh-CN" altLang="en-US"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rPr>
              <a:t>语义属性值</a:t>
            </a:r>
            <a:endParaRPr lang="en-US" altLang="zh-CN" sz="2400" dirty="0">
              <a:solidFill>
                <a:srgbClr val="2D83F4"/>
              </a:solidFill>
              <a:latin typeface="华文楷体" panose="02010600040101010101" pitchFamily="2" charset="-122"/>
              <a:ea typeface="楷体" panose="02010609060101010101" pitchFamily="49"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7C9335DF-88CC-4840-9DDB-6C1591058367}"/>
              </a:ext>
            </a:extLst>
          </p:cNvPr>
          <p:cNvSpPr>
            <a:spLocks noGrp="1"/>
          </p:cNvSpPr>
          <p:nvPr>
            <p:ph type="sldNum" sz="quarter" idx="10"/>
          </p:nvPr>
        </p:nvSpPr>
        <p:spPr/>
        <p:txBody>
          <a:bodyPr/>
          <a:lstStyle/>
          <a:p>
            <a:pPr>
              <a:defRPr/>
            </a:pPr>
            <a:fld id="{8E104948-B687-4A74-87EB-9097C047E113}" type="slidenum">
              <a:rPr lang="zh-CN" altLang="en-US" smtClean="0"/>
              <a:pPr>
                <a:defRPr/>
              </a:pPr>
              <a:t>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p:cTn id="14"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p:cTn id="21"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4">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 calcmode="lin" valueType="num">
                                      <p:cBhvr>
                                        <p:cTn id="28"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4">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p:cTn id="35"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E47DEC2-940C-42D9-8985-0211AD727994}"/>
              </a:ext>
            </a:extLst>
          </p:cNvPr>
          <p:cNvSpPr>
            <a:spLocks noGrp="1" noChangeArrowheads="1"/>
          </p:cNvSpPr>
          <p:nvPr>
            <p:ph idx="1"/>
          </p:nvPr>
        </p:nvSpPr>
        <p:spPr>
          <a:xfrm>
            <a:off x="430213" y="928688"/>
            <a:ext cx="8356600" cy="3803650"/>
          </a:xfrm>
        </p:spPr>
        <p:txBody>
          <a:bodyPr lIns="69056" tIns="34529" rIns="69056" bIns="34529"/>
          <a:lstStyle/>
          <a:p>
            <a:pPr marL="272654" indent="-272654" eaLnBrk="1" hangingPunct="1">
              <a:lnSpc>
                <a:spcPts val="4200"/>
              </a:lnSpc>
              <a:defRPr/>
            </a:pPr>
            <a:r>
              <a:rPr kumimoji="1" lang="zh-CN" altLang="en-US" sz="2800" dirty="0">
                <a:cs typeface="Times New Roman" pitchFamily="18" charset="0"/>
              </a:rPr>
              <a:t>将</a:t>
            </a:r>
            <a:r>
              <a:rPr kumimoji="1" lang="zh-CN" altLang="en-US" sz="2800" dirty="0">
                <a:solidFill>
                  <a:srgbClr val="0070C0"/>
                </a:solidFill>
                <a:cs typeface="Times New Roman" pitchFamily="18" charset="0"/>
              </a:rPr>
              <a:t>语义规则</a:t>
            </a:r>
            <a:r>
              <a:rPr kumimoji="1" lang="zh-CN" altLang="en-US" sz="2800" dirty="0">
                <a:cs typeface="Times New Roman" pitchFamily="18" charset="0"/>
              </a:rPr>
              <a:t>同</a:t>
            </a:r>
            <a:r>
              <a:rPr kumimoji="1" lang="zh-CN" altLang="en-US" sz="2800" dirty="0">
                <a:solidFill>
                  <a:srgbClr val="0070C0"/>
                </a:solidFill>
                <a:cs typeface="Times New Roman" pitchFamily="18" charset="0"/>
              </a:rPr>
              <a:t>语法规则</a:t>
            </a:r>
            <a:r>
              <a:rPr kumimoji="1" lang="zh-CN" altLang="en-US" sz="2800" dirty="0">
                <a:cs typeface="Times New Roman" pitchFamily="18" charset="0"/>
              </a:rPr>
              <a:t>（产生式）联系起来</a:t>
            </a:r>
            <a:endParaRPr kumimoji="1" lang="en-US" altLang="zh-CN" sz="2800" dirty="0">
              <a:cs typeface="Times New Roman" pitchFamily="18" charset="0"/>
            </a:endParaRPr>
          </a:p>
          <a:p>
            <a:pPr marL="575866" lvl="1" indent="-272654" eaLnBrk="1" hangingPunct="1">
              <a:lnSpc>
                <a:spcPts val="4200"/>
              </a:lnSpc>
              <a:defRPr/>
            </a:pPr>
            <a:r>
              <a:rPr lang="zh-CN" altLang="en-US" sz="2800" dirty="0">
                <a:solidFill>
                  <a:srgbClr val="0070C0"/>
                </a:solidFill>
                <a:cs typeface="Times New Roman" pitchFamily="18" charset="0"/>
              </a:rPr>
              <a:t>语法制导定义</a:t>
            </a:r>
            <a:r>
              <a:rPr lang="en-US" altLang="zh-CN" sz="2000" dirty="0">
                <a:solidFill>
                  <a:srgbClr val="0070C0"/>
                </a:solidFill>
                <a:cs typeface="Times New Roman" pitchFamily="18" charset="0"/>
              </a:rPr>
              <a:t>(</a:t>
            </a:r>
            <a:r>
              <a:rPr lang="en-US" altLang="zh-CN" sz="2000" i="1" dirty="0">
                <a:solidFill>
                  <a:srgbClr val="0070C0"/>
                </a:solidFill>
                <a:cs typeface="Times New Roman" pitchFamily="18" charset="0"/>
              </a:rPr>
              <a:t>Syntax-Directed Definitions, SDD</a:t>
            </a:r>
            <a:r>
              <a:rPr lang="en-US" altLang="zh-CN" sz="2000" dirty="0">
                <a:solidFill>
                  <a:srgbClr val="0070C0"/>
                </a:solidFill>
                <a:cs typeface="Times New Roman" pitchFamily="18" charset="0"/>
              </a:rPr>
              <a:t>)</a:t>
            </a:r>
          </a:p>
          <a:p>
            <a:pPr marL="855266" lvl="2" indent="-272654" eaLnBrk="1" hangingPunct="1">
              <a:defRPr/>
            </a:pPr>
            <a:r>
              <a:rPr lang="zh-CN" altLang="en-US" sz="2400" dirty="0">
                <a:cs typeface="Times New Roman" pitchFamily="18" charset="0"/>
              </a:rPr>
              <a:t>一种基础的、抽象的语义翻译定义模型，适用于对语法制导翻译原理的理解。</a:t>
            </a:r>
            <a:endParaRPr lang="en-US" altLang="zh-CN" sz="2400" dirty="0">
              <a:cs typeface="Times New Roman" pitchFamily="18" charset="0"/>
            </a:endParaRPr>
          </a:p>
          <a:p>
            <a:pPr marL="575866" lvl="1" indent="-272654" eaLnBrk="1" hangingPunct="1">
              <a:lnSpc>
                <a:spcPts val="4200"/>
              </a:lnSpc>
              <a:defRPr/>
            </a:pPr>
            <a:r>
              <a:rPr lang="zh-CN" altLang="en-US" sz="2800" dirty="0">
                <a:solidFill>
                  <a:srgbClr val="0070C0"/>
                </a:solidFill>
                <a:cs typeface="Times New Roman" pitchFamily="18" charset="0"/>
              </a:rPr>
              <a:t>语法制导翻译方案 </a:t>
            </a:r>
            <a:r>
              <a:rPr lang="en-US" altLang="zh-CN" sz="2000" dirty="0">
                <a:solidFill>
                  <a:srgbClr val="0070C0"/>
                </a:solidFill>
                <a:cs typeface="Times New Roman" pitchFamily="18" charset="0"/>
              </a:rPr>
              <a:t>(</a:t>
            </a:r>
            <a:r>
              <a:rPr lang="en-US" altLang="zh-CN" sz="2000" i="1" dirty="0">
                <a:solidFill>
                  <a:srgbClr val="0070C0"/>
                </a:solidFill>
                <a:cs typeface="Times New Roman" pitchFamily="18" charset="0"/>
              </a:rPr>
              <a:t>Syntax-Directed Translation Scheme , SDT </a:t>
            </a:r>
            <a:r>
              <a:rPr lang="en-US" altLang="zh-CN" sz="2000" dirty="0">
                <a:solidFill>
                  <a:srgbClr val="0070C0"/>
                </a:solidFill>
                <a:cs typeface="Times New Roman" pitchFamily="18" charset="0"/>
              </a:rPr>
              <a:t>)</a:t>
            </a:r>
          </a:p>
          <a:p>
            <a:pPr marL="855266" lvl="2" indent="-272654" eaLnBrk="1" hangingPunct="1">
              <a:defRPr/>
            </a:pPr>
            <a:r>
              <a:rPr lang="zh-CN" altLang="en-US" sz="2400" dirty="0">
                <a:cs typeface="Times New Roman" pitchFamily="18" charset="0"/>
              </a:rPr>
              <a:t>一种面向实现的语义翻译模型，有助于语义翻译程序的构造和实现。</a:t>
            </a:r>
            <a:endParaRPr lang="zh-CN" altLang="en-US" sz="3200" dirty="0">
              <a:cs typeface="Times New Roman" pitchFamily="18" charset="0"/>
            </a:endParaRPr>
          </a:p>
        </p:txBody>
      </p:sp>
      <p:sp>
        <p:nvSpPr>
          <p:cNvPr id="30723" name="Rectangle 3">
            <a:extLst>
              <a:ext uri="{FF2B5EF4-FFF2-40B4-BE49-F238E27FC236}">
                <a16:creationId xmlns:a16="http://schemas.microsoft.com/office/drawing/2014/main" id="{BB1B1215-5E38-4E9E-81D9-DF76EC30153E}"/>
              </a:ext>
            </a:extLst>
          </p:cNvPr>
          <p:cNvSpPr>
            <a:spLocks noGrp="1"/>
          </p:cNvSpPr>
          <p:nvPr>
            <p:ph type="title"/>
          </p:nvPr>
        </p:nvSpPr>
        <p:spPr>
          <a:xfrm>
            <a:off x="755650" y="268288"/>
            <a:ext cx="7931150" cy="358775"/>
          </a:xfrm>
        </p:spPr>
        <p:txBody>
          <a:bodyPr/>
          <a:lstStyle/>
          <a:p>
            <a:pPr eaLnBrk="1" hangingPunct="1"/>
            <a:r>
              <a:rPr lang="zh-CN" altLang="en-US">
                <a:cs typeface="Times New Roman" panose="02020603050405020304" pitchFamily="18" charset="0"/>
              </a:rPr>
              <a:t>两种语义翻译模型</a:t>
            </a:r>
            <a:endParaRPr lang="zh-CN" altLang="en-US" sz="2500">
              <a:cs typeface="Times New Roman" panose="02020603050405020304" pitchFamily="18" charset="0"/>
            </a:endParaRPr>
          </a:p>
        </p:txBody>
      </p:sp>
      <p:sp>
        <p:nvSpPr>
          <p:cNvPr id="2" name="灯片编号占位符 1">
            <a:extLst>
              <a:ext uri="{FF2B5EF4-FFF2-40B4-BE49-F238E27FC236}">
                <a16:creationId xmlns:a16="http://schemas.microsoft.com/office/drawing/2014/main" id="{F2DF72AB-B5C2-4632-B434-7C22F95BCC84}"/>
              </a:ext>
            </a:extLst>
          </p:cNvPr>
          <p:cNvSpPr>
            <a:spLocks noGrp="1"/>
          </p:cNvSpPr>
          <p:nvPr>
            <p:ph type="sldNum" sz="quarter" idx="10"/>
          </p:nvPr>
        </p:nvSpPr>
        <p:spPr/>
        <p:txBody>
          <a:bodyPr/>
          <a:lstStyle/>
          <a:p>
            <a:pPr>
              <a:defRPr/>
            </a:pPr>
            <a:fld id="{8E104948-B687-4A74-87EB-9097C047E113}" type="slidenum">
              <a:rPr lang="zh-CN" altLang="en-US" smtClean="0"/>
              <a:pPr>
                <a:defRPr/>
              </a:pPr>
              <a:t>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with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p:cTn id="7" dur="500" fill="hold"/>
                                        <p:tgtEl>
                                          <p:spTgt spid="819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19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194">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8194">
                                            <p:txEl>
                                              <p:pRg st="1" end="1"/>
                                            </p:txEl>
                                          </p:spTgt>
                                        </p:tgtEl>
                                        <p:attrNameLst>
                                          <p:attrName>style.visibility</p:attrName>
                                        </p:attrNameLst>
                                      </p:cBhvr>
                                      <p:to>
                                        <p:strVal val="visible"/>
                                      </p:to>
                                    </p:set>
                                    <p:anim calcmode="lin" valueType="num">
                                      <p:cBhvr>
                                        <p:cTn id="14" dur="500" fill="hold"/>
                                        <p:tgtEl>
                                          <p:spTgt spid="8194">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8194">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8194">
                                            <p:txEl>
                                              <p:pRg st="1" end="1"/>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8194">
                                            <p:txEl>
                                              <p:pRg st="2" end="2"/>
                                            </p:txEl>
                                          </p:spTgt>
                                        </p:tgtEl>
                                        <p:attrNameLst>
                                          <p:attrName>style.visibility</p:attrName>
                                        </p:attrNameLst>
                                      </p:cBhvr>
                                      <p:to>
                                        <p:strVal val="visible"/>
                                      </p:to>
                                    </p:set>
                                    <p:anim calcmode="lin" valueType="num">
                                      <p:cBhvr>
                                        <p:cTn id="19" dur="500" fill="hold"/>
                                        <p:tgtEl>
                                          <p:spTgt spid="8194">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8194">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8194">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0" fill="hold" nodeType="clickEffect">
                                  <p:stCondLst>
                                    <p:cond delay="0"/>
                                  </p:stCondLst>
                                  <p:childTnLst>
                                    <p:set>
                                      <p:cBhvr>
                                        <p:cTn id="25" dur="1" fill="hold">
                                          <p:stCondLst>
                                            <p:cond delay="0"/>
                                          </p:stCondLst>
                                        </p:cTn>
                                        <p:tgtEl>
                                          <p:spTgt spid="8194">
                                            <p:txEl>
                                              <p:pRg st="3" end="3"/>
                                            </p:txEl>
                                          </p:spTgt>
                                        </p:tgtEl>
                                        <p:attrNameLst>
                                          <p:attrName>style.visibility</p:attrName>
                                        </p:attrNameLst>
                                      </p:cBhvr>
                                      <p:to>
                                        <p:strVal val="visible"/>
                                      </p:to>
                                    </p:set>
                                    <p:anim calcmode="lin" valueType="num">
                                      <p:cBhvr>
                                        <p:cTn id="26" dur="500" fill="hold"/>
                                        <p:tgtEl>
                                          <p:spTgt spid="8194">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8194">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8194">
                                            <p:txEl>
                                              <p:pRg st="3" end="3"/>
                                            </p:txEl>
                                          </p:spTgt>
                                        </p:tgtEl>
                                      </p:cBhvr>
                                    </p:animEffect>
                                  </p:childTnLst>
                                </p:cTn>
                              </p:par>
                              <p:par>
                                <p:cTn id="29" presetID="53" presetClass="entr" presetSubtype="0" fill="hold" nodeType="withEffect">
                                  <p:stCondLst>
                                    <p:cond delay="0"/>
                                  </p:stCondLst>
                                  <p:childTnLst>
                                    <p:set>
                                      <p:cBhvr>
                                        <p:cTn id="30" dur="1" fill="hold">
                                          <p:stCondLst>
                                            <p:cond delay="0"/>
                                          </p:stCondLst>
                                        </p:cTn>
                                        <p:tgtEl>
                                          <p:spTgt spid="8194">
                                            <p:txEl>
                                              <p:pRg st="4" end="4"/>
                                            </p:txEl>
                                          </p:spTgt>
                                        </p:tgtEl>
                                        <p:attrNameLst>
                                          <p:attrName>style.visibility</p:attrName>
                                        </p:attrNameLst>
                                      </p:cBhvr>
                                      <p:to>
                                        <p:strVal val="visible"/>
                                      </p:to>
                                    </p:set>
                                    <p:anim calcmode="lin" valueType="num">
                                      <p:cBhvr>
                                        <p:cTn id="31" dur="500" fill="hold"/>
                                        <p:tgtEl>
                                          <p:spTgt spid="8194">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8194">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81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9" name="Rectangle 3">
            <a:extLst>
              <a:ext uri="{FF2B5EF4-FFF2-40B4-BE49-F238E27FC236}">
                <a16:creationId xmlns:a16="http://schemas.microsoft.com/office/drawing/2014/main" id="{2F03C1BD-714A-47BF-ABD8-C61904D758DB}"/>
              </a:ext>
            </a:extLst>
          </p:cNvPr>
          <p:cNvSpPr>
            <a:spLocks noGrp="1" noChangeArrowheads="1"/>
          </p:cNvSpPr>
          <p:nvPr>
            <p:ph idx="1"/>
          </p:nvPr>
        </p:nvSpPr>
        <p:spPr>
          <a:xfrm>
            <a:off x="495300" y="711200"/>
            <a:ext cx="8258175" cy="4164012"/>
          </a:xfrm>
        </p:spPr>
        <p:txBody>
          <a:bodyPr/>
          <a:lstStyle/>
          <a:p>
            <a:pPr marL="272654" indent="-272654" eaLnBrk="1" hangingPunct="1">
              <a:lnSpc>
                <a:spcPts val="4000"/>
              </a:lnSpc>
              <a:defRPr/>
            </a:pPr>
            <a:r>
              <a:rPr lang="en-US" altLang="zh-CN" sz="2800" i="1" dirty="0">
                <a:cs typeface="Times New Roman" panose="02020603050405020304" pitchFamily="18" charset="0"/>
              </a:rPr>
              <a:t>SDD</a:t>
            </a:r>
            <a:r>
              <a:rPr lang="zh-CN" altLang="en-US" sz="2800" dirty="0">
                <a:cs typeface="Times New Roman" panose="02020603050405020304" pitchFamily="18" charset="0"/>
              </a:rPr>
              <a:t>是对</a:t>
            </a:r>
            <a:r>
              <a:rPr lang="en-US" altLang="zh-CN" sz="2800" i="1" dirty="0">
                <a:cs typeface="Times New Roman" panose="02020603050405020304" pitchFamily="18" charset="0"/>
              </a:rPr>
              <a:t>CFG</a:t>
            </a:r>
            <a:r>
              <a:rPr lang="zh-CN" altLang="en-US" sz="2800" dirty="0">
                <a:cs typeface="Times New Roman" panose="02020603050405020304" pitchFamily="18" charset="0"/>
              </a:rPr>
              <a:t>的推广</a:t>
            </a:r>
          </a:p>
          <a:p>
            <a:pPr marL="575866" lvl="1" indent="-272654" eaLnBrk="1" hangingPunct="1">
              <a:defRPr/>
            </a:pPr>
            <a:r>
              <a:rPr lang="zh-CN" altLang="en-US" sz="2600" dirty="0">
                <a:cs typeface="Times New Roman" panose="02020603050405020304" pitchFamily="18" charset="0"/>
              </a:rPr>
              <a:t>将每个</a:t>
            </a:r>
            <a:r>
              <a:rPr lang="zh-CN" altLang="en-US" sz="2600" dirty="0">
                <a:solidFill>
                  <a:srgbClr val="C00000"/>
                </a:solidFill>
                <a:cs typeface="Times New Roman" panose="02020603050405020304" pitchFamily="18" charset="0"/>
              </a:rPr>
              <a:t>文法符号</a:t>
            </a:r>
            <a:r>
              <a:rPr lang="zh-CN" altLang="en-US" sz="2600" dirty="0">
                <a:cs typeface="Times New Roman" panose="02020603050405020304" pitchFamily="18" charset="0"/>
              </a:rPr>
              <a:t>和一个</a:t>
            </a:r>
            <a:r>
              <a:rPr lang="zh-CN" altLang="en-US" sz="2600" dirty="0">
                <a:solidFill>
                  <a:srgbClr val="C00000"/>
                </a:solidFill>
                <a:cs typeface="Times New Roman" panose="02020603050405020304" pitchFamily="18" charset="0"/>
              </a:rPr>
              <a:t>语义属性集合</a:t>
            </a:r>
            <a:r>
              <a:rPr lang="zh-CN" altLang="en-US" sz="2600" dirty="0">
                <a:cs typeface="Times New Roman" panose="02020603050405020304" pitchFamily="18" charset="0"/>
              </a:rPr>
              <a:t>相关联</a:t>
            </a:r>
          </a:p>
          <a:p>
            <a:pPr marL="575866" lvl="1" indent="-272654" eaLnBrk="1" hangingPunct="1">
              <a:defRPr/>
            </a:pPr>
            <a:r>
              <a:rPr lang="zh-CN" altLang="en-US" sz="2600" dirty="0">
                <a:cs typeface="Times New Roman" panose="02020603050405020304" pitchFamily="18" charset="0"/>
              </a:rPr>
              <a:t>将每个</a:t>
            </a:r>
            <a:r>
              <a:rPr lang="zh-CN" altLang="en-US" sz="2600" dirty="0">
                <a:solidFill>
                  <a:srgbClr val="C00000"/>
                </a:solidFill>
                <a:cs typeface="Times New Roman" panose="02020603050405020304" pitchFamily="18" charset="0"/>
              </a:rPr>
              <a:t>产生式</a:t>
            </a:r>
            <a:r>
              <a:rPr lang="zh-CN" altLang="en-US" sz="2600" dirty="0">
                <a:cs typeface="Times New Roman" panose="02020603050405020304" pitchFamily="18" charset="0"/>
              </a:rPr>
              <a:t>和一组</a:t>
            </a:r>
            <a:r>
              <a:rPr lang="zh-CN" altLang="en-US" sz="2600" dirty="0">
                <a:solidFill>
                  <a:srgbClr val="C00000"/>
                </a:solidFill>
                <a:cs typeface="Times New Roman" panose="02020603050405020304" pitchFamily="18" charset="0"/>
              </a:rPr>
              <a:t>语义规则</a:t>
            </a:r>
            <a:r>
              <a:rPr lang="zh-CN" altLang="en-US" sz="2600" dirty="0">
                <a:cs typeface="Times New Roman" panose="02020603050405020304" pitchFamily="18" charset="0"/>
              </a:rPr>
              <a:t>相关联，这些规则用于</a:t>
            </a:r>
            <a:r>
              <a:rPr lang="zh-CN" altLang="en-US" sz="2600" dirty="0">
                <a:solidFill>
                  <a:srgbClr val="0070C0"/>
                </a:solidFill>
                <a:cs typeface="Times New Roman" panose="02020603050405020304" pitchFamily="18" charset="0"/>
              </a:rPr>
              <a:t>计算</a:t>
            </a:r>
            <a:r>
              <a:rPr lang="zh-CN" altLang="en-US" sz="2600" dirty="0">
                <a:cs typeface="Times New Roman" panose="02020603050405020304" pitchFamily="18" charset="0"/>
              </a:rPr>
              <a:t>该产生式中各文法符号的</a:t>
            </a:r>
            <a:r>
              <a:rPr lang="zh-CN" altLang="en-US" sz="2600" dirty="0">
                <a:solidFill>
                  <a:srgbClr val="0070C0"/>
                </a:solidFill>
                <a:cs typeface="Times New Roman" panose="02020603050405020304" pitchFamily="18" charset="0"/>
              </a:rPr>
              <a:t>属性值</a:t>
            </a:r>
            <a:endParaRPr lang="en-US" altLang="zh-CN" sz="2600" dirty="0">
              <a:solidFill>
                <a:srgbClr val="0070C0"/>
              </a:solidFill>
              <a:cs typeface="Times New Roman" panose="02020603050405020304" pitchFamily="18" charset="0"/>
            </a:endParaRPr>
          </a:p>
          <a:p>
            <a:pPr marL="855266" lvl="2" indent="-272654" eaLnBrk="1" hangingPunct="1">
              <a:lnSpc>
                <a:spcPts val="4000"/>
              </a:lnSpc>
              <a:defRPr/>
            </a:pPr>
            <a:r>
              <a:rPr lang="zh-CN" altLang="en-US" sz="2400" dirty="0">
                <a:cs typeface="Times New Roman" panose="02020603050405020304" pitchFamily="18" charset="0"/>
              </a:rPr>
              <a:t>例：</a:t>
            </a:r>
            <a:endParaRPr lang="en-US" altLang="zh-CN" sz="2400" dirty="0">
              <a:cs typeface="Times New Roman" panose="02020603050405020304" pitchFamily="18" charset="0"/>
            </a:endParaRPr>
          </a:p>
        </p:txBody>
      </p:sp>
      <p:sp>
        <p:nvSpPr>
          <p:cNvPr id="32771" name="Rectangle 2">
            <a:extLst>
              <a:ext uri="{FF2B5EF4-FFF2-40B4-BE49-F238E27FC236}">
                <a16:creationId xmlns:a16="http://schemas.microsoft.com/office/drawing/2014/main" id="{36B7C532-4BAA-4187-9CC6-49C73E8D0887}"/>
              </a:ext>
            </a:extLst>
          </p:cNvPr>
          <p:cNvSpPr>
            <a:spLocks noGrp="1"/>
          </p:cNvSpPr>
          <p:nvPr>
            <p:ph type="title"/>
          </p:nvPr>
        </p:nvSpPr>
        <p:spPr>
          <a:xfrm>
            <a:off x="755650" y="268288"/>
            <a:ext cx="7931150" cy="358775"/>
          </a:xfrm>
        </p:spPr>
        <p:txBody>
          <a:bodyPr/>
          <a:lstStyle/>
          <a:p>
            <a:pPr eaLnBrk="1" hangingPunct="1"/>
            <a:r>
              <a:rPr kumimoji="1" lang="zh-CN" altLang="en-US">
                <a:cs typeface="Times New Roman" panose="02020603050405020304" pitchFamily="18" charset="0"/>
              </a:rPr>
              <a:t>语法制导定义</a:t>
            </a:r>
            <a:r>
              <a:rPr kumimoji="1" lang="en-US" altLang="zh-CN">
                <a:cs typeface="Times New Roman" panose="02020603050405020304" pitchFamily="18" charset="0"/>
              </a:rPr>
              <a:t>(</a:t>
            </a:r>
            <a:r>
              <a:rPr kumimoji="1" lang="en-US" altLang="zh-CN" i="1">
                <a:ea typeface="楷体_GB2312" pitchFamily="49" charset="-122"/>
                <a:cs typeface="Times New Roman" panose="02020603050405020304" pitchFamily="18" charset="0"/>
              </a:rPr>
              <a:t>SDD</a:t>
            </a:r>
            <a:r>
              <a:rPr kumimoji="1" lang="en-US" altLang="zh-CN">
                <a:cs typeface="Times New Roman" panose="02020603050405020304" pitchFamily="18" charset="0"/>
              </a:rPr>
              <a:t>)</a:t>
            </a:r>
            <a:endParaRPr lang="zh-CN" altLang="en-US" i="1">
              <a:cs typeface="Times New Roman" panose="02020603050405020304" pitchFamily="18" charset="0"/>
            </a:endParaRPr>
          </a:p>
        </p:txBody>
      </p:sp>
      <p:grpSp>
        <p:nvGrpSpPr>
          <p:cNvPr id="2" name="组合 3">
            <a:extLst>
              <a:ext uri="{FF2B5EF4-FFF2-40B4-BE49-F238E27FC236}">
                <a16:creationId xmlns:a16="http://schemas.microsoft.com/office/drawing/2014/main" id="{F2A35184-403D-48E0-B1B4-7DFF782EC625}"/>
              </a:ext>
            </a:extLst>
          </p:cNvPr>
          <p:cNvGrpSpPr/>
          <p:nvPr/>
        </p:nvGrpSpPr>
        <p:grpSpPr>
          <a:xfrm>
            <a:off x="2688282" y="2688806"/>
            <a:ext cx="4259982" cy="2259208"/>
            <a:chOff x="3359696" y="3284984"/>
            <a:chExt cx="4259982" cy="2259208"/>
          </a:xfrm>
          <a:solidFill>
            <a:schemeClr val="accent5">
              <a:lumMod val="60000"/>
              <a:lumOff val="40000"/>
            </a:schemeClr>
          </a:solidFill>
        </p:grpSpPr>
        <p:sp>
          <p:nvSpPr>
            <p:cNvPr id="5" name="矩形 4">
              <a:extLst>
                <a:ext uri="{FF2B5EF4-FFF2-40B4-BE49-F238E27FC236}">
                  <a16:creationId xmlns:a16="http://schemas.microsoft.com/office/drawing/2014/main" id="{268F2B12-4210-4795-9D18-A6386A13910E}"/>
                </a:ext>
              </a:extLst>
            </p:cNvPr>
            <p:cNvSpPr/>
            <p:nvPr/>
          </p:nvSpPr>
          <p:spPr>
            <a:xfrm>
              <a:off x="3359696" y="3284984"/>
              <a:ext cx="4259982" cy="2259208"/>
            </a:xfrm>
            <a:prstGeom prst="rect">
              <a:avLst/>
            </a:prstGeom>
            <a:grpFill/>
            <a:ln w="19050">
              <a:solidFill>
                <a:schemeClr val="tx1"/>
              </a:solidFill>
            </a:ln>
          </p:spPr>
          <p:txBody>
            <a:bodyPr wrap="square">
              <a:spAutoFit/>
            </a:bodyPr>
            <a:lstStyle/>
            <a:p>
              <a:pPr eaLnBrk="1" hangingPunct="1">
                <a:lnSpc>
                  <a:spcPts val="2100"/>
                </a:lnSpc>
                <a:spcBef>
                  <a:spcPct val="30000"/>
                </a:spcBef>
                <a:defRPr/>
              </a:pPr>
              <a:r>
                <a:rPr lang="zh-CN" altLang="en-US" sz="24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产生式</a:t>
              </a:r>
              <a:r>
                <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语义规则</a:t>
              </a:r>
              <a:endPar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lnSpc>
                  <a:spcPts val="2500"/>
                </a:lnSpc>
                <a:spcBef>
                  <a:spcPts val="0"/>
                </a:spcBef>
                <a:defRPr/>
              </a:pPr>
              <a:r>
                <a:rPr lang="en-US" altLang="zh-CN" i="1" dirty="0">
                  <a:solidFill>
                    <a:srgbClr val="000000"/>
                  </a:solidFill>
                  <a:latin typeface="Times New Roman" panose="02020603050405020304" pitchFamily="18" charset="0"/>
                  <a:ea typeface="楷体_GB2312"/>
                  <a:cs typeface="Times New Roman" panose="02020603050405020304" pitchFamily="18" charset="0"/>
                </a:rPr>
                <a:t>D</a:t>
              </a:r>
              <a:r>
                <a:rPr lang="en-US" altLang="zh-CN" dirty="0">
                  <a:solidFill>
                    <a:srgbClr val="000000"/>
                  </a:solidFill>
                  <a:latin typeface="Times New Roman" panose="02020603050405020304" pitchFamily="18" charset="0"/>
                  <a:ea typeface="楷体_GB2312"/>
                  <a:cs typeface="Times New Roman" panose="02020603050405020304" pitchFamily="18" charset="0"/>
                </a:rPr>
                <a:t> → </a:t>
              </a:r>
              <a:r>
                <a:rPr lang="en-US" altLang="zh-CN" i="1" dirty="0">
                  <a:solidFill>
                    <a:srgbClr val="000000"/>
                  </a:solidFill>
                  <a:latin typeface="Times New Roman" panose="02020603050405020304" pitchFamily="18" charset="0"/>
                  <a:ea typeface="楷体_GB2312"/>
                  <a:cs typeface="Times New Roman" panose="02020603050405020304" pitchFamily="18" charset="0"/>
                </a:rPr>
                <a:t>T</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en-US" altLang="zh-CN" i="1" dirty="0">
                  <a:solidFill>
                    <a:srgbClr val="000000"/>
                  </a:solidFill>
                  <a:latin typeface="Times New Roman" panose="02020603050405020304" pitchFamily="18" charset="0"/>
                  <a:ea typeface="楷体_GB2312"/>
                  <a:cs typeface="Times New Roman" panose="02020603050405020304" pitchFamily="18" charset="0"/>
                </a:rPr>
                <a:t>L</a:t>
              </a:r>
              <a:r>
                <a:rPr lang="en-US" altLang="zh-CN" dirty="0">
                  <a:solidFill>
                    <a:srgbClr val="3333CC"/>
                  </a:solidFill>
                  <a:latin typeface="Times New Roman" panose="02020603050405020304" pitchFamily="18" charset="0"/>
                  <a:ea typeface="楷体_GB2312"/>
                  <a:cs typeface="Times New Roman" panose="02020603050405020304" pitchFamily="18" charset="0"/>
                </a:rPr>
                <a:t> 	</a:t>
              </a:r>
              <a:r>
                <a:rPr lang="en-US" altLang="zh-CN" dirty="0">
                  <a:solidFill>
                    <a:srgbClr val="3333CC"/>
                  </a:solidFill>
                  <a:latin typeface="Times New Roman" panose="02020603050405020304" pitchFamily="18" charset="0"/>
                  <a:ea typeface="楷体_GB2312"/>
                  <a:cs typeface="楷体_GB2312"/>
                </a:rPr>
                <a:t>	</a:t>
              </a:r>
              <a:r>
                <a:rPr lang="en-US" altLang="zh-CN" i="1" dirty="0">
                  <a:latin typeface="Times New Roman" panose="02020603050405020304" pitchFamily="18" charset="0"/>
                  <a:ea typeface="楷体_GB2312"/>
                  <a:cs typeface="楷体_GB2312"/>
                </a:rPr>
                <a:t>L . </a:t>
              </a:r>
              <a:r>
                <a:rPr lang="en-US" altLang="zh-CN" i="1" dirty="0" err="1">
                  <a:latin typeface="Times New Roman" panose="02020603050405020304" pitchFamily="18" charset="0"/>
                  <a:ea typeface="楷体_GB2312"/>
                  <a:cs typeface="楷体_GB2312"/>
                </a:rPr>
                <a:t>inh</a:t>
              </a:r>
              <a:r>
                <a:rPr lang="en-US" altLang="zh-CN" dirty="0">
                  <a:latin typeface="Times New Roman" panose="02020603050405020304" pitchFamily="18" charset="0"/>
                  <a:ea typeface="楷体_GB2312"/>
                  <a:cs typeface="楷体_GB2312"/>
                </a:rPr>
                <a:t> = </a:t>
              </a:r>
              <a:r>
                <a:rPr lang="en-US" altLang="zh-CN" i="1" dirty="0">
                  <a:latin typeface="Times New Roman" panose="02020603050405020304" pitchFamily="18" charset="0"/>
                  <a:ea typeface="楷体_GB2312"/>
                  <a:cs typeface="楷体_GB2312"/>
                </a:rPr>
                <a:t>T . type</a:t>
              </a:r>
              <a:r>
                <a:rPr lang="en-US" altLang="zh-CN" dirty="0">
                  <a:latin typeface="Times New Roman" panose="02020603050405020304" pitchFamily="18" charset="0"/>
                  <a:ea typeface="楷体_GB2312"/>
                  <a:cs typeface="楷体_GB2312"/>
                </a:rPr>
                <a:t>  </a:t>
              </a:r>
              <a:endParaRPr lang="en-US" altLang="zh-CN" i="1" dirty="0">
                <a:latin typeface="Times New Roman" panose="02020603050405020304" pitchFamily="18" charset="0"/>
                <a:ea typeface="楷体_GB2312"/>
                <a:cs typeface="楷体_GB2312"/>
              </a:endParaRPr>
            </a:p>
            <a:p>
              <a:pPr eaLnBrk="1" hangingPunct="1">
                <a:lnSpc>
                  <a:spcPts val="2500"/>
                </a:lnSpc>
                <a:spcBef>
                  <a:spcPts val="0"/>
                </a:spcBef>
                <a:defRPr/>
              </a:pPr>
              <a:r>
                <a:rPr lang="en-US" altLang="zh-CN" i="1" dirty="0">
                  <a:latin typeface="Times New Roman" panose="02020603050405020304" pitchFamily="18" charset="0"/>
                  <a:ea typeface="楷体_GB2312"/>
                  <a:cs typeface="楷体_GB2312"/>
                </a:rPr>
                <a:t>T</a:t>
              </a:r>
              <a:r>
                <a:rPr lang="en-US" altLang="zh-CN" dirty="0">
                  <a:latin typeface="Times New Roman" panose="02020603050405020304" pitchFamily="18" charset="0"/>
                  <a:ea typeface="楷体_GB2312"/>
                  <a:cs typeface="楷体_GB2312"/>
                </a:rPr>
                <a:t> → </a:t>
              </a:r>
              <a:r>
                <a:rPr lang="en-US" altLang="zh-CN" dirty="0" err="1">
                  <a:latin typeface="Times New Roman" panose="02020603050405020304" pitchFamily="18" charset="0"/>
                  <a:ea typeface="楷体_GB2312"/>
                  <a:cs typeface="楷体_GB2312"/>
                </a:rPr>
                <a:t>int</a:t>
              </a:r>
              <a:r>
                <a:rPr lang="en-US" altLang="zh-CN" dirty="0">
                  <a:latin typeface="Times New Roman" panose="02020603050405020304" pitchFamily="18" charset="0"/>
                  <a:ea typeface="楷体_GB2312"/>
                  <a:cs typeface="楷体_GB2312"/>
                </a:rPr>
                <a:t> 		</a:t>
              </a:r>
              <a:r>
                <a:rPr lang="en-US" altLang="zh-CN" i="1" dirty="0">
                  <a:latin typeface="Times New Roman" panose="02020603050405020304" pitchFamily="18" charset="0"/>
                  <a:ea typeface="楷体_GB2312"/>
                  <a:cs typeface="楷体_GB2312"/>
                </a:rPr>
                <a:t>T . type</a:t>
              </a:r>
              <a:r>
                <a:rPr lang="en-US" altLang="zh-CN" dirty="0">
                  <a:latin typeface="Times New Roman" panose="02020603050405020304" pitchFamily="18" charset="0"/>
                  <a:ea typeface="楷体_GB2312"/>
                  <a:cs typeface="楷体_GB2312"/>
                </a:rPr>
                <a:t> = </a:t>
              </a:r>
              <a:r>
                <a:rPr lang="en-US" altLang="zh-CN" i="1" dirty="0" err="1">
                  <a:latin typeface="Times New Roman" panose="02020603050405020304" pitchFamily="18" charset="0"/>
                  <a:ea typeface="楷体_GB2312"/>
                  <a:cs typeface="楷体_GB2312"/>
                </a:rPr>
                <a:t>int</a:t>
              </a:r>
              <a:r>
                <a:rPr lang="en-US" altLang="zh-CN" i="1" dirty="0">
                  <a:latin typeface="Times New Roman" panose="02020603050405020304" pitchFamily="18" charset="0"/>
                  <a:ea typeface="楷体_GB2312"/>
                  <a:cs typeface="楷体_GB2312"/>
                </a:rPr>
                <a:t> </a:t>
              </a:r>
            </a:p>
            <a:p>
              <a:pPr eaLnBrk="1" hangingPunct="1">
                <a:lnSpc>
                  <a:spcPts val="2500"/>
                </a:lnSpc>
                <a:spcBef>
                  <a:spcPts val="0"/>
                </a:spcBef>
                <a:defRPr/>
              </a:pPr>
              <a:r>
                <a:rPr lang="en-US" altLang="zh-CN" i="1" dirty="0">
                  <a:latin typeface="Times New Roman" panose="02020603050405020304" pitchFamily="18" charset="0"/>
                  <a:ea typeface="楷体_GB2312"/>
                  <a:cs typeface="楷体_GB2312"/>
                </a:rPr>
                <a:t>T</a:t>
              </a:r>
              <a:r>
                <a:rPr lang="en-US" altLang="zh-CN" dirty="0">
                  <a:latin typeface="Times New Roman" panose="02020603050405020304" pitchFamily="18" charset="0"/>
                  <a:ea typeface="楷体_GB2312"/>
                  <a:cs typeface="楷体_GB2312"/>
                </a:rPr>
                <a:t> → float 	</a:t>
              </a:r>
              <a:r>
                <a:rPr lang="en-US" altLang="zh-CN" i="1" dirty="0">
                  <a:latin typeface="Times New Roman" panose="02020603050405020304" pitchFamily="18" charset="0"/>
                  <a:ea typeface="楷体_GB2312"/>
                  <a:cs typeface="楷体_GB2312"/>
                </a:rPr>
                <a:t>T . type</a:t>
              </a:r>
              <a:r>
                <a:rPr lang="en-US" altLang="zh-CN" dirty="0">
                  <a:latin typeface="Times New Roman" panose="02020603050405020304" pitchFamily="18" charset="0"/>
                  <a:ea typeface="楷体_GB2312"/>
                  <a:cs typeface="楷体_GB2312"/>
                </a:rPr>
                <a:t> = </a:t>
              </a:r>
              <a:r>
                <a:rPr lang="en-US" altLang="zh-CN" i="1" dirty="0">
                  <a:latin typeface="Times New Roman" panose="02020603050405020304" pitchFamily="18" charset="0"/>
                  <a:ea typeface="楷体_GB2312"/>
                  <a:cs typeface="楷体_GB2312"/>
                </a:rPr>
                <a:t>float </a:t>
              </a:r>
            </a:p>
            <a:p>
              <a:pPr eaLnBrk="1" hangingPunct="1">
                <a:lnSpc>
                  <a:spcPts val="2500"/>
                </a:lnSpc>
                <a:spcBef>
                  <a:spcPts val="0"/>
                </a:spcBef>
                <a:defRPr/>
              </a:pPr>
              <a:r>
                <a:rPr lang="en-US" altLang="zh-CN" i="1" dirty="0">
                  <a:latin typeface="Times New Roman" panose="02020603050405020304" pitchFamily="18" charset="0"/>
                  <a:ea typeface="楷体_GB2312"/>
                  <a:cs typeface="楷体_GB2312"/>
                </a:rPr>
                <a:t>L</a:t>
              </a:r>
              <a:r>
                <a:rPr lang="en-US" altLang="zh-CN" dirty="0">
                  <a:latin typeface="Times New Roman" panose="02020603050405020304" pitchFamily="18" charset="0"/>
                  <a:ea typeface="楷体_GB2312"/>
                  <a:cs typeface="楷体_GB2312"/>
                </a:rPr>
                <a:t> → </a:t>
              </a:r>
              <a:r>
                <a:rPr lang="en-US" altLang="zh-CN" i="1" dirty="0">
                  <a:latin typeface="Times New Roman" panose="02020603050405020304" pitchFamily="18" charset="0"/>
                  <a:ea typeface="楷体_GB2312"/>
                  <a:cs typeface="楷体_GB2312"/>
                </a:rPr>
                <a:t>L</a:t>
              </a:r>
              <a:r>
                <a:rPr lang="en-US" altLang="zh-CN" i="1" baseline="-25000" dirty="0">
                  <a:latin typeface="Times New Roman" panose="02020603050405020304" pitchFamily="18" charset="0"/>
                  <a:ea typeface="楷体_GB2312"/>
                  <a:cs typeface="楷体_GB2312"/>
                </a:rPr>
                <a:t>1 </a:t>
              </a:r>
              <a:r>
                <a:rPr lang="en-US" altLang="zh-CN" dirty="0">
                  <a:latin typeface="Times New Roman" panose="02020603050405020304" pitchFamily="18" charset="0"/>
                  <a:ea typeface="楷体_GB2312"/>
                  <a:cs typeface="楷体_GB2312"/>
                </a:rPr>
                <a:t>, id 	</a:t>
              </a:r>
              <a:r>
                <a:rPr lang="en-US" altLang="zh-CN" i="1" dirty="0">
                  <a:latin typeface="Times New Roman" panose="02020603050405020304" pitchFamily="18" charset="0"/>
                  <a:ea typeface="楷体_GB2312"/>
                  <a:cs typeface="楷体_GB2312"/>
                </a:rPr>
                <a:t>L</a:t>
              </a:r>
              <a:r>
                <a:rPr lang="en-US" altLang="zh-CN" i="1" baseline="-25000" dirty="0">
                  <a:latin typeface="Times New Roman" panose="02020603050405020304" pitchFamily="18" charset="0"/>
                  <a:ea typeface="楷体_GB2312"/>
                  <a:cs typeface="楷体_GB2312"/>
                </a:rPr>
                <a:t>1 </a:t>
              </a:r>
              <a:r>
                <a:rPr lang="en-US" altLang="zh-CN" i="1" dirty="0">
                  <a:latin typeface="Times New Roman" panose="02020603050405020304" pitchFamily="18" charset="0"/>
                  <a:ea typeface="楷体_GB2312"/>
                  <a:cs typeface="楷体_GB2312"/>
                </a:rPr>
                <a:t>. </a:t>
              </a:r>
              <a:r>
                <a:rPr lang="en-US" altLang="zh-CN" i="1" dirty="0" err="1">
                  <a:latin typeface="Times New Roman" panose="02020603050405020304" pitchFamily="18" charset="0"/>
                  <a:ea typeface="楷体_GB2312"/>
                  <a:cs typeface="楷体_GB2312"/>
                </a:rPr>
                <a:t>inh</a:t>
              </a:r>
              <a:r>
                <a:rPr lang="en-US" altLang="zh-CN" dirty="0">
                  <a:latin typeface="Times New Roman" panose="02020603050405020304" pitchFamily="18" charset="0"/>
                  <a:ea typeface="楷体_GB2312"/>
                  <a:cs typeface="楷体_GB2312"/>
                </a:rPr>
                <a:t> = </a:t>
              </a:r>
              <a:r>
                <a:rPr lang="en-US" altLang="zh-CN" i="1" dirty="0">
                  <a:latin typeface="Times New Roman" panose="02020603050405020304" pitchFamily="18" charset="0"/>
                  <a:ea typeface="楷体_GB2312"/>
                  <a:cs typeface="楷体_GB2312"/>
                </a:rPr>
                <a:t>L . </a:t>
              </a:r>
              <a:r>
                <a:rPr lang="en-US" altLang="zh-CN" i="1" dirty="0" err="1">
                  <a:latin typeface="Times New Roman" panose="02020603050405020304" pitchFamily="18" charset="0"/>
                  <a:ea typeface="楷体_GB2312"/>
                  <a:cs typeface="楷体_GB2312"/>
                </a:rPr>
                <a:t>inh</a:t>
              </a:r>
              <a:endParaRPr lang="en-US" altLang="zh-CN" i="1" dirty="0">
                <a:latin typeface="Times New Roman" panose="02020603050405020304" pitchFamily="18" charset="0"/>
                <a:ea typeface="楷体_GB2312"/>
                <a:cs typeface="楷体_GB2312"/>
              </a:endParaRPr>
            </a:p>
            <a:p>
              <a:pPr eaLnBrk="1" hangingPunct="1">
                <a:lnSpc>
                  <a:spcPts val="2500"/>
                </a:lnSpc>
                <a:spcBef>
                  <a:spcPts val="0"/>
                </a:spcBef>
                <a:defRPr/>
              </a:pPr>
              <a:r>
                <a:rPr lang="en-US" altLang="zh-CN" i="1" dirty="0">
                  <a:latin typeface="Times New Roman" panose="02020603050405020304" pitchFamily="18" charset="0"/>
                  <a:ea typeface="楷体_GB2312"/>
                  <a:cs typeface="楷体_GB2312"/>
                </a:rPr>
                <a:t> 		</a:t>
              </a:r>
              <a:r>
                <a:rPr lang="en-US" altLang="zh-CN" i="1" dirty="0" err="1">
                  <a:latin typeface="Times New Roman" panose="02020603050405020304" pitchFamily="18" charset="0"/>
                  <a:ea typeface="楷体_GB2312"/>
                  <a:cs typeface="楷体_GB2312"/>
                </a:rPr>
                <a:t>addType</a:t>
              </a:r>
              <a:r>
                <a:rPr lang="en-US" altLang="zh-CN" i="1" dirty="0">
                  <a:latin typeface="Times New Roman" panose="02020603050405020304" pitchFamily="18" charset="0"/>
                  <a:ea typeface="楷体_GB2312"/>
                  <a:cs typeface="楷体_GB2312"/>
                </a:rPr>
                <a:t>(</a:t>
              </a:r>
              <a:r>
                <a:rPr lang="en-US" altLang="zh-CN" i="1" dirty="0" err="1">
                  <a:latin typeface="Times New Roman" panose="02020603050405020304" pitchFamily="18" charset="0"/>
                  <a:ea typeface="楷体_GB2312"/>
                  <a:cs typeface="楷体_GB2312"/>
                </a:rPr>
                <a:t>id.entry</a:t>
              </a:r>
              <a:r>
                <a:rPr lang="en-US" altLang="zh-CN" i="1" dirty="0">
                  <a:latin typeface="Times New Roman" panose="02020603050405020304" pitchFamily="18" charset="0"/>
                  <a:ea typeface="楷体_GB2312"/>
                  <a:cs typeface="楷体_GB2312"/>
                </a:rPr>
                <a:t>,</a:t>
              </a:r>
              <a:r>
                <a:rPr lang="zh-CN" altLang="en-US" i="1" dirty="0">
                  <a:latin typeface="Times New Roman" panose="02020603050405020304" pitchFamily="18" charset="0"/>
                  <a:ea typeface="楷体_GB2312"/>
                  <a:cs typeface="楷体_GB2312"/>
                </a:rPr>
                <a:t> </a:t>
              </a:r>
              <a:r>
                <a:rPr lang="en-US" altLang="zh-CN" i="1" dirty="0" err="1">
                  <a:latin typeface="Times New Roman" panose="02020603050405020304" pitchFamily="18" charset="0"/>
                  <a:ea typeface="楷体_GB2312"/>
                  <a:cs typeface="楷体_GB2312"/>
                </a:rPr>
                <a:t>L.inh</a:t>
              </a:r>
              <a:r>
                <a:rPr lang="en-US" altLang="zh-CN" i="1" dirty="0">
                  <a:latin typeface="Times New Roman" panose="02020603050405020304" pitchFamily="18" charset="0"/>
                  <a:ea typeface="楷体_GB2312"/>
                  <a:cs typeface="楷体_GB2312"/>
                </a:rPr>
                <a:t>)</a:t>
              </a:r>
            </a:p>
            <a:p>
              <a:pPr eaLnBrk="1" hangingPunct="1">
                <a:lnSpc>
                  <a:spcPts val="2500"/>
                </a:lnSpc>
                <a:spcBef>
                  <a:spcPts val="0"/>
                </a:spcBef>
                <a:defRPr/>
              </a:pPr>
              <a:r>
                <a:rPr lang="en-US" altLang="zh-CN" i="1" dirty="0">
                  <a:latin typeface="Times New Roman" panose="02020603050405020304" pitchFamily="18" charset="0"/>
                  <a:ea typeface="楷体_GB2312"/>
                  <a:cs typeface="楷体_GB2312"/>
                </a:rPr>
                <a:t>L</a:t>
              </a:r>
              <a:r>
                <a:rPr lang="en-US" altLang="zh-CN" dirty="0">
                  <a:latin typeface="Times New Roman" panose="02020603050405020304" pitchFamily="18" charset="0"/>
                  <a:ea typeface="楷体_GB2312"/>
                  <a:cs typeface="楷体_GB2312"/>
                </a:rPr>
                <a:t> →  id</a:t>
              </a:r>
              <a:r>
                <a:rPr lang="en-US" altLang="zh-CN" i="1" dirty="0">
                  <a:latin typeface="Times New Roman" panose="02020603050405020304" pitchFamily="18" charset="0"/>
                  <a:ea typeface="楷体_GB2312"/>
                  <a:cs typeface="楷体_GB2312"/>
                </a:rPr>
                <a:t>                  </a:t>
              </a:r>
              <a:r>
                <a:rPr lang="en-US" altLang="zh-CN" i="1" dirty="0" err="1">
                  <a:latin typeface="Times New Roman" panose="02020603050405020304" pitchFamily="18" charset="0"/>
                  <a:ea typeface="楷体_GB2312"/>
                  <a:cs typeface="楷体_GB2312"/>
                </a:rPr>
                <a:t>addType</a:t>
              </a:r>
              <a:r>
                <a:rPr lang="en-US" altLang="zh-CN" i="1" dirty="0">
                  <a:latin typeface="Times New Roman" panose="02020603050405020304" pitchFamily="18" charset="0"/>
                  <a:ea typeface="楷体_GB2312"/>
                  <a:cs typeface="楷体_GB2312"/>
                </a:rPr>
                <a:t>(</a:t>
              </a:r>
              <a:r>
                <a:rPr lang="en-US" altLang="zh-CN" i="1" dirty="0" err="1">
                  <a:latin typeface="Times New Roman" panose="02020603050405020304" pitchFamily="18" charset="0"/>
                  <a:ea typeface="楷体_GB2312"/>
                  <a:cs typeface="楷体_GB2312"/>
                </a:rPr>
                <a:t>id.entry</a:t>
              </a:r>
              <a:r>
                <a:rPr lang="en-US" altLang="zh-CN" i="1" dirty="0">
                  <a:latin typeface="Times New Roman" panose="02020603050405020304" pitchFamily="18" charset="0"/>
                  <a:ea typeface="楷体_GB2312"/>
                  <a:cs typeface="楷体_GB2312"/>
                </a:rPr>
                <a:t>,</a:t>
              </a:r>
              <a:r>
                <a:rPr lang="zh-CN" altLang="en-US" i="1" dirty="0">
                  <a:latin typeface="Times New Roman" panose="02020603050405020304" pitchFamily="18" charset="0"/>
                  <a:ea typeface="楷体_GB2312"/>
                  <a:cs typeface="楷体_GB2312"/>
                </a:rPr>
                <a:t> </a:t>
              </a:r>
              <a:r>
                <a:rPr lang="en-US" altLang="zh-CN" i="1" dirty="0" err="1">
                  <a:latin typeface="Times New Roman" panose="02020603050405020304" pitchFamily="18" charset="0"/>
                  <a:ea typeface="楷体_GB2312"/>
                  <a:cs typeface="楷体_GB2312"/>
                </a:rPr>
                <a:t>L.inh</a:t>
              </a:r>
              <a:r>
                <a:rPr lang="en-US" altLang="zh-CN" i="1" dirty="0">
                  <a:latin typeface="Times New Roman" panose="02020603050405020304" pitchFamily="18" charset="0"/>
                  <a:ea typeface="楷体_GB2312"/>
                  <a:cs typeface="楷体_GB2312"/>
                </a:rPr>
                <a:t>)</a:t>
              </a:r>
            </a:p>
          </p:txBody>
        </p:sp>
        <p:cxnSp>
          <p:nvCxnSpPr>
            <p:cNvPr id="6" name="直接连接符 5">
              <a:extLst>
                <a:ext uri="{FF2B5EF4-FFF2-40B4-BE49-F238E27FC236}">
                  <a16:creationId xmlns:a16="http://schemas.microsoft.com/office/drawing/2014/main" id="{3FA0EF70-3498-4B50-8ED0-9978B6F35DFF}"/>
                </a:ext>
              </a:extLst>
            </p:cNvPr>
            <p:cNvCxnSpPr>
              <a:cxnSpLocks/>
            </p:cNvCxnSpPr>
            <p:nvPr/>
          </p:nvCxnSpPr>
          <p:spPr>
            <a:xfrm>
              <a:off x="3359696" y="3648444"/>
              <a:ext cx="4259982"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C0B2CE60-8F30-4B68-9A2F-7E3A45D59051}"/>
                </a:ext>
              </a:extLst>
            </p:cNvPr>
            <p:cNvCxnSpPr>
              <a:cxnSpLocks/>
            </p:cNvCxnSpPr>
            <p:nvPr/>
          </p:nvCxnSpPr>
          <p:spPr>
            <a:xfrm>
              <a:off x="5054289" y="3284984"/>
              <a:ext cx="0" cy="2259208"/>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a:extLst>
              <a:ext uri="{FF2B5EF4-FFF2-40B4-BE49-F238E27FC236}">
                <a16:creationId xmlns:a16="http://schemas.microsoft.com/office/drawing/2014/main" id="{E59CE27C-1D61-43BB-B8AE-1F5A1B8F3511}"/>
              </a:ext>
            </a:extLst>
          </p:cNvPr>
          <p:cNvSpPr>
            <a:spLocks noGrp="1"/>
          </p:cNvSpPr>
          <p:nvPr>
            <p:ph type="sldNum" sz="quarter" idx="10"/>
          </p:nvPr>
        </p:nvSpPr>
        <p:spPr/>
        <p:txBody>
          <a:bodyPr/>
          <a:lstStyle/>
          <a:p>
            <a:pPr>
              <a:defRPr/>
            </a:pPr>
            <a:fld id="{8E104948-B687-4A74-87EB-9097C047E113}" type="slidenum">
              <a:rPr lang="zh-CN" altLang="en-US" smtClean="0"/>
              <a:pPr>
                <a:defRPr/>
              </a:pPr>
              <a:t>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495619">
                                            <p:txEl>
                                              <p:pRg st="3" end="3"/>
                                            </p:txEl>
                                          </p:spTgt>
                                        </p:tgtEl>
                                        <p:attrNameLst>
                                          <p:attrName>style.visibility</p:attrName>
                                        </p:attrNameLst>
                                      </p:cBhvr>
                                      <p:to>
                                        <p:strVal val="visible"/>
                                      </p:to>
                                    </p:set>
                                    <p:anim calcmode="lin" valueType="num">
                                      <p:cBhvr>
                                        <p:cTn id="7" dur="500" fill="hold"/>
                                        <p:tgtEl>
                                          <p:spTgt spid="495619">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495619">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495619">
                                            <p:txEl>
                                              <p:pRg st="3" end="3"/>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195B6C72-5E55-4517-BFC2-3BA1D0536126}"/>
              </a:ext>
            </a:extLst>
          </p:cNvPr>
          <p:cNvSpPr txBox="1">
            <a:spLocks noChangeArrowheads="1"/>
          </p:cNvSpPr>
          <p:nvPr/>
        </p:nvSpPr>
        <p:spPr bwMode="auto">
          <a:xfrm>
            <a:off x="428625" y="785813"/>
            <a:ext cx="8072438" cy="2290762"/>
          </a:xfrm>
          <a:prstGeom prst="rect">
            <a:avLst/>
          </a:prstGeom>
          <a:noFill/>
          <a:ln>
            <a:noFill/>
          </a:ln>
        </p:spPr>
        <p:txBody>
          <a:bodyPr lIns="68580" tIns="34290" rIns="68580" bIns="34290"/>
          <a:lstStyle/>
          <a:p>
            <a:pPr marL="272654" indent="-272654" eaLnBrk="1" hangingPunct="1">
              <a:lnSpc>
                <a:spcPts val="4000"/>
              </a:lnSpc>
              <a:spcBef>
                <a:spcPct val="20000"/>
              </a:spcBef>
              <a:buSzPct val="100000"/>
              <a:buFont typeface="Wingdings" pitchFamily="2" charset="2"/>
              <a:buChar char="Ø"/>
              <a:defRPr/>
            </a:pPr>
            <a:r>
              <a:rPr lang="en-US" altLang="zh-CN" sz="2800" i="1" dirty="0">
                <a:latin typeface="Times New Roman" panose="02020603050405020304" pitchFamily="18" charset="0"/>
                <a:ea typeface="+mn-ea"/>
                <a:cs typeface="Times New Roman" panose="02020603050405020304" pitchFamily="18" charset="0"/>
              </a:rPr>
              <a:t>SDT</a:t>
            </a:r>
            <a:r>
              <a:rPr lang="zh-CN" altLang="en-US" sz="2800" dirty="0">
                <a:latin typeface="Times New Roman" panose="02020603050405020304" pitchFamily="18" charset="0"/>
                <a:ea typeface="+mn-ea"/>
                <a:cs typeface="Times New Roman" panose="02020603050405020304" pitchFamily="18" charset="0"/>
              </a:rPr>
              <a:t>是在产生式右部嵌入了</a:t>
            </a:r>
            <a:r>
              <a:rPr lang="zh-CN" altLang="en-US" sz="2800" dirty="0">
                <a:solidFill>
                  <a:schemeClr val="tx2">
                    <a:lumMod val="60000"/>
                    <a:lumOff val="40000"/>
                  </a:schemeClr>
                </a:solidFill>
                <a:latin typeface="Times New Roman" panose="02020603050405020304" pitchFamily="18" charset="0"/>
                <a:ea typeface="+mn-ea"/>
                <a:cs typeface="Times New Roman" panose="02020603050405020304" pitchFamily="18" charset="0"/>
              </a:rPr>
              <a:t>程序片段</a:t>
            </a:r>
            <a:r>
              <a:rPr lang="zh-CN" altLang="en-US" sz="2800" dirty="0">
                <a:latin typeface="Times New Roman" panose="02020603050405020304" pitchFamily="18" charset="0"/>
                <a:ea typeface="+mn-ea"/>
                <a:cs typeface="Times New Roman" panose="02020603050405020304" pitchFamily="18" charset="0"/>
              </a:rPr>
              <a:t>的</a:t>
            </a:r>
            <a:r>
              <a:rPr lang="en-US" altLang="zh-CN" sz="2800" i="1" dirty="0">
                <a:latin typeface="Times New Roman" panose="02020603050405020304" pitchFamily="18" charset="0"/>
                <a:ea typeface="+mn-ea"/>
                <a:cs typeface="Times New Roman" panose="02020603050405020304" pitchFamily="18" charset="0"/>
              </a:rPr>
              <a:t>CFG</a:t>
            </a:r>
            <a:r>
              <a:rPr lang="zh-CN" altLang="en-US" sz="2800" dirty="0">
                <a:latin typeface="Times New Roman" panose="02020603050405020304" pitchFamily="18" charset="0"/>
                <a:ea typeface="+mn-ea"/>
                <a:cs typeface="Times New Roman" panose="02020603050405020304" pitchFamily="18" charset="0"/>
              </a:rPr>
              <a:t>，这些程序片段称为</a:t>
            </a:r>
            <a:r>
              <a:rPr lang="zh-CN" altLang="en-US" sz="2800" dirty="0">
                <a:solidFill>
                  <a:srgbClr val="FF0000"/>
                </a:solidFill>
                <a:latin typeface="Times New Roman" panose="02020603050405020304" pitchFamily="18" charset="0"/>
                <a:ea typeface="+mn-ea"/>
                <a:cs typeface="Times New Roman" panose="02020603050405020304" pitchFamily="18" charset="0"/>
              </a:rPr>
              <a:t>语义动作</a:t>
            </a:r>
            <a:r>
              <a:rPr lang="zh-CN" altLang="en-US" sz="2800" dirty="0">
                <a:latin typeface="Times New Roman" panose="02020603050405020304" pitchFamily="18" charset="0"/>
                <a:ea typeface="+mn-ea"/>
                <a:cs typeface="Times New Roman" panose="02020603050405020304" pitchFamily="18" charset="0"/>
              </a:rPr>
              <a:t>，也称为</a:t>
            </a:r>
            <a:r>
              <a:rPr lang="zh-CN" altLang="en-US" sz="2800" dirty="0">
                <a:solidFill>
                  <a:srgbClr val="0070C0"/>
                </a:solidFill>
                <a:latin typeface="Times New Roman" panose="02020603050405020304" pitchFamily="18" charset="0"/>
                <a:ea typeface="+mn-ea"/>
                <a:cs typeface="Times New Roman" panose="02020603050405020304" pitchFamily="18" charset="0"/>
              </a:rPr>
              <a:t>翻译模式</a:t>
            </a:r>
            <a:r>
              <a:rPr lang="zh-CN" altLang="en-US" sz="2800" dirty="0">
                <a:latin typeface="Times New Roman" panose="02020603050405020304" pitchFamily="18" charset="0"/>
                <a:ea typeface="+mn-ea"/>
                <a:cs typeface="Times New Roman" panose="02020603050405020304" pitchFamily="18" charset="0"/>
              </a:rPr>
              <a:t>。</a:t>
            </a:r>
            <a:endParaRPr lang="en-US" altLang="zh-CN" sz="2800" dirty="0">
              <a:latin typeface="Times New Roman" panose="02020603050405020304" pitchFamily="18" charset="0"/>
              <a:ea typeface="+mn-ea"/>
              <a:cs typeface="Times New Roman" panose="02020603050405020304" pitchFamily="18" charset="0"/>
            </a:endParaRPr>
          </a:p>
          <a:p>
            <a:pPr marL="615554" lvl="1" indent="-272654" eaLnBrk="1" hangingPunct="1">
              <a:spcBef>
                <a:spcPct val="20000"/>
              </a:spcBef>
              <a:buSzPct val="100000"/>
              <a:buFont typeface="Wingdings" pitchFamily="2" charset="2"/>
              <a:buChar char="Ø"/>
              <a:defRPr/>
            </a:pP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一个</a:t>
            </a:r>
            <a:r>
              <a:rPr lang="zh-CN" altLang="en-US" sz="24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语义动作</a:t>
            </a: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可以出现在产生式体的</a:t>
            </a:r>
            <a:r>
              <a:rPr lang="zh-CN" altLang="en-US" sz="24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任何位置</a:t>
            </a:r>
            <a:r>
              <a:rPr lang="zh-CN" altLang="en-US" sz="2400" dirty="0">
                <a:latin typeface="华文楷体" panose="02010600040101010101" pitchFamily="2" charset="-122"/>
                <a:ea typeface="华文楷体" panose="02010600040101010101" pitchFamily="2" charset="-122"/>
                <a:cs typeface="Times New Roman" panose="02020603050405020304" pitchFamily="18" charset="0"/>
              </a:rPr>
              <a:t>，这个位置决定了这个动作的</a:t>
            </a:r>
            <a:r>
              <a:rPr lang="zh-CN" altLang="en-US" sz="24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执行时机</a:t>
            </a:r>
            <a:endParaRPr lang="en-US" altLang="zh-CN" sz="24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endParaRPr>
          </a:p>
          <a:p>
            <a:pPr marL="272654" indent="-272654" eaLnBrk="1" hangingPunct="1">
              <a:lnSpc>
                <a:spcPts val="4000"/>
              </a:lnSpc>
              <a:spcBef>
                <a:spcPct val="20000"/>
              </a:spcBef>
              <a:buSzPct val="100000"/>
              <a:buFont typeface="Wingdings" pitchFamily="2" charset="2"/>
              <a:buChar char="Ø"/>
              <a:defRPr/>
            </a:pPr>
            <a:endParaRPr lang="zh-CN" altLang="en-US" sz="24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43011" name="Rectangle 2">
            <a:extLst>
              <a:ext uri="{FF2B5EF4-FFF2-40B4-BE49-F238E27FC236}">
                <a16:creationId xmlns:a16="http://schemas.microsoft.com/office/drawing/2014/main" id="{35389D16-A5BB-4FB3-AFB1-518C5F9AC11D}"/>
              </a:ext>
            </a:extLst>
          </p:cNvPr>
          <p:cNvSpPr>
            <a:spLocks noGrp="1" noChangeArrowheads="1"/>
          </p:cNvSpPr>
          <p:nvPr>
            <p:ph type="title"/>
          </p:nvPr>
        </p:nvSpPr>
        <p:spPr>
          <a:xfrm>
            <a:off x="755650" y="268288"/>
            <a:ext cx="7931150" cy="358775"/>
          </a:xfrm>
        </p:spPr>
        <p:txBody>
          <a:bodyPr/>
          <a:lstStyle/>
          <a:p>
            <a:pPr eaLnBrk="1" hangingPunct="1">
              <a:defRPr/>
            </a:pPr>
            <a:r>
              <a:rPr kumimoji="1" lang="zh-CN" altLang="en-US" dirty="0">
                <a:cs typeface="Times New Roman" pitchFamily="18" charset="0"/>
              </a:rPr>
              <a:t>语法制导翻译方案</a:t>
            </a:r>
            <a:r>
              <a:rPr kumimoji="1" lang="en-US" altLang="zh-CN" spc="300" dirty="0">
                <a:cs typeface="Times New Roman" pitchFamily="18" charset="0"/>
              </a:rPr>
              <a:t>(</a:t>
            </a:r>
            <a:r>
              <a:rPr kumimoji="1" lang="en-US" altLang="zh-CN" i="1" dirty="0">
                <a:ea typeface="楷体_GB2312" pitchFamily="49" charset="-122"/>
                <a:cs typeface="Times New Roman" pitchFamily="18" charset="0"/>
              </a:rPr>
              <a:t>SD</a:t>
            </a:r>
            <a:r>
              <a:rPr kumimoji="1" lang="en-US" altLang="zh-CN" i="1" spc="300" dirty="0">
                <a:ea typeface="楷体_GB2312" pitchFamily="49" charset="-122"/>
                <a:cs typeface="Times New Roman" pitchFamily="18" charset="0"/>
              </a:rPr>
              <a:t>T</a:t>
            </a:r>
            <a:r>
              <a:rPr kumimoji="1" lang="en-US" altLang="zh-CN" spc="300" dirty="0">
                <a:cs typeface="Times New Roman" pitchFamily="18" charset="0"/>
              </a:rPr>
              <a:t>)</a:t>
            </a:r>
            <a:endParaRPr lang="zh-CN" altLang="en-US" i="1" spc="300" dirty="0">
              <a:cs typeface="Times New Roman" pitchFamily="18" charset="0"/>
            </a:endParaRPr>
          </a:p>
        </p:txBody>
      </p:sp>
      <p:sp>
        <p:nvSpPr>
          <p:cNvPr id="6" name="Rectangle 3">
            <a:extLst>
              <a:ext uri="{FF2B5EF4-FFF2-40B4-BE49-F238E27FC236}">
                <a16:creationId xmlns:a16="http://schemas.microsoft.com/office/drawing/2014/main" id="{6747D72D-70B1-4AF4-9384-8D07BDA96546}"/>
              </a:ext>
            </a:extLst>
          </p:cNvPr>
          <p:cNvSpPr txBox="1">
            <a:spLocks noChangeArrowheads="1"/>
          </p:cNvSpPr>
          <p:nvPr/>
        </p:nvSpPr>
        <p:spPr bwMode="auto">
          <a:xfrm>
            <a:off x="1732893" y="2715766"/>
            <a:ext cx="5976664" cy="2032000"/>
          </a:xfrm>
          <a:prstGeom prst="rect">
            <a:avLst/>
          </a:prstGeom>
          <a:solidFill>
            <a:schemeClr val="accent5">
              <a:lumMod val="60000"/>
              <a:lumOff val="40000"/>
            </a:schemeClr>
          </a:solidFill>
          <a:ln w="9525">
            <a:solidFill>
              <a:schemeClr val="tx1"/>
            </a:solidFill>
          </a:ln>
        </p:spPr>
        <p:txBody>
          <a:bodyPr/>
          <a:lstStyle>
            <a:lvl1pPr marL="363538" indent="-363538" algn="l" rtl="0" eaLnBrk="0" fontAlgn="base" hangingPunct="0">
              <a:spcBef>
                <a:spcPct val="20000"/>
              </a:spcBef>
              <a:spcAft>
                <a:spcPct val="0"/>
              </a:spcAft>
              <a:buClr>
                <a:schemeClr val="accent1"/>
              </a:buClr>
              <a:buSzPct val="100000"/>
              <a:buFont typeface="Symbol" panose="05050102010706020507" pitchFamily="18" charset="2"/>
              <a:buChar char=""/>
              <a:defRPr sz="3200" kern="1200" baseline="0">
                <a:solidFill>
                  <a:schemeClr val="tx2"/>
                </a:solidFill>
                <a:latin typeface="Times New Roman" panose="02020603050405020304" pitchFamily="18" charset="0"/>
                <a:ea typeface="+mn-ea"/>
                <a:cs typeface="+mn-cs"/>
              </a:defRPr>
            </a:lvl1pPr>
            <a:lvl2pPr marL="766763" indent="-363538" algn="l" rtl="0" eaLnBrk="0" fontAlgn="base" hangingPunct="0">
              <a:spcBef>
                <a:spcPct val="20000"/>
              </a:spcBef>
              <a:spcAft>
                <a:spcPct val="0"/>
              </a:spcAft>
              <a:buClr>
                <a:schemeClr val="accent1"/>
              </a:buClr>
              <a:buSzPct val="100000"/>
              <a:buFont typeface="Symbol" panose="05050102010706020507" pitchFamily="18" charset="2"/>
              <a:buChar char=""/>
              <a:defRPr sz="2900" kern="1200" baseline="0">
                <a:solidFill>
                  <a:schemeClr val="tx2"/>
                </a:solidFill>
                <a:latin typeface="Times New Roman" panose="02020603050405020304" pitchFamily="18" charset="0"/>
                <a:ea typeface="+mn-ea"/>
                <a:cs typeface="+mn-cs"/>
              </a:defRPr>
            </a:lvl2pPr>
            <a:lvl3pPr marL="1139825" indent="-303213" algn="l" rtl="0" eaLnBrk="0" fontAlgn="base" hangingPunct="0">
              <a:spcBef>
                <a:spcPct val="20000"/>
              </a:spcBef>
              <a:spcAft>
                <a:spcPct val="0"/>
              </a:spcAft>
              <a:buClr>
                <a:schemeClr val="accent1"/>
              </a:buClr>
              <a:buSzPct val="100000"/>
              <a:buFont typeface="Symbol" panose="05050102010706020507" pitchFamily="18" charset="2"/>
              <a:buChar char=""/>
              <a:defRPr sz="2600" kern="1200" baseline="0">
                <a:solidFill>
                  <a:schemeClr val="tx2"/>
                </a:solidFill>
                <a:latin typeface="Times New Roman" panose="02020603050405020304" pitchFamily="18" charset="0"/>
                <a:ea typeface="+mn-ea"/>
                <a:cs typeface="+mn-cs"/>
              </a:defRPr>
            </a:lvl3pPr>
            <a:lvl4pPr marL="1522413" indent="-303213" algn="l" rtl="0" eaLnBrk="0" fontAlgn="base" hangingPunct="0">
              <a:spcBef>
                <a:spcPct val="20000"/>
              </a:spcBef>
              <a:spcAft>
                <a:spcPct val="0"/>
              </a:spcAft>
              <a:buClr>
                <a:schemeClr val="accent1"/>
              </a:buClr>
              <a:buSzPct val="100000"/>
              <a:buFont typeface="Symbol" panose="05050102010706020507" pitchFamily="18" charset="2"/>
              <a:buChar char=""/>
              <a:defRPr sz="2600" kern="1200" baseline="0">
                <a:solidFill>
                  <a:schemeClr val="tx2"/>
                </a:solidFill>
                <a:latin typeface="Times New Roman" panose="02020603050405020304" pitchFamily="18" charset="0"/>
                <a:ea typeface="+mn-ea"/>
                <a:cs typeface="+mn-cs"/>
              </a:defRPr>
            </a:lvl4pPr>
            <a:lvl5pPr marL="1947863" indent="-303213" algn="l" rtl="0" eaLnBrk="0" fontAlgn="base" hangingPunct="0">
              <a:spcBef>
                <a:spcPct val="20000"/>
              </a:spcBef>
              <a:spcAft>
                <a:spcPct val="0"/>
              </a:spcAft>
              <a:buClr>
                <a:schemeClr val="accent1"/>
              </a:buClr>
              <a:buSzPct val="100000"/>
              <a:buFont typeface="Symbol" panose="05050102010706020507" pitchFamily="18" charset="2"/>
              <a:buChar char=""/>
              <a:defRPr sz="2100" kern="1200" baseline="0">
                <a:solidFill>
                  <a:schemeClr val="tx2"/>
                </a:solidFill>
                <a:latin typeface="Times New Roman" panose="02020603050405020304" pitchFamily="18" charset="0"/>
                <a:ea typeface="+mn-ea"/>
                <a:cs typeface="+mn-cs"/>
              </a:defRPr>
            </a:lvl5pPr>
            <a:lvl6pPr marL="2377381" indent="-304792" algn="l" defTabSz="1219170" rtl="0" eaLnBrk="1" latinLnBrk="0" hangingPunct="1">
              <a:spcBef>
                <a:spcPts val="512"/>
              </a:spcBef>
              <a:buClr>
                <a:schemeClr val="accent1"/>
              </a:buClr>
              <a:buFont typeface="Symbol" pitchFamily="18" charset="2"/>
              <a:buChar char="*"/>
              <a:defRPr sz="1867" kern="1200">
                <a:solidFill>
                  <a:schemeClr val="tx2"/>
                </a:solidFill>
                <a:latin typeface="+mn-lt"/>
                <a:ea typeface="+mn-ea"/>
                <a:cs typeface="+mn-cs"/>
              </a:defRPr>
            </a:lvl6pPr>
            <a:lvl7pPr marL="2804090" indent="-304792" algn="l" defTabSz="1219170" rtl="0" eaLnBrk="1" latinLnBrk="0" hangingPunct="1">
              <a:spcBef>
                <a:spcPts val="512"/>
              </a:spcBef>
              <a:buClr>
                <a:schemeClr val="accent1"/>
              </a:buClr>
              <a:buFont typeface="Symbol" pitchFamily="18" charset="2"/>
              <a:buChar char="*"/>
              <a:defRPr sz="1867" kern="1200">
                <a:solidFill>
                  <a:schemeClr val="tx2"/>
                </a:solidFill>
                <a:latin typeface="+mn-lt"/>
                <a:ea typeface="+mn-ea"/>
                <a:cs typeface="+mn-cs"/>
              </a:defRPr>
            </a:lvl7pPr>
            <a:lvl8pPr marL="3230799" indent="-304792" algn="l" defTabSz="1219170" rtl="0" eaLnBrk="1" latinLnBrk="0" hangingPunct="1">
              <a:spcBef>
                <a:spcPts val="512"/>
              </a:spcBef>
              <a:buClr>
                <a:schemeClr val="accent1"/>
              </a:buClr>
              <a:buFont typeface="Symbol" pitchFamily="18" charset="2"/>
              <a:buChar char="*"/>
              <a:defRPr sz="1867" kern="1200">
                <a:solidFill>
                  <a:schemeClr val="tx2"/>
                </a:solidFill>
                <a:latin typeface="+mn-lt"/>
                <a:ea typeface="+mn-ea"/>
                <a:cs typeface="+mn-cs"/>
              </a:defRPr>
            </a:lvl8pPr>
            <a:lvl9pPr marL="3657509" indent="-304792" algn="l" defTabSz="1219170" rtl="0" eaLnBrk="1" latinLnBrk="0" hangingPunct="1">
              <a:spcBef>
                <a:spcPts val="512"/>
              </a:spcBef>
              <a:buClr>
                <a:schemeClr val="accent1"/>
              </a:buClr>
              <a:buFont typeface="Symbol" pitchFamily="18" charset="2"/>
              <a:buChar char="*"/>
              <a:defRPr sz="1867" kern="1200">
                <a:solidFill>
                  <a:schemeClr val="tx2"/>
                </a:solidFill>
                <a:latin typeface="+mn-lt"/>
                <a:ea typeface="+mn-ea"/>
                <a:cs typeface="+mn-cs"/>
              </a:defRPr>
            </a:lvl9pPr>
          </a:lstStyle>
          <a:p>
            <a:pPr marL="0" lvl="1" indent="0" eaLnBrk="1" hangingPunct="1">
              <a:lnSpc>
                <a:spcPts val="2400"/>
              </a:lnSpc>
              <a:spcBef>
                <a:spcPct val="30000"/>
              </a:spcBef>
              <a:buClrTx/>
              <a:buSzTx/>
              <a:buFont typeface="Symbol" panose="05050102010706020507" pitchFamily="18" charset="2"/>
              <a:buNone/>
              <a:defRPr/>
            </a:pPr>
            <a:r>
              <a:rPr lang="en-US" altLang="zh-CN" sz="2000" i="1" dirty="0">
                <a:solidFill>
                  <a:schemeClr val="tx1"/>
                </a:solidFill>
                <a:ea typeface="楷体_GB2312" pitchFamily="49" charset="-122"/>
                <a:cs typeface="Times New Roman" panose="02020603050405020304" pitchFamily="18" charset="0"/>
              </a:rPr>
              <a:t>D</a:t>
            </a:r>
            <a:r>
              <a:rPr lang="en-US" altLang="zh-CN" sz="2000" dirty="0">
                <a:solidFill>
                  <a:schemeClr val="tx1"/>
                </a:solidFill>
                <a:ea typeface="楷体_GB2312" pitchFamily="49" charset="-122"/>
                <a:cs typeface="Times New Roman" panose="02020603050405020304" pitchFamily="18" charset="0"/>
              </a:rPr>
              <a:t> → </a:t>
            </a:r>
            <a:r>
              <a:rPr lang="en-US" altLang="zh-CN" sz="2000" i="1" dirty="0">
                <a:solidFill>
                  <a:schemeClr val="tx1"/>
                </a:solidFill>
                <a:ea typeface="楷体_GB2312" pitchFamily="49" charset="-122"/>
                <a:cs typeface="Times New Roman" panose="02020603050405020304" pitchFamily="18" charset="0"/>
              </a:rPr>
              <a:t>T</a:t>
            </a:r>
            <a:r>
              <a:rPr lang="en-US" altLang="zh-CN" sz="2000" dirty="0">
                <a:solidFill>
                  <a:schemeClr val="tx1"/>
                </a:solidFill>
                <a:ea typeface="楷体_GB2312" pitchFamily="49" charset="-122"/>
                <a:cs typeface="Times New Roman" panose="02020603050405020304" pitchFamily="18" charset="0"/>
              </a:rPr>
              <a:t> </a:t>
            </a:r>
            <a:r>
              <a:rPr lang="en-US" altLang="zh-CN" sz="2000" dirty="0">
                <a:solidFill>
                  <a:srgbClr val="0070C0"/>
                </a:solidFill>
                <a:ea typeface="楷体_GB2312" pitchFamily="49" charset="-122"/>
                <a:cs typeface="Times New Roman" panose="02020603050405020304" pitchFamily="18" charset="0"/>
              </a:rPr>
              <a:t>{ </a:t>
            </a:r>
            <a:r>
              <a:rPr lang="en-US" altLang="zh-CN" sz="2000" i="1" dirty="0" err="1">
                <a:solidFill>
                  <a:srgbClr val="0070C0"/>
                </a:solidFill>
                <a:ea typeface="楷体_GB2312" pitchFamily="49" charset="-122"/>
                <a:cs typeface="Times New Roman" panose="02020603050405020304" pitchFamily="18" charset="0"/>
              </a:rPr>
              <a:t>L.inh</a:t>
            </a:r>
            <a:r>
              <a:rPr lang="en-US" altLang="zh-CN" sz="2000" dirty="0">
                <a:solidFill>
                  <a:srgbClr val="0070C0"/>
                </a:solidFill>
                <a:ea typeface="楷体_GB2312" pitchFamily="49" charset="-122"/>
                <a:cs typeface="Times New Roman" panose="02020603050405020304" pitchFamily="18" charset="0"/>
              </a:rPr>
              <a:t> = </a:t>
            </a:r>
            <a:r>
              <a:rPr lang="en-US" altLang="zh-CN" sz="2000" i="1" dirty="0" err="1">
                <a:solidFill>
                  <a:srgbClr val="0070C0"/>
                </a:solidFill>
                <a:ea typeface="楷体_GB2312" pitchFamily="49" charset="-122"/>
                <a:cs typeface="Times New Roman" panose="02020603050405020304" pitchFamily="18" charset="0"/>
              </a:rPr>
              <a:t>T.type</a:t>
            </a:r>
            <a:r>
              <a:rPr lang="en-US" altLang="zh-CN" sz="2000" dirty="0">
                <a:solidFill>
                  <a:srgbClr val="0070C0"/>
                </a:solidFill>
                <a:ea typeface="楷体_GB2312" pitchFamily="49" charset="-122"/>
                <a:cs typeface="Times New Roman" panose="02020603050405020304" pitchFamily="18" charset="0"/>
              </a:rPr>
              <a:t> } </a:t>
            </a:r>
            <a:r>
              <a:rPr lang="en-US" altLang="zh-CN" sz="2000" i="1" dirty="0">
                <a:solidFill>
                  <a:schemeClr val="tx1"/>
                </a:solidFill>
                <a:ea typeface="楷体_GB2312" pitchFamily="49" charset="-122"/>
                <a:cs typeface="Times New Roman" panose="02020603050405020304" pitchFamily="18" charset="0"/>
              </a:rPr>
              <a:t>L</a:t>
            </a:r>
          </a:p>
          <a:p>
            <a:pPr marL="0" lvl="1" indent="0" eaLnBrk="1" hangingPunct="1">
              <a:lnSpc>
                <a:spcPts val="2400"/>
              </a:lnSpc>
              <a:spcBef>
                <a:spcPct val="30000"/>
              </a:spcBef>
              <a:buClrTx/>
              <a:buSzTx/>
              <a:buFont typeface="Symbol" panose="05050102010706020507" pitchFamily="18" charset="2"/>
              <a:buNone/>
              <a:defRPr/>
            </a:pPr>
            <a:r>
              <a:rPr lang="en-US" altLang="zh-CN" sz="2000" i="1" dirty="0">
                <a:solidFill>
                  <a:schemeClr val="tx1"/>
                </a:solidFill>
                <a:ea typeface="楷体_GB2312" pitchFamily="49" charset="-122"/>
                <a:cs typeface="Times New Roman" panose="02020603050405020304" pitchFamily="18" charset="0"/>
              </a:rPr>
              <a:t>T</a:t>
            </a:r>
            <a:r>
              <a:rPr lang="en-US" altLang="zh-CN" sz="2000" dirty="0">
                <a:solidFill>
                  <a:schemeClr val="tx1"/>
                </a:solidFill>
                <a:ea typeface="楷体_GB2312" pitchFamily="49" charset="-122"/>
                <a:cs typeface="Times New Roman" panose="02020603050405020304" pitchFamily="18" charset="0"/>
              </a:rPr>
              <a:t> → </a:t>
            </a:r>
            <a:r>
              <a:rPr lang="en-US" altLang="zh-CN" sz="2000" dirty="0" err="1">
                <a:solidFill>
                  <a:schemeClr val="tx1"/>
                </a:solidFill>
                <a:ea typeface="楷体_GB2312" pitchFamily="49" charset="-122"/>
                <a:cs typeface="Times New Roman" panose="02020603050405020304" pitchFamily="18" charset="0"/>
              </a:rPr>
              <a:t>int</a:t>
            </a:r>
            <a:r>
              <a:rPr lang="en-US" altLang="zh-CN" sz="2000" dirty="0">
                <a:solidFill>
                  <a:schemeClr val="tx1"/>
                </a:solidFill>
                <a:ea typeface="楷体_GB2312" pitchFamily="49" charset="-122"/>
                <a:cs typeface="Times New Roman" panose="02020603050405020304" pitchFamily="18" charset="0"/>
              </a:rPr>
              <a:t> </a:t>
            </a:r>
            <a:r>
              <a:rPr lang="en-US" altLang="zh-CN" sz="2000" dirty="0">
                <a:solidFill>
                  <a:srgbClr val="0070C0"/>
                </a:solidFill>
                <a:ea typeface="楷体_GB2312" pitchFamily="49" charset="-122"/>
                <a:cs typeface="Times New Roman" panose="02020603050405020304" pitchFamily="18" charset="0"/>
              </a:rPr>
              <a:t>{ </a:t>
            </a:r>
            <a:r>
              <a:rPr lang="en-US" altLang="zh-CN" sz="2000" i="1" dirty="0" err="1">
                <a:solidFill>
                  <a:srgbClr val="0070C0"/>
                </a:solidFill>
                <a:ea typeface="楷体_GB2312" pitchFamily="49" charset="-122"/>
                <a:cs typeface="Times New Roman" panose="02020603050405020304" pitchFamily="18" charset="0"/>
              </a:rPr>
              <a:t>T.type</a:t>
            </a:r>
            <a:r>
              <a:rPr lang="en-US" altLang="zh-CN" sz="2000" dirty="0">
                <a:solidFill>
                  <a:srgbClr val="0070C0"/>
                </a:solidFill>
                <a:ea typeface="楷体_GB2312" pitchFamily="49" charset="-122"/>
                <a:cs typeface="Times New Roman" panose="02020603050405020304" pitchFamily="18" charset="0"/>
              </a:rPr>
              <a:t> = </a:t>
            </a:r>
            <a:r>
              <a:rPr lang="en-US" altLang="zh-CN" sz="2000" i="1" dirty="0" err="1">
                <a:solidFill>
                  <a:srgbClr val="0070C0"/>
                </a:solidFill>
                <a:ea typeface="楷体_GB2312" pitchFamily="49" charset="-122"/>
                <a:cs typeface="Times New Roman" panose="02020603050405020304" pitchFamily="18" charset="0"/>
              </a:rPr>
              <a:t>int</a:t>
            </a:r>
            <a:r>
              <a:rPr lang="en-US" altLang="zh-CN" sz="2000" dirty="0">
                <a:solidFill>
                  <a:srgbClr val="0070C0"/>
                </a:solidFill>
                <a:ea typeface="楷体_GB2312" pitchFamily="49" charset="-122"/>
                <a:cs typeface="Times New Roman" panose="02020603050405020304" pitchFamily="18" charset="0"/>
              </a:rPr>
              <a:t> }</a:t>
            </a:r>
          </a:p>
          <a:p>
            <a:pPr marL="0" lvl="1" indent="0" eaLnBrk="1" hangingPunct="1">
              <a:lnSpc>
                <a:spcPts val="2400"/>
              </a:lnSpc>
              <a:spcBef>
                <a:spcPct val="30000"/>
              </a:spcBef>
              <a:buClrTx/>
              <a:buSzTx/>
              <a:buFont typeface="Symbol" panose="05050102010706020507" pitchFamily="18" charset="2"/>
              <a:buNone/>
              <a:defRPr/>
            </a:pPr>
            <a:r>
              <a:rPr lang="en-US" altLang="zh-CN" sz="2000" i="1" dirty="0">
                <a:solidFill>
                  <a:schemeClr val="tx1"/>
                </a:solidFill>
                <a:ea typeface="楷体_GB2312" pitchFamily="49" charset="-122"/>
                <a:cs typeface="Times New Roman" panose="02020603050405020304" pitchFamily="18" charset="0"/>
              </a:rPr>
              <a:t>T</a:t>
            </a:r>
            <a:r>
              <a:rPr lang="en-US" altLang="zh-CN" sz="2000" dirty="0">
                <a:solidFill>
                  <a:schemeClr val="tx1"/>
                </a:solidFill>
                <a:ea typeface="楷体_GB2312" pitchFamily="49" charset="-122"/>
                <a:cs typeface="Times New Roman" panose="02020603050405020304" pitchFamily="18" charset="0"/>
              </a:rPr>
              <a:t> → float </a:t>
            </a:r>
            <a:r>
              <a:rPr lang="en-US" altLang="zh-CN" sz="2000" dirty="0">
                <a:solidFill>
                  <a:srgbClr val="0070C0"/>
                </a:solidFill>
                <a:ea typeface="楷体_GB2312" pitchFamily="49" charset="-122"/>
                <a:cs typeface="Times New Roman" panose="02020603050405020304" pitchFamily="18" charset="0"/>
              </a:rPr>
              <a:t>{ </a:t>
            </a:r>
            <a:r>
              <a:rPr lang="en-US" altLang="zh-CN" sz="2000" i="1" dirty="0" err="1">
                <a:solidFill>
                  <a:srgbClr val="0070C0"/>
                </a:solidFill>
                <a:ea typeface="楷体_GB2312" pitchFamily="49" charset="-122"/>
                <a:cs typeface="Times New Roman" panose="02020603050405020304" pitchFamily="18" charset="0"/>
              </a:rPr>
              <a:t>T.type</a:t>
            </a:r>
            <a:r>
              <a:rPr lang="en-US" altLang="zh-CN" sz="2000" dirty="0">
                <a:solidFill>
                  <a:srgbClr val="0070C0"/>
                </a:solidFill>
                <a:ea typeface="楷体_GB2312" pitchFamily="49" charset="-122"/>
                <a:cs typeface="Times New Roman" panose="02020603050405020304" pitchFamily="18" charset="0"/>
              </a:rPr>
              <a:t> = </a:t>
            </a:r>
            <a:r>
              <a:rPr lang="en-US" altLang="zh-CN" sz="2000" i="1" dirty="0">
                <a:solidFill>
                  <a:srgbClr val="0070C0"/>
                </a:solidFill>
                <a:ea typeface="楷体_GB2312" pitchFamily="49" charset="-122"/>
                <a:cs typeface="Times New Roman" panose="02020603050405020304" pitchFamily="18" charset="0"/>
              </a:rPr>
              <a:t>float</a:t>
            </a:r>
            <a:r>
              <a:rPr lang="en-US" altLang="zh-CN" sz="2000" dirty="0">
                <a:solidFill>
                  <a:srgbClr val="0070C0"/>
                </a:solidFill>
                <a:ea typeface="楷体_GB2312" pitchFamily="49" charset="-122"/>
                <a:cs typeface="Times New Roman" panose="02020603050405020304" pitchFamily="18" charset="0"/>
              </a:rPr>
              <a:t> }</a:t>
            </a:r>
          </a:p>
          <a:p>
            <a:pPr marL="0" lvl="1" indent="0" eaLnBrk="1" hangingPunct="1">
              <a:lnSpc>
                <a:spcPts val="2400"/>
              </a:lnSpc>
              <a:spcBef>
                <a:spcPct val="30000"/>
              </a:spcBef>
              <a:buClrTx/>
              <a:buSzTx/>
              <a:buNone/>
              <a:defRPr/>
            </a:pPr>
            <a:r>
              <a:rPr lang="en-US" altLang="zh-CN" sz="2000" i="1" dirty="0">
                <a:solidFill>
                  <a:schemeClr val="tx1"/>
                </a:solidFill>
                <a:ea typeface="楷体_GB2312" pitchFamily="49" charset="-122"/>
                <a:cs typeface="Times New Roman" panose="02020603050405020304" pitchFamily="18" charset="0"/>
              </a:rPr>
              <a:t>L</a:t>
            </a:r>
            <a:r>
              <a:rPr lang="en-US" altLang="zh-CN" sz="2000" dirty="0">
                <a:solidFill>
                  <a:schemeClr val="tx1"/>
                </a:solidFill>
                <a:ea typeface="楷体_GB2312" pitchFamily="49" charset="-122"/>
                <a:cs typeface="Times New Roman" panose="02020603050405020304" pitchFamily="18" charset="0"/>
              </a:rPr>
              <a:t> → </a:t>
            </a:r>
            <a:r>
              <a:rPr lang="en-US" altLang="zh-CN" sz="2000" dirty="0">
                <a:solidFill>
                  <a:srgbClr val="0070C0"/>
                </a:solidFill>
                <a:ea typeface="楷体_GB2312" pitchFamily="49" charset="-122"/>
                <a:cs typeface="Times New Roman" panose="02020603050405020304" pitchFamily="18" charset="0"/>
              </a:rPr>
              <a:t>{ </a:t>
            </a:r>
            <a:r>
              <a:rPr lang="en-US" altLang="zh-CN" sz="2000" i="1" dirty="0">
                <a:solidFill>
                  <a:srgbClr val="0070C0"/>
                </a:solidFill>
                <a:ea typeface="楷体_GB2312" pitchFamily="49" charset="-122"/>
                <a:cs typeface="Times New Roman" panose="02020603050405020304" pitchFamily="18" charset="0"/>
              </a:rPr>
              <a:t>L</a:t>
            </a:r>
            <a:r>
              <a:rPr lang="en-US" altLang="zh-CN" sz="2000" i="1" baseline="-25000" dirty="0">
                <a:solidFill>
                  <a:srgbClr val="0070C0"/>
                </a:solidFill>
                <a:ea typeface="楷体_GB2312" pitchFamily="49" charset="-122"/>
                <a:cs typeface="Times New Roman" panose="02020603050405020304" pitchFamily="18" charset="0"/>
              </a:rPr>
              <a:t>1</a:t>
            </a:r>
            <a:r>
              <a:rPr lang="en-US" altLang="zh-CN" sz="2000" i="1" dirty="0">
                <a:solidFill>
                  <a:srgbClr val="0070C0"/>
                </a:solidFill>
                <a:ea typeface="楷体_GB2312" pitchFamily="49" charset="-122"/>
                <a:cs typeface="Times New Roman" panose="02020603050405020304" pitchFamily="18" charset="0"/>
              </a:rPr>
              <a:t>.inh</a:t>
            </a:r>
            <a:r>
              <a:rPr lang="en-US" altLang="zh-CN" sz="2000" dirty="0">
                <a:solidFill>
                  <a:srgbClr val="0070C0"/>
                </a:solidFill>
                <a:ea typeface="楷体_GB2312" pitchFamily="49" charset="-122"/>
                <a:cs typeface="Times New Roman" panose="02020603050405020304" pitchFamily="18" charset="0"/>
              </a:rPr>
              <a:t> = </a:t>
            </a:r>
            <a:r>
              <a:rPr lang="en-US" altLang="zh-CN" sz="2000" i="1" dirty="0" err="1">
                <a:solidFill>
                  <a:srgbClr val="0070C0"/>
                </a:solidFill>
                <a:ea typeface="楷体_GB2312" pitchFamily="49" charset="-122"/>
                <a:cs typeface="Times New Roman" panose="02020603050405020304" pitchFamily="18" charset="0"/>
              </a:rPr>
              <a:t>L.inh</a:t>
            </a:r>
            <a:r>
              <a:rPr lang="en-US" altLang="zh-CN" sz="2000" dirty="0">
                <a:solidFill>
                  <a:srgbClr val="0070C0"/>
                </a:solidFill>
                <a:ea typeface="楷体_GB2312" pitchFamily="49" charset="-122"/>
                <a:cs typeface="Times New Roman" panose="02020603050405020304" pitchFamily="18" charset="0"/>
              </a:rPr>
              <a:t> }</a:t>
            </a:r>
            <a:r>
              <a:rPr lang="en-US" altLang="zh-CN" sz="2000" i="1" dirty="0">
                <a:solidFill>
                  <a:schemeClr val="tx1"/>
                </a:solidFill>
                <a:ea typeface="楷体_GB2312" pitchFamily="49" charset="-122"/>
                <a:cs typeface="Times New Roman" panose="02020603050405020304" pitchFamily="18" charset="0"/>
              </a:rPr>
              <a:t>L</a:t>
            </a:r>
            <a:r>
              <a:rPr lang="en-US" altLang="zh-CN" sz="2000" i="1" baseline="-25000" dirty="0">
                <a:solidFill>
                  <a:schemeClr val="tx1"/>
                </a:solidFill>
                <a:ea typeface="楷体_GB2312" pitchFamily="49" charset="-122"/>
                <a:cs typeface="Times New Roman" panose="02020603050405020304" pitchFamily="18" charset="0"/>
              </a:rPr>
              <a:t>1</a:t>
            </a:r>
            <a:r>
              <a:rPr lang="en-US" altLang="zh-CN" sz="2000" dirty="0">
                <a:solidFill>
                  <a:schemeClr val="tx1"/>
                </a:solidFill>
                <a:ea typeface="楷体_GB2312" pitchFamily="49" charset="-122"/>
                <a:cs typeface="Times New Roman" panose="02020603050405020304" pitchFamily="18" charset="0"/>
              </a:rPr>
              <a:t>, id </a:t>
            </a:r>
            <a:r>
              <a:rPr lang="en-US" altLang="zh-CN" sz="2000" dirty="0">
                <a:solidFill>
                  <a:srgbClr val="0070C0"/>
                </a:solidFill>
                <a:ea typeface="楷体_GB2312" pitchFamily="49" charset="-122"/>
                <a:cs typeface="Times New Roman" panose="02020603050405020304" pitchFamily="18" charset="0"/>
              </a:rPr>
              <a:t>{</a:t>
            </a:r>
            <a:r>
              <a:rPr lang="en-US" altLang="zh-CN" sz="2000" i="1" dirty="0" err="1">
                <a:solidFill>
                  <a:srgbClr val="0070C0"/>
                </a:solidFill>
                <a:ea typeface="楷体_GB2312"/>
                <a:cs typeface="楷体_GB2312"/>
              </a:rPr>
              <a:t>addType</a:t>
            </a:r>
            <a:r>
              <a:rPr lang="en-US" altLang="zh-CN" sz="2000" i="1" dirty="0">
                <a:solidFill>
                  <a:srgbClr val="0070C0"/>
                </a:solidFill>
                <a:ea typeface="楷体_GB2312"/>
                <a:cs typeface="楷体_GB2312"/>
              </a:rPr>
              <a:t>(</a:t>
            </a:r>
            <a:r>
              <a:rPr lang="en-US" altLang="zh-CN" sz="2000" i="1" dirty="0" err="1">
                <a:solidFill>
                  <a:srgbClr val="0070C0"/>
                </a:solidFill>
                <a:ea typeface="楷体_GB2312"/>
                <a:cs typeface="楷体_GB2312"/>
              </a:rPr>
              <a:t>id.entry</a:t>
            </a:r>
            <a:r>
              <a:rPr lang="en-US" altLang="zh-CN" sz="2000" i="1" dirty="0">
                <a:solidFill>
                  <a:srgbClr val="0070C0"/>
                </a:solidFill>
                <a:ea typeface="楷体_GB2312"/>
                <a:cs typeface="楷体_GB2312"/>
              </a:rPr>
              <a:t>,</a:t>
            </a:r>
            <a:r>
              <a:rPr lang="zh-CN" altLang="en-US" sz="2000" i="1" dirty="0">
                <a:solidFill>
                  <a:srgbClr val="0070C0"/>
                </a:solidFill>
                <a:ea typeface="楷体_GB2312"/>
                <a:cs typeface="楷体_GB2312"/>
              </a:rPr>
              <a:t> </a:t>
            </a:r>
            <a:r>
              <a:rPr lang="en-US" altLang="zh-CN" sz="2000" i="1" dirty="0" err="1">
                <a:solidFill>
                  <a:srgbClr val="0070C0"/>
                </a:solidFill>
                <a:ea typeface="楷体_GB2312"/>
                <a:cs typeface="楷体_GB2312"/>
              </a:rPr>
              <a:t>L.inh</a:t>
            </a:r>
            <a:r>
              <a:rPr lang="en-US" altLang="zh-CN" sz="2000" i="1" dirty="0">
                <a:solidFill>
                  <a:srgbClr val="0070C0"/>
                </a:solidFill>
                <a:ea typeface="楷体_GB2312"/>
                <a:cs typeface="楷体_GB2312"/>
              </a:rPr>
              <a:t>)</a:t>
            </a:r>
            <a:r>
              <a:rPr lang="en-US" altLang="zh-CN" sz="2000" dirty="0">
                <a:solidFill>
                  <a:srgbClr val="0070C0"/>
                </a:solidFill>
                <a:ea typeface="楷体_GB2312" pitchFamily="49" charset="-122"/>
                <a:cs typeface="Times New Roman" panose="02020603050405020304" pitchFamily="18" charset="0"/>
              </a:rPr>
              <a:t>}</a:t>
            </a:r>
          </a:p>
          <a:p>
            <a:pPr marL="0" lvl="1" indent="0" eaLnBrk="1" hangingPunct="1">
              <a:lnSpc>
                <a:spcPts val="2400"/>
              </a:lnSpc>
              <a:spcBef>
                <a:spcPct val="30000"/>
              </a:spcBef>
              <a:buClrTx/>
              <a:buSzTx/>
              <a:buNone/>
              <a:defRPr/>
            </a:pPr>
            <a:r>
              <a:rPr lang="en-US" altLang="zh-CN" sz="2000" dirty="0">
                <a:solidFill>
                  <a:schemeClr val="tx1"/>
                </a:solidFill>
                <a:ea typeface="楷体_GB2312" pitchFamily="49" charset="-122"/>
                <a:cs typeface="Times New Roman" panose="02020603050405020304" pitchFamily="18" charset="0"/>
              </a:rPr>
              <a:t> </a:t>
            </a:r>
            <a:r>
              <a:rPr lang="en-US" altLang="zh-CN" sz="2000" i="1" dirty="0">
                <a:solidFill>
                  <a:schemeClr val="tx1"/>
                </a:solidFill>
                <a:ea typeface="楷体_GB2312"/>
                <a:cs typeface="楷体_GB2312"/>
              </a:rPr>
              <a:t>L</a:t>
            </a:r>
            <a:r>
              <a:rPr lang="en-US" altLang="zh-CN" sz="2000" dirty="0">
                <a:solidFill>
                  <a:schemeClr val="tx1"/>
                </a:solidFill>
                <a:ea typeface="楷体_GB2312"/>
                <a:cs typeface="楷体_GB2312"/>
              </a:rPr>
              <a:t> → id </a:t>
            </a:r>
            <a:r>
              <a:rPr lang="en-US" altLang="zh-CN" sz="2000" dirty="0">
                <a:solidFill>
                  <a:srgbClr val="0070C0"/>
                </a:solidFill>
                <a:ea typeface="楷体_GB2312"/>
                <a:cs typeface="楷体_GB2312"/>
              </a:rPr>
              <a:t>{</a:t>
            </a:r>
            <a:r>
              <a:rPr lang="en-US" altLang="zh-CN" sz="2000" i="1" dirty="0" err="1">
                <a:solidFill>
                  <a:srgbClr val="0070C0"/>
                </a:solidFill>
                <a:ea typeface="楷体_GB2312"/>
                <a:cs typeface="楷体_GB2312"/>
              </a:rPr>
              <a:t>addType</a:t>
            </a:r>
            <a:r>
              <a:rPr lang="en-US" altLang="zh-CN" sz="2000" i="1" dirty="0">
                <a:solidFill>
                  <a:srgbClr val="0070C0"/>
                </a:solidFill>
                <a:ea typeface="楷体_GB2312"/>
                <a:cs typeface="楷体_GB2312"/>
              </a:rPr>
              <a:t>(</a:t>
            </a:r>
            <a:r>
              <a:rPr lang="en-US" altLang="zh-CN" sz="2000" i="1" dirty="0" err="1">
                <a:solidFill>
                  <a:srgbClr val="0070C0"/>
                </a:solidFill>
                <a:ea typeface="楷体_GB2312"/>
                <a:cs typeface="楷体_GB2312"/>
              </a:rPr>
              <a:t>id.entry</a:t>
            </a:r>
            <a:r>
              <a:rPr lang="en-US" altLang="zh-CN" sz="2000" i="1" dirty="0">
                <a:solidFill>
                  <a:srgbClr val="0070C0"/>
                </a:solidFill>
                <a:ea typeface="楷体_GB2312"/>
                <a:cs typeface="楷体_GB2312"/>
              </a:rPr>
              <a:t>,</a:t>
            </a:r>
            <a:r>
              <a:rPr lang="zh-CN" altLang="en-US" sz="2000" i="1" dirty="0">
                <a:solidFill>
                  <a:srgbClr val="0070C0"/>
                </a:solidFill>
                <a:ea typeface="楷体_GB2312"/>
                <a:cs typeface="楷体_GB2312"/>
              </a:rPr>
              <a:t> </a:t>
            </a:r>
            <a:r>
              <a:rPr lang="en-US" altLang="zh-CN" sz="2000" i="1" dirty="0" err="1">
                <a:solidFill>
                  <a:srgbClr val="0070C0"/>
                </a:solidFill>
                <a:ea typeface="楷体_GB2312"/>
                <a:cs typeface="楷体_GB2312"/>
              </a:rPr>
              <a:t>L.inh</a:t>
            </a:r>
            <a:r>
              <a:rPr lang="en-US" altLang="zh-CN" sz="2000" i="1" dirty="0">
                <a:solidFill>
                  <a:srgbClr val="0070C0"/>
                </a:solidFill>
                <a:ea typeface="楷体_GB2312"/>
                <a:cs typeface="楷体_GB2312"/>
              </a:rPr>
              <a:t>)</a:t>
            </a:r>
            <a:r>
              <a:rPr lang="en-US" altLang="zh-CN" sz="2000" dirty="0">
                <a:solidFill>
                  <a:srgbClr val="0070C0"/>
                </a:solidFill>
                <a:ea typeface="楷体_GB2312"/>
                <a:cs typeface="楷体_GB2312"/>
              </a:rPr>
              <a:t>} </a:t>
            </a:r>
            <a:endParaRPr lang="en-US" altLang="zh-CN" sz="2000" dirty="0">
              <a:solidFill>
                <a:srgbClr val="0070C0"/>
              </a:solidFill>
              <a:ea typeface="楷体_GB2312" pitchFamily="49"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B746E4E-645A-4C62-82D2-1A21AEB0DB0A}"/>
              </a:ext>
            </a:extLst>
          </p:cNvPr>
          <p:cNvSpPr>
            <a:spLocks noGrp="1"/>
          </p:cNvSpPr>
          <p:nvPr>
            <p:ph type="sldNum" sz="quarter" idx="10"/>
          </p:nvPr>
        </p:nvSpPr>
        <p:spPr/>
        <p:txBody>
          <a:bodyPr/>
          <a:lstStyle/>
          <a:p>
            <a:pPr>
              <a:defRPr/>
            </a:pPr>
            <a:fld id="{8E104948-B687-4A74-87EB-9097C047E113}" type="slidenum">
              <a:rPr lang="zh-CN" altLang="en-US" smtClean="0"/>
              <a:pPr>
                <a:defRPr/>
              </a:pPr>
              <a:t>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2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AD6C099-552E-4AF3-8DD1-26CC3C85BA85}"/>
              </a:ext>
            </a:extLst>
          </p:cNvPr>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b="0" dirty="0">
              <a:solidFill>
                <a:prstClr val="black">
                  <a:lumMod val="85000"/>
                  <a:lumOff val="15000"/>
                </a:prstClr>
              </a:solidFill>
            </a:endParaRPr>
          </a:p>
        </p:txBody>
      </p:sp>
      <p:sp>
        <p:nvSpPr>
          <p:cNvPr id="34819" name="矩形 7">
            <a:extLst>
              <a:ext uri="{FF2B5EF4-FFF2-40B4-BE49-F238E27FC236}">
                <a16:creationId xmlns:a16="http://schemas.microsoft.com/office/drawing/2014/main" id="{1B23D7FD-28F6-45E1-A867-DBA4AE4EAB18}"/>
              </a:ext>
            </a:extLst>
          </p:cNvPr>
          <p:cNvSpPr>
            <a:spLocks noChangeArrowheads="1"/>
          </p:cNvSpPr>
          <p:nvPr/>
        </p:nvSpPr>
        <p:spPr bwMode="auto">
          <a:xfrm>
            <a:off x="4500563" y="1357313"/>
            <a:ext cx="4357687"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8580" tIns="34290" rIns="68580" bIns="34290">
            <a:spAutoFit/>
          </a:bodyPr>
          <a:lstStyle/>
          <a:p>
            <a:pPr eaLnBrk="1" hangingPunct="1">
              <a:lnSpc>
                <a:spcPts val="4000"/>
              </a:lnSpc>
              <a:defRPr/>
            </a:pPr>
            <a:r>
              <a:rPr lang="en-US" altLang="zh-CN" sz="2000" dirty="0">
                <a:solidFill>
                  <a:srgbClr val="2D83F4"/>
                </a:solidFill>
                <a:latin typeface="微软雅黑" panose="020B0503020204020204" pitchFamily="34" charset="-122"/>
                <a:ea typeface="微软雅黑" panose="020B0503020204020204" pitchFamily="34" charset="-122"/>
              </a:rPr>
              <a:t>5.1 </a:t>
            </a:r>
            <a:r>
              <a:rPr lang="zh-CN" altLang="en-US" sz="2000" dirty="0">
                <a:solidFill>
                  <a:srgbClr val="2D83F4"/>
                </a:solidFill>
                <a:latin typeface="微软雅黑" panose="020B0503020204020204" pitchFamily="34" charset="-122"/>
                <a:ea typeface="微软雅黑" panose="020B0503020204020204" pitchFamily="34" charset="-122"/>
              </a:rPr>
              <a:t>语法制导定义</a:t>
            </a:r>
            <a:r>
              <a:rPr lang="en-US" altLang="zh-CN" sz="2000" dirty="0">
                <a:solidFill>
                  <a:srgbClr val="2D83F4"/>
                </a:solidFill>
                <a:latin typeface="微软雅黑" panose="020B0503020204020204" pitchFamily="34" charset="-122"/>
                <a:ea typeface="微软雅黑" panose="020B0503020204020204" pitchFamily="34" charset="-122"/>
              </a:rPr>
              <a:t>SDD</a:t>
            </a:r>
          </a:p>
          <a:p>
            <a:pPr eaLnBrk="1" hangingPunct="1">
              <a:lnSpc>
                <a:spcPts val="4000"/>
              </a:lnSpc>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rPr>
              <a:t>5.2 S-</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属性定义与</a:t>
            </a:r>
            <a:r>
              <a:rPr lang="en-US" altLang="zh-CN" sz="2000" dirty="0">
                <a:solidFill>
                  <a:schemeClr val="bg1">
                    <a:lumMod val="50000"/>
                  </a:schemeClr>
                </a:solidFill>
                <a:latin typeface="微软雅黑" panose="020B0503020204020204" pitchFamily="34" charset="-122"/>
                <a:ea typeface="微软雅黑" panose="020B0503020204020204" pitchFamily="34" charset="-122"/>
              </a:rPr>
              <a:t>L-</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属性定义</a:t>
            </a:r>
          </a:p>
          <a:p>
            <a:pPr eaLnBrk="1" hangingPunct="1">
              <a:lnSpc>
                <a:spcPts val="4000"/>
              </a:lnSpc>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rPr>
              <a:t>5.3 </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语法制导翻译方案</a:t>
            </a:r>
            <a:r>
              <a:rPr lang="en-US" altLang="zh-CN" sz="2000" dirty="0">
                <a:solidFill>
                  <a:schemeClr val="bg1">
                    <a:lumMod val="50000"/>
                  </a:schemeClr>
                </a:solidFill>
                <a:latin typeface="微软雅黑" panose="020B0503020204020204" pitchFamily="34" charset="-122"/>
                <a:ea typeface="微软雅黑" panose="020B0503020204020204" pitchFamily="34" charset="-122"/>
              </a:rPr>
              <a:t>SDT</a:t>
            </a:r>
          </a:p>
          <a:p>
            <a:pPr eaLnBrk="1" hangingPunct="1">
              <a:lnSpc>
                <a:spcPts val="4000"/>
              </a:lnSpc>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rPr>
              <a:t>5.4 L-</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属性定义的自顶向下翻译</a:t>
            </a:r>
          </a:p>
          <a:p>
            <a:pPr eaLnBrk="1" hangingPunct="1">
              <a:lnSpc>
                <a:spcPts val="4000"/>
              </a:lnSpc>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rPr>
              <a:t>5.5 L-</a:t>
            </a:r>
            <a:r>
              <a:rPr lang="zh-CN" altLang="en-US" sz="2000" dirty="0">
                <a:solidFill>
                  <a:schemeClr val="bg1">
                    <a:lumMod val="50000"/>
                  </a:schemeClr>
                </a:solidFill>
                <a:latin typeface="微软雅黑" panose="020B0503020204020204" pitchFamily="34" charset="-122"/>
                <a:ea typeface="微软雅黑" panose="020B0503020204020204" pitchFamily="34" charset="-122"/>
              </a:rPr>
              <a:t>属性定义的自底向上翻译 </a:t>
            </a:r>
          </a:p>
        </p:txBody>
      </p:sp>
      <p:pic>
        <p:nvPicPr>
          <p:cNvPr id="38916" name="Picture 7" descr="E:\工大编译\ppt\制作\0330e9c554c768200000158fc50d53d.jpg">
            <a:extLst>
              <a:ext uri="{FF2B5EF4-FFF2-40B4-BE49-F238E27FC236}">
                <a16:creationId xmlns:a16="http://schemas.microsoft.com/office/drawing/2014/main" id="{4BA47A45-3A20-4A63-A129-449C018DD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FE25BABE-C2FF-42D9-A803-B1A177A6F1E4}"/>
              </a:ext>
            </a:extLst>
          </p:cNvPr>
          <p:cNvSpPr/>
          <p:nvPr/>
        </p:nvSpPr>
        <p:spPr>
          <a:xfrm>
            <a:off x="4143375" y="357188"/>
            <a:ext cx="2876550"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spc="600" dirty="0">
                <a:solidFill>
                  <a:prstClr val="white"/>
                </a:solidFill>
                <a:latin typeface="微软雅黑" pitchFamily="34" charset="-122"/>
                <a:ea typeface="微软雅黑" pitchFamily="34" charset="-122"/>
              </a:rPr>
              <a:t>本章内容</a:t>
            </a:r>
            <a:endParaRPr lang="zh-CN" altLang="en-US" sz="1600" b="0" dirty="0">
              <a:solidFill>
                <a:prstClr val="black">
                  <a:lumMod val="85000"/>
                  <a:lumOff val="15000"/>
                </a:prstClr>
              </a:solidFill>
            </a:endParaRPr>
          </a:p>
        </p:txBody>
      </p:sp>
      <p:sp>
        <p:nvSpPr>
          <p:cNvPr id="2" name="灯片编号占位符 1">
            <a:extLst>
              <a:ext uri="{FF2B5EF4-FFF2-40B4-BE49-F238E27FC236}">
                <a16:creationId xmlns:a16="http://schemas.microsoft.com/office/drawing/2014/main" id="{867690AD-305C-44B2-8A32-5BD3EF95B0A8}"/>
              </a:ext>
            </a:extLst>
          </p:cNvPr>
          <p:cNvSpPr>
            <a:spLocks noGrp="1"/>
          </p:cNvSpPr>
          <p:nvPr>
            <p:ph type="sldNum" sz="quarter" idx="12"/>
          </p:nvPr>
        </p:nvSpPr>
        <p:spPr/>
        <p:txBody>
          <a:bodyPr/>
          <a:lstStyle/>
          <a:p>
            <a:pPr>
              <a:defRPr/>
            </a:pPr>
            <a:fld id="{1B15CFDB-6397-4FFE-966A-6ED3A9044A86}" type="slidenum">
              <a:rPr lang="zh-CN" altLang="en-US" smtClean="0"/>
              <a:pPr>
                <a:defRPr/>
              </a:pPr>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1" name="Rectangle 3">
            <a:extLst>
              <a:ext uri="{FF2B5EF4-FFF2-40B4-BE49-F238E27FC236}">
                <a16:creationId xmlns:a16="http://schemas.microsoft.com/office/drawing/2014/main" id="{CD115436-5569-42BB-B953-1FF5E14F487E}"/>
              </a:ext>
            </a:extLst>
          </p:cNvPr>
          <p:cNvSpPr>
            <a:spLocks noGrp="1" noChangeArrowheads="1"/>
          </p:cNvSpPr>
          <p:nvPr>
            <p:ph idx="1"/>
          </p:nvPr>
        </p:nvSpPr>
        <p:spPr>
          <a:xfrm>
            <a:off x="468313" y="1036638"/>
            <a:ext cx="8424862" cy="3430587"/>
          </a:xfrm>
        </p:spPr>
        <p:txBody>
          <a:bodyPr/>
          <a:lstStyle/>
          <a:p>
            <a:pPr marL="204779" indent="-204779" eaLnBrk="1" hangingPunct="1">
              <a:lnSpc>
                <a:spcPts val="3000"/>
              </a:lnSpc>
              <a:defRPr/>
            </a:pPr>
            <a:r>
              <a:rPr kumimoji="1" lang="zh-CN" altLang="en-US" sz="2800" dirty="0">
                <a:latin typeface="Times New Roman" panose="02020603050405020304" pitchFamily="18" charset="0"/>
                <a:cs typeface="Times New Roman" panose="02020603050405020304" pitchFamily="18" charset="0"/>
              </a:rPr>
              <a:t>语法制导定义</a:t>
            </a:r>
            <a:r>
              <a:rPr kumimoji="1" lang="en-US" altLang="zh-CN" sz="2800" i="1" dirty="0">
                <a:latin typeface="Times New Roman" panose="02020603050405020304" pitchFamily="18" charset="0"/>
                <a:cs typeface="Times New Roman" panose="02020603050405020304" pitchFamily="18" charset="0"/>
              </a:rPr>
              <a:t>SDD</a:t>
            </a:r>
            <a:r>
              <a:rPr kumimoji="1" lang="zh-CN" altLang="en-US" sz="2800" dirty="0">
                <a:latin typeface="Times New Roman" panose="02020603050405020304" pitchFamily="18" charset="0"/>
                <a:cs typeface="Times New Roman" panose="02020603050405020304" pitchFamily="18" charset="0"/>
              </a:rPr>
              <a:t>是对</a:t>
            </a:r>
            <a:r>
              <a:rPr kumimoji="1" lang="en-US" altLang="zh-CN" sz="2800" i="1" dirty="0">
                <a:latin typeface="Times New Roman" panose="02020603050405020304" pitchFamily="18" charset="0"/>
                <a:cs typeface="Times New Roman" panose="02020603050405020304" pitchFamily="18" charset="0"/>
              </a:rPr>
              <a:t>CFG</a:t>
            </a:r>
            <a:r>
              <a:rPr kumimoji="1" lang="zh-CN" altLang="en-US" sz="2800" dirty="0">
                <a:latin typeface="Times New Roman" panose="02020603050405020304" pitchFamily="18" charset="0"/>
                <a:cs typeface="Times New Roman" panose="02020603050405020304" pitchFamily="18" charset="0"/>
              </a:rPr>
              <a:t>的推广</a:t>
            </a:r>
            <a:endParaRPr kumimoji="1" lang="en-US" altLang="zh-CN" sz="2800" dirty="0">
              <a:latin typeface="Times New Roman" panose="02020603050405020304" pitchFamily="18" charset="0"/>
              <a:cs typeface="Times New Roman" panose="02020603050405020304" pitchFamily="18" charset="0"/>
            </a:endParaRPr>
          </a:p>
          <a:p>
            <a:pPr marL="432182" lvl="1" indent="-204779" eaLnBrk="1" hangingPunct="1">
              <a:lnSpc>
                <a:spcPts val="3000"/>
              </a:lnSpc>
              <a:spcBef>
                <a:spcPts val="1200"/>
              </a:spcBef>
              <a:defRPr/>
            </a:pPr>
            <a:r>
              <a:rPr kumimoji="1" lang="zh-CN" altLang="en-US" sz="2400" dirty="0">
                <a:latin typeface="Times New Roman" panose="02020603050405020304" pitchFamily="18" charset="0"/>
                <a:ea typeface="楷体" pitchFamily="49" charset="-122"/>
                <a:cs typeface="Times New Roman" panose="02020603050405020304" pitchFamily="18" charset="0"/>
              </a:rPr>
              <a:t>为 </a:t>
            </a:r>
            <a:r>
              <a:rPr kumimoji="1" lang="zh-CN" altLang="en-US" sz="2400" dirty="0">
                <a:solidFill>
                  <a:srgbClr val="0070C0"/>
                </a:solidFill>
                <a:latin typeface="Times New Roman" panose="02020603050405020304" pitchFamily="18" charset="0"/>
                <a:ea typeface="楷体" pitchFamily="49" charset="-122"/>
                <a:cs typeface="Times New Roman" panose="02020603050405020304" pitchFamily="18" charset="0"/>
              </a:rPr>
              <a:t>文法符号 </a:t>
            </a:r>
            <a:r>
              <a:rPr kumimoji="1" lang="zh-CN" altLang="en-US" sz="2400" dirty="0">
                <a:latin typeface="Times New Roman" panose="02020603050405020304" pitchFamily="18" charset="0"/>
                <a:ea typeface="楷体" pitchFamily="49" charset="-122"/>
                <a:cs typeface="Times New Roman" panose="02020603050405020304" pitchFamily="18" charset="0"/>
              </a:rPr>
              <a:t>设置 一组</a:t>
            </a:r>
            <a:r>
              <a:rPr kumimoji="1" lang="zh-CN" altLang="en-US" sz="2400" dirty="0">
                <a:solidFill>
                  <a:srgbClr val="0070C0"/>
                </a:solidFill>
                <a:latin typeface="Times New Roman" panose="02020603050405020304" pitchFamily="18" charset="0"/>
                <a:ea typeface="楷体" pitchFamily="49" charset="-122"/>
                <a:cs typeface="Times New Roman" panose="02020603050405020304" pitchFamily="18" charset="0"/>
              </a:rPr>
              <a:t>语义属性</a:t>
            </a:r>
            <a:r>
              <a:rPr kumimoji="1" lang="zh-CN" altLang="en-US" sz="2400"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a:t>
            </a:r>
            <a:r>
              <a:rPr kumimoji="1" lang="zh-CN" altLang="en-US" sz="2400" dirty="0">
                <a:latin typeface="Times New Roman" panose="02020603050405020304" pitchFamily="18" charset="0"/>
                <a:ea typeface="楷体" pitchFamily="49" charset="-122"/>
                <a:cs typeface="Times New Roman" panose="02020603050405020304" pitchFamily="18" charset="0"/>
              </a:rPr>
              <a:t>收集和传递语义信息。</a:t>
            </a:r>
          </a:p>
          <a:p>
            <a:pPr marL="432182" lvl="1" indent="-204779" eaLnBrk="1" hangingPunct="1">
              <a:lnSpc>
                <a:spcPts val="3000"/>
              </a:lnSpc>
              <a:spcBef>
                <a:spcPts val="1200"/>
              </a:spcBef>
              <a:defRPr/>
            </a:pPr>
            <a:r>
              <a:rPr kumimoji="1" lang="zh-CN" altLang="en-US" sz="2400" dirty="0">
                <a:latin typeface="Times New Roman" panose="02020603050405020304" pitchFamily="18" charset="0"/>
                <a:ea typeface="楷体" pitchFamily="49" charset="-122"/>
                <a:cs typeface="Times New Roman" panose="02020603050405020304" pitchFamily="18" charset="0"/>
              </a:rPr>
              <a:t>为 </a:t>
            </a:r>
            <a:r>
              <a:rPr kumimoji="1" lang="zh-CN" altLang="en-US" sz="2400" dirty="0">
                <a:solidFill>
                  <a:srgbClr val="0070C0"/>
                </a:solidFill>
                <a:latin typeface="Times New Roman" panose="02020603050405020304" pitchFamily="18" charset="0"/>
                <a:ea typeface="楷体" pitchFamily="49" charset="-122"/>
                <a:cs typeface="Times New Roman" panose="02020603050405020304" pitchFamily="18" charset="0"/>
              </a:rPr>
              <a:t>产生式</a:t>
            </a:r>
            <a:r>
              <a:rPr kumimoji="1" lang="zh-CN" altLang="en-US" sz="2400"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 </a:t>
            </a:r>
            <a:r>
              <a:rPr kumimoji="1" lang="zh-CN" altLang="en-US" sz="2400" dirty="0">
                <a:latin typeface="Times New Roman" panose="02020603050405020304" pitchFamily="18" charset="0"/>
                <a:ea typeface="楷体" pitchFamily="49" charset="-122"/>
                <a:cs typeface="Times New Roman" panose="02020603050405020304" pitchFamily="18" charset="0"/>
              </a:rPr>
              <a:t>设置</a:t>
            </a:r>
            <a:r>
              <a:rPr kumimoji="1" lang="zh-CN" altLang="en-US" sz="2400"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 </a:t>
            </a:r>
            <a:r>
              <a:rPr kumimoji="1" lang="zh-CN" altLang="en-US" sz="2400" dirty="0">
                <a:latin typeface="Times New Roman" panose="02020603050405020304" pitchFamily="18" charset="0"/>
                <a:ea typeface="楷体" pitchFamily="49" charset="-122"/>
                <a:cs typeface="Times New Roman" panose="02020603050405020304" pitchFamily="18" charset="0"/>
              </a:rPr>
              <a:t>一组</a:t>
            </a:r>
            <a:r>
              <a:rPr kumimoji="1" lang="zh-CN" altLang="en-US" sz="2400" dirty="0">
                <a:solidFill>
                  <a:srgbClr val="0070C0"/>
                </a:solidFill>
                <a:latin typeface="Times New Roman" panose="02020603050405020304" pitchFamily="18" charset="0"/>
                <a:ea typeface="楷体" pitchFamily="49" charset="-122"/>
                <a:cs typeface="Times New Roman" panose="02020603050405020304" pitchFamily="18" charset="0"/>
              </a:rPr>
              <a:t>语义规则</a:t>
            </a:r>
            <a:r>
              <a:rPr kumimoji="1" lang="zh-CN" altLang="en-US" sz="2400"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a:t>
            </a:r>
            <a:r>
              <a:rPr kumimoji="1" lang="zh-CN" altLang="en-US" sz="2400" dirty="0">
                <a:latin typeface="Times New Roman" panose="02020603050405020304" pitchFamily="18" charset="0"/>
                <a:ea typeface="楷体" pitchFamily="49" charset="-122"/>
                <a:cs typeface="Times New Roman" panose="02020603050405020304" pitchFamily="18" charset="0"/>
              </a:rPr>
              <a:t>用于计算语义属性的值。</a:t>
            </a:r>
            <a:endParaRPr kumimoji="1" lang="en-US" altLang="zh-CN" sz="2400" dirty="0">
              <a:latin typeface="Times New Roman" panose="02020603050405020304" pitchFamily="18" charset="0"/>
              <a:cs typeface="Times New Roman" panose="02020603050405020304" pitchFamily="18" charset="0"/>
            </a:endParaRPr>
          </a:p>
          <a:p>
            <a:pPr marL="204779" indent="-204779" eaLnBrk="1" hangingPunct="1">
              <a:lnSpc>
                <a:spcPct val="150000"/>
              </a:lnSpc>
              <a:defRPr/>
            </a:pPr>
            <a:r>
              <a:rPr kumimoji="1" lang="zh-CN" altLang="en-US" sz="2800" dirty="0">
                <a:latin typeface="Times New Roman" panose="02020603050405020304" pitchFamily="18" charset="0"/>
                <a:cs typeface="Times New Roman" panose="02020603050405020304" pitchFamily="18" charset="0"/>
              </a:rPr>
              <a:t>文法符号的属性的分类</a:t>
            </a:r>
          </a:p>
          <a:p>
            <a:pPr marL="432175" lvl="1" indent="-204779" eaLnBrk="1" hangingPunct="1">
              <a:lnSpc>
                <a:spcPts val="2625"/>
              </a:lnSpc>
              <a:spcBef>
                <a:spcPts val="1200"/>
              </a:spcBef>
              <a:defRPr/>
            </a:pPr>
            <a:r>
              <a:rPr kumimoji="1" lang="zh-CN" altLang="en-US" sz="2800" dirty="0">
                <a:latin typeface="Times New Roman" panose="02020603050405020304" pitchFamily="18" charset="0"/>
                <a:cs typeface="Times New Roman" panose="02020603050405020304" pitchFamily="18" charset="0"/>
              </a:rPr>
              <a:t> </a:t>
            </a:r>
            <a:r>
              <a:rPr kumimoji="1" lang="zh-CN" altLang="en-US" sz="2400" dirty="0">
                <a:solidFill>
                  <a:srgbClr val="C00000"/>
                </a:solidFill>
                <a:latin typeface="Times New Roman" panose="02020603050405020304" pitchFamily="18" charset="0"/>
                <a:ea typeface="楷体" pitchFamily="49" charset="-122"/>
                <a:cs typeface="Times New Roman" panose="02020603050405020304" pitchFamily="18" charset="0"/>
              </a:rPr>
              <a:t>综合属性</a:t>
            </a:r>
            <a:r>
              <a:rPr kumimoji="1" lang="zh-CN" altLang="en-US" sz="2400" dirty="0">
                <a:latin typeface="Times New Roman" panose="02020603050405020304" pitchFamily="18" charset="0"/>
                <a:ea typeface="楷体" pitchFamily="49" charset="-122"/>
                <a:cs typeface="Times New Roman" panose="02020603050405020304" pitchFamily="18" charset="0"/>
              </a:rPr>
              <a:t> </a:t>
            </a:r>
            <a:r>
              <a:rPr kumimoji="1" lang="en-US" altLang="zh-CN" sz="2000" spc="225" dirty="0">
                <a:latin typeface="Times New Roman" panose="02020603050405020304" pitchFamily="18" charset="0"/>
                <a:ea typeface="楷体" pitchFamily="49" charset="-122"/>
                <a:cs typeface="Times New Roman" panose="02020603050405020304" pitchFamily="18" charset="0"/>
              </a:rPr>
              <a:t>(</a:t>
            </a:r>
            <a:r>
              <a:rPr kumimoji="1" lang="en-US" altLang="zh-CN" sz="2400" i="1" dirty="0">
                <a:latin typeface="Times New Roman" panose="02020603050405020304" pitchFamily="18" charset="0"/>
                <a:ea typeface="楷体" pitchFamily="49" charset="-122"/>
                <a:cs typeface="Times New Roman" panose="02020603050405020304" pitchFamily="18" charset="0"/>
              </a:rPr>
              <a:t>synthesized attribute</a:t>
            </a:r>
            <a:r>
              <a:rPr kumimoji="1" lang="en-US" altLang="zh-CN" sz="2000" spc="225" dirty="0">
                <a:latin typeface="Times New Roman" panose="02020603050405020304" pitchFamily="18" charset="0"/>
                <a:ea typeface="楷体" pitchFamily="49" charset="-122"/>
                <a:cs typeface="Times New Roman" panose="02020603050405020304" pitchFamily="18" charset="0"/>
              </a:rPr>
              <a:t>) —</a:t>
            </a:r>
            <a:r>
              <a:rPr kumimoji="1" lang="zh-CN" altLang="en-US" sz="2400" dirty="0">
                <a:solidFill>
                  <a:srgbClr val="0070C0"/>
                </a:solidFill>
                <a:latin typeface="Times New Roman" panose="02020603050405020304" pitchFamily="18" charset="0"/>
                <a:ea typeface="楷体" pitchFamily="49" charset="-122"/>
                <a:cs typeface="Times New Roman" panose="02020603050405020304" pitchFamily="18" charset="0"/>
              </a:rPr>
              <a:t>自底向上</a:t>
            </a:r>
            <a:r>
              <a:rPr kumimoji="1" lang="zh-CN" altLang="en-US" sz="2000" spc="225" dirty="0">
                <a:latin typeface="Times New Roman" panose="02020603050405020304" pitchFamily="18" charset="0"/>
                <a:ea typeface="楷体" pitchFamily="49" charset="-122"/>
                <a:cs typeface="Times New Roman" panose="02020603050405020304" pitchFamily="18" charset="0"/>
              </a:rPr>
              <a:t>传递信息</a:t>
            </a:r>
            <a:endParaRPr kumimoji="1" lang="zh-CN" altLang="en-US" sz="2400" dirty="0">
              <a:latin typeface="Times New Roman" panose="02020603050405020304" pitchFamily="18" charset="0"/>
              <a:ea typeface="楷体" pitchFamily="49" charset="-122"/>
              <a:cs typeface="Times New Roman" panose="02020603050405020304" pitchFamily="18" charset="0"/>
            </a:endParaRPr>
          </a:p>
          <a:p>
            <a:pPr marL="432175" lvl="1" indent="-204779" eaLnBrk="1" hangingPunct="1">
              <a:lnSpc>
                <a:spcPts val="2625"/>
              </a:lnSpc>
              <a:spcBef>
                <a:spcPts val="1200"/>
              </a:spcBef>
              <a:defRPr/>
            </a:pPr>
            <a:r>
              <a:rPr kumimoji="1" lang="zh-CN" altLang="en-US" sz="2400" dirty="0">
                <a:latin typeface="Times New Roman" panose="02020603050405020304" pitchFamily="18" charset="0"/>
                <a:ea typeface="楷体" pitchFamily="49" charset="-122"/>
                <a:cs typeface="Times New Roman" panose="02020603050405020304" pitchFamily="18" charset="0"/>
              </a:rPr>
              <a:t> </a:t>
            </a:r>
            <a:r>
              <a:rPr kumimoji="1" lang="zh-CN" altLang="en-US" sz="2400" dirty="0">
                <a:solidFill>
                  <a:srgbClr val="C00000"/>
                </a:solidFill>
                <a:latin typeface="Times New Roman" panose="02020603050405020304" pitchFamily="18" charset="0"/>
                <a:ea typeface="楷体" pitchFamily="49" charset="-122"/>
                <a:cs typeface="Times New Roman" panose="02020603050405020304" pitchFamily="18" charset="0"/>
              </a:rPr>
              <a:t>继承属性</a:t>
            </a:r>
            <a:r>
              <a:rPr kumimoji="1" lang="zh-CN" altLang="en-US" sz="2400" dirty="0">
                <a:latin typeface="Times New Roman" panose="02020603050405020304" pitchFamily="18" charset="0"/>
                <a:ea typeface="楷体" pitchFamily="49" charset="-122"/>
                <a:cs typeface="Times New Roman" panose="02020603050405020304" pitchFamily="18" charset="0"/>
              </a:rPr>
              <a:t> </a:t>
            </a:r>
            <a:r>
              <a:rPr kumimoji="1" lang="en-US" altLang="zh-CN" sz="2400" i="1" dirty="0">
                <a:latin typeface="Times New Roman" panose="02020603050405020304" pitchFamily="18" charset="0"/>
                <a:ea typeface="楷体" pitchFamily="49" charset="-122"/>
                <a:cs typeface="Times New Roman" panose="02020603050405020304" pitchFamily="18" charset="0"/>
              </a:rPr>
              <a:t>(inherited attribute</a:t>
            </a:r>
            <a:r>
              <a:rPr kumimoji="1" lang="en-US" altLang="zh-CN" sz="1600" spc="225" dirty="0">
                <a:latin typeface="Times New Roman" panose="02020603050405020304" pitchFamily="18" charset="0"/>
                <a:ea typeface="楷体" pitchFamily="49" charset="-122"/>
                <a:cs typeface="Times New Roman" panose="02020603050405020304" pitchFamily="18" charset="0"/>
              </a:rPr>
              <a:t>)</a:t>
            </a:r>
            <a:r>
              <a:rPr kumimoji="1" lang="en-US" altLang="zh-CN" sz="2000" spc="225" dirty="0">
                <a:latin typeface="Times New Roman" panose="02020603050405020304" pitchFamily="18" charset="0"/>
                <a:ea typeface="楷体" pitchFamily="49" charset="-122"/>
                <a:cs typeface="Times New Roman" panose="02020603050405020304" pitchFamily="18" charset="0"/>
              </a:rPr>
              <a:t> —</a:t>
            </a:r>
            <a:r>
              <a:rPr kumimoji="1" lang="zh-CN" altLang="en-US" sz="2400" dirty="0">
                <a:solidFill>
                  <a:srgbClr val="0070C0"/>
                </a:solidFill>
                <a:latin typeface="Times New Roman" panose="02020603050405020304" pitchFamily="18" charset="0"/>
                <a:ea typeface="楷体" pitchFamily="49" charset="-122"/>
                <a:cs typeface="Times New Roman" panose="02020603050405020304" pitchFamily="18" charset="0"/>
              </a:rPr>
              <a:t>自顶向下</a:t>
            </a:r>
            <a:r>
              <a:rPr kumimoji="1" lang="zh-CN" altLang="en-US" sz="2000" spc="225" dirty="0">
                <a:latin typeface="Times New Roman" panose="02020603050405020304" pitchFamily="18" charset="0"/>
                <a:ea typeface="楷体" pitchFamily="49" charset="-122"/>
                <a:cs typeface="Times New Roman" panose="02020603050405020304" pitchFamily="18" charset="0"/>
              </a:rPr>
              <a:t>传递信息</a:t>
            </a:r>
          </a:p>
        </p:txBody>
      </p:sp>
      <p:sp>
        <p:nvSpPr>
          <p:cNvPr id="40963" name="Rectangle 2">
            <a:extLst>
              <a:ext uri="{FF2B5EF4-FFF2-40B4-BE49-F238E27FC236}">
                <a16:creationId xmlns:a16="http://schemas.microsoft.com/office/drawing/2014/main" id="{3F927291-285E-4D32-A816-509C54367EF9}"/>
              </a:ext>
            </a:extLst>
          </p:cNvPr>
          <p:cNvSpPr>
            <a:spLocks noGrp="1"/>
          </p:cNvSpPr>
          <p:nvPr>
            <p:ph type="title"/>
          </p:nvPr>
        </p:nvSpPr>
        <p:spPr>
          <a:xfrm>
            <a:off x="755650" y="268288"/>
            <a:ext cx="7931150" cy="358775"/>
          </a:xfrm>
        </p:spPr>
        <p:txBody>
          <a:bodyPr/>
          <a:lstStyle/>
          <a:p>
            <a:pPr eaLnBrk="1" hangingPunct="1">
              <a:lnSpc>
                <a:spcPts val="4000"/>
              </a:lnSpc>
            </a:pPr>
            <a:r>
              <a:rPr lang="en-US" altLang="zh-CN" sz="3200"/>
              <a:t>5.1 </a:t>
            </a:r>
            <a:r>
              <a:rPr lang="zh-CN" altLang="en-US" sz="3200"/>
              <a:t>语法制导定义</a:t>
            </a:r>
            <a:r>
              <a:rPr lang="en-US" altLang="zh-CN" sz="3200"/>
              <a:t>SDD</a:t>
            </a:r>
          </a:p>
        </p:txBody>
      </p:sp>
      <p:sp>
        <p:nvSpPr>
          <p:cNvPr id="2" name="灯片编号占位符 1">
            <a:extLst>
              <a:ext uri="{FF2B5EF4-FFF2-40B4-BE49-F238E27FC236}">
                <a16:creationId xmlns:a16="http://schemas.microsoft.com/office/drawing/2014/main" id="{E3420FCC-A0A6-46C1-9B61-7C6CC92C5245}"/>
              </a:ext>
            </a:extLst>
          </p:cNvPr>
          <p:cNvSpPr>
            <a:spLocks noGrp="1"/>
          </p:cNvSpPr>
          <p:nvPr>
            <p:ph type="sldNum" sz="quarter" idx="10"/>
          </p:nvPr>
        </p:nvSpPr>
        <p:spPr/>
        <p:txBody>
          <a:bodyPr/>
          <a:lstStyle/>
          <a:p>
            <a:pPr>
              <a:defRPr/>
            </a:pPr>
            <a:fld id="{8E104948-B687-4A74-87EB-9097C047E113}" type="slidenum">
              <a:rPr lang="zh-CN" altLang="en-US" smtClean="0"/>
              <a:pPr>
                <a:defRPr/>
              </a:pPr>
              <a:t>10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85731">
                                            <p:txEl>
                                              <p:pRg st="0" end="0"/>
                                            </p:txEl>
                                          </p:spTgt>
                                        </p:tgtEl>
                                        <p:attrNameLst>
                                          <p:attrName>style.visibility</p:attrName>
                                        </p:attrNameLst>
                                      </p:cBhvr>
                                      <p:to>
                                        <p:strVal val="visible"/>
                                      </p:to>
                                    </p:set>
                                    <p:animEffect transition="in" filter="wipe(down)">
                                      <p:cBhvr>
                                        <p:cTn id="7" dur="500"/>
                                        <p:tgtEl>
                                          <p:spTgt spid="585731">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85731">
                                            <p:txEl>
                                              <p:pRg st="1" end="1"/>
                                            </p:txEl>
                                          </p:spTgt>
                                        </p:tgtEl>
                                        <p:attrNameLst>
                                          <p:attrName>style.visibility</p:attrName>
                                        </p:attrNameLst>
                                      </p:cBhvr>
                                      <p:to>
                                        <p:strVal val="visible"/>
                                      </p:to>
                                    </p:set>
                                    <p:animEffect transition="in" filter="wipe(down)">
                                      <p:cBhvr>
                                        <p:cTn id="10" dur="500"/>
                                        <p:tgtEl>
                                          <p:spTgt spid="585731">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85731">
                                            <p:txEl>
                                              <p:pRg st="2" end="2"/>
                                            </p:txEl>
                                          </p:spTgt>
                                        </p:tgtEl>
                                        <p:attrNameLst>
                                          <p:attrName>style.visibility</p:attrName>
                                        </p:attrNameLst>
                                      </p:cBhvr>
                                      <p:to>
                                        <p:strVal val="visible"/>
                                      </p:to>
                                    </p:set>
                                    <p:animEffect transition="in" filter="wipe(down)">
                                      <p:cBhvr>
                                        <p:cTn id="13" dur="500"/>
                                        <p:tgtEl>
                                          <p:spTgt spid="585731">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585731">
                                            <p:txEl>
                                              <p:pRg st="3" end="3"/>
                                            </p:txEl>
                                          </p:spTgt>
                                        </p:tgtEl>
                                        <p:attrNameLst>
                                          <p:attrName>style.visibility</p:attrName>
                                        </p:attrNameLst>
                                      </p:cBhvr>
                                      <p:to>
                                        <p:strVal val="visible"/>
                                      </p:to>
                                    </p:set>
                                    <p:animEffect transition="in" filter="wipe(down)">
                                      <p:cBhvr>
                                        <p:cTn id="18" dur="500"/>
                                        <p:tgtEl>
                                          <p:spTgt spid="585731">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85731">
                                            <p:txEl>
                                              <p:pRg st="4" end="4"/>
                                            </p:txEl>
                                          </p:spTgt>
                                        </p:tgtEl>
                                        <p:attrNameLst>
                                          <p:attrName>style.visibility</p:attrName>
                                        </p:attrNameLst>
                                      </p:cBhvr>
                                      <p:to>
                                        <p:strVal val="visible"/>
                                      </p:to>
                                    </p:set>
                                    <p:animEffect transition="in" filter="wipe(down)">
                                      <p:cBhvr>
                                        <p:cTn id="21" dur="500"/>
                                        <p:tgtEl>
                                          <p:spTgt spid="585731">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585731">
                                            <p:txEl>
                                              <p:pRg st="5" end="5"/>
                                            </p:txEl>
                                          </p:spTgt>
                                        </p:tgtEl>
                                        <p:attrNameLst>
                                          <p:attrName>style.visibility</p:attrName>
                                        </p:attrNameLst>
                                      </p:cBhvr>
                                      <p:to>
                                        <p:strVal val="visible"/>
                                      </p:to>
                                    </p:set>
                                    <p:animEffect transition="in" filter="wipe(down)">
                                      <p:cBhvr>
                                        <p:cTn id="24" dur="500"/>
                                        <p:tgtEl>
                                          <p:spTgt spid="5857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0D893EAA-31C8-49C6-874A-F7E442EAB5CF}"/>
              </a:ext>
            </a:extLst>
          </p:cNvPr>
          <p:cNvSpPr>
            <a:spLocks noGrp="1" noChangeArrowheads="1"/>
          </p:cNvSpPr>
          <p:nvPr>
            <p:ph idx="1"/>
          </p:nvPr>
        </p:nvSpPr>
        <p:spPr>
          <a:xfrm>
            <a:off x="611188" y="915988"/>
            <a:ext cx="7931150" cy="3743994"/>
          </a:xfrm>
        </p:spPr>
        <p:txBody>
          <a:bodyPr/>
          <a:lstStyle/>
          <a:p>
            <a:pPr marL="204486" indent="-204486">
              <a:defRPr/>
            </a:pPr>
            <a:r>
              <a:rPr lang="zh-CN" altLang="en-US" dirty="0">
                <a:solidFill>
                  <a:srgbClr val="0070C0"/>
                </a:solidFill>
                <a:latin typeface="Times New Roman" panose="02020603050405020304" pitchFamily="18" charset="0"/>
                <a:cs typeface="Times New Roman" panose="02020603050405020304" pitchFamily="18" charset="0"/>
              </a:rPr>
              <a:t>语法分析树</a:t>
            </a:r>
            <a:r>
              <a:rPr lang="zh-CN" altLang="en-US" dirty="0">
                <a:latin typeface="Times New Roman" panose="02020603050405020304" pitchFamily="18" charset="0"/>
                <a:ea typeface="宋体" pitchFamily="2" charset="-122"/>
                <a:cs typeface="Times New Roman" panose="02020603050405020304" pitchFamily="18" charset="0"/>
              </a:rPr>
              <a:t>：</a:t>
            </a:r>
            <a:r>
              <a:rPr lang="zh-CN" altLang="en-US" dirty="0">
                <a:latin typeface="Times New Roman" panose="02020603050405020304" pitchFamily="18" charset="0"/>
                <a:ea typeface="楷体" pitchFamily="49" charset="-122"/>
                <a:cs typeface="Times New Roman" panose="02020603050405020304" pitchFamily="18" charset="0"/>
              </a:rPr>
              <a:t>结点</a:t>
            </a:r>
            <a:r>
              <a:rPr lang="en-US" altLang="zh-CN" i="1" dirty="0">
                <a:latin typeface="Times New Roman" panose="02020603050405020304" pitchFamily="18" charset="0"/>
                <a:ea typeface="楷体" pitchFamily="49" charset="-122"/>
                <a:cs typeface="Times New Roman" panose="02020603050405020304" pitchFamily="18" charset="0"/>
              </a:rPr>
              <a:t>N</a:t>
            </a:r>
            <a:r>
              <a:rPr lang="zh-CN" altLang="en-US" dirty="0">
                <a:latin typeface="Times New Roman" panose="02020603050405020304" pitchFamily="18" charset="0"/>
                <a:ea typeface="楷体" pitchFamily="49" charset="-122"/>
                <a:cs typeface="Times New Roman" panose="02020603050405020304" pitchFamily="18" charset="0"/>
              </a:rPr>
              <a:t>上的</a:t>
            </a:r>
            <a:r>
              <a:rPr lang="zh-CN" altLang="en-US" dirty="0">
                <a:solidFill>
                  <a:srgbClr val="0070C0"/>
                </a:solidFill>
                <a:latin typeface="Times New Roman" panose="02020603050405020304" pitchFamily="18" charset="0"/>
                <a:ea typeface="楷体" pitchFamily="49" charset="-122"/>
                <a:cs typeface="Times New Roman" panose="02020603050405020304" pitchFamily="18" charset="0"/>
              </a:rPr>
              <a:t>非终结符</a:t>
            </a:r>
            <a:r>
              <a:rPr lang="en-US" altLang="zh-CN" i="1" dirty="0">
                <a:solidFill>
                  <a:srgbClr val="0070C0"/>
                </a:solidFill>
                <a:latin typeface="Times New Roman" panose="02020603050405020304" pitchFamily="18" charset="0"/>
                <a:ea typeface="楷体" pitchFamily="49" charset="-122"/>
                <a:cs typeface="Times New Roman" panose="02020603050405020304" pitchFamily="18" charset="0"/>
              </a:rPr>
              <a:t>A</a:t>
            </a:r>
            <a:r>
              <a:rPr lang="zh-CN" altLang="en-US" dirty="0">
                <a:latin typeface="Times New Roman" panose="02020603050405020304" pitchFamily="18" charset="0"/>
                <a:ea typeface="楷体" pitchFamily="49" charset="-122"/>
                <a:cs typeface="Times New Roman" panose="02020603050405020304" pitchFamily="18" charset="0"/>
              </a:rPr>
              <a:t>的</a:t>
            </a:r>
            <a:r>
              <a:rPr lang="zh-CN" altLang="en-US" dirty="0">
                <a:solidFill>
                  <a:srgbClr val="FF0000"/>
                </a:solidFill>
                <a:latin typeface="Times New Roman" panose="02020603050405020304" pitchFamily="18" charset="0"/>
                <a:ea typeface="楷体" pitchFamily="49" charset="-122"/>
                <a:cs typeface="Times New Roman" panose="02020603050405020304" pitchFamily="18" charset="0"/>
              </a:rPr>
              <a:t>综合属性</a:t>
            </a:r>
            <a:r>
              <a:rPr lang="zh-CN" altLang="en-US" dirty="0">
                <a:latin typeface="Times New Roman" panose="02020603050405020304" pitchFamily="18" charset="0"/>
                <a:ea typeface="楷体" pitchFamily="49" charset="-122"/>
                <a:cs typeface="Times New Roman" panose="02020603050405020304" pitchFamily="18" charset="0"/>
              </a:rPr>
              <a:t>只能通过</a:t>
            </a:r>
            <a:r>
              <a:rPr lang="en-US" altLang="zh-CN" i="1" dirty="0">
                <a:latin typeface="Times New Roman" panose="02020603050405020304" pitchFamily="18" charset="0"/>
                <a:ea typeface="楷体" pitchFamily="49" charset="-122"/>
                <a:cs typeface="Times New Roman" panose="02020603050405020304" pitchFamily="18" charset="0"/>
              </a:rPr>
              <a:t>N</a:t>
            </a:r>
            <a:r>
              <a:rPr lang="zh-CN" altLang="en-US" dirty="0">
                <a:solidFill>
                  <a:srgbClr val="0070C0"/>
                </a:solidFill>
                <a:latin typeface="Times New Roman" panose="02020603050405020304" pitchFamily="18" charset="0"/>
                <a:ea typeface="楷体" pitchFamily="49" charset="-122"/>
                <a:cs typeface="Times New Roman" panose="02020603050405020304" pitchFamily="18" charset="0"/>
              </a:rPr>
              <a:t>子结点</a:t>
            </a:r>
            <a:r>
              <a:rPr lang="zh-CN" altLang="en-US" dirty="0">
                <a:latin typeface="Times New Roman" panose="02020603050405020304" pitchFamily="18" charset="0"/>
                <a:ea typeface="楷体" pitchFamily="49" charset="-122"/>
                <a:cs typeface="Times New Roman" panose="02020603050405020304" pitchFamily="18" charset="0"/>
              </a:rPr>
              <a:t>或</a:t>
            </a:r>
            <a:r>
              <a:rPr lang="en-US" altLang="zh-CN" i="1" dirty="0">
                <a:latin typeface="Times New Roman" panose="02020603050405020304" pitchFamily="18" charset="0"/>
                <a:ea typeface="楷体" pitchFamily="49" charset="-122"/>
                <a:cs typeface="Times New Roman" panose="02020603050405020304" pitchFamily="18" charset="0"/>
              </a:rPr>
              <a:t>N</a:t>
            </a:r>
            <a:r>
              <a:rPr lang="zh-CN" altLang="en-US" dirty="0">
                <a:solidFill>
                  <a:srgbClr val="0070C0"/>
                </a:solidFill>
                <a:latin typeface="Times New Roman" panose="02020603050405020304" pitchFamily="18" charset="0"/>
                <a:ea typeface="楷体" pitchFamily="49" charset="-122"/>
                <a:cs typeface="Times New Roman" panose="02020603050405020304" pitchFamily="18" charset="0"/>
              </a:rPr>
              <a:t>本身</a:t>
            </a:r>
            <a:r>
              <a:rPr lang="zh-CN" altLang="en-US" dirty="0">
                <a:latin typeface="Times New Roman" panose="02020603050405020304" pitchFamily="18" charset="0"/>
                <a:ea typeface="楷体" pitchFamily="49" charset="-122"/>
                <a:cs typeface="Times New Roman" panose="02020603050405020304" pitchFamily="18" charset="0"/>
              </a:rPr>
              <a:t>的属性值来定义。</a:t>
            </a:r>
            <a:endParaRPr lang="en-US" altLang="zh-CN" dirty="0">
              <a:latin typeface="Times New Roman" panose="02020603050405020304" pitchFamily="18" charset="0"/>
              <a:ea typeface="楷体" pitchFamily="49" charset="-122"/>
              <a:cs typeface="Times New Roman" panose="02020603050405020304" pitchFamily="18" charset="0"/>
            </a:endParaRPr>
          </a:p>
          <a:p>
            <a:pPr marL="204486" indent="-204486">
              <a:lnSpc>
                <a:spcPts val="2625"/>
              </a:lnSpc>
              <a:defRPr/>
            </a:pPr>
            <a:endParaRPr lang="zh-CN" altLang="en-US" dirty="0">
              <a:latin typeface="Times New Roman" panose="02020603050405020304" pitchFamily="18" charset="0"/>
              <a:cs typeface="Times New Roman" panose="02020603050405020304" pitchFamily="18" charset="0"/>
            </a:endParaRPr>
          </a:p>
          <a:p>
            <a:pPr marL="0" indent="0">
              <a:lnSpc>
                <a:spcPts val="2625"/>
              </a:lnSpc>
              <a:buFont typeface="Wingdings" panose="05000000000000000000" pitchFamily="2" charset="2"/>
              <a:buNone/>
              <a:defRPr/>
            </a:pPr>
            <a:endParaRPr lang="en-US" altLang="zh-CN" sz="2100" dirty="0">
              <a:latin typeface="Times New Roman" panose="02020603050405020304" pitchFamily="18" charset="0"/>
              <a:cs typeface="Times New Roman" panose="02020603050405020304" pitchFamily="18" charset="0"/>
            </a:endParaRPr>
          </a:p>
          <a:p>
            <a:pPr marL="204486" indent="-204486">
              <a:lnSpc>
                <a:spcPts val="2625"/>
              </a:lnSpc>
              <a:buFont typeface="Wingdings" panose="05000000000000000000" pitchFamily="2" charset="2"/>
              <a:buNone/>
              <a:defRPr/>
            </a:pPr>
            <a:endParaRPr lang="en-US" altLang="zh-CN" sz="2100" dirty="0">
              <a:latin typeface="Times New Roman" panose="02020603050405020304" pitchFamily="18" charset="0"/>
              <a:cs typeface="Times New Roman" panose="02020603050405020304" pitchFamily="18" charset="0"/>
            </a:endParaRPr>
          </a:p>
          <a:p>
            <a:pPr marL="204486" indent="-204486">
              <a:spcBef>
                <a:spcPts val="1200"/>
              </a:spcBef>
              <a:defRPr/>
            </a:pPr>
            <a:r>
              <a:rPr lang="zh-CN" altLang="en-US" dirty="0">
                <a:solidFill>
                  <a:srgbClr val="0070C0"/>
                </a:solidFill>
                <a:latin typeface="Times New Roman" panose="02020603050405020304" pitchFamily="18" charset="0"/>
                <a:ea typeface="楷体" pitchFamily="49" charset="-122"/>
                <a:cs typeface="Times New Roman" panose="02020603050405020304" pitchFamily="18" charset="0"/>
              </a:rPr>
              <a:t>非终结符</a:t>
            </a:r>
            <a:r>
              <a:rPr lang="en-US" altLang="zh-CN" i="1" dirty="0">
                <a:solidFill>
                  <a:srgbClr val="0070C0"/>
                </a:solidFill>
                <a:latin typeface="Times New Roman" panose="02020603050405020304" pitchFamily="18" charset="0"/>
                <a:ea typeface="楷体" pitchFamily="49" charset="-122"/>
                <a:cs typeface="Times New Roman" panose="02020603050405020304" pitchFamily="18" charset="0"/>
              </a:rPr>
              <a:t>A</a:t>
            </a:r>
            <a:r>
              <a:rPr lang="zh-CN" altLang="en-US" dirty="0">
                <a:latin typeface="Arial" panose="020B0604020202020204" pitchFamily="34" charset="0"/>
                <a:ea typeface="楷体" panose="02010609060101010101" pitchFamily="49" charset="-122"/>
                <a:cs typeface="Times New Roman" panose="02020603050405020304" pitchFamily="18" charset="0"/>
              </a:rPr>
              <a:t>的</a:t>
            </a:r>
            <a:r>
              <a:rPr lang="zh-CN" altLang="en-US" dirty="0">
                <a:solidFill>
                  <a:srgbClr val="0070C0"/>
                </a:solidFill>
                <a:latin typeface="Arial" panose="020B0604020202020204" pitchFamily="34" charset="0"/>
                <a:ea typeface="楷体" panose="02010609060101010101" pitchFamily="49" charset="-122"/>
                <a:cs typeface="Times New Roman" panose="02020603050405020304" pitchFamily="18" charset="0"/>
              </a:rPr>
              <a:t>综合属性</a:t>
            </a:r>
            <a:r>
              <a:rPr lang="zh-CN" altLang="en-US" dirty="0">
                <a:latin typeface="Arial" panose="020B0604020202020204" pitchFamily="34" charset="0"/>
                <a:ea typeface="楷体" panose="02010609060101010101" pitchFamily="49" charset="-122"/>
                <a:cs typeface="Times New Roman" panose="02020603050405020304" pitchFamily="18" charset="0"/>
              </a:rPr>
              <a:t>是由</a:t>
            </a:r>
            <a:r>
              <a:rPr lang="zh-CN" altLang="en-US" dirty="0">
                <a:solidFill>
                  <a:srgbClr val="0070C0"/>
                </a:solidFill>
                <a:latin typeface="Arial" panose="020B0604020202020204" pitchFamily="34" charset="0"/>
                <a:ea typeface="楷体" panose="02010609060101010101" pitchFamily="49" charset="-122"/>
                <a:cs typeface="Times New Roman" panose="02020603050405020304" pitchFamily="18" charset="0"/>
              </a:rPr>
              <a:t>以</a:t>
            </a:r>
            <a:r>
              <a:rPr lang="en-US" altLang="zh-CN" i="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a:solidFill>
                  <a:srgbClr val="0070C0"/>
                </a:solidFill>
                <a:latin typeface="Arial" panose="020B0604020202020204" pitchFamily="34" charset="0"/>
                <a:ea typeface="楷体" panose="02010609060101010101" pitchFamily="49" charset="-122"/>
                <a:cs typeface="Times New Roman" panose="02020603050405020304" pitchFamily="18" charset="0"/>
              </a:rPr>
              <a:t>为左部的产生式</a:t>
            </a:r>
            <a:r>
              <a:rPr lang="zh-CN" altLang="en-US" dirty="0">
                <a:latin typeface="Arial" panose="020B0604020202020204" pitchFamily="34" charset="0"/>
                <a:ea typeface="楷体" panose="02010609060101010101" pitchFamily="49" charset="-122"/>
                <a:cs typeface="Times New Roman" panose="02020603050405020304" pitchFamily="18" charset="0"/>
              </a:rPr>
              <a:t>所关联的语义规则来定义的</a:t>
            </a:r>
            <a:endParaRPr lang="en-US" altLang="zh-CN" dirty="0">
              <a:solidFill>
                <a:srgbClr val="0070C0"/>
              </a:solidFill>
              <a:latin typeface="Times New Roman" panose="02020603050405020304" pitchFamily="18" charset="0"/>
              <a:cs typeface="Times New Roman" panose="02020603050405020304" pitchFamily="18" charset="0"/>
            </a:endParaRPr>
          </a:p>
          <a:p>
            <a:pPr marL="204486" indent="-204486">
              <a:spcBef>
                <a:spcPts val="1200"/>
              </a:spcBef>
              <a:defRPr/>
            </a:pPr>
            <a:r>
              <a:rPr lang="zh-CN" altLang="en-US" dirty="0">
                <a:solidFill>
                  <a:srgbClr val="0070C0"/>
                </a:solidFill>
                <a:latin typeface="Times New Roman" panose="02020603050405020304" pitchFamily="18" charset="0"/>
                <a:cs typeface="Times New Roman" panose="02020603050405020304" pitchFamily="18" charset="0"/>
              </a:rPr>
              <a:t>终结符的综合属性</a:t>
            </a:r>
            <a:r>
              <a:rPr lang="zh-CN" altLang="en-US" dirty="0">
                <a:latin typeface="Times New Roman" panose="02020603050405020304" pitchFamily="18" charset="0"/>
                <a:ea typeface="宋体" pitchFamily="2" charset="-122"/>
                <a:cs typeface="Times New Roman" panose="02020603050405020304" pitchFamily="18" charset="0"/>
              </a:rPr>
              <a:t>（</a:t>
            </a:r>
            <a:r>
              <a:rPr kumimoji="1" lang="zh-CN" altLang="en-US" dirty="0">
                <a:latin typeface="Times New Roman" panose="02020603050405020304" pitchFamily="18" charset="0"/>
                <a:cs typeface="Times New Roman" panose="02020603050405020304" pitchFamily="18" charset="0"/>
              </a:rPr>
              <a:t>固有属性</a:t>
            </a:r>
            <a:r>
              <a:rPr lang="zh-CN" altLang="en-US" dirty="0">
                <a:latin typeface="Times New Roman" panose="02020603050405020304" pitchFamily="18" charset="0"/>
                <a:ea typeface="宋体" pitchFamily="2" charset="-122"/>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是</a:t>
            </a:r>
            <a:r>
              <a:rPr lang="zh-CN" altLang="en-US" dirty="0">
                <a:latin typeface="Times New Roman" panose="02020603050405020304" pitchFamily="18" charset="0"/>
                <a:ea typeface="楷体" pitchFamily="49" charset="-122"/>
                <a:cs typeface="Times New Roman" panose="02020603050405020304" pitchFamily="18" charset="0"/>
              </a:rPr>
              <a:t>由词法分析器提供的</a:t>
            </a:r>
            <a:r>
              <a:rPr lang="zh-CN" altLang="en-US" dirty="0">
                <a:solidFill>
                  <a:srgbClr val="0070C0"/>
                </a:solidFill>
                <a:latin typeface="Times New Roman" panose="02020603050405020304" pitchFamily="18" charset="0"/>
                <a:ea typeface="楷体" pitchFamily="49" charset="-122"/>
                <a:cs typeface="Times New Roman" panose="02020603050405020304" pitchFamily="18" charset="0"/>
              </a:rPr>
              <a:t>词法值</a:t>
            </a:r>
            <a:r>
              <a:rPr lang="zh-CN" altLang="en-US" dirty="0">
                <a:latin typeface="Times New Roman" panose="02020603050405020304" pitchFamily="18" charset="0"/>
                <a:ea typeface="楷体" pitchFamily="49" charset="-122"/>
                <a:cs typeface="Times New Roman" panose="02020603050405020304" pitchFamily="18" charset="0"/>
              </a:rPr>
              <a:t>。</a:t>
            </a:r>
            <a:endParaRPr lang="en-US" altLang="zh-CN" dirty="0">
              <a:latin typeface="Times New Roman" panose="02020603050405020304" pitchFamily="18" charset="0"/>
              <a:ea typeface="楷体" pitchFamily="49" charset="-122"/>
              <a:cs typeface="Times New Roman" panose="02020603050405020304" pitchFamily="18" charset="0"/>
            </a:endParaRPr>
          </a:p>
        </p:txBody>
      </p:sp>
      <p:sp>
        <p:nvSpPr>
          <p:cNvPr id="13314" name="Rectangle 2">
            <a:extLst>
              <a:ext uri="{FF2B5EF4-FFF2-40B4-BE49-F238E27FC236}">
                <a16:creationId xmlns:a16="http://schemas.microsoft.com/office/drawing/2014/main" id="{69D90F5F-CE0B-4A70-8D51-0718F9B14D06}"/>
              </a:ext>
            </a:extLst>
          </p:cNvPr>
          <p:cNvSpPr>
            <a:spLocks noGrp="1" noChangeArrowheads="1"/>
          </p:cNvSpPr>
          <p:nvPr>
            <p:ph type="title"/>
          </p:nvPr>
        </p:nvSpPr>
        <p:spPr>
          <a:xfrm>
            <a:off x="755650" y="268288"/>
            <a:ext cx="7931150" cy="358775"/>
          </a:xfrm>
        </p:spPr>
        <p:txBody>
          <a:bodyPr/>
          <a:lstStyle/>
          <a:p>
            <a:pPr eaLnBrk="1" hangingPunct="1">
              <a:defRPr/>
            </a:pPr>
            <a:r>
              <a:rPr kumimoji="1" lang="zh-CN" altLang="en-US" spc="225" dirty="0">
                <a:latin typeface="Times New Roman" panose="02020603050405020304" pitchFamily="18" charset="0"/>
                <a:cs typeface="Times New Roman" panose="02020603050405020304" pitchFamily="18" charset="0"/>
              </a:rPr>
              <a:t>综合属性</a:t>
            </a:r>
            <a:r>
              <a:rPr kumimoji="1" lang="en-US" altLang="zh-CN" spc="225"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ea typeface="楷体_GB2312" pitchFamily="49" charset="-122"/>
                <a:cs typeface="Times New Roman" panose="02020603050405020304" pitchFamily="18" charset="0"/>
              </a:rPr>
              <a:t>synthesized attribute</a:t>
            </a:r>
            <a:r>
              <a:rPr kumimoji="1" lang="en-US" altLang="zh-CN" spc="225" dirty="0">
                <a:latin typeface="Times New Roman" panose="02020603050405020304" pitchFamily="18" charset="0"/>
                <a:cs typeface="Times New Roman" panose="02020603050405020304" pitchFamily="18" charset="0"/>
              </a:rPr>
              <a:t>) </a:t>
            </a:r>
            <a:r>
              <a:rPr kumimoji="1" lang="en-US" altLang="zh-CN" sz="1800" spc="225" dirty="0">
                <a:latin typeface="Times New Roman" panose="02020603050405020304" pitchFamily="18" charset="0"/>
                <a:cs typeface="Times New Roman" panose="02020603050405020304" pitchFamily="18" charset="0"/>
              </a:rPr>
              <a:t>— </a:t>
            </a:r>
            <a:r>
              <a:rPr kumimoji="1" lang="zh-CN" altLang="en-US" sz="1800" spc="225" dirty="0">
                <a:latin typeface="Times New Roman" panose="02020603050405020304" pitchFamily="18" charset="0"/>
                <a:cs typeface="Times New Roman" panose="02020603050405020304" pitchFamily="18" charset="0"/>
              </a:rPr>
              <a:t>自底向上传递信息</a:t>
            </a:r>
            <a:endParaRPr lang="zh-CN" altLang="en-US" dirty="0">
              <a:latin typeface="Times New Roman" panose="02020603050405020304" pitchFamily="18" charset="0"/>
              <a:cs typeface="Times New Roman" panose="02020603050405020304" pitchFamily="18" charset="0"/>
            </a:endParaRPr>
          </a:p>
        </p:txBody>
      </p:sp>
      <p:grpSp>
        <p:nvGrpSpPr>
          <p:cNvPr id="2" name="组合 2">
            <a:extLst>
              <a:ext uri="{FF2B5EF4-FFF2-40B4-BE49-F238E27FC236}">
                <a16:creationId xmlns:a16="http://schemas.microsoft.com/office/drawing/2014/main" id="{A45FA561-78CC-4AFC-93CB-7DDE32078A0E}"/>
              </a:ext>
            </a:extLst>
          </p:cNvPr>
          <p:cNvGrpSpPr>
            <a:grpSpLocks/>
          </p:cNvGrpSpPr>
          <p:nvPr/>
        </p:nvGrpSpPr>
        <p:grpSpPr bwMode="auto">
          <a:xfrm>
            <a:off x="5661025" y="1887538"/>
            <a:ext cx="2139950" cy="339725"/>
            <a:chOff x="5519738" y="2305050"/>
            <a:chExt cx="2852724" cy="452438"/>
          </a:xfrm>
        </p:grpSpPr>
        <p:sp>
          <p:nvSpPr>
            <p:cNvPr id="43023" name="Line 39">
              <a:extLst>
                <a:ext uri="{FF2B5EF4-FFF2-40B4-BE49-F238E27FC236}">
                  <a16:creationId xmlns:a16="http://schemas.microsoft.com/office/drawing/2014/main" id="{C54D0828-611B-4BAC-B15F-2F9225055022}"/>
                </a:ext>
              </a:extLst>
            </p:cNvPr>
            <p:cNvSpPr>
              <a:spLocks noChangeShapeType="1"/>
            </p:cNvSpPr>
            <p:nvPr/>
          </p:nvSpPr>
          <p:spPr bwMode="auto">
            <a:xfrm flipV="1">
              <a:off x="5519738" y="2305050"/>
              <a:ext cx="1223962" cy="452438"/>
            </a:xfrm>
            <a:prstGeom prst="line">
              <a:avLst/>
            </a:prstGeom>
            <a:noFill/>
            <a:ln w="38100">
              <a:solidFill>
                <a:schemeClr val="folHlink"/>
              </a:solidFill>
              <a:prstDash val="lgDash"/>
              <a:round/>
              <a:headEnd/>
              <a:tailEnd type="stealth"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3024" name="Line 40">
              <a:extLst>
                <a:ext uri="{FF2B5EF4-FFF2-40B4-BE49-F238E27FC236}">
                  <a16:creationId xmlns:a16="http://schemas.microsoft.com/office/drawing/2014/main" id="{3EEB15F3-B10F-4404-9D49-ABBDE7CA058F}"/>
                </a:ext>
              </a:extLst>
            </p:cNvPr>
            <p:cNvSpPr>
              <a:spLocks noChangeShapeType="1"/>
            </p:cNvSpPr>
            <p:nvPr/>
          </p:nvSpPr>
          <p:spPr bwMode="auto">
            <a:xfrm flipH="1" flipV="1">
              <a:off x="7072299" y="2314588"/>
              <a:ext cx="1300163" cy="422275"/>
            </a:xfrm>
            <a:prstGeom prst="line">
              <a:avLst/>
            </a:prstGeom>
            <a:noFill/>
            <a:ln w="38100">
              <a:solidFill>
                <a:schemeClr val="folHlink"/>
              </a:solidFill>
              <a:prstDash val="lgDash"/>
              <a:round/>
              <a:headEnd/>
              <a:tailEnd type="stealth"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grpSp>
      <p:grpSp>
        <p:nvGrpSpPr>
          <p:cNvPr id="3" name="组合 1">
            <a:extLst>
              <a:ext uri="{FF2B5EF4-FFF2-40B4-BE49-F238E27FC236}">
                <a16:creationId xmlns:a16="http://schemas.microsoft.com/office/drawing/2014/main" id="{9168F844-77DF-43FD-B178-A9D103BB2C75}"/>
              </a:ext>
            </a:extLst>
          </p:cNvPr>
          <p:cNvGrpSpPr>
            <a:grpSpLocks/>
          </p:cNvGrpSpPr>
          <p:nvPr/>
        </p:nvGrpSpPr>
        <p:grpSpPr bwMode="auto">
          <a:xfrm>
            <a:off x="5229225" y="1477963"/>
            <a:ext cx="2935288" cy="1319212"/>
            <a:chOff x="4943475" y="1710134"/>
            <a:chExt cx="3914775" cy="1757765"/>
          </a:xfrm>
        </p:grpSpPr>
        <p:sp>
          <p:nvSpPr>
            <p:cNvPr id="43016" name="Text Box 17">
              <a:extLst>
                <a:ext uri="{FF2B5EF4-FFF2-40B4-BE49-F238E27FC236}">
                  <a16:creationId xmlns:a16="http://schemas.microsoft.com/office/drawing/2014/main" id="{64838E25-461C-4722-AB73-AAB63992437C}"/>
                </a:ext>
              </a:extLst>
            </p:cNvPr>
            <p:cNvSpPr txBox="1">
              <a:spLocks noChangeArrowheads="1"/>
            </p:cNvSpPr>
            <p:nvPr/>
          </p:nvSpPr>
          <p:spPr bwMode="auto">
            <a:xfrm>
              <a:off x="6743700" y="2881313"/>
              <a:ext cx="457200" cy="5865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400">
                  <a:solidFill>
                    <a:srgbClr val="FF0000"/>
                  </a:solidFill>
                  <a:latin typeface="Times New Roman" panose="02020603050405020304" pitchFamily="18" charset="0"/>
                </a:rPr>
                <a:t>+</a:t>
              </a:r>
            </a:p>
          </p:txBody>
        </p:sp>
        <p:sp>
          <p:nvSpPr>
            <p:cNvPr id="43017" name="Rectangle 21">
              <a:extLst>
                <a:ext uri="{FF2B5EF4-FFF2-40B4-BE49-F238E27FC236}">
                  <a16:creationId xmlns:a16="http://schemas.microsoft.com/office/drawing/2014/main" id="{C883ABC2-BEB8-40E7-9103-9FED597A0715}"/>
                </a:ext>
              </a:extLst>
            </p:cNvPr>
            <p:cNvSpPr>
              <a:spLocks noChangeArrowheads="1"/>
            </p:cNvSpPr>
            <p:nvPr/>
          </p:nvSpPr>
          <p:spPr bwMode="auto">
            <a:xfrm>
              <a:off x="7607301" y="2745185"/>
              <a:ext cx="1250949" cy="5865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400" i="1">
                  <a:solidFill>
                    <a:srgbClr val="FF0000"/>
                  </a:solidFill>
                  <a:latin typeface="Times New Roman" panose="02020603050405020304" pitchFamily="18" charset="0"/>
                </a:rPr>
                <a:t>T</a:t>
              </a:r>
              <a:r>
                <a:rPr lang="en-US" altLang="zh-CN" sz="2400">
                  <a:latin typeface="Times New Roman" panose="02020603050405020304" pitchFamily="18" charset="0"/>
                  <a:ea typeface="楷体_GB2312" pitchFamily="49" charset="-122"/>
                  <a:cs typeface="Times New Roman" panose="02020603050405020304" pitchFamily="18" charset="0"/>
                </a:rPr>
                <a:t>.</a:t>
              </a:r>
              <a:r>
                <a:rPr kumimoji="1" lang="en-US" altLang="zh-CN" sz="2400" i="1">
                  <a:latin typeface="Times New Roman" panose="02020603050405020304" pitchFamily="18" charset="0"/>
                  <a:sym typeface="Symbol" panose="05050102010706020507" pitchFamily="18" charset="2"/>
                </a:rPr>
                <a:t>val</a:t>
              </a:r>
              <a:endParaRPr kumimoji="1" lang="en-US" altLang="zh-CN" sz="2400">
                <a:latin typeface="Times New Roman" panose="02020603050405020304" pitchFamily="18" charset="0"/>
              </a:endParaRPr>
            </a:p>
          </p:txBody>
        </p:sp>
        <p:sp>
          <p:nvSpPr>
            <p:cNvPr id="43018" name="Rectangle 23">
              <a:extLst>
                <a:ext uri="{FF2B5EF4-FFF2-40B4-BE49-F238E27FC236}">
                  <a16:creationId xmlns:a16="http://schemas.microsoft.com/office/drawing/2014/main" id="{10FFD98A-76A3-4438-92FB-BA650D4CA54A}"/>
                </a:ext>
              </a:extLst>
            </p:cNvPr>
            <p:cNvSpPr>
              <a:spLocks noChangeArrowheads="1"/>
            </p:cNvSpPr>
            <p:nvPr/>
          </p:nvSpPr>
          <p:spPr bwMode="auto">
            <a:xfrm>
              <a:off x="6240463" y="1710134"/>
              <a:ext cx="1346200" cy="58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400" i="1" dirty="0" err="1">
                  <a:solidFill>
                    <a:srgbClr val="FF0000"/>
                  </a:solidFill>
                  <a:latin typeface="Times New Roman" panose="02020603050405020304" pitchFamily="18" charset="0"/>
                </a:rPr>
                <a:t>E</a:t>
              </a:r>
              <a:r>
                <a:rPr lang="en-US" altLang="zh-CN" sz="2400" dirty="0" err="1">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err="1">
                  <a:latin typeface="Times New Roman" panose="02020603050405020304" pitchFamily="18" charset="0"/>
                  <a:sym typeface="Symbol" panose="05050102010706020507" pitchFamily="18" charset="2"/>
                </a:rPr>
                <a:t>val</a:t>
              </a:r>
              <a:endParaRPr kumimoji="1" lang="en-US" altLang="zh-CN" sz="2400" dirty="0">
                <a:latin typeface="Times New Roman" panose="02020603050405020304" pitchFamily="18" charset="0"/>
              </a:endParaRPr>
            </a:p>
          </p:txBody>
        </p:sp>
        <p:sp>
          <p:nvSpPr>
            <p:cNvPr id="43019" name="Line 24">
              <a:extLst>
                <a:ext uri="{FF2B5EF4-FFF2-40B4-BE49-F238E27FC236}">
                  <a16:creationId xmlns:a16="http://schemas.microsoft.com/office/drawing/2014/main" id="{4EB1A56D-0BDC-4A48-A21F-801E91291F37}"/>
                </a:ext>
              </a:extLst>
            </p:cNvPr>
            <p:cNvSpPr>
              <a:spLocks noChangeShapeType="1"/>
            </p:cNvSpPr>
            <p:nvPr/>
          </p:nvSpPr>
          <p:spPr bwMode="auto">
            <a:xfrm flipH="1">
              <a:off x="5723469" y="2376488"/>
              <a:ext cx="1150938" cy="439737"/>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3020" name="Line 25">
              <a:extLst>
                <a:ext uri="{FF2B5EF4-FFF2-40B4-BE49-F238E27FC236}">
                  <a16:creationId xmlns:a16="http://schemas.microsoft.com/office/drawing/2014/main" id="{62CEF093-051E-4E4B-BDBF-7DAF081037FD}"/>
                </a:ext>
              </a:extLst>
            </p:cNvPr>
            <p:cNvSpPr>
              <a:spLocks noChangeShapeType="1"/>
            </p:cNvSpPr>
            <p:nvPr/>
          </p:nvSpPr>
          <p:spPr bwMode="auto">
            <a:xfrm>
              <a:off x="6888163" y="2376488"/>
              <a:ext cx="0" cy="4572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43021" name="Line 26">
              <a:extLst>
                <a:ext uri="{FF2B5EF4-FFF2-40B4-BE49-F238E27FC236}">
                  <a16:creationId xmlns:a16="http://schemas.microsoft.com/office/drawing/2014/main" id="{5CA071B1-9A98-422B-B1B2-6A3C2FA30B2F}"/>
                </a:ext>
              </a:extLst>
            </p:cNvPr>
            <p:cNvSpPr>
              <a:spLocks noChangeShapeType="1"/>
            </p:cNvSpPr>
            <p:nvPr/>
          </p:nvSpPr>
          <p:spPr bwMode="auto">
            <a:xfrm>
              <a:off x="6888163" y="2376488"/>
              <a:ext cx="1316037" cy="3778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3022" name="Rectangle 16">
              <a:extLst>
                <a:ext uri="{FF2B5EF4-FFF2-40B4-BE49-F238E27FC236}">
                  <a16:creationId xmlns:a16="http://schemas.microsoft.com/office/drawing/2014/main" id="{E02C3E9E-3201-4032-8602-66F7B89382C0}"/>
                </a:ext>
              </a:extLst>
            </p:cNvPr>
            <p:cNvSpPr>
              <a:spLocks noChangeArrowheads="1"/>
            </p:cNvSpPr>
            <p:nvPr/>
          </p:nvSpPr>
          <p:spPr bwMode="auto">
            <a:xfrm>
              <a:off x="4943475" y="2791222"/>
              <a:ext cx="1417637" cy="5865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400" i="1" dirty="0">
                  <a:solidFill>
                    <a:srgbClr val="FF0000"/>
                  </a:solidFill>
                  <a:latin typeface="Times New Roman" panose="02020603050405020304" pitchFamily="18" charset="0"/>
                </a:rPr>
                <a:t>E</a:t>
              </a:r>
              <a:r>
                <a:rPr kumimoji="1" lang="en-US" altLang="zh-CN" sz="2400" i="1" baseline="-25000" dirty="0">
                  <a:solidFill>
                    <a:srgbClr val="FF0000"/>
                  </a:solidFill>
                  <a:latin typeface="Times New Roman" panose="02020603050405020304" pitchFamily="18" charset="0"/>
                </a:rPr>
                <a:t>1</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a:latin typeface="Times New Roman" panose="02020603050405020304" pitchFamily="18" charset="0"/>
                  <a:sym typeface="Symbol" panose="05050102010706020507" pitchFamily="18" charset="2"/>
                </a:rPr>
                <a:t>val</a:t>
              </a:r>
              <a:endParaRPr kumimoji="1" lang="en-US" altLang="zh-CN" sz="2400" dirty="0">
                <a:latin typeface="Times New Roman" panose="02020603050405020304" pitchFamily="18" charset="0"/>
              </a:endParaRPr>
            </a:p>
          </p:txBody>
        </p:sp>
      </p:grpSp>
      <p:sp>
        <p:nvSpPr>
          <p:cNvPr id="14" name="矩形 13">
            <a:extLst>
              <a:ext uri="{FF2B5EF4-FFF2-40B4-BE49-F238E27FC236}">
                <a16:creationId xmlns:a16="http://schemas.microsoft.com/office/drawing/2014/main" id="{F1C692AB-480E-4AC2-B2FC-D4AA0F1BA3CA}"/>
              </a:ext>
            </a:extLst>
          </p:cNvPr>
          <p:cNvSpPr>
            <a:spLocks noChangeArrowheads="1"/>
          </p:cNvSpPr>
          <p:nvPr/>
        </p:nvSpPr>
        <p:spPr bwMode="auto">
          <a:xfrm>
            <a:off x="909885" y="1905000"/>
            <a:ext cx="4094163" cy="760413"/>
          </a:xfrm>
          <a:prstGeom prst="rect">
            <a:avLst/>
          </a:prstGeom>
          <a:solidFill>
            <a:schemeClr val="accent2">
              <a:lumMod val="40000"/>
              <a:lumOff val="60000"/>
            </a:schemeClr>
          </a:solidFill>
          <a:ln>
            <a:solidFill>
              <a:schemeClr val="tx1"/>
            </a:solidFill>
          </a:ln>
        </p:spPr>
        <p:txBody>
          <a:bodyPr lIns="68570" tIns="34284" rIns="68570" bIns="34284">
            <a:spAutoFit/>
          </a:bodyPr>
          <a:lstStyle>
            <a:lvl1pPr>
              <a:defRPr b="1">
                <a:solidFill>
                  <a:schemeClr val="tx1"/>
                </a:solidFill>
                <a:latin typeface="Tahoma" panose="020B0604030504040204" pitchFamily="34" charset="0"/>
                <a:ea typeface="SimSun" panose="02010600030101010101" pitchFamily="2" charset="-122"/>
              </a:defRPr>
            </a:lvl1pPr>
            <a:lvl2pPr marL="742950" indent="-285750">
              <a:defRPr b="1">
                <a:solidFill>
                  <a:schemeClr val="tx1"/>
                </a:solidFill>
                <a:latin typeface="Tahoma" panose="020B0604030504040204" pitchFamily="34" charset="0"/>
                <a:ea typeface="SimSun" panose="02010600030101010101" pitchFamily="2" charset="-122"/>
              </a:defRPr>
            </a:lvl2pPr>
            <a:lvl3pPr marL="1143000" indent="-228600">
              <a:defRPr b="1">
                <a:solidFill>
                  <a:schemeClr val="tx1"/>
                </a:solidFill>
                <a:latin typeface="Tahoma" panose="020B0604030504040204" pitchFamily="34" charset="0"/>
                <a:ea typeface="SimSun" panose="02010600030101010101" pitchFamily="2" charset="-122"/>
              </a:defRPr>
            </a:lvl3pPr>
            <a:lvl4pPr marL="1600200" indent="-228600">
              <a:defRPr b="1">
                <a:solidFill>
                  <a:schemeClr val="tx1"/>
                </a:solidFill>
                <a:latin typeface="Tahoma" panose="020B0604030504040204" pitchFamily="34" charset="0"/>
                <a:ea typeface="SimSun" panose="02010600030101010101" pitchFamily="2" charset="-122"/>
              </a:defRPr>
            </a:lvl4pPr>
            <a:lvl5pPr marL="2057400" indent="-228600">
              <a:defRPr b="1">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9pPr>
          </a:lstStyle>
          <a:p>
            <a:pPr eaLnBrk="1" hangingPunct="1">
              <a:spcBef>
                <a:spcPct val="20000"/>
              </a:spcBef>
              <a:buClr>
                <a:srgbClr val="31B6FD"/>
              </a:buClr>
              <a:buSzPct val="100000"/>
              <a:defRPr/>
            </a:pPr>
            <a:r>
              <a:rPr kumimoji="1" lang="zh-CN" altLang="en-US" sz="2000" b="0"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   </a:t>
            </a:r>
            <a:r>
              <a:rPr kumimoji="1" lang="zh-CN" altLang="en-US" sz="2000"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产生式                  语义规则</a:t>
            </a:r>
            <a:endParaRPr kumimoji="1" lang="en-US" altLang="zh-CN" sz="2000" dirty="0">
              <a:solidFill>
                <a:srgbClr val="000000"/>
              </a:solidFill>
              <a:latin typeface="Times New Roman" panose="02020603050405020304" pitchFamily="18" charset="0"/>
              <a:ea typeface="华文楷体" panose="02010600040101010101" pitchFamily="2" charset="-122"/>
              <a:sym typeface="Symbol" panose="05050102010706020507" pitchFamily="18" charset="2"/>
            </a:endParaRPr>
          </a:p>
          <a:p>
            <a:pPr eaLnBrk="1" hangingPunct="1">
              <a:spcBef>
                <a:spcPts val="600"/>
              </a:spcBef>
              <a:spcAft>
                <a:spcPts val="1200"/>
              </a:spcAft>
              <a:buClr>
                <a:srgbClr val="31B6FD"/>
              </a:buClr>
              <a:buSzPct val="100000"/>
              <a:defRPr/>
            </a:pPr>
            <a:r>
              <a:rPr kumimoji="1" lang="en-US" altLang="zh-CN" sz="2000" i="1" dirty="0">
                <a:solidFill>
                  <a:srgbClr val="FF0000"/>
                </a:solidFill>
                <a:latin typeface="Times New Roman" panose="02020603050405020304" pitchFamily="18" charset="0"/>
                <a:ea typeface="华文楷体" panose="02010600040101010101" pitchFamily="2" charset="-122"/>
                <a:sym typeface="Symbol" panose="05050102010706020507" pitchFamily="18" charset="2"/>
              </a:rPr>
              <a:t>E</a:t>
            </a:r>
            <a:r>
              <a:rPr kumimoji="1" lang="en-US" altLang="zh-CN" sz="2000" dirty="0">
                <a:solidFill>
                  <a:srgbClr val="FF0000"/>
                </a:solidFill>
                <a:latin typeface="Times New Roman" panose="02020603050405020304" pitchFamily="18" charset="0"/>
                <a:ea typeface="华文楷体" panose="02010600040101010101" pitchFamily="2" charset="-122"/>
                <a:sym typeface="Symbol" panose="05050102010706020507" pitchFamily="18" charset="2"/>
              </a:rPr>
              <a:t> </a:t>
            </a:r>
            <a:r>
              <a:rPr kumimoji="1" lang="en-US" altLang="zh-CN" sz="2000"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E</a:t>
            </a:r>
            <a:r>
              <a:rPr kumimoji="1" lang="en-US" altLang="zh-CN" sz="2000" i="1" baseline="-25000"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1 </a:t>
            </a:r>
            <a:r>
              <a:rPr kumimoji="1" lang="en-US" altLang="zh-CN" sz="2000"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T       </a:t>
            </a:r>
            <a:r>
              <a:rPr kumimoji="1" lang="en-US" altLang="zh-CN" sz="2000" i="1" dirty="0">
                <a:solidFill>
                  <a:srgbClr val="FF0000"/>
                </a:solidFill>
                <a:latin typeface="Times New Roman" panose="02020603050405020304" pitchFamily="18" charset="0"/>
                <a:ea typeface="华文楷体" panose="02010600040101010101" pitchFamily="2" charset="-122"/>
                <a:sym typeface="Symbol" panose="05050102010706020507" pitchFamily="18" charset="2"/>
              </a:rPr>
              <a:t>E</a:t>
            </a:r>
            <a:r>
              <a:rPr lang="en-US" altLang="zh-CN" sz="2000" dirty="0">
                <a:solidFill>
                  <a:srgbClr val="FF0000"/>
                </a:solidFill>
                <a:latin typeface="Times New Roman" pitchFamily="18" charset="0"/>
                <a:ea typeface="楷体_GB2312" pitchFamily="49" charset="-122"/>
                <a:cs typeface="Times New Roman" pitchFamily="18" charset="0"/>
              </a:rPr>
              <a:t>.</a:t>
            </a:r>
            <a:r>
              <a:rPr kumimoji="1" lang="en-US" altLang="zh-CN" sz="2000" i="1" dirty="0">
                <a:solidFill>
                  <a:srgbClr val="FF0000"/>
                </a:solidFill>
                <a:latin typeface="Times New Roman" panose="02020603050405020304" pitchFamily="18" charset="0"/>
                <a:ea typeface="华文楷体" panose="02010600040101010101" pitchFamily="2" charset="-122"/>
                <a:sym typeface="Symbol" panose="05050102010706020507" pitchFamily="18" charset="2"/>
              </a:rPr>
              <a:t>val </a:t>
            </a:r>
            <a:r>
              <a:rPr kumimoji="1" lang="en-US" altLang="zh-CN" sz="2000"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a:t>
            </a:r>
            <a:r>
              <a:rPr kumimoji="1" lang="en-US" altLang="zh-CN" sz="2000" i="1"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 E</a:t>
            </a:r>
            <a:r>
              <a:rPr kumimoji="1" lang="en-US" altLang="zh-CN" sz="2000" i="1" baseline="-25000"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1</a:t>
            </a:r>
            <a:r>
              <a:rPr lang="en-US" altLang="zh-CN" sz="2000" dirty="0">
                <a:latin typeface="Times New Roman" pitchFamily="18" charset="0"/>
                <a:ea typeface="楷体_GB2312" pitchFamily="49" charset="-122"/>
                <a:cs typeface="Times New Roman"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val </a:t>
            </a:r>
            <a:r>
              <a:rPr kumimoji="1" lang="en-US" altLang="zh-CN" sz="2000"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T</a:t>
            </a:r>
            <a:r>
              <a:rPr lang="en-US" altLang="zh-CN" sz="2000" dirty="0">
                <a:latin typeface="Times New Roman" pitchFamily="18" charset="0"/>
                <a:ea typeface="楷体_GB2312" pitchFamily="49" charset="-122"/>
                <a:cs typeface="Times New Roman"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val</a:t>
            </a:r>
          </a:p>
        </p:txBody>
      </p:sp>
      <p:sp>
        <p:nvSpPr>
          <p:cNvPr id="4" name="灯片编号占位符 3">
            <a:extLst>
              <a:ext uri="{FF2B5EF4-FFF2-40B4-BE49-F238E27FC236}">
                <a16:creationId xmlns:a16="http://schemas.microsoft.com/office/drawing/2014/main" id="{BBBA3A53-03AA-47D1-944B-BBD2595B56F2}"/>
              </a:ext>
            </a:extLst>
          </p:cNvPr>
          <p:cNvSpPr>
            <a:spLocks noGrp="1"/>
          </p:cNvSpPr>
          <p:nvPr>
            <p:ph type="sldNum" sz="quarter" idx="10"/>
          </p:nvPr>
        </p:nvSpPr>
        <p:spPr/>
        <p:txBody>
          <a:bodyPr/>
          <a:lstStyle/>
          <a:p>
            <a:pPr>
              <a:defRPr/>
            </a:pPr>
            <a:fld id="{8E104948-B687-4A74-87EB-9097C047E113}" type="slidenum">
              <a:rPr lang="zh-CN" altLang="en-US" smtClean="0"/>
              <a:pPr>
                <a:defRPr/>
              </a:pPr>
              <a:t>11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par>
                                <p:cTn id="17" presetID="53" presetClass="entr" presetSubtype="16"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47106">
                                            <p:txEl>
                                              <p:pRg st="0" end="0"/>
                                            </p:txEl>
                                          </p:spTgt>
                                        </p:tgtEl>
                                        <p:attrNameLst>
                                          <p:attrName>style.visibility</p:attrName>
                                        </p:attrNameLst>
                                      </p:cBhvr>
                                      <p:to>
                                        <p:strVal val="visible"/>
                                      </p:to>
                                    </p:set>
                                    <p:animEffect transition="in" filter="wipe(down)">
                                      <p:cBhvr>
                                        <p:cTn id="26" dur="500"/>
                                        <p:tgtEl>
                                          <p:spTgt spid="4710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47106">
                                            <p:txEl>
                                              <p:pRg st="4" end="4"/>
                                            </p:txEl>
                                          </p:spTgt>
                                        </p:tgtEl>
                                        <p:attrNameLst>
                                          <p:attrName>style.visibility</p:attrName>
                                        </p:attrNameLst>
                                      </p:cBhvr>
                                      <p:to>
                                        <p:strVal val="visible"/>
                                      </p:to>
                                    </p:set>
                                    <p:animEffect transition="in" filter="wipe(down)">
                                      <p:cBhvr>
                                        <p:cTn id="31" dur="500"/>
                                        <p:tgtEl>
                                          <p:spTgt spid="47106">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47106">
                                            <p:txEl>
                                              <p:pRg st="5" end="5"/>
                                            </p:txEl>
                                          </p:spTgt>
                                        </p:tgtEl>
                                        <p:attrNameLst>
                                          <p:attrName>style.visibility</p:attrName>
                                        </p:attrNameLst>
                                      </p:cBhvr>
                                      <p:to>
                                        <p:strVal val="visible"/>
                                      </p:to>
                                    </p:set>
                                    <p:animEffect transition="in" filter="wipe(down)">
                                      <p:cBhvr>
                                        <p:cTn id="36" dur="500"/>
                                        <p:tgtEl>
                                          <p:spTgt spid="4710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uiExpand="1" build="p"/>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 name="标题 2">
            <a:extLst>
              <a:ext uri="{FF2B5EF4-FFF2-40B4-BE49-F238E27FC236}">
                <a16:creationId xmlns:a16="http://schemas.microsoft.com/office/drawing/2014/main" id="{42EBDDEC-03D4-4D15-BA6F-CB35C11A7983}"/>
              </a:ext>
            </a:extLst>
          </p:cNvPr>
          <p:cNvSpPr txBox="1">
            <a:spLocks/>
          </p:cNvSpPr>
          <p:nvPr/>
        </p:nvSpPr>
        <p:spPr bwMode="auto">
          <a:xfrm>
            <a:off x="755650" y="268288"/>
            <a:ext cx="7931150" cy="358775"/>
          </a:xfrm>
          <a:prstGeom prst="rect">
            <a:avLst/>
          </a:prstGeom>
          <a:noFill/>
          <a:ln>
            <a:noFill/>
          </a:ln>
        </p:spPr>
        <p:txBody>
          <a:bodyPr lIns="68580" tIns="34290" rIns="68580" bIns="34290" anchor="ctr"/>
          <a:lstStyle>
            <a:lvl1pPr algn="l" rtl="0" eaLnBrk="0" fontAlgn="base" hangingPunct="0">
              <a:spcBef>
                <a:spcPct val="0"/>
              </a:spcBef>
              <a:spcAft>
                <a:spcPct val="0"/>
              </a:spcAft>
              <a:defRPr sz="4000" b="1" kern="1200" baseline="0">
                <a:solidFill>
                  <a:srgbClr val="FFFFFF"/>
                </a:solidFill>
                <a:latin typeface="Times New Roman" panose="02020603050405020304" pitchFamily="18" charset="0"/>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例</a:t>
            </a:r>
            <a:r>
              <a:rPr lang="zh-CN" altLang="en-US" sz="3000" spc="-300" dirty="0">
                <a:solidFill>
                  <a:schemeClr val="tx1"/>
                </a:solidFill>
                <a:latin typeface="微软雅黑" pitchFamily="34" charset="-122"/>
                <a:ea typeface="微软雅黑" pitchFamily="34" charset="-122"/>
                <a:cs typeface="Times New Roman" pitchFamily="18" charset="0"/>
              </a:rPr>
              <a:t>：</a:t>
            </a:r>
            <a:r>
              <a:rPr lang="zh-CN" altLang="en-US" sz="3000" spc="300" dirty="0">
                <a:solidFill>
                  <a:schemeClr val="tx1"/>
                </a:solidFill>
                <a:latin typeface="微软雅黑" pitchFamily="34" charset="-122"/>
                <a:ea typeface="微软雅黑" pitchFamily="34" charset="-122"/>
                <a:cs typeface="Times New Roman" pitchFamily="18" charset="0"/>
              </a:rPr>
              <a:t>带有综合属性</a:t>
            </a:r>
            <a:r>
              <a:rPr lang="zh-CN" altLang="en-US" sz="3000" dirty="0">
                <a:solidFill>
                  <a:schemeClr val="tx1"/>
                </a:solidFill>
                <a:latin typeface="微软雅黑" pitchFamily="34" charset="-122"/>
                <a:ea typeface="微软雅黑" pitchFamily="34" charset="-122"/>
                <a:cs typeface="Times New Roman" pitchFamily="18" charset="0"/>
              </a:rPr>
              <a:t>的</a:t>
            </a:r>
            <a:r>
              <a:rPr lang="en-US" altLang="zh-CN" sz="3000" i="1" dirty="0">
                <a:solidFill>
                  <a:schemeClr val="tx1"/>
                </a:solidFill>
                <a:ea typeface="楷体" pitchFamily="49" charset="-122"/>
                <a:cs typeface="Times New Roman" pitchFamily="18" charset="0"/>
              </a:rPr>
              <a:t>SDD </a:t>
            </a:r>
            <a:endParaRPr lang="zh-CN" altLang="en-US" sz="3000" i="1" dirty="0">
              <a:solidFill>
                <a:schemeClr val="tx1"/>
              </a:solidFill>
              <a:ea typeface="楷体" pitchFamily="49" charset="-122"/>
              <a:cs typeface="Times New Roman" pitchFamily="18" charset="0"/>
            </a:endParaRPr>
          </a:p>
        </p:txBody>
      </p:sp>
      <p:sp>
        <p:nvSpPr>
          <p:cNvPr id="57359" name="Rectangle 2">
            <a:extLst>
              <a:ext uri="{FF2B5EF4-FFF2-40B4-BE49-F238E27FC236}">
                <a16:creationId xmlns:a16="http://schemas.microsoft.com/office/drawing/2014/main" id="{B6301384-201C-471C-8499-A0089C98393E}"/>
              </a:ext>
            </a:extLst>
          </p:cNvPr>
          <p:cNvSpPr>
            <a:spLocks noChangeArrowheads="1"/>
          </p:cNvSpPr>
          <p:nvPr/>
        </p:nvSpPr>
        <p:spPr bwMode="auto">
          <a:xfrm>
            <a:off x="4948238" y="4357688"/>
            <a:ext cx="1597025" cy="379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dirty="0" err="1">
                <a:solidFill>
                  <a:srgbClr val="FF0000"/>
                </a:solidFill>
                <a:latin typeface="Times New Roman" panose="02020603050405020304" pitchFamily="18" charset="0"/>
              </a:rPr>
              <a:t>digit</a:t>
            </a:r>
            <a:r>
              <a:rPr lang="en-US" altLang="zh-CN" sz="2000" i="1" dirty="0" err="1">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latin typeface="Times New Roman" panose="02020603050405020304" pitchFamily="18" charset="0"/>
                <a:sym typeface="Symbol" panose="05050102010706020507" pitchFamily="18" charset="2"/>
              </a:rPr>
              <a:t>lexval</a:t>
            </a:r>
            <a:r>
              <a:rPr kumimoji="1" lang="en-US" altLang="zh-CN" sz="2000" dirty="0">
                <a:latin typeface="Times New Roman" panose="02020603050405020304" pitchFamily="18" charset="0"/>
                <a:sym typeface="Symbol" panose="05050102010706020507" pitchFamily="18" charset="2"/>
              </a:rPr>
              <a:t>=3</a:t>
            </a:r>
            <a:endParaRPr kumimoji="1" lang="en-US" altLang="zh-CN" sz="2000" dirty="0">
              <a:latin typeface="Times New Roman" panose="02020603050405020304" pitchFamily="18" charset="0"/>
            </a:endParaRPr>
          </a:p>
        </p:txBody>
      </p:sp>
      <p:sp>
        <p:nvSpPr>
          <p:cNvPr id="57360" name="Rectangle 3">
            <a:extLst>
              <a:ext uri="{FF2B5EF4-FFF2-40B4-BE49-F238E27FC236}">
                <a16:creationId xmlns:a16="http://schemas.microsoft.com/office/drawing/2014/main" id="{AF88D4F4-418E-4312-8C75-1FD13042ED92}"/>
              </a:ext>
            </a:extLst>
          </p:cNvPr>
          <p:cNvSpPr>
            <a:spLocks noChangeArrowheads="1"/>
          </p:cNvSpPr>
          <p:nvPr/>
        </p:nvSpPr>
        <p:spPr bwMode="auto">
          <a:xfrm>
            <a:off x="4914900" y="3643313"/>
            <a:ext cx="1025525" cy="379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FF0000"/>
                </a:solidFill>
                <a:latin typeface="Times New Roman" panose="02020603050405020304" pitchFamily="18" charset="0"/>
              </a:rPr>
              <a:t>F</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val</a:t>
            </a:r>
            <a:r>
              <a:rPr kumimoji="1" lang="en-US" altLang="zh-CN" sz="2000">
                <a:latin typeface="Times New Roman" panose="02020603050405020304" pitchFamily="18" charset="0"/>
                <a:sym typeface="Symbol" panose="05050102010706020507" pitchFamily="18" charset="2"/>
              </a:rPr>
              <a:t>=3</a:t>
            </a:r>
            <a:endParaRPr kumimoji="1" lang="en-US" altLang="zh-CN" sz="2000">
              <a:latin typeface="Times New Roman" panose="02020603050405020304" pitchFamily="18" charset="0"/>
            </a:endParaRPr>
          </a:p>
        </p:txBody>
      </p:sp>
      <p:sp>
        <p:nvSpPr>
          <p:cNvPr id="57361" name="Line 4">
            <a:extLst>
              <a:ext uri="{FF2B5EF4-FFF2-40B4-BE49-F238E27FC236}">
                <a16:creationId xmlns:a16="http://schemas.microsoft.com/office/drawing/2014/main" id="{D6AA1A01-DA0E-4CB0-92BE-F43A90F69694}"/>
              </a:ext>
            </a:extLst>
          </p:cNvPr>
          <p:cNvSpPr>
            <a:spLocks noChangeShapeType="1"/>
          </p:cNvSpPr>
          <p:nvPr/>
        </p:nvSpPr>
        <p:spPr bwMode="auto">
          <a:xfrm flipV="1">
            <a:off x="5454650" y="4103688"/>
            <a:ext cx="0" cy="28575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7362" name="Line 5">
            <a:extLst>
              <a:ext uri="{FF2B5EF4-FFF2-40B4-BE49-F238E27FC236}">
                <a16:creationId xmlns:a16="http://schemas.microsoft.com/office/drawing/2014/main" id="{93A46217-2DAE-4386-A365-2DA611C9353D}"/>
              </a:ext>
            </a:extLst>
          </p:cNvPr>
          <p:cNvSpPr>
            <a:spLocks noChangeShapeType="1"/>
          </p:cNvSpPr>
          <p:nvPr/>
        </p:nvSpPr>
        <p:spPr bwMode="auto">
          <a:xfrm flipV="1">
            <a:off x="5454650" y="3294063"/>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7363" name="Rectangle 6">
            <a:extLst>
              <a:ext uri="{FF2B5EF4-FFF2-40B4-BE49-F238E27FC236}">
                <a16:creationId xmlns:a16="http://schemas.microsoft.com/office/drawing/2014/main" id="{5A3CE91E-C90F-4BB0-8546-D116249D0E67}"/>
              </a:ext>
            </a:extLst>
          </p:cNvPr>
          <p:cNvSpPr>
            <a:spLocks noChangeArrowheads="1"/>
          </p:cNvSpPr>
          <p:nvPr/>
        </p:nvSpPr>
        <p:spPr bwMode="auto">
          <a:xfrm>
            <a:off x="4859338" y="2857500"/>
            <a:ext cx="1081087"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FF0000"/>
                </a:solidFill>
                <a:latin typeface="Times New Roman" panose="02020603050405020304" pitchFamily="18" charset="0"/>
              </a:rPr>
              <a:t>T</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val</a:t>
            </a:r>
            <a:r>
              <a:rPr kumimoji="1" lang="en-US" altLang="zh-CN" sz="2000">
                <a:latin typeface="Times New Roman" panose="02020603050405020304" pitchFamily="18" charset="0"/>
                <a:sym typeface="Symbol" panose="05050102010706020507" pitchFamily="18" charset="2"/>
              </a:rPr>
              <a:t>=3</a:t>
            </a:r>
            <a:endParaRPr kumimoji="1" lang="en-US" altLang="zh-CN" sz="2000">
              <a:latin typeface="Times New Roman" panose="02020603050405020304" pitchFamily="18" charset="0"/>
            </a:endParaRPr>
          </a:p>
        </p:txBody>
      </p:sp>
      <p:sp>
        <p:nvSpPr>
          <p:cNvPr id="57364" name="Rectangle 7">
            <a:extLst>
              <a:ext uri="{FF2B5EF4-FFF2-40B4-BE49-F238E27FC236}">
                <a16:creationId xmlns:a16="http://schemas.microsoft.com/office/drawing/2014/main" id="{F1654FE9-26C1-402A-A97C-ECC05D0E067B}"/>
              </a:ext>
            </a:extLst>
          </p:cNvPr>
          <p:cNvSpPr>
            <a:spLocks noChangeArrowheads="1"/>
          </p:cNvSpPr>
          <p:nvPr/>
        </p:nvSpPr>
        <p:spPr bwMode="auto">
          <a:xfrm>
            <a:off x="6210300" y="3643313"/>
            <a:ext cx="1597025" cy="379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solidFill>
                  <a:srgbClr val="FF0000"/>
                </a:solidFill>
                <a:latin typeface="Times New Roman" panose="02020603050405020304" pitchFamily="18" charset="0"/>
              </a:rPr>
              <a:t>digit</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lexval</a:t>
            </a:r>
            <a:r>
              <a:rPr kumimoji="1" lang="en-US" altLang="zh-CN" sz="2000">
                <a:latin typeface="Times New Roman" panose="02020603050405020304" pitchFamily="18" charset="0"/>
                <a:sym typeface="Symbol" panose="05050102010706020507" pitchFamily="18" charset="2"/>
              </a:rPr>
              <a:t>=5</a:t>
            </a:r>
            <a:endParaRPr kumimoji="1" lang="en-US" altLang="zh-CN" sz="2000">
              <a:latin typeface="Times New Roman" panose="02020603050405020304" pitchFamily="18" charset="0"/>
            </a:endParaRPr>
          </a:p>
        </p:txBody>
      </p:sp>
      <p:sp>
        <p:nvSpPr>
          <p:cNvPr id="57365" name="Line 8">
            <a:extLst>
              <a:ext uri="{FF2B5EF4-FFF2-40B4-BE49-F238E27FC236}">
                <a16:creationId xmlns:a16="http://schemas.microsoft.com/office/drawing/2014/main" id="{05B5ED88-5BBA-492F-B843-0066331B35D2}"/>
              </a:ext>
            </a:extLst>
          </p:cNvPr>
          <p:cNvSpPr>
            <a:spLocks noChangeShapeType="1"/>
          </p:cNvSpPr>
          <p:nvPr/>
        </p:nvSpPr>
        <p:spPr bwMode="auto">
          <a:xfrm flipV="1">
            <a:off x="6804025" y="3294063"/>
            <a:ext cx="0" cy="40005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7366" name="Rectangle 9">
            <a:extLst>
              <a:ext uri="{FF2B5EF4-FFF2-40B4-BE49-F238E27FC236}">
                <a16:creationId xmlns:a16="http://schemas.microsoft.com/office/drawing/2014/main" id="{5E4FF517-69E0-4627-B507-7018EE994281}"/>
              </a:ext>
            </a:extLst>
          </p:cNvPr>
          <p:cNvSpPr>
            <a:spLocks noChangeArrowheads="1"/>
          </p:cNvSpPr>
          <p:nvPr/>
        </p:nvSpPr>
        <p:spPr bwMode="auto">
          <a:xfrm>
            <a:off x="6230938" y="2857500"/>
            <a:ext cx="971550"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FF0000"/>
                </a:solidFill>
                <a:latin typeface="Times New Roman" panose="02020603050405020304" pitchFamily="18" charset="0"/>
              </a:rPr>
              <a:t>F</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val</a:t>
            </a:r>
            <a:r>
              <a:rPr kumimoji="1" lang="en-US" altLang="zh-CN" sz="2000">
                <a:latin typeface="Times New Roman" panose="02020603050405020304" pitchFamily="18" charset="0"/>
                <a:sym typeface="Symbol" panose="05050102010706020507" pitchFamily="18" charset="2"/>
              </a:rPr>
              <a:t>=5</a:t>
            </a:r>
            <a:endParaRPr kumimoji="1" lang="en-US" altLang="zh-CN" sz="2000">
              <a:latin typeface="Times New Roman" panose="02020603050405020304" pitchFamily="18" charset="0"/>
            </a:endParaRPr>
          </a:p>
        </p:txBody>
      </p:sp>
      <p:sp>
        <p:nvSpPr>
          <p:cNvPr id="57367" name="Rectangle 10">
            <a:extLst>
              <a:ext uri="{FF2B5EF4-FFF2-40B4-BE49-F238E27FC236}">
                <a16:creationId xmlns:a16="http://schemas.microsoft.com/office/drawing/2014/main" id="{017C5505-B615-4FA0-BB4A-3086F84E9C3D}"/>
              </a:ext>
            </a:extLst>
          </p:cNvPr>
          <p:cNvSpPr>
            <a:spLocks noChangeArrowheads="1"/>
          </p:cNvSpPr>
          <p:nvPr/>
        </p:nvSpPr>
        <p:spPr bwMode="auto">
          <a:xfrm>
            <a:off x="5276850" y="2000250"/>
            <a:ext cx="1657350"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FF0000"/>
                </a:solidFill>
                <a:latin typeface="Times New Roman" panose="02020603050405020304" pitchFamily="18" charset="0"/>
              </a:rPr>
              <a:t>T</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val</a:t>
            </a:r>
            <a:r>
              <a:rPr kumimoji="1" lang="en-US" altLang="zh-CN" sz="2000">
                <a:latin typeface="Times New Roman" panose="02020603050405020304" pitchFamily="18" charset="0"/>
                <a:sym typeface="Symbol" panose="05050102010706020507" pitchFamily="18" charset="2"/>
              </a:rPr>
              <a:t>=15</a:t>
            </a:r>
            <a:endParaRPr kumimoji="1" lang="en-US" altLang="zh-CN" sz="2000">
              <a:latin typeface="Times New Roman" panose="02020603050405020304" pitchFamily="18" charset="0"/>
            </a:endParaRPr>
          </a:p>
        </p:txBody>
      </p:sp>
      <p:sp>
        <p:nvSpPr>
          <p:cNvPr id="57368" name="Line 11">
            <a:extLst>
              <a:ext uri="{FF2B5EF4-FFF2-40B4-BE49-F238E27FC236}">
                <a16:creationId xmlns:a16="http://schemas.microsoft.com/office/drawing/2014/main" id="{80898BC3-05CD-4395-B076-1AB2DD986510}"/>
              </a:ext>
            </a:extLst>
          </p:cNvPr>
          <p:cNvSpPr>
            <a:spLocks noChangeShapeType="1"/>
          </p:cNvSpPr>
          <p:nvPr/>
        </p:nvSpPr>
        <p:spPr bwMode="auto">
          <a:xfrm flipH="1">
            <a:off x="5351463" y="2476500"/>
            <a:ext cx="74295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7369" name="Line 12">
            <a:extLst>
              <a:ext uri="{FF2B5EF4-FFF2-40B4-BE49-F238E27FC236}">
                <a16:creationId xmlns:a16="http://schemas.microsoft.com/office/drawing/2014/main" id="{B0A799EE-C50E-4DB6-B79F-8233AF447142}"/>
              </a:ext>
            </a:extLst>
          </p:cNvPr>
          <p:cNvSpPr>
            <a:spLocks noChangeShapeType="1"/>
          </p:cNvSpPr>
          <p:nvPr/>
        </p:nvSpPr>
        <p:spPr bwMode="auto">
          <a:xfrm>
            <a:off x="6102350" y="2482850"/>
            <a:ext cx="701675" cy="3778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7370" name="Text Box 13">
            <a:extLst>
              <a:ext uri="{FF2B5EF4-FFF2-40B4-BE49-F238E27FC236}">
                <a16:creationId xmlns:a16="http://schemas.microsoft.com/office/drawing/2014/main" id="{494959D9-74B8-44BE-B5CE-B999DDCBEB7C}"/>
              </a:ext>
            </a:extLst>
          </p:cNvPr>
          <p:cNvSpPr txBox="1">
            <a:spLocks noChangeArrowheads="1"/>
          </p:cNvSpPr>
          <p:nvPr/>
        </p:nvSpPr>
        <p:spPr bwMode="auto">
          <a:xfrm>
            <a:off x="5994400" y="2914650"/>
            <a:ext cx="269875"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2000">
                <a:solidFill>
                  <a:srgbClr val="FF0000"/>
                </a:solidFill>
                <a:latin typeface="Times New Roman" panose="02020603050405020304" pitchFamily="18" charset="0"/>
              </a:rPr>
              <a:t>*</a:t>
            </a:r>
          </a:p>
        </p:txBody>
      </p:sp>
      <p:sp>
        <p:nvSpPr>
          <p:cNvPr id="57371" name="Line 14">
            <a:extLst>
              <a:ext uri="{FF2B5EF4-FFF2-40B4-BE49-F238E27FC236}">
                <a16:creationId xmlns:a16="http://schemas.microsoft.com/office/drawing/2014/main" id="{72A4B21E-BB57-48F3-BC41-CDB24F8D3761}"/>
              </a:ext>
            </a:extLst>
          </p:cNvPr>
          <p:cNvSpPr>
            <a:spLocks noChangeShapeType="1"/>
          </p:cNvSpPr>
          <p:nvPr/>
        </p:nvSpPr>
        <p:spPr bwMode="auto">
          <a:xfrm>
            <a:off x="6102350" y="2482850"/>
            <a:ext cx="0" cy="4572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7372" name="Line 15">
            <a:extLst>
              <a:ext uri="{FF2B5EF4-FFF2-40B4-BE49-F238E27FC236}">
                <a16:creationId xmlns:a16="http://schemas.microsoft.com/office/drawing/2014/main" id="{07AFBF45-C573-4FE0-9765-9F699967687A}"/>
              </a:ext>
            </a:extLst>
          </p:cNvPr>
          <p:cNvSpPr>
            <a:spLocks noChangeShapeType="1"/>
          </p:cNvSpPr>
          <p:nvPr/>
        </p:nvSpPr>
        <p:spPr bwMode="auto">
          <a:xfrm flipV="1">
            <a:off x="6134100" y="1706563"/>
            <a:ext cx="0" cy="28575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7373" name="Text Box 17">
            <a:extLst>
              <a:ext uri="{FF2B5EF4-FFF2-40B4-BE49-F238E27FC236}">
                <a16:creationId xmlns:a16="http://schemas.microsoft.com/office/drawing/2014/main" id="{2C9BB244-91E9-4692-8A59-D9CD78344BE8}"/>
              </a:ext>
            </a:extLst>
          </p:cNvPr>
          <p:cNvSpPr txBox="1">
            <a:spLocks noChangeArrowheads="1"/>
          </p:cNvSpPr>
          <p:nvPr/>
        </p:nvSpPr>
        <p:spPr bwMode="auto">
          <a:xfrm>
            <a:off x="6911975" y="1285875"/>
            <a:ext cx="342900"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000">
                <a:solidFill>
                  <a:srgbClr val="FF0000"/>
                </a:solidFill>
                <a:latin typeface="Times New Roman" panose="02020603050405020304" pitchFamily="18" charset="0"/>
              </a:rPr>
              <a:t>+</a:t>
            </a:r>
          </a:p>
        </p:txBody>
      </p:sp>
      <p:sp>
        <p:nvSpPr>
          <p:cNvPr id="57374" name="Rectangle 18">
            <a:extLst>
              <a:ext uri="{FF2B5EF4-FFF2-40B4-BE49-F238E27FC236}">
                <a16:creationId xmlns:a16="http://schemas.microsoft.com/office/drawing/2014/main" id="{64C9717E-6DD1-4DBD-95EE-F1DD6E531DDE}"/>
              </a:ext>
            </a:extLst>
          </p:cNvPr>
          <p:cNvSpPr>
            <a:spLocks noChangeArrowheads="1"/>
          </p:cNvSpPr>
          <p:nvPr/>
        </p:nvSpPr>
        <p:spPr bwMode="auto">
          <a:xfrm>
            <a:off x="7183438" y="2857500"/>
            <a:ext cx="1619250"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solidFill>
                  <a:srgbClr val="FF0000"/>
                </a:solidFill>
                <a:latin typeface="Times New Roman" panose="02020603050405020304" pitchFamily="18" charset="0"/>
              </a:rPr>
              <a:t>digit</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lexval</a:t>
            </a:r>
            <a:r>
              <a:rPr kumimoji="1" lang="en-US" altLang="zh-CN" sz="2000">
                <a:latin typeface="Times New Roman" panose="02020603050405020304" pitchFamily="18" charset="0"/>
                <a:sym typeface="Symbol" panose="05050102010706020507" pitchFamily="18" charset="2"/>
              </a:rPr>
              <a:t>=4</a:t>
            </a:r>
            <a:endParaRPr kumimoji="1" lang="en-US" altLang="zh-CN" sz="2000">
              <a:latin typeface="Times New Roman" panose="02020603050405020304" pitchFamily="18" charset="0"/>
            </a:endParaRPr>
          </a:p>
        </p:txBody>
      </p:sp>
      <p:sp>
        <p:nvSpPr>
          <p:cNvPr id="57375" name="Line 19">
            <a:extLst>
              <a:ext uri="{FF2B5EF4-FFF2-40B4-BE49-F238E27FC236}">
                <a16:creationId xmlns:a16="http://schemas.microsoft.com/office/drawing/2014/main" id="{B9BCEDEB-E364-4DAC-82C9-BEAF127CF0AF}"/>
              </a:ext>
            </a:extLst>
          </p:cNvPr>
          <p:cNvSpPr>
            <a:spLocks noChangeShapeType="1"/>
          </p:cNvSpPr>
          <p:nvPr/>
        </p:nvSpPr>
        <p:spPr bwMode="auto">
          <a:xfrm flipV="1">
            <a:off x="7991475" y="2482850"/>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7376" name="Rectangle 20">
            <a:extLst>
              <a:ext uri="{FF2B5EF4-FFF2-40B4-BE49-F238E27FC236}">
                <a16:creationId xmlns:a16="http://schemas.microsoft.com/office/drawing/2014/main" id="{C6AA9F72-4078-427E-97C0-1EAADFF4B556}"/>
              </a:ext>
            </a:extLst>
          </p:cNvPr>
          <p:cNvSpPr>
            <a:spLocks noChangeArrowheads="1"/>
          </p:cNvSpPr>
          <p:nvPr/>
        </p:nvSpPr>
        <p:spPr bwMode="auto">
          <a:xfrm>
            <a:off x="7445375" y="2000250"/>
            <a:ext cx="1171575"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FF0000"/>
                </a:solidFill>
                <a:latin typeface="Times New Roman" panose="02020603050405020304" pitchFamily="18" charset="0"/>
              </a:rPr>
              <a:t>F</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val</a:t>
            </a:r>
            <a:r>
              <a:rPr kumimoji="1" lang="en-US" altLang="zh-CN" sz="2000">
                <a:latin typeface="Times New Roman" panose="02020603050405020304" pitchFamily="18" charset="0"/>
                <a:sym typeface="Symbol" panose="05050102010706020507" pitchFamily="18" charset="2"/>
              </a:rPr>
              <a:t>=4</a:t>
            </a:r>
            <a:endParaRPr kumimoji="1" lang="en-US" altLang="zh-CN" sz="2000">
              <a:latin typeface="Times New Roman" panose="02020603050405020304" pitchFamily="18" charset="0"/>
            </a:endParaRPr>
          </a:p>
        </p:txBody>
      </p:sp>
      <p:sp>
        <p:nvSpPr>
          <p:cNvPr id="57377" name="Rectangle 21">
            <a:extLst>
              <a:ext uri="{FF2B5EF4-FFF2-40B4-BE49-F238E27FC236}">
                <a16:creationId xmlns:a16="http://schemas.microsoft.com/office/drawing/2014/main" id="{43E38FA0-E270-470A-BDDC-3B02CE08318B}"/>
              </a:ext>
            </a:extLst>
          </p:cNvPr>
          <p:cNvSpPr>
            <a:spLocks noChangeArrowheads="1"/>
          </p:cNvSpPr>
          <p:nvPr/>
        </p:nvSpPr>
        <p:spPr bwMode="auto">
          <a:xfrm>
            <a:off x="7559675" y="1285875"/>
            <a:ext cx="938213"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FF0000"/>
                </a:solidFill>
                <a:latin typeface="Times New Roman" panose="02020603050405020304" pitchFamily="18" charset="0"/>
              </a:rPr>
              <a:t>T</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val</a:t>
            </a:r>
            <a:r>
              <a:rPr kumimoji="1" lang="en-US" altLang="zh-CN" sz="2000">
                <a:latin typeface="Times New Roman" panose="02020603050405020304" pitchFamily="18" charset="0"/>
                <a:sym typeface="Symbol" panose="05050102010706020507" pitchFamily="18" charset="2"/>
              </a:rPr>
              <a:t>=4</a:t>
            </a:r>
            <a:endParaRPr kumimoji="1" lang="en-US" altLang="zh-CN" sz="2000">
              <a:latin typeface="Times New Roman" panose="02020603050405020304" pitchFamily="18" charset="0"/>
            </a:endParaRPr>
          </a:p>
        </p:txBody>
      </p:sp>
      <p:sp>
        <p:nvSpPr>
          <p:cNvPr id="57378" name="Line 22">
            <a:extLst>
              <a:ext uri="{FF2B5EF4-FFF2-40B4-BE49-F238E27FC236}">
                <a16:creationId xmlns:a16="http://schemas.microsoft.com/office/drawing/2014/main" id="{D4292250-9AFF-4443-AB7F-468BB7B967A3}"/>
              </a:ext>
            </a:extLst>
          </p:cNvPr>
          <p:cNvSpPr>
            <a:spLocks noChangeShapeType="1"/>
          </p:cNvSpPr>
          <p:nvPr/>
        </p:nvSpPr>
        <p:spPr bwMode="auto">
          <a:xfrm flipV="1">
            <a:off x="7991475" y="1619250"/>
            <a:ext cx="0" cy="40005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7379" name="Rectangle 23">
            <a:extLst>
              <a:ext uri="{FF2B5EF4-FFF2-40B4-BE49-F238E27FC236}">
                <a16:creationId xmlns:a16="http://schemas.microsoft.com/office/drawing/2014/main" id="{C8304F11-4492-4739-9606-70F14CA53275}"/>
              </a:ext>
            </a:extLst>
          </p:cNvPr>
          <p:cNvSpPr>
            <a:spLocks noChangeArrowheads="1"/>
          </p:cNvSpPr>
          <p:nvPr/>
        </p:nvSpPr>
        <p:spPr bwMode="auto">
          <a:xfrm>
            <a:off x="6445250" y="539750"/>
            <a:ext cx="1339850" cy="377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FF0000"/>
                </a:solidFill>
                <a:latin typeface="Times New Roman" panose="02020603050405020304" pitchFamily="18" charset="0"/>
              </a:rPr>
              <a:t>E</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val</a:t>
            </a:r>
            <a:r>
              <a:rPr kumimoji="1" lang="en-US" altLang="zh-CN" sz="2000">
                <a:latin typeface="Times New Roman" panose="02020603050405020304" pitchFamily="18" charset="0"/>
                <a:sym typeface="Symbol" panose="05050102010706020507" pitchFamily="18" charset="2"/>
              </a:rPr>
              <a:t>=19</a:t>
            </a:r>
            <a:endParaRPr kumimoji="1" lang="en-US" altLang="zh-CN" sz="2000">
              <a:latin typeface="Times New Roman" panose="02020603050405020304" pitchFamily="18" charset="0"/>
            </a:endParaRPr>
          </a:p>
        </p:txBody>
      </p:sp>
      <p:sp>
        <p:nvSpPr>
          <p:cNvPr id="57380" name="Line 24">
            <a:extLst>
              <a:ext uri="{FF2B5EF4-FFF2-40B4-BE49-F238E27FC236}">
                <a16:creationId xmlns:a16="http://schemas.microsoft.com/office/drawing/2014/main" id="{01230D74-755A-4D46-A5F3-2DBE58F16226}"/>
              </a:ext>
            </a:extLst>
          </p:cNvPr>
          <p:cNvSpPr>
            <a:spLocks noChangeShapeType="1"/>
          </p:cNvSpPr>
          <p:nvPr/>
        </p:nvSpPr>
        <p:spPr bwMode="auto">
          <a:xfrm flipH="1">
            <a:off x="6102350" y="969963"/>
            <a:ext cx="863600" cy="3302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7381" name="Line 25">
            <a:extLst>
              <a:ext uri="{FF2B5EF4-FFF2-40B4-BE49-F238E27FC236}">
                <a16:creationId xmlns:a16="http://schemas.microsoft.com/office/drawing/2014/main" id="{3FA76838-EFBB-4450-8C95-61F5C5440C15}"/>
              </a:ext>
            </a:extLst>
          </p:cNvPr>
          <p:cNvSpPr>
            <a:spLocks noChangeShapeType="1"/>
          </p:cNvSpPr>
          <p:nvPr/>
        </p:nvSpPr>
        <p:spPr bwMode="auto">
          <a:xfrm>
            <a:off x="7019925" y="969963"/>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7382" name="Line 26">
            <a:extLst>
              <a:ext uri="{FF2B5EF4-FFF2-40B4-BE49-F238E27FC236}">
                <a16:creationId xmlns:a16="http://schemas.microsoft.com/office/drawing/2014/main" id="{4A37BF27-01BD-45D6-9F1E-D4BCA798D69D}"/>
              </a:ext>
            </a:extLst>
          </p:cNvPr>
          <p:cNvSpPr>
            <a:spLocks noChangeShapeType="1"/>
          </p:cNvSpPr>
          <p:nvPr/>
        </p:nvSpPr>
        <p:spPr bwMode="auto">
          <a:xfrm>
            <a:off x="7019925" y="969963"/>
            <a:ext cx="987425" cy="28416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7383" name="Rectangle 27">
            <a:extLst>
              <a:ext uri="{FF2B5EF4-FFF2-40B4-BE49-F238E27FC236}">
                <a16:creationId xmlns:a16="http://schemas.microsoft.com/office/drawing/2014/main" id="{EB08ACFF-68D2-445C-8557-8231192859AE}"/>
              </a:ext>
            </a:extLst>
          </p:cNvPr>
          <p:cNvSpPr>
            <a:spLocks noChangeArrowheads="1"/>
          </p:cNvSpPr>
          <p:nvPr/>
        </p:nvSpPr>
        <p:spPr bwMode="auto">
          <a:xfrm>
            <a:off x="7016750" y="-71438"/>
            <a:ext cx="12573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FF0000"/>
                </a:solidFill>
                <a:latin typeface="Times New Roman" panose="02020603050405020304" pitchFamily="18" charset="0"/>
              </a:rPr>
              <a:t>L</a:t>
            </a:r>
            <a:endParaRPr kumimoji="1" lang="en-US" altLang="zh-CN" sz="2000">
              <a:solidFill>
                <a:srgbClr val="FF0000"/>
              </a:solidFill>
              <a:latin typeface="Times New Roman" panose="02020603050405020304" pitchFamily="18" charset="0"/>
            </a:endParaRPr>
          </a:p>
        </p:txBody>
      </p:sp>
      <p:sp>
        <p:nvSpPr>
          <p:cNvPr id="57384" name="Line 28">
            <a:extLst>
              <a:ext uri="{FF2B5EF4-FFF2-40B4-BE49-F238E27FC236}">
                <a16:creationId xmlns:a16="http://schemas.microsoft.com/office/drawing/2014/main" id="{954B7FDC-18E0-4B12-9DAD-6A97BDA4EA50}"/>
              </a:ext>
            </a:extLst>
          </p:cNvPr>
          <p:cNvSpPr>
            <a:spLocks noChangeShapeType="1"/>
          </p:cNvSpPr>
          <p:nvPr/>
        </p:nvSpPr>
        <p:spPr bwMode="auto">
          <a:xfrm flipH="1" flipV="1">
            <a:off x="7615238" y="322263"/>
            <a:ext cx="431800" cy="1619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7385" name="Text Box 29">
            <a:extLst>
              <a:ext uri="{FF2B5EF4-FFF2-40B4-BE49-F238E27FC236}">
                <a16:creationId xmlns:a16="http://schemas.microsoft.com/office/drawing/2014/main" id="{3C83A67C-768E-4DD0-BA62-6733AA0DD35A}"/>
              </a:ext>
            </a:extLst>
          </p:cNvPr>
          <p:cNvSpPr txBox="1">
            <a:spLocks noChangeArrowheads="1"/>
          </p:cNvSpPr>
          <p:nvPr/>
        </p:nvSpPr>
        <p:spPr bwMode="auto">
          <a:xfrm>
            <a:off x="8101013" y="538163"/>
            <a:ext cx="342900" cy="379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000">
                <a:solidFill>
                  <a:srgbClr val="FF0000"/>
                </a:solidFill>
                <a:latin typeface="Times New Roman" panose="02020603050405020304" pitchFamily="18" charset="0"/>
              </a:rPr>
              <a:t>n</a:t>
            </a:r>
          </a:p>
        </p:txBody>
      </p:sp>
      <p:sp>
        <p:nvSpPr>
          <p:cNvPr id="57386" name="Line 30">
            <a:extLst>
              <a:ext uri="{FF2B5EF4-FFF2-40B4-BE49-F238E27FC236}">
                <a16:creationId xmlns:a16="http://schemas.microsoft.com/office/drawing/2014/main" id="{54BC0522-42FE-4A98-BA05-5EBED04B97C6}"/>
              </a:ext>
            </a:extLst>
          </p:cNvPr>
          <p:cNvSpPr>
            <a:spLocks noChangeShapeType="1"/>
          </p:cNvSpPr>
          <p:nvPr/>
        </p:nvSpPr>
        <p:spPr bwMode="auto">
          <a:xfrm flipH="1">
            <a:off x="7291388" y="322263"/>
            <a:ext cx="323850" cy="1619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05535" name="Line 31">
            <a:extLst>
              <a:ext uri="{FF2B5EF4-FFF2-40B4-BE49-F238E27FC236}">
                <a16:creationId xmlns:a16="http://schemas.microsoft.com/office/drawing/2014/main" id="{B72A757E-FBB0-4B0A-8227-AB252CEBB68B}"/>
              </a:ext>
            </a:extLst>
          </p:cNvPr>
          <p:cNvSpPr>
            <a:spLocks noChangeShapeType="1"/>
          </p:cNvSpPr>
          <p:nvPr/>
        </p:nvSpPr>
        <p:spPr bwMode="auto">
          <a:xfrm flipV="1">
            <a:off x="5626100" y="4103688"/>
            <a:ext cx="0" cy="285750"/>
          </a:xfrm>
          <a:prstGeom prst="line">
            <a:avLst/>
          </a:prstGeom>
          <a:noFill/>
          <a:ln w="38100">
            <a:solidFill>
              <a:schemeClr val="tx2">
                <a:lumMod val="60000"/>
                <a:lumOff val="40000"/>
              </a:schemeClr>
            </a:solidFill>
            <a:prstDash val="dash"/>
            <a:round/>
            <a:headEnd/>
            <a:tailEnd type="stealth" w="lg" len="lg"/>
          </a:ln>
        </p:spPr>
        <p:txBody>
          <a:bodyPr wrap="none" lIns="67500" tIns="35100" rIns="67500" bIns="35100" anchor="ctr">
            <a:spAutoFit/>
          </a:bodyPr>
          <a:lstStyle/>
          <a:p>
            <a:pPr>
              <a:defRPr/>
            </a:pPr>
            <a:endParaRPr lang="zh-CN" altLang="en-US"/>
          </a:p>
        </p:txBody>
      </p:sp>
      <p:sp>
        <p:nvSpPr>
          <p:cNvPr id="405536" name="Line 32">
            <a:extLst>
              <a:ext uri="{FF2B5EF4-FFF2-40B4-BE49-F238E27FC236}">
                <a16:creationId xmlns:a16="http://schemas.microsoft.com/office/drawing/2014/main" id="{33B2D9D6-D5BC-4D90-90B6-052894776DA0}"/>
              </a:ext>
            </a:extLst>
          </p:cNvPr>
          <p:cNvSpPr>
            <a:spLocks noChangeShapeType="1"/>
          </p:cNvSpPr>
          <p:nvPr/>
        </p:nvSpPr>
        <p:spPr bwMode="auto">
          <a:xfrm flipV="1">
            <a:off x="5626100" y="3294063"/>
            <a:ext cx="0" cy="342900"/>
          </a:xfrm>
          <a:prstGeom prst="line">
            <a:avLst/>
          </a:prstGeom>
          <a:noFill/>
          <a:ln w="38100">
            <a:solidFill>
              <a:schemeClr val="tx2">
                <a:lumMod val="60000"/>
                <a:lumOff val="40000"/>
              </a:schemeClr>
            </a:solidFill>
            <a:prstDash val="dash"/>
            <a:round/>
            <a:headEnd/>
            <a:tailEnd type="stealth" w="lg" len="lg"/>
          </a:ln>
        </p:spPr>
        <p:txBody>
          <a:bodyPr wrap="none" lIns="67500" tIns="35100" rIns="67500" bIns="35100" anchor="ctr">
            <a:spAutoFit/>
          </a:bodyPr>
          <a:lstStyle/>
          <a:p>
            <a:pPr>
              <a:defRPr/>
            </a:pPr>
            <a:endParaRPr lang="zh-CN" altLang="en-US"/>
          </a:p>
        </p:txBody>
      </p:sp>
      <p:sp>
        <p:nvSpPr>
          <p:cNvPr id="405537" name="Line 33">
            <a:extLst>
              <a:ext uri="{FF2B5EF4-FFF2-40B4-BE49-F238E27FC236}">
                <a16:creationId xmlns:a16="http://schemas.microsoft.com/office/drawing/2014/main" id="{59B305B5-AE43-4C85-BE00-0C9194843AFD}"/>
              </a:ext>
            </a:extLst>
          </p:cNvPr>
          <p:cNvSpPr>
            <a:spLocks noChangeShapeType="1"/>
          </p:cNvSpPr>
          <p:nvPr/>
        </p:nvSpPr>
        <p:spPr bwMode="auto">
          <a:xfrm flipV="1">
            <a:off x="6910388" y="3294063"/>
            <a:ext cx="0" cy="342900"/>
          </a:xfrm>
          <a:prstGeom prst="line">
            <a:avLst/>
          </a:prstGeom>
          <a:noFill/>
          <a:ln w="38100">
            <a:solidFill>
              <a:schemeClr val="tx2">
                <a:lumMod val="60000"/>
                <a:lumOff val="40000"/>
              </a:schemeClr>
            </a:solidFill>
            <a:prstDash val="dash"/>
            <a:round/>
            <a:headEnd/>
            <a:tailEnd type="stealth" w="lg" len="lg"/>
          </a:ln>
        </p:spPr>
        <p:txBody>
          <a:bodyPr wrap="none" lIns="67500" tIns="35100" rIns="67500" bIns="35100" anchor="ctr">
            <a:spAutoFit/>
          </a:bodyPr>
          <a:lstStyle/>
          <a:p>
            <a:pPr>
              <a:defRPr/>
            </a:pPr>
            <a:endParaRPr lang="zh-CN" altLang="en-US"/>
          </a:p>
        </p:txBody>
      </p:sp>
      <p:sp>
        <p:nvSpPr>
          <p:cNvPr id="405538" name="Line 34">
            <a:extLst>
              <a:ext uri="{FF2B5EF4-FFF2-40B4-BE49-F238E27FC236}">
                <a16:creationId xmlns:a16="http://schemas.microsoft.com/office/drawing/2014/main" id="{52F9FC63-ABD5-479E-B641-7679C52E119B}"/>
              </a:ext>
            </a:extLst>
          </p:cNvPr>
          <p:cNvSpPr>
            <a:spLocks noChangeShapeType="1"/>
          </p:cNvSpPr>
          <p:nvPr/>
        </p:nvSpPr>
        <p:spPr bwMode="auto">
          <a:xfrm flipV="1">
            <a:off x="5230813" y="2493963"/>
            <a:ext cx="628650" cy="363537"/>
          </a:xfrm>
          <a:prstGeom prst="line">
            <a:avLst/>
          </a:prstGeom>
          <a:noFill/>
          <a:ln w="38100">
            <a:solidFill>
              <a:schemeClr val="tx2">
                <a:lumMod val="60000"/>
                <a:lumOff val="40000"/>
              </a:schemeClr>
            </a:solidFill>
            <a:prstDash val="dash"/>
            <a:round/>
            <a:headEnd/>
            <a:tailEnd type="stealth" w="lg" len="lg"/>
          </a:ln>
        </p:spPr>
        <p:txBody>
          <a:bodyPr wrap="none" lIns="67500" tIns="35100" rIns="67500" bIns="35100" anchor="ctr">
            <a:spAutoFit/>
          </a:bodyPr>
          <a:lstStyle/>
          <a:p>
            <a:pPr>
              <a:defRPr/>
            </a:pPr>
            <a:endParaRPr lang="zh-CN" altLang="en-US"/>
          </a:p>
        </p:txBody>
      </p:sp>
      <p:sp>
        <p:nvSpPr>
          <p:cNvPr id="405539" name="Line 35">
            <a:extLst>
              <a:ext uri="{FF2B5EF4-FFF2-40B4-BE49-F238E27FC236}">
                <a16:creationId xmlns:a16="http://schemas.microsoft.com/office/drawing/2014/main" id="{4104A69B-6651-4BB8-AAC3-FE2F9408A1AA}"/>
              </a:ext>
            </a:extLst>
          </p:cNvPr>
          <p:cNvSpPr>
            <a:spLocks noChangeShapeType="1"/>
          </p:cNvSpPr>
          <p:nvPr/>
        </p:nvSpPr>
        <p:spPr bwMode="auto">
          <a:xfrm flipH="1" flipV="1">
            <a:off x="6264275" y="2482850"/>
            <a:ext cx="593725" cy="325438"/>
          </a:xfrm>
          <a:prstGeom prst="line">
            <a:avLst/>
          </a:prstGeom>
          <a:noFill/>
          <a:ln w="38100">
            <a:solidFill>
              <a:schemeClr val="tx2">
                <a:lumMod val="60000"/>
                <a:lumOff val="40000"/>
              </a:schemeClr>
            </a:solidFill>
            <a:prstDash val="dash"/>
            <a:round/>
            <a:headEnd/>
            <a:tailEnd type="stealth" w="lg" len="lg"/>
          </a:ln>
        </p:spPr>
        <p:txBody>
          <a:bodyPr lIns="67500" tIns="35100" rIns="67500" bIns="35100" anchor="ctr">
            <a:spAutoFit/>
          </a:bodyPr>
          <a:lstStyle/>
          <a:p>
            <a:pPr>
              <a:defRPr/>
            </a:pPr>
            <a:endParaRPr lang="zh-CN" altLang="en-US"/>
          </a:p>
        </p:txBody>
      </p:sp>
      <p:sp>
        <p:nvSpPr>
          <p:cNvPr id="405540" name="Line 36">
            <a:extLst>
              <a:ext uri="{FF2B5EF4-FFF2-40B4-BE49-F238E27FC236}">
                <a16:creationId xmlns:a16="http://schemas.microsoft.com/office/drawing/2014/main" id="{C20DFE0B-E594-47D7-B547-BC9309360584}"/>
              </a:ext>
            </a:extLst>
          </p:cNvPr>
          <p:cNvSpPr>
            <a:spLocks noChangeShapeType="1"/>
          </p:cNvSpPr>
          <p:nvPr/>
        </p:nvSpPr>
        <p:spPr bwMode="auto">
          <a:xfrm flipV="1">
            <a:off x="6246813" y="1706563"/>
            <a:ext cx="0" cy="285750"/>
          </a:xfrm>
          <a:prstGeom prst="line">
            <a:avLst/>
          </a:prstGeom>
          <a:noFill/>
          <a:ln w="38100">
            <a:solidFill>
              <a:schemeClr val="tx2">
                <a:lumMod val="60000"/>
                <a:lumOff val="40000"/>
              </a:schemeClr>
            </a:solidFill>
            <a:prstDash val="dash"/>
            <a:round/>
            <a:headEnd/>
            <a:tailEnd type="stealth" w="lg" len="lg"/>
          </a:ln>
        </p:spPr>
        <p:txBody>
          <a:bodyPr wrap="none" lIns="67500" tIns="35100" rIns="67500" bIns="35100" anchor="ctr">
            <a:spAutoFit/>
          </a:bodyPr>
          <a:lstStyle/>
          <a:p>
            <a:pPr>
              <a:defRPr/>
            </a:pPr>
            <a:endParaRPr lang="zh-CN" altLang="en-US"/>
          </a:p>
        </p:txBody>
      </p:sp>
      <p:sp>
        <p:nvSpPr>
          <p:cNvPr id="405541" name="Line 37">
            <a:extLst>
              <a:ext uri="{FF2B5EF4-FFF2-40B4-BE49-F238E27FC236}">
                <a16:creationId xmlns:a16="http://schemas.microsoft.com/office/drawing/2014/main" id="{ED9BC30F-BE4A-4B8B-AE02-F0C6018C854E}"/>
              </a:ext>
            </a:extLst>
          </p:cNvPr>
          <p:cNvSpPr>
            <a:spLocks noChangeShapeType="1"/>
          </p:cNvSpPr>
          <p:nvPr/>
        </p:nvSpPr>
        <p:spPr bwMode="auto">
          <a:xfrm flipV="1">
            <a:off x="8101013" y="2536825"/>
            <a:ext cx="0" cy="285750"/>
          </a:xfrm>
          <a:prstGeom prst="line">
            <a:avLst/>
          </a:prstGeom>
          <a:noFill/>
          <a:ln w="38100">
            <a:solidFill>
              <a:schemeClr val="tx2">
                <a:lumMod val="60000"/>
                <a:lumOff val="40000"/>
              </a:schemeClr>
            </a:solidFill>
            <a:prstDash val="dash"/>
            <a:round/>
            <a:headEnd/>
            <a:tailEnd type="stealth" w="lg" len="lg"/>
          </a:ln>
        </p:spPr>
        <p:txBody>
          <a:bodyPr wrap="none" lIns="67500" tIns="35100" rIns="67500" bIns="35100" anchor="ctr">
            <a:spAutoFit/>
          </a:bodyPr>
          <a:lstStyle/>
          <a:p>
            <a:pPr>
              <a:defRPr/>
            </a:pPr>
            <a:endParaRPr lang="zh-CN" altLang="en-US"/>
          </a:p>
        </p:txBody>
      </p:sp>
      <p:sp>
        <p:nvSpPr>
          <p:cNvPr id="405542" name="Line 38">
            <a:extLst>
              <a:ext uri="{FF2B5EF4-FFF2-40B4-BE49-F238E27FC236}">
                <a16:creationId xmlns:a16="http://schemas.microsoft.com/office/drawing/2014/main" id="{2433F108-A272-42CB-9038-C86266E77D6D}"/>
              </a:ext>
            </a:extLst>
          </p:cNvPr>
          <p:cNvSpPr>
            <a:spLocks noChangeShapeType="1"/>
          </p:cNvSpPr>
          <p:nvPr/>
        </p:nvSpPr>
        <p:spPr bwMode="auto">
          <a:xfrm flipV="1">
            <a:off x="8101013" y="1673225"/>
            <a:ext cx="0" cy="342900"/>
          </a:xfrm>
          <a:prstGeom prst="line">
            <a:avLst/>
          </a:prstGeom>
          <a:noFill/>
          <a:ln w="38100">
            <a:solidFill>
              <a:schemeClr val="tx2">
                <a:lumMod val="60000"/>
                <a:lumOff val="40000"/>
              </a:schemeClr>
            </a:solidFill>
            <a:prstDash val="dash"/>
            <a:round/>
            <a:headEnd/>
            <a:tailEnd type="stealth" w="lg" len="lg"/>
          </a:ln>
        </p:spPr>
        <p:txBody>
          <a:bodyPr wrap="none" lIns="67500" tIns="35100" rIns="67500" bIns="35100" anchor="ctr">
            <a:spAutoFit/>
          </a:bodyPr>
          <a:lstStyle/>
          <a:p>
            <a:pPr>
              <a:defRPr/>
            </a:pPr>
            <a:endParaRPr lang="zh-CN" altLang="en-US"/>
          </a:p>
        </p:txBody>
      </p:sp>
      <p:sp>
        <p:nvSpPr>
          <p:cNvPr id="405543" name="Line 39">
            <a:extLst>
              <a:ext uri="{FF2B5EF4-FFF2-40B4-BE49-F238E27FC236}">
                <a16:creationId xmlns:a16="http://schemas.microsoft.com/office/drawing/2014/main" id="{79D51EE6-D4EF-4A90-8BDD-23E4B85B86B0}"/>
              </a:ext>
            </a:extLst>
          </p:cNvPr>
          <p:cNvSpPr>
            <a:spLocks noChangeShapeType="1"/>
          </p:cNvSpPr>
          <p:nvPr/>
        </p:nvSpPr>
        <p:spPr bwMode="auto">
          <a:xfrm flipV="1">
            <a:off x="5994400" y="969963"/>
            <a:ext cx="701675" cy="285750"/>
          </a:xfrm>
          <a:prstGeom prst="line">
            <a:avLst/>
          </a:prstGeom>
          <a:noFill/>
          <a:ln w="38100">
            <a:solidFill>
              <a:schemeClr val="tx2">
                <a:lumMod val="60000"/>
                <a:lumOff val="40000"/>
              </a:schemeClr>
            </a:solidFill>
            <a:prstDash val="dash"/>
            <a:round/>
            <a:headEnd/>
            <a:tailEnd type="stealth" w="lg" len="lg"/>
          </a:ln>
        </p:spPr>
        <p:txBody>
          <a:bodyPr lIns="67500" tIns="35100" rIns="67500" bIns="35100" anchor="ctr">
            <a:spAutoFit/>
          </a:bodyPr>
          <a:lstStyle/>
          <a:p>
            <a:pPr>
              <a:defRPr/>
            </a:pPr>
            <a:endParaRPr lang="zh-CN" altLang="en-US"/>
          </a:p>
        </p:txBody>
      </p:sp>
      <p:sp>
        <p:nvSpPr>
          <p:cNvPr id="405544" name="Line 40">
            <a:extLst>
              <a:ext uri="{FF2B5EF4-FFF2-40B4-BE49-F238E27FC236}">
                <a16:creationId xmlns:a16="http://schemas.microsoft.com/office/drawing/2014/main" id="{03A041C7-5FC5-46D0-A33C-543F64200975}"/>
              </a:ext>
            </a:extLst>
          </p:cNvPr>
          <p:cNvSpPr>
            <a:spLocks noChangeShapeType="1"/>
          </p:cNvSpPr>
          <p:nvPr/>
        </p:nvSpPr>
        <p:spPr bwMode="auto">
          <a:xfrm flipH="1" flipV="1">
            <a:off x="7291388" y="917575"/>
            <a:ext cx="865187" cy="274638"/>
          </a:xfrm>
          <a:prstGeom prst="line">
            <a:avLst/>
          </a:prstGeom>
          <a:noFill/>
          <a:ln w="38100">
            <a:solidFill>
              <a:schemeClr val="tx2">
                <a:lumMod val="60000"/>
                <a:lumOff val="40000"/>
              </a:schemeClr>
            </a:solidFill>
            <a:prstDash val="dash"/>
            <a:round/>
            <a:headEnd/>
            <a:tailEnd type="stealth" w="lg" len="lg"/>
          </a:ln>
        </p:spPr>
        <p:txBody>
          <a:bodyPr lIns="67500" tIns="35100" rIns="67500" bIns="35100" anchor="ctr">
            <a:spAutoFit/>
          </a:bodyPr>
          <a:lstStyle/>
          <a:p>
            <a:pPr>
              <a:defRPr/>
            </a:pPr>
            <a:endParaRPr lang="zh-CN" altLang="en-US"/>
          </a:p>
        </p:txBody>
      </p:sp>
      <p:sp>
        <p:nvSpPr>
          <p:cNvPr id="405545" name="Line 41">
            <a:extLst>
              <a:ext uri="{FF2B5EF4-FFF2-40B4-BE49-F238E27FC236}">
                <a16:creationId xmlns:a16="http://schemas.microsoft.com/office/drawing/2014/main" id="{4B793235-CA4F-41AF-B61E-BAC07C0110E0}"/>
              </a:ext>
            </a:extLst>
          </p:cNvPr>
          <p:cNvSpPr>
            <a:spLocks noChangeShapeType="1"/>
          </p:cNvSpPr>
          <p:nvPr/>
        </p:nvSpPr>
        <p:spPr bwMode="auto">
          <a:xfrm flipV="1">
            <a:off x="6965950" y="268288"/>
            <a:ext cx="433388" cy="177800"/>
          </a:xfrm>
          <a:prstGeom prst="line">
            <a:avLst/>
          </a:prstGeom>
          <a:noFill/>
          <a:ln w="38100">
            <a:solidFill>
              <a:schemeClr val="tx2">
                <a:lumMod val="60000"/>
                <a:lumOff val="40000"/>
              </a:schemeClr>
            </a:solidFill>
            <a:prstDash val="dash"/>
            <a:round/>
            <a:headEnd/>
            <a:tailEnd type="stealth" w="lg" len="lg"/>
          </a:ln>
        </p:spPr>
        <p:txBody>
          <a:bodyPr lIns="67500" tIns="35100" rIns="67500" bIns="35100" anchor="ctr">
            <a:spAutoFit/>
          </a:bodyPr>
          <a:lstStyle/>
          <a:p>
            <a:pPr>
              <a:defRPr/>
            </a:pPr>
            <a:endParaRPr lang="zh-CN" altLang="en-US"/>
          </a:p>
        </p:txBody>
      </p:sp>
      <p:sp>
        <p:nvSpPr>
          <p:cNvPr id="57398" name="Rectangle 16">
            <a:extLst>
              <a:ext uri="{FF2B5EF4-FFF2-40B4-BE49-F238E27FC236}">
                <a16:creationId xmlns:a16="http://schemas.microsoft.com/office/drawing/2014/main" id="{81A4078D-8BD5-4555-8BB7-5131A69A485A}"/>
              </a:ext>
            </a:extLst>
          </p:cNvPr>
          <p:cNvSpPr>
            <a:spLocks noChangeArrowheads="1"/>
          </p:cNvSpPr>
          <p:nvPr/>
        </p:nvSpPr>
        <p:spPr bwMode="auto">
          <a:xfrm>
            <a:off x="5445125" y="1285875"/>
            <a:ext cx="1311275"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FF0000"/>
                </a:solidFill>
                <a:latin typeface="Times New Roman" panose="02020603050405020304" pitchFamily="18" charset="0"/>
              </a:rPr>
              <a:t>E</a:t>
            </a:r>
            <a:r>
              <a:rPr lang="en-US" altLang="zh-CN" sz="2000" i="1">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sym typeface="Symbol" panose="05050102010706020507" pitchFamily="18" charset="2"/>
              </a:rPr>
              <a:t>val</a:t>
            </a:r>
            <a:r>
              <a:rPr kumimoji="1" lang="en-US" altLang="zh-CN" sz="2000">
                <a:latin typeface="Times New Roman" panose="02020603050405020304" pitchFamily="18" charset="0"/>
                <a:sym typeface="Symbol" panose="05050102010706020507" pitchFamily="18" charset="2"/>
              </a:rPr>
              <a:t>=15</a:t>
            </a:r>
            <a:endParaRPr kumimoji="1" lang="en-US" altLang="zh-CN" sz="2000">
              <a:latin typeface="Times New Roman" panose="02020603050405020304" pitchFamily="18" charset="0"/>
            </a:endParaRPr>
          </a:p>
        </p:txBody>
      </p:sp>
      <p:sp>
        <p:nvSpPr>
          <p:cNvPr id="405551" name="AutoShape 47">
            <a:extLst>
              <a:ext uri="{FF2B5EF4-FFF2-40B4-BE49-F238E27FC236}">
                <a16:creationId xmlns:a16="http://schemas.microsoft.com/office/drawing/2014/main" id="{60ED1942-7832-4BC4-84D3-4B3B966354A1}"/>
              </a:ext>
            </a:extLst>
          </p:cNvPr>
          <p:cNvSpPr>
            <a:spLocks noChangeArrowheads="1"/>
          </p:cNvSpPr>
          <p:nvPr/>
        </p:nvSpPr>
        <p:spPr bwMode="auto">
          <a:xfrm>
            <a:off x="6794500" y="4032250"/>
            <a:ext cx="2206625" cy="1039813"/>
          </a:xfrm>
          <a:prstGeom prst="wedgeRoundRectCallout">
            <a:avLst>
              <a:gd name="adj1" fmla="val -65247"/>
              <a:gd name="adj2" fmla="val -39276"/>
              <a:gd name="adj3" fmla="val 16667"/>
            </a:avLst>
          </a:prstGeom>
          <a:solidFill>
            <a:schemeClr val="accent4">
              <a:lumMod val="40000"/>
              <a:lumOff val="60000"/>
            </a:schemeClr>
          </a:solidFill>
          <a:ln w="12700">
            <a:solidFill>
              <a:schemeClr val="tx1"/>
            </a:solidFill>
            <a:miter lim="800000"/>
            <a:headEnd/>
            <a:tailEnd/>
          </a:ln>
        </p:spPr>
        <p:txBody>
          <a:bodyPr lIns="68580" tIns="34290" rIns="68580" bIns="34290" anchor="ctr"/>
          <a:lstStyle/>
          <a:p>
            <a:pPr eaLnBrk="1" hangingPunct="1">
              <a:defRPr/>
            </a:pPr>
            <a:r>
              <a:rPr lang="zh-CN" altLang="en-US" dirty="0">
                <a:solidFill>
                  <a:srgbClr val="0000FF"/>
                </a:solidFill>
                <a:latin typeface="楷体" pitchFamily="49" charset="-122"/>
                <a:ea typeface="楷体" pitchFamily="49" charset="-122"/>
                <a:cs typeface="Times New Roman" pitchFamily="18" charset="0"/>
              </a:rPr>
              <a:t>注释分析树</a:t>
            </a:r>
            <a:endParaRPr lang="en-US" altLang="zh-CN" dirty="0">
              <a:solidFill>
                <a:srgbClr val="0000FF"/>
              </a:solidFill>
              <a:latin typeface="楷体" pitchFamily="49" charset="-122"/>
              <a:ea typeface="楷体" pitchFamily="49" charset="-122"/>
              <a:cs typeface="Times New Roman" pitchFamily="18" charset="0"/>
            </a:endParaRPr>
          </a:p>
          <a:p>
            <a:pPr eaLnBrk="1" hangingPunct="1">
              <a:defRPr/>
            </a:pPr>
            <a:r>
              <a:rPr lang="en-US" altLang="zh-CN" sz="1400" dirty="0">
                <a:solidFill>
                  <a:srgbClr val="0000FF"/>
                </a:solidFill>
                <a:latin typeface="Times New Roman" pitchFamily="18" charset="0"/>
                <a:ea typeface="楷体" pitchFamily="49" charset="-122"/>
                <a:cs typeface="Times New Roman" pitchFamily="18" charset="0"/>
              </a:rPr>
              <a:t>( </a:t>
            </a:r>
            <a:r>
              <a:rPr lang="en-US" altLang="zh-CN" sz="1400" i="1" dirty="0">
                <a:solidFill>
                  <a:srgbClr val="0000FF"/>
                </a:solidFill>
                <a:latin typeface="Times New Roman" pitchFamily="18" charset="0"/>
                <a:ea typeface="楷体" pitchFamily="49" charset="-122"/>
                <a:cs typeface="Times New Roman" pitchFamily="18" charset="0"/>
              </a:rPr>
              <a:t>Annotated parse tree</a:t>
            </a:r>
            <a:r>
              <a:rPr lang="en-US" altLang="zh-CN" sz="1400" dirty="0">
                <a:solidFill>
                  <a:srgbClr val="0000FF"/>
                </a:solidFill>
                <a:latin typeface="Times New Roman" pitchFamily="18" charset="0"/>
                <a:ea typeface="楷体" pitchFamily="49" charset="-122"/>
                <a:cs typeface="Times New Roman" pitchFamily="18" charset="0"/>
              </a:rPr>
              <a:t> ) </a:t>
            </a:r>
            <a:r>
              <a:rPr lang="zh-CN" altLang="en-US" sz="1400" dirty="0">
                <a:solidFill>
                  <a:srgbClr val="0000FF"/>
                </a:solidFill>
                <a:latin typeface="楷体" pitchFamily="49" charset="-122"/>
                <a:ea typeface="楷体" pitchFamily="49" charset="-122"/>
                <a:cs typeface="Times New Roman" pitchFamily="18" charset="0"/>
              </a:rPr>
              <a:t>：</a:t>
            </a:r>
            <a:endParaRPr lang="en-US" altLang="zh-CN" sz="1400" dirty="0">
              <a:solidFill>
                <a:srgbClr val="0000FF"/>
              </a:solidFill>
              <a:latin typeface="楷体" pitchFamily="49" charset="-122"/>
              <a:ea typeface="楷体" pitchFamily="49" charset="-122"/>
              <a:cs typeface="Times New Roman" pitchFamily="18" charset="0"/>
            </a:endParaRPr>
          </a:p>
          <a:p>
            <a:pPr eaLnBrk="1" hangingPunct="1">
              <a:defRPr/>
            </a:pPr>
            <a:r>
              <a:rPr lang="zh-CN" altLang="en-US" dirty="0">
                <a:solidFill>
                  <a:srgbClr val="0000FF"/>
                </a:solidFill>
                <a:latin typeface="楷体" pitchFamily="49" charset="-122"/>
                <a:ea typeface="楷体" pitchFamily="49" charset="-122"/>
                <a:cs typeface="Times New Roman" pitchFamily="18" charset="0"/>
              </a:rPr>
              <a:t>每个节点都带有属性值的分析树</a:t>
            </a:r>
          </a:p>
        </p:txBody>
      </p:sp>
      <p:grpSp>
        <p:nvGrpSpPr>
          <p:cNvPr id="45100" name="组合 5">
            <a:extLst>
              <a:ext uri="{FF2B5EF4-FFF2-40B4-BE49-F238E27FC236}">
                <a16:creationId xmlns:a16="http://schemas.microsoft.com/office/drawing/2014/main" id="{0A2A5092-F34A-48A1-98A8-AE4DBC042EDB}"/>
              </a:ext>
            </a:extLst>
          </p:cNvPr>
          <p:cNvGrpSpPr>
            <a:grpSpLocks/>
          </p:cNvGrpSpPr>
          <p:nvPr/>
        </p:nvGrpSpPr>
        <p:grpSpPr bwMode="auto">
          <a:xfrm>
            <a:off x="0" y="195263"/>
            <a:ext cx="755650" cy="431800"/>
            <a:chOff x="-786" y="195486"/>
            <a:chExt cx="756363" cy="432048"/>
          </a:xfrm>
        </p:grpSpPr>
        <p:sp>
          <p:nvSpPr>
            <p:cNvPr id="50" name="五边形 49">
              <a:extLst>
                <a:ext uri="{FF2B5EF4-FFF2-40B4-BE49-F238E27FC236}">
                  <a16:creationId xmlns:a16="http://schemas.microsoft.com/office/drawing/2014/main" id="{2C5EF75D-90EA-439F-ACCF-0410FA35E51A}"/>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45109" name="五边形 50">
              <a:extLst>
                <a:ext uri="{FF2B5EF4-FFF2-40B4-BE49-F238E27FC236}">
                  <a16:creationId xmlns:a16="http://schemas.microsoft.com/office/drawing/2014/main" id="{2431F260-5082-4F23-AA09-D858C377F5E2}"/>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3" name="矩形 2">
            <a:extLst>
              <a:ext uri="{FF2B5EF4-FFF2-40B4-BE49-F238E27FC236}">
                <a16:creationId xmlns:a16="http://schemas.microsoft.com/office/drawing/2014/main" id="{FF0E588C-D70E-44DE-AB47-0443604C4F26}"/>
              </a:ext>
            </a:extLst>
          </p:cNvPr>
          <p:cNvSpPr>
            <a:spLocks noChangeArrowheads="1"/>
          </p:cNvSpPr>
          <p:nvPr/>
        </p:nvSpPr>
        <p:spPr bwMode="auto">
          <a:xfrm>
            <a:off x="323850" y="4040188"/>
            <a:ext cx="45720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kumimoji="1" lang="zh-CN" altLang="en-US" sz="2000">
                <a:solidFill>
                  <a:srgbClr val="2D83F4"/>
                </a:solidFill>
                <a:latin typeface="华文楷体" panose="02010600040101010101" pitchFamily="2" charset="-122"/>
                <a:ea typeface="华文楷体" panose="02010600040101010101" pitchFamily="2" charset="-122"/>
              </a:rPr>
              <a:t>输入</a:t>
            </a:r>
            <a:r>
              <a:rPr kumimoji="1" lang="zh-CN" altLang="en-US" sz="2000">
                <a:solidFill>
                  <a:srgbClr val="2D83F4"/>
                </a:solidFill>
                <a:latin typeface="Times New Roman" panose="02020603050405020304" pitchFamily="18" charset="0"/>
              </a:rPr>
              <a:t>：</a:t>
            </a:r>
          </a:p>
          <a:p>
            <a:pPr eaLnBrk="1" hangingPunct="1">
              <a:spcBef>
                <a:spcPct val="20000"/>
              </a:spcBef>
            </a:pPr>
            <a:r>
              <a:rPr kumimoji="1" lang="en-US" altLang="zh-CN" sz="2000">
                <a:solidFill>
                  <a:srgbClr val="000000"/>
                </a:solidFill>
                <a:latin typeface="Times New Roman" panose="02020603050405020304" pitchFamily="18" charset="0"/>
              </a:rPr>
              <a:t>3*5+4n</a:t>
            </a:r>
            <a:endParaRPr kumimoji="1" lang="en-US" altLang="zh-CN" sz="2000">
              <a:solidFill>
                <a:srgbClr val="000000"/>
              </a:solidFill>
              <a:latin typeface="Times New Roman" panose="02020603050405020304" pitchFamily="18" charset="0"/>
              <a:sym typeface="Symbol" panose="05050102010706020507" pitchFamily="18" charset="2"/>
            </a:endParaRPr>
          </a:p>
        </p:txBody>
      </p:sp>
      <p:grpSp>
        <p:nvGrpSpPr>
          <p:cNvPr id="45102" name="组合 6">
            <a:extLst>
              <a:ext uri="{FF2B5EF4-FFF2-40B4-BE49-F238E27FC236}">
                <a16:creationId xmlns:a16="http://schemas.microsoft.com/office/drawing/2014/main" id="{1546A8AB-8853-49DF-AF2D-C394112ACC1E}"/>
              </a:ext>
            </a:extLst>
          </p:cNvPr>
          <p:cNvGrpSpPr>
            <a:grpSpLocks/>
          </p:cNvGrpSpPr>
          <p:nvPr/>
        </p:nvGrpSpPr>
        <p:grpSpPr bwMode="auto">
          <a:xfrm>
            <a:off x="377825" y="1419225"/>
            <a:ext cx="4484688" cy="2554288"/>
            <a:chOff x="146153" y="1542256"/>
            <a:chExt cx="4485280" cy="2554545"/>
          </a:xfrm>
        </p:grpSpPr>
        <p:sp>
          <p:nvSpPr>
            <p:cNvPr id="52" name="矩形 51">
              <a:extLst>
                <a:ext uri="{FF2B5EF4-FFF2-40B4-BE49-F238E27FC236}">
                  <a16:creationId xmlns:a16="http://schemas.microsoft.com/office/drawing/2014/main" id="{EC13A1C3-0DC0-49A9-B16E-97E55CEA589B}"/>
                </a:ext>
              </a:extLst>
            </p:cNvPr>
            <p:cNvSpPr/>
            <p:nvPr/>
          </p:nvSpPr>
          <p:spPr bwMode="auto">
            <a:xfrm>
              <a:off x="146153" y="1542256"/>
              <a:ext cx="4485280" cy="2554545"/>
            </a:xfrm>
            <a:prstGeom prst="rect">
              <a:avLst/>
            </a:prstGeom>
            <a:solidFill>
              <a:schemeClr val="accent2">
                <a:lumMod val="40000"/>
                <a:lumOff val="60000"/>
              </a:schemeClr>
            </a:solidFill>
            <a:ln>
              <a:solidFill>
                <a:schemeClr val="tx1"/>
              </a:solidFill>
            </a:ln>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30000"/>
                </a:spcBef>
                <a:defRPr/>
              </a:pPr>
              <a:r>
                <a:rPr lang="zh-CN" altLang="en-US" sz="20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产生式</a:t>
              </a:r>
              <a:r>
                <a:rPr lang="en-US" altLang="zh-CN" sz="20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sz="20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语义规则</a:t>
              </a:r>
              <a:endParaRPr lang="en-US" altLang="zh-CN" sz="20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defRPr/>
              </a:pP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n 	print(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p>
            <a:p>
              <a:pPr eaLnBrk="1" hangingPunct="1">
                <a:defRPr/>
              </a:pP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sz="2000"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	E</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E</a:t>
              </a:r>
              <a:r>
                <a:rPr kumimoji="1" lang="en-US" altLang="zh-CN" sz="2000"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(3)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(4)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000"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000"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(5)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r>
                <a:rPr kumimoji="1" lang="en-US" altLang="zh-CN" sz="2000" i="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(6)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(7)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digit     	</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sz="20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r>
                <a:rPr kumimoji="1" lang="en-US" altLang="zh-CN" sz="20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digit</a:t>
              </a:r>
              <a:r>
                <a:rPr kumimoji="1" lang="en-US" altLang="zh-CN" sz="2000" i="1" dirty="0" err="1">
                  <a:solidFill>
                    <a:srgbClr val="0000FF"/>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lexval</a:t>
              </a:r>
              <a:endParaRPr kumimoji="1" lang="en-US" altLang="zh-CN" sz="2000" i="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cxnSp>
          <p:nvCxnSpPr>
            <p:cNvPr id="53" name="直接连接符 52">
              <a:extLst>
                <a:ext uri="{FF2B5EF4-FFF2-40B4-BE49-F238E27FC236}">
                  <a16:creationId xmlns:a16="http://schemas.microsoft.com/office/drawing/2014/main" id="{41B0BD63-2881-4E1C-8A73-3DFE60AB77AA}"/>
                </a:ext>
              </a:extLst>
            </p:cNvPr>
            <p:cNvCxnSpPr/>
            <p:nvPr/>
          </p:nvCxnSpPr>
          <p:spPr bwMode="auto">
            <a:xfrm>
              <a:off x="179495" y="1856613"/>
              <a:ext cx="4451938" cy="206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AEE7929-6A34-4F95-B518-C0A3473F70B8}"/>
                </a:ext>
              </a:extLst>
            </p:cNvPr>
            <p:cNvCxnSpPr/>
            <p:nvPr/>
          </p:nvCxnSpPr>
          <p:spPr bwMode="auto">
            <a:xfrm>
              <a:off x="1979958" y="1542256"/>
              <a:ext cx="0" cy="2554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 name="AutoShape 48">
            <a:extLst>
              <a:ext uri="{FF2B5EF4-FFF2-40B4-BE49-F238E27FC236}">
                <a16:creationId xmlns:a16="http://schemas.microsoft.com/office/drawing/2014/main" id="{12C63374-F8E4-4778-B078-C1936ADE3F21}"/>
              </a:ext>
            </a:extLst>
          </p:cNvPr>
          <p:cNvSpPr>
            <a:spLocks/>
          </p:cNvSpPr>
          <p:nvPr/>
        </p:nvSpPr>
        <p:spPr bwMode="auto">
          <a:xfrm>
            <a:off x="3957638" y="722313"/>
            <a:ext cx="1958975" cy="323850"/>
          </a:xfrm>
          <a:prstGeom prst="borderCallout1">
            <a:avLst>
              <a:gd name="adj1" fmla="val 111067"/>
              <a:gd name="adj2" fmla="val 48467"/>
              <a:gd name="adj3" fmla="val 384792"/>
              <a:gd name="adj4" fmla="val -17501"/>
            </a:avLst>
          </a:prstGeom>
          <a:solidFill>
            <a:schemeClr val="tx2">
              <a:lumMod val="60000"/>
              <a:lumOff val="40000"/>
            </a:schemeClr>
          </a:solidFill>
          <a:ln w="12700">
            <a:solidFill>
              <a:schemeClr val="tx1"/>
            </a:solidFill>
            <a:miter lim="800000"/>
            <a:headEnd/>
            <a:tailEnd/>
          </a:ln>
        </p:spPr>
        <p:txBody>
          <a:bodyPr lIns="68580" tIns="34290" rIns="68580" bIns="34290" anchor="ctr"/>
          <a:lstStyle/>
          <a:p>
            <a:pPr eaLnBrk="1" hangingPunct="1">
              <a:defRPr/>
            </a:pPr>
            <a:r>
              <a:rPr lang="zh-CN" altLang="en-US" sz="2000" dirty="0">
                <a:solidFill>
                  <a:schemeClr val="bg1"/>
                </a:solidFill>
                <a:latin typeface="楷体" pitchFamily="49" charset="-122"/>
                <a:ea typeface="楷体" pitchFamily="49" charset="-122"/>
                <a:cs typeface="Times New Roman" pitchFamily="18" charset="0"/>
              </a:rPr>
              <a:t>副作用</a:t>
            </a:r>
            <a:r>
              <a:rPr lang="en-US" altLang="zh-CN" sz="1600" dirty="0">
                <a:solidFill>
                  <a:schemeClr val="bg1"/>
                </a:solidFill>
                <a:latin typeface="Times New Roman" pitchFamily="18" charset="0"/>
                <a:ea typeface="楷体" pitchFamily="49" charset="-122"/>
                <a:cs typeface="Times New Roman" pitchFamily="18" charset="0"/>
              </a:rPr>
              <a:t>(</a:t>
            </a:r>
            <a:r>
              <a:rPr lang="en-US" altLang="zh-CN" sz="1600" i="1" dirty="0">
                <a:solidFill>
                  <a:schemeClr val="bg1"/>
                </a:solidFill>
                <a:latin typeface="Times New Roman" pitchFamily="18" charset="0"/>
                <a:ea typeface="楷体" pitchFamily="49" charset="-122"/>
                <a:cs typeface="Times New Roman" pitchFamily="18" charset="0"/>
              </a:rPr>
              <a:t>Side effect</a:t>
            </a:r>
            <a:r>
              <a:rPr lang="en-US" altLang="zh-CN" sz="1600" dirty="0">
                <a:solidFill>
                  <a:schemeClr val="bg1"/>
                </a:solidFill>
                <a:latin typeface="Times New Roman" pitchFamily="18" charset="0"/>
                <a:ea typeface="楷体" pitchFamily="49" charset="-122"/>
                <a:cs typeface="Times New Roman" pitchFamily="18" charset="0"/>
              </a:rPr>
              <a:t>)</a:t>
            </a:r>
            <a:endParaRPr lang="zh-CN" altLang="en-US" sz="1600" i="1" dirty="0">
              <a:solidFill>
                <a:schemeClr val="bg1"/>
              </a:solidFill>
              <a:latin typeface="Times New Roman" pitchFamily="18" charset="0"/>
              <a:ea typeface="楷体" pitchFamily="49" charset="-122"/>
              <a:cs typeface="Times New Roman" pitchFamily="18" charset="0"/>
              <a:sym typeface="Symbol" pitchFamily="18" charset="2"/>
            </a:endParaRPr>
          </a:p>
        </p:txBody>
      </p:sp>
      <p:sp>
        <p:nvSpPr>
          <p:cNvPr id="55" name="Text Box 45">
            <a:extLst>
              <a:ext uri="{FF2B5EF4-FFF2-40B4-BE49-F238E27FC236}">
                <a16:creationId xmlns:a16="http://schemas.microsoft.com/office/drawing/2014/main" id="{0672862B-5708-4C30-BA2D-1C2763F4B0F9}"/>
              </a:ext>
            </a:extLst>
          </p:cNvPr>
          <p:cNvSpPr txBox="1">
            <a:spLocks noChangeArrowheads="1"/>
          </p:cNvSpPr>
          <p:nvPr/>
        </p:nvSpPr>
        <p:spPr bwMode="auto">
          <a:xfrm>
            <a:off x="309563" y="989013"/>
            <a:ext cx="38258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50618" tIns="26321" rIns="50618" bIns="26321">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defRPr/>
            </a:pPr>
            <a:r>
              <a:rPr kumimoji="1" lang="en-US" altLang="zh-CN" sz="2000" i="1" dirty="0">
                <a:solidFill>
                  <a:srgbClr val="0070C0"/>
                </a:solidFill>
                <a:latin typeface="+mn-ea"/>
                <a:ea typeface="+mn-ea"/>
              </a:rPr>
              <a:t>SDD</a:t>
            </a:r>
            <a:r>
              <a:rPr kumimoji="1" lang="zh-CN" altLang="en-US" sz="2000" dirty="0">
                <a:solidFill>
                  <a:srgbClr val="0070C0"/>
                </a:solidFill>
                <a:latin typeface="+mn-ea"/>
                <a:ea typeface="+mn-ea"/>
              </a:rPr>
              <a:t>：表达式求值</a:t>
            </a:r>
          </a:p>
        </p:txBody>
      </p:sp>
      <p:sp>
        <p:nvSpPr>
          <p:cNvPr id="2" name="矩形 1">
            <a:extLst>
              <a:ext uri="{FF2B5EF4-FFF2-40B4-BE49-F238E27FC236}">
                <a16:creationId xmlns:a16="http://schemas.microsoft.com/office/drawing/2014/main" id="{2A9B2FCE-C078-46F1-83EA-DA9EC08F4F64}"/>
              </a:ext>
            </a:extLst>
          </p:cNvPr>
          <p:cNvSpPr/>
          <p:nvPr/>
        </p:nvSpPr>
        <p:spPr>
          <a:xfrm>
            <a:off x="1278302" y="4287838"/>
            <a:ext cx="3264807" cy="5175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Ø"/>
            </a:pPr>
            <a:r>
              <a:rPr lang="zh-CN" altLang="en-US" dirty="0">
                <a:solidFill>
                  <a:schemeClr val="tx1"/>
                </a:solidFill>
              </a:rPr>
              <a:t>副作用可以看作是将函数的返回值赋给</a:t>
            </a:r>
            <a:r>
              <a:rPr lang="en-US" altLang="zh-CN" dirty="0">
                <a:solidFill>
                  <a:schemeClr val="tx1"/>
                </a:solidFill>
              </a:rPr>
              <a:t>L</a:t>
            </a:r>
            <a:r>
              <a:rPr lang="zh-CN" altLang="en-US" dirty="0">
                <a:solidFill>
                  <a:schemeClr val="tx1"/>
                </a:solidFill>
              </a:rPr>
              <a:t>的虚综合属性</a:t>
            </a:r>
          </a:p>
        </p:txBody>
      </p:sp>
      <p:sp>
        <p:nvSpPr>
          <p:cNvPr id="4" name="灯片编号占位符 3">
            <a:extLst>
              <a:ext uri="{FF2B5EF4-FFF2-40B4-BE49-F238E27FC236}">
                <a16:creationId xmlns:a16="http://schemas.microsoft.com/office/drawing/2014/main" id="{59DC2FEA-4691-47EE-A1B4-D5D4A31B1EA2}"/>
              </a:ext>
            </a:extLst>
          </p:cNvPr>
          <p:cNvSpPr>
            <a:spLocks noGrp="1"/>
          </p:cNvSpPr>
          <p:nvPr>
            <p:ph type="sldNum" sz="quarter" idx="10"/>
          </p:nvPr>
        </p:nvSpPr>
        <p:spPr/>
        <p:txBody>
          <a:bodyPr/>
          <a:lstStyle/>
          <a:p>
            <a:pPr>
              <a:defRPr/>
            </a:pPr>
            <a:fld id="{8E104948-B687-4A74-87EB-9097C047E113}" type="slidenum">
              <a:rPr lang="zh-CN" altLang="en-US" smtClean="0"/>
              <a:pPr>
                <a:defRPr/>
              </a:pPr>
              <a:t>12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fltVal val="0"/>
                                          </p:val>
                                        </p:tav>
                                        <p:tav tm="100000">
                                          <p:val>
                                            <p:strVal val="#ppt_h"/>
                                          </p:val>
                                        </p:tav>
                                      </p:tavLst>
                                    </p:anim>
                                    <p:animEffect transition="in" filter="fade">
                                      <p:cBhvr>
                                        <p:cTn id="9" dur="500"/>
                                        <p:tgtEl>
                                          <p:spTgt spid="4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3">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7359"/>
                                        </p:tgtEl>
                                        <p:attrNameLst>
                                          <p:attrName>style.visibility</p:attrName>
                                        </p:attrNameLst>
                                      </p:cBhvr>
                                      <p:to>
                                        <p:strVal val="visible"/>
                                      </p:to>
                                    </p:set>
                                    <p:anim calcmode="lin" valueType="num">
                                      <p:cBhvr>
                                        <p:cTn id="26" dur="500" fill="hold"/>
                                        <p:tgtEl>
                                          <p:spTgt spid="57359"/>
                                        </p:tgtEl>
                                        <p:attrNameLst>
                                          <p:attrName>ppt_w</p:attrName>
                                        </p:attrNameLst>
                                      </p:cBhvr>
                                      <p:tavLst>
                                        <p:tav tm="0">
                                          <p:val>
                                            <p:fltVal val="0"/>
                                          </p:val>
                                        </p:tav>
                                        <p:tav tm="100000">
                                          <p:val>
                                            <p:strVal val="#ppt_w"/>
                                          </p:val>
                                        </p:tav>
                                      </p:tavLst>
                                    </p:anim>
                                    <p:anim calcmode="lin" valueType="num">
                                      <p:cBhvr>
                                        <p:cTn id="27" dur="500" fill="hold"/>
                                        <p:tgtEl>
                                          <p:spTgt spid="57359"/>
                                        </p:tgtEl>
                                        <p:attrNameLst>
                                          <p:attrName>ppt_h</p:attrName>
                                        </p:attrNameLst>
                                      </p:cBhvr>
                                      <p:tavLst>
                                        <p:tav tm="0">
                                          <p:val>
                                            <p:fltVal val="0"/>
                                          </p:val>
                                        </p:tav>
                                        <p:tav tm="100000">
                                          <p:val>
                                            <p:strVal val="#ppt_h"/>
                                          </p:val>
                                        </p:tav>
                                      </p:tavLst>
                                    </p:anim>
                                    <p:animEffect transition="in" filter="fade">
                                      <p:cBhvr>
                                        <p:cTn id="28" dur="500"/>
                                        <p:tgtEl>
                                          <p:spTgt spid="57359"/>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57360"/>
                                        </p:tgtEl>
                                        <p:attrNameLst>
                                          <p:attrName>style.visibility</p:attrName>
                                        </p:attrNameLst>
                                      </p:cBhvr>
                                      <p:to>
                                        <p:strVal val="visible"/>
                                      </p:to>
                                    </p:set>
                                    <p:anim calcmode="lin" valueType="num">
                                      <p:cBhvr>
                                        <p:cTn id="31" dur="500" fill="hold"/>
                                        <p:tgtEl>
                                          <p:spTgt spid="57360"/>
                                        </p:tgtEl>
                                        <p:attrNameLst>
                                          <p:attrName>ppt_w</p:attrName>
                                        </p:attrNameLst>
                                      </p:cBhvr>
                                      <p:tavLst>
                                        <p:tav tm="0">
                                          <p:val>
                                            <p:fltVal val="0"/>
                                          </p:val>
                                        </p:tav>
                                        <p:tav tm="100000">
                                          <p:val>
                                            <p:strVal val="#ppt_w"/>
                                          </p:val>
                                        </p:tav>
                                      </p:tavLst>
                                    </p:anim>
                                    <p:anim calcmode="lin" valueType="num">
                                      <p:cBhvr>
                                        <p:cTn id="32" dur="500" fill="hold"/>
                                        <p:tgtEl>
                                          <p:spTgt spid="57360"/>
                                        </p:tgtEl>
                                        <p:attrNameLst>
                                          <p:attrName>ppt_h</p:attrName>
                                        </p:attrNameLst>
                                      </p:cBhvr>
                                      <p:tavLst>
                                        <p:tav tm="0">
                                          <p:val>
                                            <p:fltVal val="0"/>
                                          </p:val>
                                        </p:tav>
                                        <p:tav tm="100000">
                                          <p:val>
                                            <p:strVal val="#ppt_h"/>
                                          </p:val>
                                        </p:tav>
                                      </p:tavLst>
                                    </p:anim>
                                    <p:animEffect transition="in" filter="fade">
                                      <p:cBhvr>
                                        <p:cTn id="33" dur="500"/>
                                        <p:tgtEl>
                                          <p:spTgt spid="57360"/>
                                        </p:tgtEl>
                                      </p:cBhvr>
                                    </p:animEffect>
                                  </p:childTnLst>
                                </p:cTn>
                              </p:par>
                              <p:par>
                                <p:cTn id="34" presetID="53" presetClass="entr" presetSubtype="16" fill="hold" nodeType="withEffect">
                                  <p:stCondLst>
                                    <p:cond delay="0"/>
                                  </p:stCondLst>
                                  <p:childTnLst>
                                    <p:set>
                                      <p:cBhvr>
                                        <p:cTn id="35" dur="1" fill="hold">
                                          <p:stCondLst>
                                            <p:cond delay="0"/>
                                          </p:stCondLst>
                                        </p:cTn>
                                        <p:tgtEl>
                                          <p:spTgt spid="57361"/>
                                        </p:tgtEl>
                                        <p:attrNameLst>
                                          <p:attrName>style.visibility</p:attrName>
                                        </p:attrNameLst>
                                      </p:cBhvr>
                                      <p:to>
                                        <p:strVal val="visible"/>
                                      </p:to>
                                    </p:set>
                                    <p:anim calcmode="lin" valueType="num">
                                      <p:cBhvr>
                                        <p:cTn id="36" dur="500" fill="hold"/>
                                        <p:tgtEl>
                                          <p:spTgt spid="57361"/>
                                        </p:tgtEl>
                                        <p:attrNameLst>
                                          <p:attrName>ppt_w</p:attrName>
                                        </p:attrNameLst>
                                      </p:cBhvr>
                                      <p:tavLst>
                                        <p:tav tm="0">
                                          <p:val>
                                            <p:fltVal val="0"/>
                                          </p:val>
                                        </p:tav>
                                        <p:tav tm="100000">
                                          <p:val>
                                            <p:strVal val="#ppt_w"/>
                                          </p:val>
                                        </p:tav>
                                      </p:tavLst>
                                    </p:anim>
                                    <p:anim calcmode="lin" valueType="num">
                                      <p:cBhvr>
                                        <p:cTn id="37" dur="500" fill="hold"/>
                                        <p:tgtEl>
                                          <p:spTgt spid="57361"/>
                                        </p:tgtEl>
                                        <p:attrNameLst>
                                          <p:attrName>ppt_h</p:attrName>
                                        </p:attrNameLst>
                                      </p:cBhvr>
                                      <p:tavLst>
                                        <p:tav tm="0">
                                          <p:val>
                                            <p:fltVal val="0"/>
                                          </p:val>
                                        </p:tav>
                                        <p:tav tm="100000">
                                          <p:val>
                                            <p:strVal val="#ppt_h"/>
                                          </p:val>
                                        </p:tav>
                                      </p:tavLst>
                                    </p:anim>
                                    <p:animEffect transition="in" filter="fade">
                                      <p:cBhvr>
                                        <p:cTn id="38" dur="500"/>
                                        <p:tgtEl>
                                          <p:spTgt spid="57361"/>
                                        </p:tgtEl>
                                      </p:cBhvr>
                                    </p:animEffect>
                                  </p:childTnLst>
                                </p:cTn>
                              </p:par>
                              <p:par>
                                <p:cTn id="39" presetID="53" presetClass="entr" presetSubtype="16" fill="hold" nodeType="withEffect">
                                  <p:stCondLst>
                                    <p:cond delay="0"/>
                                  </p:stCondLst>
                                  <p:childTnLst>
                                    <p:set>
                                      <p:cBhvr>
                                        <p:cTn id="40" dur="1" fill="hold">
                                          <p:stCondLst>
                                            <p:cond delay="0"/>
                                          </p:stCondLst>
                                        </p:cTn>
                                        <p:tgtEl>
                                          <p:spTgt spid="57362"/>
                                        </p:tgtEl>
                                        <p:attrNameLst>
                                          <p:attrName>style.visibility</p:attrName>
                                        </p:attrNameLst>
                                      </p:cBhvr>
                                      <p:to>
                                        <p:strVal val="visible"/>
                                      </p:to>
                                    </p:set>
                                    <p:anim calcmode="lin" valueType="num">
                                      <p:cBhvr>
                                        <p:cTn id="41" dur="500" fill="hold"/>
                                        <p:tgtEl>
                                          <p:spTgt spid="57362"/>
                                        </p:tgtEl>
                                        <p:attrNameLst>
                                          <p:attrName>ppt_w</p:attrName>
                                        </p:attrNameLst>
                                      </p:cBhvr>
                                      <p:tavLst>
                                        <p:tav tm="0">
                                          <p:val>
                                            <p:fltVal val="0"/>
                                          </p:val>
                                        </p:tav>
                                        <p:tav tm="100000">
                                          <p:val>
                                            <p:strVal val="#ppt_w"/>
                                          </p:val>
                                        </p:tav>
                                      </p:tavLst>
                                    </p:anim>
                                    <p:anim calcmode="lin" valueType="num">
                                      <p:cBhvr>
                                        <p:cTn id="42" dur="500" fill="hold"/>
                                        <p:tgtEl>
                                          <p:spTgt spid="57362"/>
                                        </p:tgtEl>
                                        <p:attrNameLst>
                                          <p:attrName>ppt_h</p:attrName>
                                        </p:attrNameLst>
                                      </p:cBhvr>
                                      <p:tavLst>
                                        <p:tav tm="0">
                                          <p:val>
                                            <p:fltVal val="0"/>
                                          </p:val>
                                        </p:tav>
                                        <p:tav tm="100000">
                                          <p:val>
                                            <p:strVal val="#ppt_h"/>
                                          </p:val>
                                        </p:tav>
                                      </p:tavLst>
                                    </p:anim>
                                    <p:animEffect transition="in" filter="fade">
                                      <p:cBhvr>
                                        <p:cTn id="43" dur="500"/>
                                        <p:tgtEl>
                                          <p:spTgt spid="57362"/>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57363"/>
                                        </p:tgtEl>
                                        <p:attrNameLst>
                                          <p:attrName>style.visibility</p:attrName>
                                        </p:attrNameLst>
                                      </p:cBhvr>
                                      <p:to>
                                        <p:strVal val="visible"/>
                                      </p:to>
                                    </p:set>
                                    <p:anim calcmode="lin" valueType="num">
                                      <p:cBhvr>
                                        <p:cTn id="46" dur="500" fill="hold"/>
                                        <p:tgtEl>
                                          <p:spTgt spid="57363"/>
                                        </p:tgtEl>
                                        <p:attrNameLst>
                                          <p:attrName>ppt_w</p:attrName>
                                        </p:attrNameLst>
                                      </p:cBhvr>
                                      <p:tavLst>
                                        <p:tav tm="0">
                                          <p:val>
                                            <p:fltVal val="0"/>
                                          </p:val>
                                        </p:tav>
                                        <p:tav tm="100000">
                                          <p:val>
                                            <p:strVal val="#ppt_w"/>
                                          </p:val>
                                        </p:tav>
                                      </p:tavLst>
                                    </p:anim>
                                    <p:anim calcmode="lin" valueType="num">
                                      <p:cBhvr>
                                        <p:cTn id="47" dur="500" fill="hold"/>
                                        <p:tgtEl>
                                          <p:spTgt spid="57363"/>
                                        </p:tgtEl>
                                        <p:attrNameLst>
                                          <p:attrName>ppt_h</p:attrName>
                                        </p:attrNameLst>
                                      </p:cBhvr>
                                      <p:tavLst>
                                        <p:tav tm="0">
                                          <p:val>
                                            <p:fltVal val="0"/>
                                          </p:val>
                                        </p:tav>
                                        <p:tav tm="100000">
                                          <p:val>
                                            <p:strVal val="#ppt_h"/>
                                          </p:val>
                                        </p:tav>
                                      </p:tavLst>
                                    </p:anim>
                                    <p:animEffect transition="in" filter="fade">
                                      <p:cBhvr>
                                        <p:cTn id="48" dur="500"/>
                                        <p:tgtEl>
                                          <p:spTgt spid="57363"/>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57364"/>
                                        </p:tgtEl>
                                        <p:attrNameLst>
                                          <p:attrName>style.visibility</p:attrName>
                                        </p:attrNameLst>
                                      </p:cBhvr>
                                      <p:to>
                                        <p:strVal val="visible"/>
                                      </p:to>
                                    </p:set>
                                    <p:anim calcmode="lin" valueType="num">
                                      <p:cBhvr>
                                        <p:cTn id="51" dur="500" fill="hold"/>
                                        <p:tgtEl>
                                          <p:spTgt spid="57364"/>
                                        </p:tgtEl>
                                        <p:attrNameLst>
                                          <p:attrName>ppt_w</p:attrName>
                                        </p:attrNameLst>
                                      </p:cBhvr>
                                      <p:tavLst>
                                        <p:tav tm="0">
                                          <p:val>
                                            <p:fltVal val="0"/>
                                          </p:val>
                                        </p:tav>
                                        <p:tav tm="100000">
                                          <p:val>
                                            <p:strVal val="#ppt_w"/>
                                          </p:val>
                                        </p:tav>
                                      </p:tavLst>
                                    </p:anim>
                                    <p:anim calcmode="lin" valueType="num">
                                      <p:cBhvr>
                                        <p:cTn id="52" dur="500" fill="hold"/>
                                        <p:tgtEl>
                                          <p:spTgt spid="57364"/>
                                        </p:tgtEl>
                                        <p:attrNameLst>
                                          <p:attrName>ppt_h</p:attrName>
                                        </p:attrNameLst>
                                      </p:cBhvr>
                                      <p:tavLst>
                                        <p:tav tm="0">
                                          <p:val>
                                            <p:fltVal val="0"/>
                                          </p:val>
                                        </p:tav>
                                        <p:tav tm="100000">
                                          <p:val>
                                            <p:strVal val="#ppt_h"/>
                                          </p:val>
                                        </p:tav>
                                      </p:tavLst>
                                    </p:anim>
                                    <p:animEffect transition="in" filter="fade">
                                      <p:cBhvr>
                                        <p:cTn id="53" dur="500"/>
                                        <p:tgtEl>
                                          <p:spTgt spid="57364"/>
                                        </p:tgtEl>
                                      </p:cBhvr>
                                    </p:animEffect>
                                  </p:childTnLst>
                                </p:cTn>
                              </p:par>
                              <p:par>
                                <p:cTn id="54" presetID="53" presetClass="entr" presetSubtype="16" fill="hold" nodeType="withEffect">
                                  <p:stCondLst>
                                    <p:cond delay="0"/>
                                  </p:stCondLst>
                                  <p:childTnLst>
                                    <p:set>
                                      <p:cBhvr>
                                        <p:cTn id="55" dur="1" fill="hold">
                                          <p:stCondLst>
                                            <p:cond delay="0"/>
                                          </p:stCondLst>
                                        </p:cTn>
                                        <p:tgtEl>
                                          <p:spTgt spid="57365"/>
                                        </p:tgtEl>
                                        <p:attrNameLst>
                                          <p:attrName>style.visibility</p:attrName>
                                        </p:attrNameLst>
                                      </p:cBhvr>
                                      <p:to>
                                        <p:strVal val="visible"/>
                                      </p:to>
                                    </p:set>
                                    <p:anim calcmode="lin" valueType="num">
                                      <p:cBhvr>
                                        <p:cTn id="56" dur="500" fill="hold"/>
                                        <p:tgtEl>
                                          <p:spTgt spid="57365"/>
                                        </p:tgtEl>
                                        <p:attrNameLst>
                                          <p:attrName>ppt_w</p:attrName>
                                        </p:attrNameLst>
                                      </p:cBhvr>
                                      <p:tavLst>
                                        <p:tav tm="0">
                                          <p:val>
                                            <p:fltVal val="0"/>
                                          </p:val>
                                        </p:tav>
                                        <p:tav tm="100000">
                                          <p:val>
                                            <p:strVal val="#ppt_w"/>
                                          </p:val>
                                        </p:tav>
                                      </p:tavLst>
                                    </p:anim>
                                    <p:anim calcmode="lin" valueType="num">
                                      <p:cBhvr>
                                        <p:cTn id="57" dur="500" fill="hold"/>
                                        <p:tgtEl>
                                          <p:spTgt spid="57365"/>
                                        </p:tgtEl>
                                        <p:attrNameLst>
                                          <p:attrName>ppt_h</p:attrName>
                                        </p:attrNameLst>
                                      </p:cBhvr>
                                      <p:tavLst>
                                        <p:tav tm="0">
                                          <p:val>
                                            <p:fltVal val="0"/>
                                          </p:val>
                                        </p:tav>
                                        <p:tav tm="100000">
                                          <p:val>
                                            <p:strVal val="#ppt_h"/>
                                          </p:val>
                                        </p:tav>
                                      </p:tavLst>
                                    </p:anim>
                                    <p:animEffect transition="in" filter="fade">
                                      <p:cBhvr>
                                        <p:cTn id="58" dur="500"/>
                                        <p:tgtEl>
                                          <p:spTgt spid="57365"/>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57366"/>
                                        </p:tgtEl>
                                        <p:attrNameLst>
                                          <p:attrName>style.visibility</p:attrName>
                                        </p:attrNameLst>
                                      </p:cBhvr>
                                      <p:to>
                                        <p:strVal val="visible"/>
                                      </p:to>
                                    </p:set>
                                    <p:anim calcmode="lin" valueType="num">
                                      <p:cBhvr>
                                        <p:cTn id="61" dur="500" fill="hold"/>
                                        <p:tgtEl>
                                          <p:spTgt spid="57366"/>
                                        </p:tgtEl>
                                        <p:attrNameLst>
                                          <p:attrName>ppt_w</p:attrName>
                                        </p:attrNameLst>
                                      </p:cBhvr>
                                      <p:tavLst>
                                        <p:tav tm="0">
                                          <p:val>
                                            <p:fltVal val="0"/>
                                          </p:val>
                                        </p:tav>
                                        <p:tav tm="100000">
                                          <p:val>
                                            <p:strVal val="#ppt_w"/>
                                          </p:val>
                                        </p:tav>
                                      </p:tavLst>
                                    </p:anim>
                                    <p:anim calcmode="lin" valueType="num">
                                      <p:cBhvr>
                                        <p:cTn id="62" dur="500" fill="hold"/>
                                        <p:tgtEl>
                                          <p:spTgt spid="57366"/>
                                        </p:tgtEl>
                                        <p:attrNameLst>
                                          <p:attrName>ppt_h</p:attrName>
                                        </p:attrNameLst>
                                      </p:cBhvr>
                                      <p:tavLst>
                                        <p:tav tm="0">
                                          <p:val>
                                            <p:fltVal val="0"/>
                                          </p:val>
                                        </p:tav>
                                        <p:tav tm="100000">
                                          <p:val>
                                            <p:strVal val="#ppt_h"/>
                                          </p:val>
                                        </p:tav>
                                      </p:tavLst>
                                    </p:anim>
                                    <p:animEffect transition="in" filter="fade">
                                      <p:cBhvr>
                                        <p:cTn id="63" dur="500"/>
                                        <p:tgtEl>
                                          <p:spTgt spid="57366"/>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57367"/>
                                        </p:tgtEl>
                                        <p:attrNameLst>
                                          <p:attrName>style.visibility</p:attrName>
                                        </p:attrNameLst>
                                      </p:cBhvr>
                                      <p:to>
                                        <p:strVal val="visible"/>
                                      </p:to>
                                    </p:set>
                                    <p:anim calcmode="lin" valueType="num">
                                      <p:cBhvr>
                                        <p:cTn id="66" dur="500" fill="hold"/>
                                        <p:tgtEl>
                                          <p:spTgt spid="57367"/>
                                        </p:tgtEl>
                                        <p:attrNameLst>
                                          <p:attrName>ppt_w</p:attrName>
                                        </p:attrNameLst>
                                      </p:cBhvr>
                                      <p:tavLst>
                                        <p:tav tm="0">
                                          <p:val>
                                            <p:fltVal val="0"/>
                                          </p:val>
                                        </p:tav>
                                        <p:tav tm="100000">
                                          <p:val>
                                            <p:strVal val="#ppt_w"/>
                                          </p:val>
                                        </p:tav>
                                      </p:tavLst>
                                    </p:anim>
                                    <p:anim calcmode="lin" valueType="num">
                                      <p:cBhvr>
                                        <p:cTn id="67" dur="500" fill="hold"/>
                                        <p:tgtEl>
                                          <p:spTgt spid="57367"/>
                                        </p:tgtEl>
                                        <p:attrNameLst>
                                          <p:attrName>ppt_h</p:attrName>
                                        </p:attrNameLst>
                                      </p:cBhvr>
                                      <p:tavLst>
                                        <p:tav tm="0">
                                          <p:val>
                                            <p:fltVal val="0"/>
                                          </p:val>
                                        </p:tav>
                                        <p:tav tm="100000">
                                          <p:val>
                                            <p:strVal val="#ppt_h"/>
                                          </p:val>
                                        </p:tav>
                                      </p:tavLst>
                                    </p:anim>
                                    <p:animEffect transition="in" filter="fade">
                                      <p:cBhvr>
                                        <p:cTn id="68" dur="500"/>
                                        <p:tgtEl>
                                          <p:spTgt spid="57367"/>
                                        </p:tgtEl>
                                      </p:cBhvr>
                                    </p:animEffect>
                                  </p:childTnLst>
                                </p:cTn>
                              </p:par>
                              <p:par>
                                <p:cTn id="69" presetID="53" presetClass="entr" presetSubtype="16" fill="hold" nodeType="withEffect">
                                  <p:stCondLst>
                                    <p:cond delay="0"/>
                                  </p:stCondLst>
                                  <p:childTnLst>
                                    <p:set>
                                      <p:cBhvr>
                                        <p:cTn id="70" dur="1" fill="hold">
                                          <p:stCondLst>
                                            <p:cond delay="0"/>
                                          </p:stCondLst>
                                        </p:cTn>
                                        <p:tgtEl>
                                          <p:spTgt spid="57368"/>
                                        </p:tgtEl>
                                        <p:attrNameLst>
                                          <p:attrName>style.visibility</p:attrName>
                                        </p:attrNameLst>
                                      </p:cBhvr>
                                      <p:to>
                                        <p:strVal val="visible"/>
                                      </p:to>
                                    </p:set>
                                    <p:anim calcmode="lin" valueType="num">
                                      <p:cBhvr>
                                        <p:cTn id="71" dur="500" fill="hold"/>
                                        <p:tgtEl>
                                          <p:spTgt spid="57368"/>
                                        </p:tgtEl>
                                        <p:attrNameLst>
                                          <p:attrName>ppt_w</p:attrName>
                                        </p:attrNameLst>
                                      </p:cBhvr>
                                      <p:tavLst>
                                        <p:tav tm="0">
                                          <p:val>
                                            <p:fltVal val="0"/>
                                          </p:val>
                                        </p:tav>
                                        <p:tav tm="100000">
                                          <p:val>
                                            <p:strVal val="#ppt_w"/>
                                          </p:val>
                                        </p:tav>
                                      </p:tavLst>
                                    </p:anim>
                                    <p:anim calcmode="lin" valueType="num">
                                      <p:cBhvr>
                                        <p:cTn id="72" dur="500" fill="hold"/>
                                        <p:tgtEl>
                                          <p:spTgt spid="57368"/>
                                        </p:tgtEl>
                                        <p:attrNameLst>
                                          <p:attrName>ppt_h</p:attrName>
                                        </p:attrNameLst>
                                      </p:cBhvr>
                                      <p:tavLst>
                                        <p:tav tm="0">
                                          <p:val>
                                            <p:fltVal val="0"/>
                                          </p:val>
                                        </p:tav>
                                        <p:tav tm="100000">
                                          <p:val>
                                            <p:strVal val="#ppt_h"/>
                                          </p:val>
                                        </p:tav>
                                      </p:tavLst>
                                    </p:anim>
                                    <p:animEffect transition="in" filter="fade">
                                      <p:cBhvr>
                                        <p:cTn id="73" dur="500"/>
                                        <p:tgtEl>
                                          <p:spTgt spid="57368"/>
                                        </p:tgtEl>
                                      </p:cBhvr>
                                    </p:animEffect>
                                  </p:childTnLst>
                                </p:cTn>
                              </p:par>
                              <p:par>
                                <p:cTn id="74" presetID="53" presetClass="entr" presetSubtype="16" fill="hold" nodeType="withEffect">
                                  <p:stCondLst>
                                    <p:cond delay="0"/>
                                  </p:stCondLst>
                                  <p:childTnLst>
                                    <p:set>
                                      <p:cBhvr>
                                        <p:cTn id="75" dur="1" fill="hold">
                                          <p:stCondLst>
                                            <p:cond delay="0"/>
                                          </p:stCondLst>
                                        </p:cTn>
                                        <p:tgtEl>
                                          <p:spTgt spid="57369"/>
                                        </p:tgtEl>
                                        <p:attrNameLst>
                                          <p:attrName>style.visibility</p:attrName>
                                        </p:attrNameLst>
                                      </p:cBhvr>
                                      <p:to>
                                        <p:strVal val="visible"/>
                                      </p:to>
                                    </p:set>
                                    <p:anim calcmode="lin" valueType="num">
                                      <p:cBhvr>
                                        <p:cTn id="76" dur="500" fill="hold"/>
                                        <p:tgtEl>
                                          <p:spTgt spid="57369"/>
                                        </p:tgtEl>
                                        <p:attrNameLst>
                                          <p:attrName>ppt_w</p:attrName>
                                        </p:attrNameLst>
                                      </p:cBhvr>
                                      <p:tavLst>
                                        <p:tav tm="0">
                                          <p:val>
                                            <p:fltVal val="0"/>
                                          </p:val>
                                        </p:tav>
                                        <p:tav tm="100000">
                                          <p:val>
                                            <p:strVal val="#ppt_w"/>
                                          </p:val>
                                        </p:tav>
                                      </p:tavLst>
                                    </p:anim>
                                    <p:anim calcmode="lin" valueType="num">
                                      <p:cBhvr>
                                        <p:cTn id="77" dur="500" fill="hold"/>
                                        <p:tgtEl>
                                          <p:spTgt spid="57369"/>
                                        </p:tgtEl>
                                        <p:attrNameLst>
                                          <p:attrName>ppt_h</p:attrName>
                                        </p:attrNameLst>
                                      </p:cBhvr>
                                      <p:tavLst>
                                        <p:tav tm="0">
                                          <p:val>
                                            <p:fltVal val="0"/>
                                          </p:val>
                                        </p:tav>
                                        <p:tav tm="100000">
                                          <p:val>
                                            <p:strVal val="#ppt_h"/>
                                          </p:val>
                                        </p:tav>
                                      </p:tavLst>
                                    </p:anim>
                                    <p:animEffect transition="in" filter="fade">
                                      <p:cBhvr>
                                        <p:cTn id="78" dur="500"/>
                                        <p:tgtEl>
                                          <p:spTgt spid="57369"/>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57370"/>
                                        </p:tgtEl>
                                        <p:attrNameLst>
                                          <p:attrName>style.visibility</p:attrName>
                                        </p:attrNameLst>
                                      </p:cBhvr>
                                      <p:to>
                                        <p:strVal val="visible"/>
                                      </p:to>
                                    </p:set>
                                    <p:anim calcmode="lin" valueType="num">
                                      <p:cBhvr>
                                        <p:cTn id="81" dur="500" fill="hold"/>
                                        <p:tgtEl>
                                          <p:spTgt spid="57370"/>
                                        </p:tgtEl>
                                        <p:attrNameLst>
                                          <p:attrName>ppt_w</p:attrName>
                                        </p:attrNameLst>
                                      </p:cBhvr>
                                      <p:tavLst>
                                        <p:tav tm="0">
                                          <p:val>
                                            <p:fltVal val="0"/>
                                          </p:val>
                                        </p:tav>
                                        <p:tav tm="100000">
                                          <p:val>
                                            <p:strVal val="#ppt_w"/>
                                          </p:val>
                                        </p:tav>
                                      </p:tavLst>
                                    </p:anim>
                                    <p:anim calcmode="lin" valueType="num">
                                      <p:cBhvr>
                                        <p:cTn id="82" dur="500" fill="hold"/>
                                        <p:tgtEl>
                                          <p:spTgt spid="57370"/>
                                        </p:tgtEl>
                                        <p:attrNameLst>
                                          <p:attrName>ppt_h</p:attrName>
                                        </p:attrNameLst>
                                      </p:cBhvr>
                                      <p:tavLst>
                                        <p:tav tm="0">
                                          <p:val>
                                            <p:fltVal val="0"/>
                                          </p:val>
                                        </p:tav>
                                        <p:tav tm="100000">
                                          <p:val>
                                            <p:strVal val="#ppt_h"/>
                                          </p:val>
                                        </p:tav>
                                      </p:tavLst>
                                    </p:anim>
                                    <p:animEffect transition="in" filter="fade">
                                      <p:cBhvr>
                                        <p:cTn id="83" dur="500"/>
                                        <p:tgtEl>
                                          <p:spTgt spid="57370"/>
                                        </p:tgtEl>
                                      </p:cBhvr>
                                    </p:animEffect>
                                  </p:childTnLst>
                                </p:cTn>
                              </p:par>
                              <p:par>
                                <p:cTn id="84" presetID="53" presetClass="entr" presetSubtype="16" fill="hold" nodeType="withEffect">
                                  <p:stCondLst>
                                    <p:cond delay="0"/>
                                  </p:stCondLst>
                                  <p:childTnLst>
                                    <p:set>
                                      <p:cBhvr>
                                        <p:cTn id="85" dur="1" fill="hold">
                                          <p:stCondLst>
                                            <p:cond delay="0"/>
                                          </p:stCondLst>
                                        </p:cTn>
                                        <p:tgtEl>
                                          <p:spTgt spid="57371"/>
                                        </p:tgtEl>
                                        <p:attrNameLst>
                                          <p:attrName>style.visibility</p:attrName>
                                        </p:attrNameLst>
                                      </p:cBhvr>
                                      <p:to>
                                        <p:strVal val="visible"/>
                                      </p:to>
                                    </p:set>
                                    <p:anim calcmode="lin" valueType="num">
                                      <p:cBhvr>
                                        <p:cTn id="86" dur="500" fill="hold"/>
                                        <p:tgtEl>
                                          <p:spTgt spid="57371"/>
                                        </p:tgtEl>
                                        <p:attrNameLst>
                                          <p:attrName>ppt_w</p:attrName>
                                        </p:attrNameLst>
                                      </p:cBhvr>
                                      <p:tavLst>
                                        <p:tav tm="0">
                                          <p:val>
                                            <p:fltVal val="0"/>
                                          </p:val>
                                        </p:tav>
                                        <p:tav tm="100000">
                                          <p:val>
                                            <p:strVal val="#ppt_w"/>
                                          </p:val>
                                        </p:tav>
                                      </p:tavLst>
                                    </p:anim>
                                    <p:anim calcmode="lin" valueType="num">
                                      <p:cBhvr>
                                        <p:cTn id="87" dur="500" fill="hold"/>
                                        <p:tgtEl>
                                          <p:spTgt spid="57371"/>
                                        </p:tgtEl>
                                        <p:attrNameLst>
                                          <p:attrName>ppt_h</p:attrName>
                                        </p:attrNameLst>
                                      </p:cBhvr>
                                      <p:tavLst>
                                        <p:tav tm="0">
                                          <p:val>
                                            <p:fltVal val="0"/>
                                          </p:val>
                                        </p:tav>
                                        <p:tav tm="100000">
                                          <p:val>
                                            <p:strVal val="#ppt_h"/>
                                          </p:val>
                                        </p:tav>
                                      </p:tavLst>
                                    </p:anim>
                                    <p:animEffect transition="in" filter="fade">
                                      <p:cBhvr>
                                        <p:cTn id="88" dur="500"/>
                                        <p:tgtEl>
                                          <p:spTgt spid="57371"/>
                                        </p:tgtEl>
                                      </p:cBhvr>
                                    </p:animEffect>
                                  </p:childTnLst>
                                </p:cTn>
                              </p:par>
                              <p:par>
                                <p:cTn id="89" presetID="53" presetClass="entr" presetSubtype="16" fill="hold" nodeType="withEffect">
                                  <p:stCondLst>
                                    <p:cond delay="0"/>
                                  </p:stCondLst>
                                  <p:childTnLst>
                                    <p:set>
                                      <p:cBhvr>
                                        <p:cTn id="90" dur="1" fill="hold">
                                          <p:stCondLst>
                                            <p:cond delay="0"/>
                                          </p:stCondLst>
                                        </p:cTn>
                                        <p:tgtEl>
                                          <p:spTgt spid="57372"/>
                                        </p:tgtEl>
                                        <p:attrNameLst>
                                          <p:attrName>style.visibility</p:attrName>
                                        </p:attrNameLst>
                                      </p:cBhvr>
                                      <p:to>
                                        <p:strVal val="visible"/>
                                      </p:to>
                                    </p:set>
                                    <p:anim calcmode="lin" valueType="num">
                                      <p:cBhvr>
                                        <p:cTn id="91" dur="500" fill="hold"/>
                                        <p:tgtEl>
                                          <p:spTgt spid="57372"/>
                                        </p:tgtEl>
                                        <p:attrNameLst>
                                          <p:attrName>ppt_w</p:attrName>
                                        </p:attrNameLst>
                                      </p:cBhvr>
                                      <p:tavLst>
                                        <p:tav tm="0">
                                          <p:val>
                                            <p:fltVal val="0"/>
                                          </p:val>
                                        </p:tav>
                                        <p:tav tm="100000">
                                          <p:val>
                                            <p:strVal val="#ppt_w"/>
                                          </p:val>
                                        </p:tav>
                                      </p:tavLst>
                                    </p:anim>
                                    <p:anim calcmode="lin" valueType="num">
                                      <p:cBhvr>
                                        <p:cTn id="92" dur="500" fill="hold"/>
                                        <p:tgtEl>
                                          <p:spTgt spid="57372"/>
                                        </p:tgtEl>
                                        <p:attrNameLst>
                                          <p:attrName>ppt_h</p:attrName>
                                        </p:attrNameLst>
                                      </p:cBhvr>
                                      <p:tavLst>
                                        <p:tav tm="0">
                                          <p:val>
                                            <p:fltVal val="0"/>
                                          </p:val>
                                        </p:tav>
                                        <p:tav tm="100000">
                                          <p:val>
                                            <p:strVal val="#ppt_h"/>
                                          </p:val>
                                        </p:tav>
                                      </p:tavLst>
                                    </p:anim>
                                    <p:animEffect transition="in" filter="fade">
                                      <p:cBhvr>
                                        <p:cTn id="93" dur="500"/>
                                        <p:tgtEl>
                                          <p:spTgt spid="57372"/>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57373"/>
                                        </p:tgtEl>
                                        <p:attrNameLst>
                                          <p:attrName>style.visibility</p:attrName>
                                        </p:attrNameLst>
                                      </p:cBhvr>
                                      <p:to>
                                        <p:strVal val="visible"/>
                                      </p:to>
                                    </p:set>
                                    <p:anim calcmode="lin" valueType="num">
                                      <p:cBhvr>
                                        <p:cTn id="96" dur="500" fill="hold"/>
                                        <p:tgtEl>
                                          <p:spTgt spid="57373"/>
                                        </p:tgtEl>
                                        <p:attrNameLst>
                                          <p:attrName>ppt_w</p:attrName>
                                        </p:attrNameLst>
                                      </p:cBhvr>
                                      <p:tavLst>
                                        <p:tav tm="0">
                                          <p:val>
                                            <p:fltVal val="0"/>
                                          </p:val>
                                        </p:tav>
                                        <p:tav tm="100000">
                                          <p:val>
                                            <p:strVal val="#ppt_w"/>
                                          </p:val>
                                        </p:tav>
                                      </p:tavLst>
                                    </p:anim>
                                    <p:anim calcmode="lin" valueType="num">
                                      <p:cBhvr>
                                        <p:cTn id="97" dur="500" fill="hold"/>
                                        <p:tgtEl>
                                          <p:spTgt spid="57373"/>
                                        </p:tgtEl>
                                        <p:attrNameLst>
                                          <p:attrName>ppt_h</p:attrName>
                                        </p:attrNameLst>
                                      </p:cBhvr>
                                      <p:tavLst>
                                        <p:tav tm="0">
                                          <p:val>
                                            <p:fltVal val="0"/>
                                          </p:val>
                                        </p:tav>
                                        <p:tav tm="100000">
                                          <p:val>
                                            <p:strVal val="#ppt_h"/>
                                          </p:val>
                                        </p:tav>
                                      </p:tavLst>
                                    </p:anim>
                                    <p:animEffect transition="in" filter="fade">
                                      <p:cBhvr>
                                        <p:cTn id="98" dur="500"/>
                                        <p:tgtEl>
                                          <p:spTgt spid="57373"/>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57374"/>
                                        </p:tgtEl>
                                        <p:attrNameLst>
                                          <p:attrName>style.visibility</p:attrName>
                                        </p:attrNameLst>
                                      </p:cBhvr>
                                      <p:to>
                                        <p:strVal val="visible"/>
                                      </p:to>
                                    </p:set>
                                    <p:anim calcmode="lin" valueType="num">
                                      <p:cBhvr>
                                        <p:cTn id="101" dur="500" fill="hold"/>
                                        <p:tgtEl>
                                          <p:spTgt spid="57374"/>
                                        </p:tgtEl>
                                        <p:attrNameLst>
                                          <p:attrName>ppt_w</p:attrName>
                                        </p:attrNameLst>
                                      </p:cBhvr>
                                      <p:tavLst>
                                        <p:tav tm="0">
                                          <p:val>
                                            <p:fltVal val="0"/>
                                          </p:val>
                                        </p:tav>
                                        <p:tav tm="100000">
                                          <p:val>
                                            <p:strVal val="#ppt_w"/>
                                          </p:val>
                                        </p:tav>
                                      </p:tavLst>
                                    </p:anim>
                                    <p:anim calcmode="lin" valueType="num">
                                      <p:cBhvr>
                                        <p:cTn id="102" dur="500" fill="hold"/>
                                        <p:tgtEl>
                                          <p:spTgt spid="57374"/>
                                        </p:tgtEl>
                                        <p:attrNameLst>
                                          <p:attrName>ppt_h</p:attrName>
                                        </p:attrNameLst>
                                      </p:cBhvr>
                                      <p:tavLst>
                                        <p:tav tm="0">
                                          <p:val>
                                            <p:fltVal val="0"/>
                                          </p:val>
                                        </p:tav>
                                        <p:tav tm="100000">
                                          <p:val>
                                            <p:strVal val="#ppt_h"/>
                                          </p:val>
                                        </p:tav>
                                      </p:tavLst>
                                    </p:anim>
                                    <p:animEffect transition="in" filter="fade">
                                      <p:cBhvr>
                                        <p:cTn id="103" dur="500"/>
                                        <p:tgtEl>
                                          <p:spTgt spid="57374"/>
                                        </p:tgtEl>
                                      </p:cBhvr>
                                    </p:animEffect>
                                  </p:childTnLst>
                                </p:cTn>
                              </p:par>
                              <p:par>
                                <p:cTn id="104" presetID="53" presetClass="entr" presetSubtype="16" fill="hold" nodeType="withEffect">
                                  <p:stCondLst>
                                    <p:cond delay="0"/>
                                  </p:stCondLst>
                                  <p:childTnLst>
                                    <p:set>
                                      <p:cBhvr>
                                        <p:cTn id="105" dur="1" fill="hold">
                                          <p:stCondLst>
                                            <p:cond delay="0"/>
                                          </p:stCondLst>
                                        </p:cTn>
                                        <p:tgtEl>
                                          <p:spTgt spid="57375"/>
                                        </p:tgtEl>
                                        <p:attrNameLst>
                                          <p:attrName>style.visibility</p:attrName>
                                        </p:attrNameLst>
                                      </p:cBhvr>
                                      <p:to>
                                        <p:strVal val="visible"/>
                                      </p:to>
                                    </p:set>
                                    <p:anim calcmode="lin" valueType="num">
                                      <p:cBhvr>
                                        <p:cTn id="106" dur="500" fill="hold"/>
                                        <p:tgtEl>
                                          <p:spTgt spid="57375"/>
                                        </p:tgtEl>
                                        <p:attrNameLst>
                                          <p:attrName>ppt_w</p:attrName>
                                        </p:attrNameLst>
                                      </p:cBhvr>
                                      <p:tavLst>
                                        <p:tav tm="0">
                                          <p:val>
                                            <p:fltVal val="0"/>
                                          </p:val>
                                        </p:tav>
                                        <p:tav tm="100000">
                                          <p:val>
                                            <p:strVal val="#ppt_w"/>
                                          </p:val>
                                        </p:tav>
                                      </p:tavLst>
                                    </p:anim>
                                    <p:anim calcmode="lin" valueType="num">
                                      <p:cBhvr>
                                        <p:cTn id="107" dur="500" fill="hold"/>
                                        <p:tgtEl>
                                          <p:spTgt spid="57375"/>
                                        </p:tgtEl>
                                        <p:attrNameLst>
                                          <p:attrName>ppt_h</p:attrName>
                                        </p:attrNameLst>
                                      </p:cBhvr>
                                      <p:tavLst>
                                        <p:tav tm="0">
                                          <p:val>
                                            <p:fltVal val="0"/>
                                          </p:val>
                                        </p:tav>
                                        <p:tav tm="100000">
                                          <p:val>
                                            <p:strVal val="#ppt_h"/>
                                          </p:val>
                                        </p:tav>
                                      </p:tavLst>
                                    </p:anim>
                                    <p:animEffect transition="in" filter="fade">
                                      <p:cBhvr>
                                        <p:cTn id="108" dur="500"/>
                                        <p:tgtEl>
                                          <p:spTgt spid="57375"/>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57376"/>
                                        </p:tgtEl>
                                        <p:attrNameLst>
                                          <p:attrName>style.visibility</p:attrName>
                                        </p:attrNameLst>
                                      </p:cBhvr>
                                      <p:to>
                                        <p:strVal val="visible"/>
                                      </p:to>
                                    </p:set>
                                    <p:anim calcmode="lin" valueType="num">
                                      <p:cBhvr>
                                        <p:cTn id="111" dur="500" fill="hold"/>
                                        <p:tgtEl>
                                          <p:spTgt spid="57376"/>
                                        </p:tgtEl>
                                        <p:attrNameLst>
                                          <p:attrName>ppt_w</p:attrName>
                                        </p:attrNameLst>
                                      </p:cBhvr>
                                      <p:tavLst>
                                        <p:tav tm="0">
                                          <p:val>
                                            <p:fltVal val="0"/>
                                          </p:val>
                                        </p:tav>
                                        <p:tav tm="100000">
                                          <p:val>
                                            <p:strVal val="#ppt_w"/>
                                          </p:val>
                                        </p:tav>
                                      </p:tavLst>
                                    </p:anim>
                                    <p:anim calcmode="lin" valueType="num">
                                      <p:cBhvr>
                                        <p:cTn id="112" dur="500" fill="hold"/>
                                        <p:tgtEl>
                                          <p:spTgt spid="57376"/>
                                        </p:tgtEl>
                                        <p:attrNameLst>
                                          <p:attrName>ppt_h</p:attrName>
                                        </p:attrNameLst>
                                      </p:cBhvr>
                                      <p:tavLst>
                                        <p:tav tm="0">
                                          <p:val>
                                            <p:fltVal val="0"/>
                                          </p:val>
                                        </p:tav>
                                        <p:tav tm="100000">
                                          <p:val>
                                            <p:strVal val="#ppt_h"/>
                                          </p:val>
                                        </p:tav>
                                      </p:tavLst>
                                    </p:anim>
                                    <p:animEffect transition="in" filter="fade">
                                      <p:cBhvr>
                                        <p:cTn id="113" dur="500"/>
                                        <p:tgtEl>
                                          <p:spTgt spid="57376"/>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57377"/>
                                        </p:tgtEl>
                                        <p:attrNameLst>
                                          <p:attrName>style.visibility</p:attrName>
                                        </p:attrNameLst>
                                      </p:cBhvr>
                                      <p:to>
                                        <p:strVal val="visible"/>
                                      </p:to>
                                    </p:set>
                                    <p:anim calcmode="lin" valueType="num">
                                      <p:cBhvr>
                                        <p:cTn id="116" dur="500" fill="hold"/>
                                        <p:tgtEl>
                                          <p:spTgt spid="57377"/>
                                        </p:tgtEl>
                                        <p:attrNameLst>
                                          <p:attrName>ppt_w</p:attrName>
                                        </p:attrNameLst>
                                      </p:cBhvr>
                                      <p:tavLst>
                                        <p:tav tm="0">
                                          <p:val>
                                            <p:fltVal val="0"/>
                                          </p:val>
                                        </p:tav>
                                        <p:tav tm="100000">
                                          <p:val>
                                            <p:strVal val="#ppt_w"/>
                                          </p:val>
                                        </p:tav>
                                      </p:tavLst>
                                    </p:anim>
                                    <p:anim calcmode="lin" valueType="num">
                                      <p:cBhvr>
                                        <p:cTn id="117" dur="500" fill="hold"/>
                                        <p:tgtEl>
                                          <p:spTgt spid="57377"/>
                                        </p:tgtEl>
                                        <p:attrNameLst>
                                          <p:attrName>ppt_h</p:attrName>
                                        </p:attrNameLst>
                                      </p:cBhvr>
                                      <p:tavLst>
                                        <p:tav tm="0">
                                          <p:val>
                                            <p:fltVal val="0"/>
                                          </p:val>
                                        </p:tav>
                                        <p:tav tm="100000">
                                          <p:val>
                                            <p:strVal val="#ppt_h"/>
                                          </p:val>
                                        </p:tav>
                                      </p:tavLst>
                                    </p:anim>
                                    <p:animEffect transition="in" filter="fade">
                                      <p:cBhvr>
                                        <p:cTn id="118" dur="500"/>
                                        <p:tgtEl>
                                          <p:spTgt spid="57377"/>
                                        </p:tgtEl>
                                      </p:cBhvr>
                                    </p:animEffect>
                                  </p:childTnLst>
                                </p:cTn>
                              </p:par>
                              <p:par>
                                <p:cTn id="119" presetID="53" presetClass="entr" presetSubtype="16" fill="hold" nodeType="withEffect">
                                  <p:stCondLst>
                                    <p:cond delay="0"/>
                                  </p:stCondLst>
                                  <p:childTnLst>
                                    <p:set>
                                      <p:cBhvr>
                                        <p:cTn id="120" dur="1" fill="hold">
                                          <p:stCondLst>
                                            <p:cond delay="0"/>
                                          </p:stCondLst>
                                        </p:cTn>
                                        <p:tgtEl>
                                          <p:spTgt spid="57378"/>
                                        </p:tgtEl>
                                        <p:attrNameLst>
                                          <p:attrName>style.visibility</p:attrName>
                                        </p:attrNameLst>
                                      </p:cBhvr>
                                      <p:to>
                                        <p:strVal val="visible"/>
                                      </p:to>
                                    </p:set>
                                    <p:anim calcmode="lin" valueType="num">
                                      <p:cBhvr>
                                        <p:cTn id="121" dur="500" fill="hold"/>
                                        <p:tgtEl>
                                          <p:spTgt spid="57378"/>
                                        </p:tgtEl>
                                        <p:attrNameLst>
                                          <p:attrName>ppt_w</p:attrName>
                                        </p:attrNameLst>
                                      </p:cBhvr>
                                      <p:tavLst>
                                        <p:tav tm="0">
                                          <p:val>
                                            <p:fltVal val="0"/>
                                          </p:val>
                                        </p:tav>
                                        <p:tav tm="100000">
                                          <p:val>
                                            <p:strVal val="#ppt_w"/>
                                          </p:val>
                                        </p:tav>
                                      </p:tavLst>
                                    </p:anim>
                                    <p:anim calcmode="lin" valueType="num">
                                      <p:cBhvr>
                                        <p:cTn id="122" dur="500" fill="hold"/>
                                        <p:tgtEl>
                                          <p:spTgt spid="57378"/>
                                        </p:tgtEl>
                                        <p:attrNameLst>
                                          <p:attrName>ppt_h</p:attrName>
                                        </p:attrNameLst>
                                      </p:cBhvr>
                                      <p:tavLst>
                                        <p:tav tm="0">
                                          <p:val>
                                            <p:fltVal val="0"/>
                                          </p:val>
                                        </p:tav>
                                        <p:tav tm="100000">
                                          <p:val>
                                            <p:strVal val="#ppt_h"/>
                                          </p:val>
                                        </p:tav>
                                      </p:tavLst>
                                    </p:anim>
                                    <p:animEffect transition="in" filter="fade">
                                      <p:cBhvr>
                                        <p:cTn id="123" dur="500"/>
                                        <p:tgtEl>
                                          <p:spTgt spid="57378"/>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57379"/>
                                        </p:tgtEl>
                                        <p:attrNameLst>
                                          <p:attrName>style.visibility</p:attrName>
                                        </p:attrNameLst>
                                      </p:cBhvr>
                                      <p:to>
                                        <p:strVal val="visible"/>
                                      </p:to>
                                    </p:set>
                                    <p:anim calcmode="lin" valueType="num">
                                      <p:cBhvr>
                                        <p:cTn id="126" dur="500" fill="hold"/>
                                        <p:tgtEl>
                                          <p:spTgt spid="57379"/>
                                        </p:tgtEl>
                                        <p:attrNameLst>
                                          <p:attrName>ppt_w</p:attrName>
                                        </p:attrNameLst>
                                      </p:cBhvr>
                                      <p:tavLst>
                                        <p:tav tm="0">
                                          <p:val>
                                            <p:fltVal val="0"/>
                                          </p:val>
                                        </p:tav>
                                        <p:tav tm="100000">
                                          <p:val>
                                            <p:strVal val="#ppt_w"/>
                                          </p:val>
                                        </p:tav>
                                      </p:tavLst>
                                    </p:anim>
                                    <p:anim calcmode="lin" valueType="num">
                                      <p:cBhvr>
                                        <p:cTn id="127" dur="500" fill="hold"/>
                                        <p:tgtEl>
                                          <p:spTgt spid="57379"/>
                                        </p:tgtEl>
                                        <p:attrNameLst>
                                          <p:attrName>ppt_h</p:attrName>
                                        </p:attrNameLst>
                                      </p:cBhvr>
                                      <p:tavLst>
                                        <p:tav tm="0">
                                          <p:val>
                                            <p:fltVal val="0"/>
                                          </p:val>
                                        </p:tav>
                                        <p:tav tm="100000">
                                          <p:val>
                                            <p:strVal val="#ppt_h"/>
                                          </p:val>
                                        </p:tav>
                                      </p:tavLst>
                                    </p:anim>
                                    <p:animEffect transition="in" filter="fade">
                                      <p:cBhvr>
                                        <p:cTn id="128" dur="500"/>
                                        <p:tgtEl>
                                          <p:spTgt spid="57379"/>
                                        </p:tgtEl>
                                      </p:cBhvr>
                                    </p:animEffect>
                                  </p:childTnLst>
                                </p:cTn>
                              </p:par>
                              <p:par>
                                <p:cTn id="129" presetID="53" presetClass="entr" presetSubtype="16" fill="hold" nodeType="withEffect">
                                  <p:stCondLst>
                                    <p:cond delay="0"/>
                                  </p:stCondLst>
                                  <p:childTnLst>
                                    <p:set>
                                      <p:cBhvr>
                                        <p:cTn id="130" dur="1" fill="hold">
                                          <p:stCondLst>
                                            <p:cond delay="0"/>
                                          </p:stCondLst>
                                        </p:cTn>
                                        <p:tgtEl>
                                          <p:spTgt spid="57380"/>
                                        </p:tgtEl>
                                        <p:attrNameLst>
                                          <p:attrName>style.visibility</p:attrName>
                                        </p:attrNameLst>
                                      </p:cBhvr>
                                      <p:to>
                                        <p:strVal val="visible"/>
                                      </p:to>
                                    </p:set>
                                    <p:anim calcmode="lin" valueType="num">
                                      <p:cBhvr>
                                        <p:cTn id="131" dur="500" fill="hold"/>
                                        <p:tgtEl>
                                          <p:spTgt spid="57380"/>
                                        </p:tgtEl>
                                        <p:attrNameLst>
                                          <p:attrName>ppt_w</p:attrName>
                                        </p:attrNameLst>
                                      </p:cBhvr>
                                      <p:tavLst>
                                        <p:tav tm="0">
                                          <p:val>
                                            <p:fltVal val="0"/>
                                          </p:val>
                                        </p:tav>
                                        <p:tav tm="100000">
                                          <p:val>
                                            <p:strVal val="#ppt_w"/>
                                          </p:val>
                                        </p:tav>
                                      </p:tavLst>
                                    </p:anim>
                                    <p:anim calcmode="lin" valueType="num">
                                      <p:cBhvr>
                                        <p:cTn id="132" dur="500" fill="hold"/>
                                        <p:tgtEl>
                                          <p:spTgt spid="57380"/>
                                        </p:tgtEl>
                                        <p:attrNameLst>
                                          <p:attrName>ppt_h</p:attrName>
                                        </p:attrNameLst>
                                      </p:cBhvr>
                                      <p:tavLst>
                                        <p:tav tm="0">
                                          <p:val>
                                            <p:fltVal val="0"/>
                                          </p:val>
                                        </p:tav>
                                        <p:tav tm="100000">
                                          <p:val>
                                            <p:strVal val="#ppt_h"/>
                                          </p:val>
                                        </p:tav>
                                      </p:tavLst>
                                    </p:anim>
                                    <p:animEffect transition="in" filter="fade">
                                      <p:cBhvr>
                                        <p:cTn id="133" dur="500"/>
                                        <p:tgtEl>
                                          <p:spTgt spid="57380"/>
                                        </p:tgtEl>
                                      </p:cBhvr>
                                    </p:animEffect>
                                  </p:childTnLst>
                                </p:cTn>
                              </p:par>
                              <p:par>
                                <p:cTn id="134" presetID="53" presetClass="entr" presetSubtype="16" fill="hold" nodeType="withEffect">
                                  <p:stCondLst>
                                    <p:cond delay="0"/>
                                  </p:stCondLst>
                                  <p:childTnLst>
                                    <p:set>
                                      <p:cBhvr>
                                        <p:cTn id="135" dur="1" fill="hold">
                                          <p:stCondLst>
                                            <p:cond delay="0"/>
                                          </p:stCondLst>
                                        </p:cTn>
                                        <p:tgtEl>
                                          <p:spTgt spid="57381"/>
                                        </p:tgtEl>
                                        <p:attrNameLst>
                                          <p:attrName>style.visibility</p:attrName>
                                        </p:attrNameLst>
                                      </p:cBhvr>
                                      <p:to>
                                        <p:strVal val="visible"/>
                                      </p:to>
                                    </p:set>
                                    <p:anim calcmode="lin" valueType="num">
                                      <p:cBhvr>
                                        <p:cTn id="136" dur="500" fill="hold"/>
                                        <p:tgtEl>
                                          <p:spTgt spid="57381"/>
                                        </p:tgtEl>
                                        <p:attrNameLst>
                                          <p:attrName>ppt_w</p:attrName>
                                        </p:attrNameLst>
                                      </p:cBhvr>
                                      <p:tavLst>
                                        <p:tav tm="0">
                                          <p:val>
                                            <p:fltVal val="0"/>
                                          </p:val>
                                        </p:tav>
                                        <p:tav tm="100000">
                                          <p:val>
                                            <p:strVal val="#ppt_w"/>
                                          </p:val>
                                        </p:tav>
                                      </p:tavLst>
                                    </p:anim>
                                    <p:anim calcmode="lin" valueType="num">
                                      <p:cBhvr>
                                        <p:cTn id="137" dur="500" fill="hold"/>
                                        <p:tgtEl>
                                          <p:spTgt spid="57381"/>
                                        </p:tgtEl>
                                        <p:attrNameLst>
                                          <p:attrName>ppt_h</p:attrName>
                                        </p:attrNameLst>
                                      </p:cBhvr>
                                      <p:tavLst>
                                        <p:tav tm="0">
                                          <p:val>
                                            <p:fltVal val="0"/>
                                          </p:val>
                                        </p:tav>
                                        <p:tav tm="100000">
                                          <p:val>
                                            <p:strVal val="#ppt_h"/>
                                          </p:val>
                                        </p:tav>
                                      </p:tavLst>
                                    </p:anim>
                                    <p:animEffect transition="in" filter="fade">
                                      <p:cBhvr>
                                        <p:cTn id="138" dur="500"/>
                                        <p:tgtEl>
                                          <p:spTgt spid="57381"/>
                                        </p:tgtEl>
                                      </p:cBhvr>
                                    </p:animEffect>
                                  </p:childTnLst>
                                </p:cTn>
                              </p:par>
                              <p:par>
                                <p:cTn id="139" presetID="53" presetClass="entr" presetSubtype="16" fill="hold" nodeType="withEffect">
                                  <p:stCondLst>
                                    <p:cond delay="0"/>
                                  </p:stCondLst>
                                  <p:childTnLst>
                                    <p:set>
                                      <p:cBhvr>
                                        <p:cTn id="140" dur="1" fill="hold">
                                          <p:stCondLst>
                                            <p:cond delay="0"/>
                                          </p:stCondLst>
                                        </p:cTn>
                                        <p:tgtEl>
                                          <p:spTgt spid="57382"/>
                                        </p:tgtEl>
                                        <p:attrNameLst>
                                          <p:attrName>style.visibility</p:attrName>
                                        </p:attrNameLst>
                                      </p:cBhvr>
                                      <p:to>
                                        <p:strVal val="visible"/>
                                      </p:to>
                                    </p:set>
                                    <p:anim calcmode="lin" valueType="num">
                                      <p:cBhvr>
                                        <p:cTn id="141" dur="500" fill="hold"/>
                                        <p:tgtEl>
                                          <p:spTgt spid="57382"/>
                                        </p:tgtEl>
                                        <p:attrNameLst>
                                          <p:attrName>ppt_w</p:attrName>
                                        </p:attrNameLst>
                                      </p:cBhvr>
                                      <p:tavLst>
                                        <p:tav tm="0">
                                          <p:val>
                                            <p:fltVal val="0"/>
                                          </p:val>
                                        </p:tav>
                                        <p:tav tm="100000">
                                          <p:val>
                                            <p:strVal val="#ppt_w"/>
                                          </p:val>
                                        </p:tav>
                                      </p:tavLst>
                                    </p:anim>
                                    <p:anim calcmode="lin" valueType="num">
                                      <p:cBhvr>
                                        <p:cTn id="142" dur="500" fill="hold"/>
                                        <p:tgtEl>
                                          <p:spTgt spid="57382"/>
                                        </p:tgtEl>
                                        <p:attrNameLst>
                                          <p:attrName>ppt_h</p:attrName>
                                        </p:attrNameLst>
                                      </p:cBhvr>
                                      <p:tavLst>
                                        <p:tav tm="0">
                                          <p:val>
                                            <p:fltVal val="0"/>
                                          </p:val>
                                        </p:tav>
                                        <p:tav tm="100000">
                                          <p:val>
                                            <p:strVal val="#ppt_h"/>
                                          </p:val>
                                        </p:tav>
                                      </p:tavLst>
                                    </p:anim>
                                    <p:animEffect transition="in" filter="fade">
                                      <p:cBhvr>
                                        <p:cTn id="143" dur="500"/>
                                        <p:tgtEl>
                                          <p:spTgt spid="57382"/>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57383"/>
                                        </p:tgtEl>
                                        <p:attrNameLst>
                                          <p:attrName>style.visibility</p:attrName>
                                        </p:attrNameLst>
                                      </p:cBhvr>
                                      <p:to>
                                        <p:strVal val="visible"/>
                                      </p:to>
                                    </p:set>
                                    <p:anim calcmode="lin" valueType="num">
                                      <p:cBhvr>
                                        <p:cTn id="146" dur="500" fill="hold"/>
                                        <p:tgtEl>
                                          <p:spTgt spid="57383"/>
                                        </p:tgtEl>
                                        <p:attrNameLst>
                                          <p:attrName>ppt_w</p:attrName>
                                        </p:attrNameLst>
                                      </p:cBhvr>
                                      <p:tavLst>
                                        <p:tav tm="0">
                                          <p:val>
                                            <p:fltVal val="0"/>
                                          </p:val>
                                        </p:tav>
                                        <p:tav tm="100000">
                                          <p:val>
                                            <p:strVal val="#ppt_w"/>
                                          </p:val>
                                        </p:tav>
                                      </p:tavLst>
                                    </p:anim>
                                    <p:anim calcmode="lin" valueType="num">
                                      <p:cBhvr>
                                        <p:cTn id="147" dur="500" fill="hold"/>
                                        <p:tgtEl>
                                          <p:spTgt spid="57383"/>
                                        </p:tgtEl>
                                        <p:attrNameLst>
                                          <p:attrName>ppt_h</p:attrName>
                                        </p:attrNameLst>
                                      </p:cBhvr>
                                      <p:tavLst>
                                        <p:tav tm="0">
                                          <p:val>
                                            <p:fltVal val="0"/>
                                          </p:val>
                                        </p:tav>
                                        <p:tav tm="100000">
                                          <p:val>
                                            <p:strVal val="#ppt_h"/>
                                          </p:val>
                                        </p:tav>
                                      </p:tavLst>
                                    </p:anim>
                                    <p:animEffect transition="in" filter="fade">
                                      <p:cBhvr>
                                        <p:cTn id="148" dur="500"/>
                                        <p:tgtEl>
                                          <p:spTgt spid="57383"/>
                                        </p:tgtEl>
                                      </p:cBhvr>
                                    </p:animEffect>
                                  </p:childTnLst>
                                </p:cTn>
                              </p:par>
                              <p:par>
                                <p:cTn id="149" presetID="53" presetClass="entr" presetSubtype="16" fill="hold" nodeType="withEffect">
                                  <p:stCondLst>
                                    <p:cond delay="0"/>
                                  </p:stCondLst>
                                  <p:childTnLst>
                                    <p:set>
                                      <p:cBhvr>
                                        <p:cTn id="150" dur="1" fill="hold">
                                          <p:stCondLst>
                                            <p:cond delay="0"/>
                                          </p:stCondLst>
                                        </p:cTn>
                                        <p:tgtEl>
                                          <p:spTgt spid="57384"/>
                                        </p:tgtEl>
                                        <p:attrNameLst>
                                          <p:attrName>style.visibility</p:attrName>
                                        </p:attrNameLst>
                                      </p:cBhvr>
                                      <p:to>
                                        <p:strVal val="visible"/>
                                      </p:to>
                                    </p:set>
                                    <p:anim calcmode="lin" valueType="num">
                                      <p:cBhvr>
                                        <p:cTn id="151" dur="500" fill="hold"/>
                                        <p:tgtEl>
                                          <p:spTgt spid="57384"/>
                                        </p:tgtEl>
                                        <p:attrNameLst>
                                          <p:attrName>ppt_w</p:attrName>
                                        </p:attrNameLst>
                                      </p:cBhvr>
                                      <p:tavLst>
                                        <p:tav tm="0">
                                          <p:val>
                                            <p:fltVal val="0"/>
                                          </p:val>
                                        </p:tav>
                                        <p:tav tm="100000">
                                          <p:val>
                                            <p:strVal val="#ppt_w"/>
                                          </p:val>
                                        </p:tav>
                                      </p:tavLst>
                                    </p:anim>
                                    <p:anim calcmode="lin" valueType="num">
                                      <p:cBhvr>
                                        <p:cTn id="152" dur="500" fill="hold"/>
                                        <p:tgtEl>
                                          <p:spTgt spid="57384"/>
                                        </p:tgtEl>
                                        <p:attrNameLst>
                                          <p:attrName>ppt_h</p:attrName>
                                        </p:attrNameLst>
                                      </p:cBhvr>
                                      <p:tavLst>
                                        <p:tav tm="0">
                                          <p:val>
                                            <p:fltVal val="0"/>
                                          </p:val>
                                        </p:tav>
                                        <p:tav tm="100000">
                                          <p:val>
                                            <p:strVal val="#ppt_h"/>
                                          </p:val>
                                        </p:tav>
                                      </p:tavLst>
                                    </p:anim>
                                    <p:animEffect transition="in" filter="fade">
                                      <p:cBhvr>
                                        <p:cTn id="153" dur="500"/>
                                        <p:tgtEl>
                                          <p:spTgt spid="57384"/>
                                        </p:tgtEl>
                                      </p:cBhvr>
                                    </p:animEffect>
                                  </p:childTnLst>
                                </p:cTn>
                              </p:par>
                              <p:par>
                                <p:cTn id="154" presetID="53" presetClass="entr" presetSubtype="16" fill="hold" grpId="0" nodeType="withEffect">
                                  <p:stCondLst>
                                    <p:cond delay="0"/>
                                  </p:stCondLst>
                                  <p:childTnLst>
                                    <p:set>
                                      <p:cBhvr>
                                        <p:cTn id="155" dur="1" fill="hold">
                                          <p:stCondLst>
                                            <p:cond delay="0"/>
                                          </p:stCondLst>
                                        </p:cTn>
                                        <p:tgtEl>
                                          <p:spTgt spid="57385"/>
                                        </p:tgtEl>
                                        <p:attrNameLst>
                                          <p:attrName>style.visibility</p:attrName>
                                        </p:attrNameLst>
                                      </p:cBhvr>
                                      <p:to>
                                        <p:strVal val="visible"/>
                                      </p:to>
                                    </p:set>
                                    <p:anim calcmode="lin" valueType="num">
                                      <p:cBhvr>
                                        <p:cTn id="156" dur="500" fill="hold"/>
                                        <p:tgtEl>
                                          <p:spTgt spid="57385"/>
                                        </p:tgtEl>
                                        <p:attrNameLst>
                                          <p:attrName>ppt_w</p:attrName>
                                        </p:attrNameLst>
                                      </p:cBhvr>
                                      <p:tavLst>
                                        <p:tav tm="0">
                                          <p:val>
                                            <p:fltVal val="0"/>
                                          </p:val>
                                        </p:tav>
                                        <p:tav tm="100000">
                                          <p:val>
                                            <p:strVal val="#ppt_w"/>
                                          </p:val>
                                        </p:tav>
                                      </p:tavLst>
                                    </p:anim>
                                    <p:anim calcmode="lin" valueType="num">
                                      <p:cBhvr>
                                        <p:cTn id="157" dur="500" fill="hold"/>
                                        <p:tgtEl>
                                          <p:spTgt spid="57385"/>
                                        </p:tgtEl>
                                        <p:attrNameLst>
                                          <p:attrName>ppt_h</p:attrName>
                                        </p:attrNameLst>
                                      </p:cBhvr>
                                      <p:tavLst>
                                        <p:tav tm="0">
                                          <p:val>
                                            <p:fltVal val="0"/>
                                          </p:val>
                                        </p:tav>
                                        <p:tav tm="100000">
                                          <p:val>
                                            <p:strVal val="#ppt_h"/>
                                          </p:val>
                                        </p:tav>
                                      </p:tavLst>
                                    </p:anim>
                                    <p:animEffect transition="in" filter="fade">
                                      <p:cBhvr>
                                        <p:cTn id="158" dur="500"/>
                                        <p:tgtEl>
                                          <p:spTgt spid="57385"/>
                                        </p:tgtEl>
                                      </p:cBhvr>
                                    </p:animEffect>
                                  </p:childTnLst>
                                </p:cTn>
                              </p:par>
                              <p:par>
                                <p:cTn id="159" presetID="53" presetClass="entr" presetSubtype="16" fill="hold" nodeType="withEffect">
                                  <p:stCondLst>
                                    <p:cond delay="0"/>
                                  </p:stCondLst>
                                  <p:childTnLst>
                                    <p:set>
                                      <p:cBhvr>
                                        <p:cTn id="160" dur="1" fill="hold">
                                          <p:stCondLst>
                                            <p:cond delay="0"/>
                                          </p:stCondLst>
                                        </p:cTn>
                                        <p:tgtEl>
                                          <p:spTgt spid="57386"/>
                                        </p:tgtEl>
                                        <p:attrNameLst>
                                          <p:attrName>style.visibility</p:attrName>
                                        </p:attrNameLst>
                                      </p:cBhvr>
                                      <p:to>
                                        <p:strVal val="visible"/>
                                      </p:to>
                                    </p:set>
                                    <p:anim calcmode="lin" valueType="num">
                                      <p:cBhvr>
                                        <p:cTn id="161" dur="500" fill="hold"/>
                                        <p:tgtEl>
                                          <p:spTgt spid="57386"/>
                                        </p:tgtEl>
                                        <p:attrNameLst>
                                          <p:attrName>ppt_w</p:attrName>
                                        </p:attrNameLst>
                                      </p:cBhvr>
                                      <p:tavLst>
                                        <p:tav tm="0">
                                          <p:val>
                                            <p:fltVal val="0"/>
                                          </p:val>
                                        </p:tav>
                                        <p:tav tm="100000">
                                          <p:val>
                                            <p:strVal val="#ppt_w"/>
                                          </p:val>
                                        </p:tav>
                                      </p:tavLst>
                                    </p:anim>
                                    <p:anim calcmode="lin" valueType="num">
                                      <p:cBhvr>
                                        <p:cTn id="162" dur="500" fill="hold"/>
                                        <p:tgtEl>
                                          <p:spTgt spid="57386"/>
                                        </p:tgtEl>
                                        <p:attrNameLst>
                                          <p:attrName>ppt_h</p:attrName>
                                        </p:attrNameLst>
                                      </p:cBhvr>
                                      <p:tavLst>
                                        <p:tav tm="0">
                                          <p:val>
                                            <p:fltVal val="0"/>
                                          </p:val>
                                        </p:tav>
                                        <p:tav tm="100000">
                                          <p:val>
                                            <p:strVal val="#ppt_h"/>
                                          </p:val>
                                        </p:tav>
                                      </p:tavLst>
                                    </p:anim>
                                    <p:animEffect transition="in" filter="fade">
                                      <p:cBhvr>
                                        <p:cTn id="163" dur="500"/>
                                        <p:tgtEl>
                                          <p:spTgt spid="57386"/>
                                        </p:tgtEl>
                                      </p:cBhvr>
                                    </p:animEffect>
                                  </p:childTnLst>
                                </p:cTn>
                              </p:par>
                              <p:par>
                                <p:cTn id="164" presetID="53" presetClass="entr" presetSubtype="16" fill="hold" grpId="0" nodeType="withEffect">
                                  <p:stCondLst>
                                    <p:cond delay="0"/>
                                  </p:stCondLst>
                                  <p:childTnLst>
                                    <p:set>
                                      <p:cBhvr>
                                        <p:cTn id="165" dur="1" fill="hold">
                                          <p:stCondLst>
                                            <p:cond delay="0"/>
                                          </p:stCondLst>
                                        </p:cTn>
                                        <p:tgtEl>
                                          <p:spTgt spid="57398"/>
                                        </p:tgtEl>
                                        <p:attrNameLst>
                                          <p:attrName>style.visibility</p:attrName>
                                        </p:attrNameLst>
                                      </p:cBhvr>
                                      <p:to>
                                        <p:strVal val="visible"/>
                                      </p:to>
                                    </p:set>
                                    <p:anim calcmode="lin" valueType="num">
                                      <p:cBhvr>
                                        <p:cTn id="166" dur="500" fill="hold"/>
                                        <p:tgtEl>
                                          <p:spTgt spid="57398"/>
                                        </p:tgtEl>
                                        <p:attrNameLst>
                                          <p:attrName>ppt_w</p:attrName>
                                        </p:attrNameLst>
                                      </p:cBhvr>
                                      <p:tavLst>
                                        <p:tav tm="0">
                                          <p:val>
                                            <p:fltVal val="0"/>
                                          </p:val>
                                        </p:tav>
                                        <p:tav tm="100000">
                                          <p:val>
                                            <p:strVal val="#ppt_w"/>
                                          </p:val>
                                        </p:tav>
                                      </p:tavLst>
                                    </p:anim>
                                    <p:anim calcmode="lin" valueType="num">
                                      <p:cBhvr>
                                        <p:cTn id="167" dur="500" fill="hold"/>
                                        <p:tgtEl>
                                          <p:spTgt spid="57398"/>
                                        </p:tgtEl>
                                        <p:attrNameLst>
                                          <p:attrName>ppt_h</p:attrName>
                                        </p:attrNameLst>
                                      </p:cBhvr>
                                      <p:tavLst>
                                        <p:tav tm="0">
                                          <p:val>
                                            <p:fltVal val="0"/>
                                          </p:val>
                                        </p:tav>
                                        <p:tav tm="100000">
                                          <p:val>
                                            <p:strVal val="#ppt_h"/>
                                          </p:val>
                                        </p:tav>
                                      </p:tavLst>
                                    </p:anim>
                                    <p:animEffect transition="in" filter="fade">
                                      <p:cBhvr>
                                        <p:cTn id="168" dur="500"/>
                                        <p:tgtEl>
                                          <p:spTgt spid="57398"/>
                                        </p:tgtEl>
                                      </p:cBhvr>
                                    </p:animEffect>
                                  </p:childTnLst>
                                </p:cTn>
                              </p:par>
                            </p:childTnLst>
                          </p:cTn>
                        </p:par>
                      </p:childTnLst>
                    </p:cTn>
                  </p:par>
                  <p:par>
                    <p:cTn id="169" fill="hold">
                      <p:stCondLst>
                        <p:cond delay="indefinite"/>
                      </p:stCondLst>
                      <p:childTnLst>
                        <p:par>
                          <p:cTn id="170" fill="hold">
                            <p:stCondLst>
                              <p:cond delay="0"/>
                            </p:stCondLst>
                            <p:childTnLst>
                              <p:par>
                                <p:cTn id="171" presetID="53" presetClass="entr" presetSubtype="16" fill="hold" grpId="0" nodeType="clickEffect">
                                  <p:stCondLst>
                                    <p:cond delay="0"/>
                                  </p:stCondLst>
                                  <p:childTnLst>
                                    <p:set>
                                      <p:cBhvr>
                                        <p:cTn id="172" dur="1" fill="hold">
                                          <p:stCondLst>
                                            <p:cond delay="0"/>
                                          </p:stCondLst>
                                        </p:cTn>
                                        <p:tgtEl>
                                          <p:spTgt spid="405551"/>
                                        </p:tgtEl>
                                        <p:attrNameLst>
                                          <p:attrName>style.visibility</p:attrName>
                                        </p:attrNameLst>
                                      </p:cBhvr>
                                      <p:to>
                                        <p:strVal val="visible"/>
                                      </p:to>
                                    </p:set>
                                    <p:anim calcmode="lin" valueType="num">
                                      <p:cBhvr>
                                        <p:cTn id="173" dur="500" fill="hold"/>
                                        <p:tgtEl>
                                          <p:spTgt spid="405551"/>
                                        </p:tgtEl>
                                        <p:attrNameLst>
                                          <p:attrName>ppt_w</p:attrName>
                                        </p:attrNameLst>
                                      </p:cBhvr>
                                      <p:tavLst>
                                        <p:tav tm="0">
                                          <p:val>
                                            <p:fltVal val="0"/>
                                          </p:val>
                                        </p:tav>
                                        <p:tav tm="100000">
                                          <p:val>
                                            <p:strVal val="#ppt_w"/>
                                          </p:val>
                                        </p:tav>
                                      </p:tavLst>
                                    </p:anim>
                                    <p:anim calcmode="lin" valueType="num">
                                      <p:cBhvr>
                                        <p:cTn id="174" dur="500" fill="hold"/>
                                        <p:tgtEl>
                                          <p:spTgt spid="405551"/>
                                        </p:tgtEl>
                                        <p:attrNameLst>
                                          <p:attrName>ppt_h</p:attrName>
                                        </p:attrNameLst>
                                      </p:cBhvr>
                                      <p:tavLst>
                                        <p:tav tm="0">
                                          <p:val>
                                            <p:fltVal val="0"/>
                                          </p:val>
                                        </p:tav>
                                        <p:tav tm="100000">
                                          <p:val>
                                            <p:strVal val="#ppt_h"/>
                                          </p:val>
                                        </p:tav>
                                      </p:tavLst>
                                    </p:anim>
                                    <p:animEffect transition="in" filter="fade">
                                      <p:cBhvr>
                                        <p:cTn id="175" dur="500"/>
                                        <p:tgtEl>
                                          <p:spTgt spid="405551"/>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xit" presetSubtype="4" fill="hold" grpId="1" nodeType="clickEffect">
                                  <p:stCondLst>
                                    <p:cond delay="0"/>
                                  </p:stCondLst>
                                  <p:childTnLst>
                                    <p:animEffect transition="out" filter="wipe(down)">
                                      <p:cBhvr>
                                        <p:cTn id="179" dur="500"/>
                                        <p:tgtEl>
                                          <p:spTgt spid="405551"/>
                                        </p:tgtEl>
                                      </p:cBhvr>
                                    </p:animEffect>
                                    <p:set>
                                      <p:cBhvr>
                                        <p:cTn id="180" dur="1" fill="hold">
                                          <p:stCondLst>
                                            <p:cond delay="499"/>
                                          </p:stCondLst>
                                        </p:cTn>
                                        <p:tgtEl>
                                          <p:spTgt spid="405551"/>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27" presetClass="emph" presetSubtype="0" fill="remove" grpId="1" nodeType="clickEffect">
                                  <p:stCondLst>
                                    <p:cond delay="0"/>
                                  </p:stCondLst>
                                  <p:childTnLst>
                                    <p:animClr clrSpc="rgb" dir="cw">
                                      <p:cBhvr override="childStyle">
                                        <p:cTn id="184" dur="250" autoRev="1" fill="remove"/>
                                        <p:tgtEl>
                                          <p:spTgt spid="57359"/>
                                        </p:tgtEl>
                                        <p:attrNameLst>
                                          <p:attrName>style.color</p:attrName>
                                        </p:attrNameLst>
                                      </p:cBhvr>
                                      <p:to>
                                        <a:schemeClr val="bg1"/>
                                      </p:to>
                                    </p:animClr>
                                    <p:animClr clrSpc="rgb" dir="cw">
                                      <p:cBhvr>
                                        <p:cTn id="185" dur="250" autoRev="1" fill="remove"/>
                                        <p:tgtEl>
                                          <p:spTgt spid="57359"/>
                                        </p:tgtEl>
                                        <p:attrNameLst>
                                          <p:attrName>fillcolor</p:attrName>
                                        </p:attrNameLst>
                                      </p:cBhvr>
                                      <p:to>
                                        <a:schemeClr val="bg1"/>
                                      </p:to>
                                    </p:animClr>
                                    <p:set>
                                      <p:cBhvr>
                                        <p:cTn id="186" dur="250" autoRev="1" fill="remove"/>
                                        <p:tgtEl>
                                          <p:spTgt spid="57359"/>
                                        </p:tgtEl>
                                        <p:attrNameLst>
                                          <p:attrName>fill.type</p:attrName>
                                        </p:attrNameLst>
                                      </p:cBhvr>
                                      <p:to>
                                        <p:strVal val="solid"/>
                                      </p:to>
                                    </p:set>
                                    <p:set>
                                      <p:cBhvr>
                                        <p:cTn id="187" dur="250" autoRev="1" fill="remove"/>
                                        <p:tgtEl>
                                          <p:spTgt spid="57359"/>
                                        </p:tgtEl>
                                        <p:attrNameLst>
                                          <p:attrName>fill.on</p:attrName>
                                        </p:attrNameLst>
                                      </p:cBhvr>
                                      <p:to>
                                        <p:strVal val="true"/>
                                      </p:to>
                                    </p:set>
                                  </p:childTnLst>
                                </p:cTn>
                              </p:par>
                              <p:par>
                                <p:cTn id="188" presetID="27" presetClass="emph" presetSubtype="0" fill="remove" grpId="1" nodeType="withEffect">
                                  <p:stCondLst>
                                    <p:cond delay="0"/>
                                  </p:stCondLst>
                                  <p:childTnLst>
                                    <p:animClr clrSpc="rgb" dir="cw">
                                      <p:cBhvr override="childStyle">
                                        <p:cTn id="189" dur="250" autoRev="1" fill="remove"/>
                                        <p:tgtEl>
                                          <p:spTgt spid="57364"/>
                                        </p:tgtEl>
                                        <p:attrNameLst>
                                          <p:attrName>style.color</p:attrName>
                                        </p:attrNameLst>
                                      </p:cBhvr>
                                      <p:to>
                                        <a:schemeClr val="bg1"/>
                                      </p:to>
                                    </p:animClr>
                                    <p:animClr clrSpc="rgb" dir="cw">
                                      <p:cBhvr>
                                        <p:cTn id="190" dur="250" autoRev="1" fill="remove"/>
                                        <p:tgtEl>
                                          <p:spTgt spid="57364"/>
                                        </p:tgtEl>
                                        <p:attrNameLst>
                                          <p:attrName>fillcolor</p:attrName>
                                        </p:attrNameLst>
                                      </p:cBhvr>
                                      <p:to>
                                        <a:schemeClr val="bg1"/>
                                      </p:to>
                                    </p:animClr>
                                    <p:set>
                                      <p:cBhvr>
                                        <p:cTn id="191" dur="250" autoRev="1" fill="remove"/>
                                        <p:tgtEl>
                                          <p:spTgt spid="57364"/>
                                        </p:tgtEl>
                                        <p:attrNameLst>
                                          <p:attrName>fill.type</p:attrName>
                                        </p:attrNameLst>
                                      </p:cBhvr>
                                      <p:to>
                                        <p:strVal val="solid"/>
                                      </p:to>
                                    </p:set>
                                    <p:set>
                                      <p:cBhvr>
                                        <p:cTn id="192" dur="250" autoRev="1" fill="remove"/>
                                        <p:tgtEl>
                                          <p:spTgt spid="57364"/>
                                        </p:tgtEl>
                                        <p:attrNameLst>
                                          <p:attrName>fill.on</p:attrName>
                                        </p:attrNameLst>
                                      </p:cBhvr>
                                      <p:to>
                                        <p:strVal val="true"/>
                                      </p:to>
                                    </p:set>
                                  </p:childTnLst>
                                </p:cTn>
                              </p:par>
                              <p:par>
                                <p:cTn id="193" presetID="27" presetClass="emph" presetSubtype="0" fill="remove" grpId="1" nodeType="withEffect">
                                  <p:stCondLst>
                                    <p:cond delay="0"/>
                                  </p:stCondLst>
                                  <p:childTnLst>
                                    <p:animClr clrSpc="rgb" dir="cw">
                                      <p:cBhvr override="childStyle">
                                        <p:cTn id="194" dur="250" autoRev="1" fill="remove"/>
                                        <p:tgtEl>
                                          <p:spTgt spid="57374"/>
                                        </p:tgtEl>
                                        <p:attrNameLst>
                                          <p:attrName>style.color</p:attrName>
                                        </p:attrNameLst>
                                      </p:cBhvr>
                                      <p:to>
                                        <a:schemeClr val="bg1"/>
                                      </p:to>
                                    </p:animClr>
                                    <p:animClr clrSpc="rgb" dir="cw">
                                      <p:cBhvr>
                                        <p:cTn id="195" dur="250" autoRev="1" fill="remove"/>
                                        <p:tgtEl>
                                          <p:spTgt spid="57374"/>
                                        </p:tgtEl>
                                        <p:attrNameLst>
                                          <p:attrName>fillcolor</p:attrName>
                                        </p:attrNameLst>
                                      </p:cBhvr>
                                      <p:to>
                                        <a:schemeClr val="bg1"/>
                                      </p:to>
                                    </p:animClr>
                                    <p:set>
                                      <p:cBhvr>
                                        <p:cTn id="196" dur="250" autoRev="1" fill="remove"/>
                                        <p:tgtEl>
                                          <p:spTgt spid="57374"/>
                                        </p:tgtEl>
                                        <p:attrNameLst>
                                          <p:attrName>fill.type</p:attrName>
                                        </p:attrNameLst>
                                      </p:cBhvr>
                                      <p:to>
                                        <p:strVal val="solid"/>
                                      </p:to>
                                    </p:set>
                                    <p:set>
                                      <p:cBhvr>
                                        <p:cTn id="197" dur="250" autoRev="1" fill="remove"/>
                                        <p:tgtEl>
                                          <p:spTgt spid="57374"/>
                                        </p:tgtEl>
                                        <p:attrNameLst>
                                          <p:attrName>fill.on</p:attrName>
                                        </p:attrNameLst>
                                      </p:cBhvr>
                                      <p:to>
                                        <p:strVal val="true"/>
                                      </p:to>
                                    </p:set>
                                  </p:childTnLst>
                                </p:cTn>
                              </p:par>
                            </p:childTnLst>
                          </p:cTn>
                        </p:par>
                      </p:childTnLst>
                    </p:cTn>
                  </p:par>
                  <p:par>
                    <p:cTn id="198" fill="hold">
                      <p:stCondLst>
                        <p:cond delay="indefinite"/>
                      </p:stCondLst>
                      <p:childTnLst>
                        <p:par>
                          <p:cTn id="199" fill="hold">
                            <p:stCondLst>
                              <p:cond delay="0"/>
                            </p:stCondLst>
                            <p:childTnLst>
                              <p:par>
                                <p:cTn id="200" presetID="53" presetClass="entr" presetSubtype="16" fill="hold" nodeType="clickEffect">
                                  <p:stCondLst>
                                    <p:cond delay="0"/>
                                  </p:stCondLst>
                                  <p:childTnLst>
                                    <p:set>
                                      <p:cBhvr>
                                        <p:cTn id="201" dur="1" fill="hold">
                                          <p:stCondLst>
                                            <p:cond delay="0"/>
                                          </p:stCondLst>
                                        </p:cTn>
                                        <p:tgtEl>
                                          <p:spTgt spid="405535"/>
                                        </p:tgtEl>
                                        <p:attrNameLst>
                                          <p:attrName>style.visibility</p:attrName>
                                        </p:attrNameLst>
                                      </p:cBhvr>
                                      <p:to>
                                        <p:strVal val="visible"/>
                                      </p:to>
                                    </p:set>
                                    <p:anim calcmode="lin" valueType="num">
                                      <p:cBhvr>
                                        <p:cTn id="202" dur="500" fill="hold"/>
                                        <p:tgtEl>
                                          <p:spTgt spid="405535"/>
                                        </p:tgtEl>
                                        <p:attrNameLst>
                                          <p:attrName>ppt_w</p:attrName>
                                        </p:attrNameLst>
                                      </p:cBhvr>
                                      <p:tavLst>
                                        <p:tav tm="0">
                                          <p:val>
                                            <p:fltVal val="0"/>
                                          </p:val>
                                        </p:tav>
                                        <p:tav tm="100000">
                                          <p:val>
                                            <p:strVal val="#ppt_w"/>
                                          </p:val>
                                        </p:tav>
                                      </p:tavLst>
                                    </p:anim>
                                    <p:anim calcmode="lin" valueType="num">
                                      <p:cBhvr>
                                        <p:cTn id="203" dur="500" fill="hold"/>
                                        <p:tgtEl>
                                          <p:spTgt spid="405535"/>
                                        </p:tgtEl>
                                        <p:attrNameLst>
                                          <p:attrName>ppt_h</p:attrName>
                                        </p:attrNameLst>
                                      </p:cBhvr>
                                      <p:tavLst>
                                        <p:tav tm="0">
                                          <p:val>
                                            <p:fltVal val="0"/>
                                          </p:val>
                                        </p:tav>
                                        <p:tav tm="100000">
                                          <p:val>
                                            <p:strVal val="#ppt_h"/>
                                          </p:val>
                                        </p:tav>
                                      </p:tavLst>
                                    </p:anim>
                                    <p:animEffect transition="in" filter="fade">
                                      <p:cBhvr>
                                        <p:cTn id="204" dur="500"/>
                                        <p:tgtEl>
                                          <p:spTgt spid="405535"/>
                                        </p:tgtEl>
                                      </p:cBhvr>
                                    </p:animEffect>
                                  </p:childTnLst>
                                </p:cTn>
                              </p:par>
                              <p:par>
                                <p:cTn id="205" presetID="53" presetClass="entr" presetSubtype="16" fill="hold" nodeType="withEffect">
                                  <p:stCondLst>
                                    <p:cond delay="0"/>
                                  </p:stCondLst>
                                  <p:childTnLst>
                                    <p:set>
                                      <p:cBhvr>
                                        <p:cTn id="206" dur="1" fill="hold">
                                          <p:stCondLst>
                                            <p:cond delay="0"/>
                                          </p:stCondLst>
                                        </p:cTn>
                                        <p:tgtEl>
                                          <p:spTgt spid="405537"/>
                                        </p:tgtEl>
                                        <p:attrNameLst>
                                          <p:attrName>style.visibility</p:attrName>
                                        </p:attrNameLst>
                                      </p:cBhvr>
                                      <p:to>
                                        <p:strVal val="visible"/>
                                      </p:to>
                                    </p:set>
                                    <p:anim calcmode="lin" valueType="num">
                                      <p:cBhvr>
                                        <p:cTn id="207" dur="500" fill="hold"/>
                                        <p:tgtEl>
                                          <p:spTgt spid="405537"/>
                                        </p:tgtEl>
                                        <p:attrNameLst>
                                          <p:attrName>ppt_w</p:attrName>
                                        </p:attrNameLst>
                                      </p:cBhvr>
                                      <p:tavLst>
                                        <p:tav tm="0">
                                          <p:val>
                                            <p:fltVal val="0"/>
                                          </p:val>
                                        </p:tav>
                                        <p:tav tm="100000">
                                          <p:val>
                                            <p:strVal val="#ppt_w"/>
                                          </p:val>
                                        </p:tav>
                                      </p:tavLst>
                                    </p:anim>
                                    <p:anim calcmode="lin" valueType="num">
                                      <p:cBhvr>
                                        <p:cTn id="208" dur="500" fill="hold"/>
                                        <p:tgtEl>
                                          <p:spTgt spid="405537"/>
                                        </p:tgtEl>
                                        <p:attrNameLst>
                                          <p:attrName>ppt_h</p:attrName>
                                        </p:attrNameLst>
                                      </p:cBhvr>
                                      <p:tavLst>
                                        <p:tav tm="0">
                                          <p:val>
                                            <p:fltVal val="0"/>
                                          </p:val>
                                        </p:tav>
                                        <p:tav tm="100000">
                                          <p:val>
                                            <p:strVal val="#ppt_h"/>
                                          </p:val>
                                        </p:tav>
                                      </p:tavLst>
                                    </p:anim>
                                    <p:animEffect transition="in" filter="fade">
                                      <p:cBhvr>
                                        <p:cTn id="209" dur="500"/>
                                        <p:tgtEl>
                                          <p:spTgt spid="405537"/>
                                        </p:tgtEl>
                                      </p:cBhvr>
                                    </p:animEffect>
                                  </p:childTnLst>
                                </p:cTn>
                              </p:par>
                              <p:par>
                                <p:cTn id="210" presetID="53" presetClass="entr" presetSubtype="16" fill="hold" nodeType="withEffect">
                                  <p:stCondLst>
                                    <p:cond delay="0"/>
                                  </p:stCondLst>
                                  <p:childTnLst>
                                    <p:set>
                                      <p:cBhvr>
                                        <p:cTn id="211" dur="1" fill="hold">
                                          <p:stCondLst>
                                            <p:cond delay="0"/>
                                          </p:stCondLst>
                                        </p:cTn>
                                        <p:tgtEl>
                                          <p:spTgt spid="405541"/>
                                        </p:tgtEl>
                                        <p:attrNameLst>
                                          <p:attrName>style.visibility</p:attrName>
                                        </p:attrNameLst>
                                      </p:cBhvr>
                                      <p:to>
                                        <p:strVal val="visible"/>
                                      </p:to>
                                    </p:set>
                                    <p:anim calcmode="lin" valueType="num">
                                      <p:cBhvr>
                                        <p:cTn id="212" dur="500" fill="hold"/>
                                        <p:tgtEl>
                                          <p:spTgt spid="405541"/>
                                        </p:tgtEl>
                                        <p:attrNameLst>
                                          <p:attrName>ppt_w</p:attrName>
                                        </p:attrNameLst>
                                      </p:cBhvr>
                                      <p:tavLst>
                                        <p:tav tm="0">
                                          <p:val>
                                            <p:fltVal val="0"/>
                                          </p:val>
                                        </p:tav>
                                        <p:tav tm="100000">
                                          <p:val>
                                            <p:strVal val="#ppt_w"/>
                                          </p:val>
                                        </p:tav>
                                      </p:tavLst>
                                    </p:anim>
                                    <p:anim calcmode="lin" valueType="num">
                                      <p:cBhvr>
                                        <p:cTn id="213" dur="500" fill="hold"/>
                                        <p:tgtEl>
                                          <p:spTgt spid="405541"/>
                                        </p:tgtEl>
                                        <p:attrNameLst>
                                          <p:attrName>ppt_h</p:attrName>
                                        </p:attrNameLst>
                                      </p:cBhvr>
                                      <p:tavLst>
                                        <p:tav tm="0">
                                          <p:val>
                                            <p:fltVal val="0"/>
                                          </p:val>
                                        </p:tav>
                                        <p:tav tm="100000">
                                          <p:val>
                                            <p:strVal val="#ppt_h"/>
                                          </p:val>
                                        </p:tav>
                                      </p:tavLst>
                                    </p:anim>
                                    <p:animEffect transition="in" filter="fade">
                                      <p:cBhvr>
                                        <p:cTn id="214" dur="500"/>
                                        <p:tgtEl>
                                          <p:spTgt spid="405541"/>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53" presetClass="entr" presetSubtype="16" fill="hold" nodeType="clickEffect">
                                  <p:stCondLst>
                                    <p:cond delay="0"/>
                                  </p:stCondLst>
                                  <p:childTnLst>
                                    <p:set>
                                      <p:cBhvr>
                                        <p:cTn id="218" dur="1" fill="hold">
                                          <p:stCondLst>
                                            <p:cond delay="0"/>
                                          </p:stCondLst>
                                        </p:cTn>
                                        <p:tgtEl>
                                          <p:spTgt spid="405536"/>
                                        </p:tgtEl>
                                        <p:attrNameLst>
                                          <p:attrName>style.visibility</p:attrName>
                                        </p:attrNameLst>
                                      </p:cBhvr>
                                      <p:to>
                                        <p:strVal val="visible"/>
                                      </p:to>
                                    </p:set>
                                    <p:anim calcmode="lin" valueType="num">
                                      <p:cBhvr>
                                        <p:cTn id="219" dur="500" fill="hold"/>
                                        <p:tgtEl>
                                          <p:spTgt spid="405536"/>
                                        </p:tgtEl>
                                        <p:attrNameLst>
                                          <p:attrName>ppt_w</p:attrName>
                                        </p:attrNameLst>
                                      </p:cBhvr>
                                      <p:tavLst>
                                        <p:tav tm="0">
                                          <p:val>
                                            <p:fltVal val="0"/>
                                          </p:val>
                                        </p:tav>
                                        <p:tav tm="100000">
                                          <p:val>
                                            <p:strVal val="#ppt_w"/>
                                          </p:val>
                                        </p:tav>
                                      </p:tavLst>
                                    </p:anim>
                                    <p:anim calcmode="lin" valueType="num">
                                      <p:cBhvr>
                                        <p:cTn id="220" dur="500" fill="hold"/>
                                        <p:tgtEl>
                                          <p:spTgt spid="405536"/>
                                        </p:tgtEl>
                                        <p:attrNameLst>
                                          <p:attrName>ppt_h</p:attrName>
                                        </p:attrNameLst>
                                      </p:cBhvr>
                                      <p:tavLst>
                                        <p:tav tm="0">
                                          <p:val>
                                            <p:fltVal val="0"/>
                                          </p:val>
                                        </p:tav>
                                        <p:tav tm="100000">
                                          <p:val>
                                            <p:strVal val="#ppt_h"/>
                                          </p:val>
                                        </p:tav>
                                      </p:tavLst>
                                    </p:anim>
                                    <p:animEffect transition="in" filter="fade">
                                      <p:cBhvr>
                                        <p:cTn id="221" dur="500"/>
                                        <p:tgtEl>
                                          <p:spTgt spid="405536"/>
                                        </p:tgtEl>
                                      </p:cBhvr>
                                    </p:animEffect>
                                  </p:childTnLst>
                                </p:cTn>
                              </p:par>
                              <p:par>
                                <p:cTn id="222" presetID="53" presetClass="entr" presetSubtype="16" fill="hold" nodeType="withEffect">
                                  <p:stCondLst>
                                    <p:cond delay="0"/>
                                  </p:stCondLst>
                                  <p:childTnLst>
                                    <p:set>
                                      <p:cBhvr>
                                        <p:cTn id="223" dur="1" fill="hold">
                                          <p:stCondLst>
                                            <p:cond delay="0"/>
                                          </p:stCondLst>
                                        </p:cTn>
                                        <p:tgtEl>
                                          <p:spTgt spid="405542"/>
                                        </p:tgtEl>
                                        <p:attrNameLst>
                                          <p:attrName>style.visibility</p:attrName>
                                        </p:attrNameLst>
                                      </p:cBhvr>
                                      <p:to>
                                        <p:strVal val="visible"/>
                                      </p:to>
                                    </p:set>
                                    <p:anim calcmode="lin" valueType="num">
                                      <p:cBhvr>
                                        <p:cTn id="224" dur="500" fill="hold"/>
                                        <p:tgtEl>
                                          <p:spTgt spid="405542"/>
                                        </p:tgtEl>
                                        <p:attrNameLst>
                                          <p:attrName>ppt_w</p:attrName>
                                        </p:attrNameLst>
                                      </p:cBhvr>
                                      <p:tavLst>
                                        <p:tav tm="0">
                                          <p:val>
                                            <p:fltVal val="0"/>
                                          </p:val>
                                        </p:tav>
                                        <p:tav tm="100000">
                                          <p:val>
                                            <p:strVal val="#ppt_w"/>
                                          </p:val>
                                        </p:tav>
                                      </p:tavLst>
                                    </p:anim>
                                    <p:anim calcmode="lin" valueType="num">
                                      <p:cBhvr>
                                        <p:cTn id="225" dur="500" fill="hold"/>
                                        <p:tgtEl>
                                          <p:spTgt spid="405542"/>
                                        </p:tgtEl>
                                        <p:attrNameLst>
                                          <p:attrName>ppt_h</p:attrName>
                                        </p:attrNameLst>
                                      </p:cBhvr>
                                      <p:tavLst>
                                        <p:tav tm="0">
                                          <p:val>
                                            <p:fltVal val="0"/>
                                          </p:val>
                                        </p:tav>
                                        <p:tav tm="100000">
                                          <p:val>
                                            <p:strVal val="#ppt_h"/>
                                          </p:val>
                                        </p:tav>
                                      </p:tavLst>
                                    </p:anim>
                                    <p:animEffect transition="in" filter="fade">
                                      <p:cBhvr>
                                        <p:cTn id="226" dur="500"/>
                                        <p:tgtEl>
                                          <p:spTgt spid="405542"/>
                                        </p:tgtEl>
                                      </p:cBhvr>
                                    </p:animEffec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53" presetClass="entr" presetSubtype="16" fill="hold" nodeType="clickEffect">
                                  <p:stCondLst>
                                    <p:cond delay="0"/>
                                  </p:stCondLst>
                                  <p:childTnLst>
                                    <p:set>
                                      <p:cBhvr>
                                        <p:cTn id="230" dur="1" fill="hold">
                                          <p:stCondLst>
                                            <p:cond delay="0"/>
                                          </p:stCondLst>
                                        </p:cTn>
                                        <p:tgtEl>
                                          <p:spTgt spid="405538"/>
                                        </p:tgtEl>
                                        <p:attrNameLst>
                                          <p:attrName>style.visibility</p:attrName>
                                        </p:attrNameLst>
                                      </p:cBhvr>
                                      <p:to>
                                        <p:strVal val="visible"/>
                                      </p:to>
                                    </p:set>
                                    <p:anim calcmode="lin" valueType="num">
                                      <p:cBhvr>
                                        <p:cTn id="231" dur="500" fill="hold"/>
                                        <p:tgtEl>
                                          <p:spTgt spid="405538"/>
                                        </p:tgtEl>
                                        <p:attrNameLst>
                                          <p:attrName>ppt_w</p:attrName>
                                        </p:attrNameLst>
                                      </p:cBhvr>
                                      <p:tavLst>
                                        <p:tav tm="0">
                                          <p:val>
                                            <p:fltVal val="0"/>
                                          </p:val>
                                        </p:tav>
                                        <p:tav tm="100000">
                                          <p:val>
                                            <p:strVal val="#ppt_w"/>
                                          </p:val>
                                        </p:tav>
                                      </p:tavLst>
                                    </p:anim>
                                    <p:anim calcmode="lin" valueType="num">
                                      <p:cBhvr>
                                        <p:cTn id="232" dur="500" fill="hold"/>
                                        <p:tgtEl>
                                          <p:spTgt spid="405538"/>
                                        </p:tgtEl>
                                        <p:attrNameLst>
                                          <p:attrName>ppt_h</p:attrName>
                                        </p:attrNameLst>
                                      </p:cBhvr>
                                      <p:tavLst>
                                        <p:tav tm="0">
                                          <p:val>
                                            <p:fltVal val="0"/>
                                          </p:val>
                                        </p:tav>
                                        <p:tav tm="100000">
                                          <p:val>
                                            <p:strVal val="#ppt_h"/>
                                          </p:val>
                                        </p:tav>
                                      </p:tavLst>
                                    </p:anim>
                                    <p:animEffect transition="in" filter="fade">
                                      <p:cBhvr>
                                        <p:cTn id="233" dur="500"/>
                                        <p:tgtEl>
                                          <p:spTgt spid="405538"/>
                                        </p:tgtEl>
                                      </p:cBhvr>
                                    </p:animEffect>
                                  </p:childTnLst>
                                </p:cTn>
                              </p:par>
                              <p:par>
                                <p:cTn id="234" presetID="53" presetClass="entr" presetSubtype="16" fill="hold" nodeType="withEffect">
                                  <p:stCondLst>
                                    <p:cond delay="0"/>
                                  </p:stCondLst>
                                  <p:childTnLst>
                                    <p:set>
                                      <p:cBhvr>
                                        <p:cTn id="235" dur="1" fill="hold">
                                          <p:stCondLst>
                                            <p:cond delay="0"/>
                                          </p:stCondLst>
                                        </p:cTn>
                                        <p:tgtEl>
                                          <p:spTgt spid="405539"/>
                                        </p:tgtEl>
                                        <p:attrNameLst>
                                          <p:attrName>style.visibility</p:attrName>
                                        </p:attrNameLst>
                                      </p:cBhvr>
                                      <p:to>
                                        <p:strVal val="visible"/>
                                      </p:to>
                                    </p:set>
                                    <p:anim calcmode="lin" valueType="num">
                                      <p:cBhvr>
                                        <p:cTn id="236" dur="500" fill="hold"/>
                                        <p:tgtEl>
                                          <p:spTgt spid="405539"/>
                                        </p:tgtEl>
                                        <p:attrNameLst>
                                          <p:attrName>ppt_w</p:attrName>
                                        </p:attrNameLst>
                                      </p:cBhvr>
                                      <p:tavLst>
                                        <p:tav tm="0">
                                          <p:val>
                                            <p:fltVal val="0"/>
                                          </p:val>
                                        </p:tav>
                                        <p:tav tm="100000">
                                          <p:val>
                                            <p:strVal val="#ppt_w"/>
                                          </p:val>
                                        </p:tav>
                                      </p:tavLst>
                                    </p:anim>
                                    <p:anim calcmode="lin" valueType="num">
                                      <p:cBhvr>
                                        <p:cTn id="237" dur="500" fill="hold"/>
                                        <p:tgtEl>
                                          <p:spTgt spid="405539"/>
                                        </p:tgtEl>
                                        <p:attrNameLst>
                                          <p:attrName>ppt_h</p:attrName>
                                        </p:attrNameLst>
                                      </p:cBhvr>
                                      <p:tavLst>
                                        <p:tav tm="0">
                                          <p:val>
                                            <p:fltVal val="0"/>
                                          </p:val>
                                        </p:tav>
                                        <p:tav tm="100000">
                                          <p:val>
                                            <p:strVal val="#ppt_h"/>
                                          </p:val>
                                        </p:tav>
                                      </p:tavLst>
                                    </p:anim>
                                    <p:animEffect transition="in" filter="fade">
                                      <p:cBhvr>
                                        <p:cTn id="238" dur="500"/>
                                        <p:tgtEl>
                                          <p:spTgt spid="405539"/>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53" presetClass="entr" presetSubtype="16" fill="hold" nodeType="clickEffect">
                                  <p:stCondLst>
                                    <p:cond delay="0"/>
                                  </p:stCondLst>
                                  <p:childTnLst>
                                    <p:set>
                                      <p:cBhvr>
                                        <p:cTn id="242" dur="1" fill="hold">
                                          <p:stCondLst>
                                            <p:cond delay="0"/>
                                          </p:stCondLst>
                                        </p:cTn>
                                        <p:tgtEl>
                                          <p:spTgt spid="405540"/>
                                        </p:tgtEl>
                                        <p:attrNameLst>
                                          <p:attrName>style.visibility</p:attrName>
                                        </p:attrNameLst>
                                      </p:cBhvr>
                                      <p:to>
                                        <p:strVal val="visible"/>
                                      </p:to>
                                    </p:set>
                                    <p:anim calcmode="lin" valueType="num">
                                      <p:cBhvr>
                                        <p:cTn id="243" dur="500" fill="hold"/>
                                        <p:tgtEl>
                                          <p:spTgt spid="405540"/>
                                        </p:tgtEl>
                                        <p:attrNameLst>
                                          <p:attrName>ppt_w</p:attrName>
                                        </p:attrNameLst>
                                      </p:cBhvr>
                                      <p:tavLst>
                                        <p:tav tm="0">
                                          <p:val>
                                            <p:fltVal val="0"/>
                                          </p:val>
                                        </p:tav>
                                        <p:tav tm="100000">
                                          <p:val>
                                            <p:strVal val="#ppt_w"/>
                                          </p:val>
                                        </p:tav>
                                      </p:tavLst>
                                    </p:anim>
                                    <p:anim calcmode="lin" valueType="num">
                                      <p:cBhvr>
                                        <p:cTn id="244" dur="500" fill="hold"/>
                                        <p:tgtEl>
                                          <p:spTgt spid="405540"/>
                                        </p:tgtEl>
                                        <p:attrNameLst>
                                          <p:attrName>ppt_h</p:attrName>
                                        </p:attrNameLst>
                                      </p:cBhvr>
                                      <p:tavLst>
                                        <p:tav tm="0">
                                          <p:val>
                                            <p:fltVal val="0"/>
                                          </p:val>
                                        </p:tav>
                                        <p:tav tm="100000">
                                          <p:val>
                                            <p:strVal val="#ppt_h"/>
                                          </p:val>
                                        </p:tav>
                                      </p:tavLst>
                                    </p:anim>
                                    <p:animEffect transition="in" filter="fade">
                                      <p:cBhvr>
                                        <p:cTn id="245" dur="500"/>
                                        <p:tgtEl>
                                          <p:spTgt spid="405540"/>
                                        </p:tgtEl>
                                      </p:cBhvr>
                                    </p:animEffect>
                                  </p:childTnLst>
                                </p:cTn>
                              </p:par>
                            </p:childTnLst>
                          </p:cTn>
                        </p:par>
                      </p:childTnLst>
                    </p:cTn>
                  </p:par>
                  <p:par>
                    <p:cTn id="246" fill="hold" nodeType="clickPar">
                      <p:stCondLst>
                        <p:cond delay="indefinite"/>
                      </p:stCondLst>
                      <p:childTnLst>
                        <p:par>
                          <p:cTn id="247" fill="hold" nodeType="withGroup">
                            <p:stCondLst>
                              <p:cond delay="0"/>
                            </p:stCondLst>
                            <p:childTnLst>
                              <p:par>
                                <p:cTn id="248" presetID="53" presetClass="entr" presetSubtype="16" fill="hold" nodeType="clickEffect">
                                  <p:stCondLst>
                                    <p:cond delay="0"/>
                                  </p:stCondLst>
                                  <p:childTnLst>
                                    <p:set>
                                      <p:cBhvr>
                                        <p:cTn id="249" dur="1" fill="hold">
                                          <p:stCondLst>
                                            <p:cond delay="0"/>
                                          </p:stCondLst>
                                        </p:cTn>
                                        <p:tgtEl>
                                          <p:spTgt spid="405543"/>
                                        </p:tgtEl>
                                        <p:attrNameLst>
                                          <p:attrName>style.visibility</p:attrName>
                                        </p:attrNameLst>
                                      </p:cBhvr>
                                      <p:to>
                                        <p:strVal val="visible"/>
                                      </p:to>
                                    </p:set>
                                    <p:anim calcmode="lin" valueType="num">
                                      <p:cBhvr>
                                        <p:cTn id="250" dur="500" fill="hold"/>
                                        <p:tgtEl>
                                          <p:spTgt spid="405543"/>
                                        </p:tgtEl>
                                        <p:attrNameLst>
                                          <p:attrName>ppt_w</p:attrName>
                                        </p:attrNameLst>
                                      </p:cBhvr>
                                      <p:tavLst>
                                        <p:tav tm="0">
                                          <p:val>
                                            <p:fltVal val="0"/>
                                          </p:val>
                                        </p:tav>
                                        <p:tav tm="100000">
                                          <p:val>
                                            <p:strVal val="#ppt_w"/>
                                          </p:val>
                                        </p:tav>
                                      </p:tavLst>
                                    </p:anim>
                                    <p:anim calcmode="lin" valueType="num">
                                      <p:cBhvr>
                                        <p:cTn id="251" dur="500" fill="hold"/>
                                        <p:tgtEl>
                                          <p:spTgt spid="405543"/>
                                        </p:tgtEl>
                                        <p:attrNameLst>
                                          <p:attrName>ppt_h</p:attrName>
                                        </p:attrNameLst>
                                      </p:cBhvr>
                                      <p:tavLst>
                                        <p:tav tm="0">
                                          <p:val>
                                            <p:fltVal val="0"/>
                                          </p:val>
                                        </p:tav>
                                        <p:tav tm="100000">
                                          <p:val>
                                            <p:strVal val="#ppt_h"/>
                                          </p:val>
                                        </p:tav>
                                      </p:tavLst>
                                    </p:anim>
                                    <p:animEffect transition="in" filter="fade">
                                      <p:cBhvr>
                                        <p:cTn id="252" dur="500"/>
                                        <p:tgtEl>
                                          <p:spTgt spid="405543"/>
                                        </p:tgtEl>
                                      </p:cBhvr>
                                    </p:animEffect>
                                  </p:childTnLst>
                                </p:cTn>
                              </p:par>
                              <p:par>
                                <p:cTn id="253" presetID="53" presetClass="entr" presetSubtype="16" fill="hold" nodeType="withEffect">
                                  <p:stCondLst>
                                    <p:cond delay="0"/>
                                  </p:stCondLst>
                                  <p:childTnLst>
                                    <p:set>
                                      <p:cBhvr>
                                        <p:cTn id="254" dur="1" fill="hold">
                                          <p:stCondLst>
                                            <p:cond delay="0"/>
                                          </p:stCondLst>
                                        </p:cTn>
                                        <p:tgtEl>
                                          <p:spTgt spid="405544"/>
                                        </p:tgtEl>
                                        <p:attrNameLst>
                                          <p:attrName>style.visibility</p:attrName>
                                        </p:attrNameLst>
                                      </p:cBhvr>
                                      <p:to>
                                        <p:strVal val="visible"/>
                                      </p:to>
                                    </p:set>
                                    <p:anim calcmode="lin" valueType="num">
                                      <p:cBhvr>
                                        <p:cTn id="255" dur="500" fill="hold"/>
                                        <p:tgtEl>
                                          <p:spTgt spid="405544"/>
                                        </p:tgtEl>
                                        <p:attrNameLst>
                                          <p:attrName>ppt_w</p:attrName>
                                        </p:attrNameLst>
                                      </p:cBhvr>
                                      <p:tavLst>
                                        <p:tav tm="0">
                                          <p:val>
                                            <p:fltVal val="0"/>
                                          </p:val>
                                        </p:tav>
                                        <p:tav tm="100000">
                                          <p:val>
                                            <p:strVal val="#ppt_w"/>
                                          </p:val>
                                        </p:tav>
                                      </p:tavLst>
                                    </p:anim>
                                    <p:anim calcmode="lin" valueType="num">
                                      <p:cBhvr>
                                        <p:cTn id="256" dur="500" fill="hold"/>
                                        <p:tgtEl>
                                          <p:spTgt spid="405544"/>
                                        </p:tgtEl>
                                        <p:attrNameLst>
                                          <p:attrName>ppt_h</p:attrName>
                                        </p:attrNameLst>
                                      </p:cBhvr>
                                      <p:tavLst>
                                        <p:tav tm="0">
                                          <p:val>
                                            <p:fltVal val="0"/>
                                          </p:val>
                                        </p:tav>
                                        <p:tav tm="100000">
                                          <p:val>
                                            <p:strVal val="#ppt_h"/>
                                          </p:val>
                                        </p:tav>
                                      </p:tavLst>
                                    </p:anim>
                                    <p:animEffect transition="in" filter="fade">
                                      <p:cBhvr>
                                        <p:cTn id="257" dur="500"/>
                                        <p:tgtEl>
                                          <p:spTgt spid="405544"/>
                                        </p:tgtEl>
                                      </p:cBhvr>
                                    </p:animEffect>
                                  </p:childTnLst>
                                </p:cTn>
                              </p:par>
                            </p:childTnLst>
                          </p:cTn>
                        </p:par>
                      </p:childTnLst>
                    </p:cTn>
                  </p:par>
                  <p:par>
                    <p:cTn id="258" fill="hold" nodeType="clickPar">
                      <p:stCondLst>
                        <p:cond delay="indefinite"/>
                      </p:stCondLst>
                      <p:childTnLst>
                        <p:par>
                          <p:cTn id="259" fill="hold" nodeType="withGroup">
                            <p:stCondLst>
                              <p:cond delay="0"/>
                            </p:stCondLst>
                            <p:childTnLst>
                              <p:par>
                                <p:cTn id="260" presetID="53" presetClass="entr" presetSubtype="16" fill="hold" nodeType="clickEffect">
                                  <p:stCondLst>
                                    <p:cond delay="0"/>
                                  </p:stCondLst>
                                  <p:childTnLst>
                                    <p:set>
                                      <p:cBhvr>
                                        <p:cTn id="261" dur="1" fill="hold">
                                          <p:stCondLst>
                                            <p:cond delay="0"/>
                                          </p:stCondLst>
                                        </p:cTn>
                                        <p:tgtEl>
                                          <p:spTgt spid="405545"/>
                                        </p:tgtEl>
                                        <p:attrNameLst>
                                          <p:attrName>style.visibility</p:attrName>
                                        </p:attrNameLst>
                                      </p:cBhvr>
                                      <p:to>
                                        <p:strVal val="visible"/>
                                      </p:to>
                                    </p:set>
                                    <p:anim calcmode="lin" valueType="num">
                                      <p:cBhvr>
                                        <p:cTn id="262" dur="500" fill="hold"/>
                                        <p:tgtEl>
                                          <p:spTgt spid="405545"/>
                                        </p:tgtEl>
                                        <p:attrNameLst>
                                          <p:attrName>ppt_w</p:attrName>
                                        </p:attrNameLst>
                                      </p:cBhvr>
                                      <p:tavLst>
                                        <p:tav tm="0">
                                          <p:val>
                                            <p:fltVal val="0"/>
                                          </p:val>
                                        </p:tav>
                                        <p:tav tm="100000">
                                          <p:val>
                                            <p:strVal val="#ppt_w"/>
                                          </p:val>
                                        </p:tav>
                                      </p:tavLst>
                                    </p:anim>
                                    <p:anim calcmode="lin" valueType="num">
                                      <p:cBhvr>
                                        <p:cTn id="263" dur="500" fill="hold"/>
                                        <p:tgtEl>
                                          <p:spTgt spid="405545"/>
                                        </p:tgtEl>
                                        <p:attrNameLst>
                                          <p:attrName>ppt_h</p:attrName>
                                        </p:attrNameLst>
                                      </p:cBhvr>
                                      <p:tavLst>
                                        <p:tav tm="0">
                                          <p:val>
                                            <p:fltVal val="0"/>
                                          </p:val>
                                        </p:tav>
                                        <p:tav tm="100000">
                                          <p:val>
                                            <p:strVal val="#ppt_h"/>
                                          </p:val>
                                        </p:tav>
                                      </p:tavLst>
                                    </p:anim>
                                    <p:animEffect transition="in" filter="fade">
                                      <p:cBhvr>
                                        <p:cTn id="264" dur="500"/>
                                        <p:tgtEl>
                                          <p:spTgt spid="405545"/>
                                        </p:tgtEl>
                                      </p:cBhvr>
                                    </p:animEffect>
                                  </p:childTnLst>
                                </p:cTn>
                              </p:par>
                            </p:childTnLst>
                          </p:cTn>
                        </p:par>
                      </p:childTnLst>
                    </p:cTn>
                  </p:par>
                  <p:par>
                    <p:cTn id="265" fill="hold">
                      <p:stCondLst>
                        <p:cond delay="indefinite"/>
                      </p:stCondLst>
                      <p:childTnLst>
                        <p:par>
                          <p:cTn id="266" fill="hold">
                            <p:stCondLst>
                              <p:cond delay="0"/>
                            </p:stCondLst>
                            <p:childTnLst>
                              <p:par>
                                <p:cTn id="267" presetID="22" presetClass="entr" presetSubtype="4" fill="hold" grpId="0" nodeType="clickEffect">
                                  <p:stCondLst>
                                    <p:cond delay="0"/>
                                  </p:stCondLst>
                                  <p:childTnLst>
                                    <p:set>
                                      <p:cBhvr>
                                        <p:cTn id="268" dur="1" fill="hold">
                                          <p:stCondLst>
                                            <p:cond delay="0"/>
                                          </p:stCondLst>
                                        </p:cTn>
                                        <p:tgtEl>
                                          <p:spTgt spid="2"/>
                                        </p:tgtEl>
                                        <p:attrNameLst>
                                          <p:attrName>style.visibility</p:attrName>
                                        </p:attrNameLst>
                                      </p:cBhvr>
                                      <p:to>
                                        <p:strVal val="visible"/>
                                      </p:to>
                                    </p:set>
                                    <p:animEffect transition="in" filter="wipe(down)">
                                      <p:cBhvr>
                                        <p:cTn id="26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9" grpId="0" animBg="1"/>
      <p:bldP spid="57359" grpId="1" animBg="1"/>
      <p:bldP spid="57360" grpId="0" animBg="1"/>
      <p:bldP spid="57363" grpId="0" animBg="1"/>
      <p:bldP spid="57364" grpId="0" animBg="1"/>
      <p:bldP spid="57364" grpId="1" animBg="1"/>
      <p:bldP spid="57366" grpId="0" animBg="1"/>
      <p:bldP spid="57367" grpId="0" animBg="1"/>
      <p:bldP spid="57370" grpId="0" animBg="1"/>
      <p:bldP spid="57373" grpId="0" animBg="1"/>
      <p:bldP spid="57374" grpId="0" animBg="1"/>
      <p:bldP spid="57374" grpId="1" animBg="1"/>
      <p:bldP spid="57376" grpId="0" animBg="1"/>
      <p:bldP spid="57377" grpId="0" animBg="1"/>
      <p:bldP spid="57379" grpId="0" animBg="1"/>
      <p:bldP spid="57383" grpId="0"/>
      <p:bldP spid="57385" grpId="0" animBg="1"/>
      <p:bldP spid="57398" grpId="0"/>
      <p:bldP spid="405551" grpId="0" animBg="1"/>
      <p:bldP spid="405551" grpId="1" animBg="1"/>
      <p:bldP spid="45" grpId="0" animBg="1"/>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D02BE00C-4575-4484-B1AA-DEE4EE6B5295}"/>
              </a:ext>
            </a:extLst>
          </p:cNvPr>
          <p:cNvSpPr>
            <a:spLocks noGrp="1" noChangeArrowheads="1"/>
          </p:cNvSpPr>
          <p:nvPr>
            <p:ph idx="1"/>
          </p:nvPr>
        </p:nvSpPr>
        <p:spPr>
          <a:xfrm>
            <a:off x="611188" y="915988"/>
            <a:ext cx="7931150" cy="3771900"/>
          </a:xfrm>
        </p:spPr>
        <p:txBody>
          <a:bodyPr/>
          <a:lstStyle/>
          <a:p>
            <a:pPr marL="204486" indent="-204486">
              <a:lnSpc>
                <a:spcPts val="3000"/>
              </a:lnSpc>
              <a:defRPr/>
            </a:pPr>
            <a:r>
              <a:rPr lang="zh-CN" altLang="en-US" dirty="0">
                <a:solidFill>
                  <a:srgbClr val="0070C0"/>
                </a:solidFill>
                <a:cs typeface="Times New Roman" pitchFamily="18" charset="0"/>
              </a:rPr>
              <a:t>语法分析树</a:t>
            </a:r>
            <a:r>
              <a:rPr lang="zh-CN" altLang="en-US" dirty="0">
                <a:cs typeface="Times New Roman" pitchFamily="18" charset="0"/>
              </a:rPr>
              <a:t>：</a:t>
            </a:r>
            <a:r>
              <a:rPr lang="zh-CN" altLang="en-US" dirty="0">
                <a:latin typeface="Times New Roman" panose="02020603050405020304" pitchFamily="18" charset="0"/>
                <a:ea typeface="楷体" pitchFamily="49" charset="-122"/>
                <a:cs typeface="Times New Roman" panose="02020603050405020304" pitchFamily="18" charset="0"/>
              </a:rPr>
              <a:t>节点</a:t>
            </a:r>
            <a:r>
              <a:rPr lang="en-US" altLang="zh-CN" i="1" dirty="0">
                <a:latin typeface="Times New Roman" panose="02020603050405020304" pitchFamily="18" charset="0"/>
                <a:ea typeface="楷体" pitchFamily="49" charset="-122"/>
                <a:cs typeface="Times New Roman" panose="02020603050405020304" pitchFamily="18" charset="0"/>
              </a:rPr>
              <a:t>N</a:t>
            </a:r>
            <a:r>
              <a:rPr lang="zh-CN" altLang="en-US" dirty="0">
                <a:latin typeface="Times New Roman" panose="02020603050405020304" pitchFamily="18" charset="0"/>
                <a:ea typeface="楷体" pitchFamily="49" charset="-122"/>
                <a:cs typeface="Times New Roman" panose="02020603050405020304" pitchFamily="18" charset="0"/>
              </a:rPr>
              <a:t>上非终结符</a:t>
            </a:r>
            <a:r>
              <a:rPr lang="en-US" altLang="zh-CN" dirty="0">
                <a:latin typeface="Times New Roman" panose="02020603050405020304" pitchFamily="18" charset="0"/>
                <a:ea typeface="楷体" pitchFamily="49" charset="-122"/>
                <a:cs typeface="Times New Roman" panose="02020603050405020304" pitchFamily="18" charset="0"/>
              </a:rPr>
              <a:t>A</a:t>
            </a:r>
            <a:r>
              <a:rPr lang="zh-CN" altLang="en-US" dirty="0">
                <a:latin typeface="Times New Roman" panose="02020603050405020304" pitchFamily="18" charset="0"/>
                <a:ea typeface="楷体" pitchFamily="49" charset="-122"/>
                <a:cs typeface="Times New Roman" panose="02020603050405020304" pitchFamily="18" charset="0"/>
              </a:rPr>
              <a:t>的</a:t>
            </a:r>
            <a:r>
              <a:rPr lang="zh-CN" altLang="en-US" dirty="0">
                <a:solidFill>
                  <a:srgbClr val="FF0000"/>
                </a:solidFill>
                <a:latin typeface="Times New Roman" panose="02020603050405020304" pitchFamily="18" charset="0"/>
                <a:ea typeface="楷体" pitchFamily="49" charset="-122"/>
                <a:cs typeface="Times New Roman" panose="02020603050405020304" pitchFamily="18" charset="0"/>
              </a:rPr>
              <a:t>继承属性</a:t>
            </a:r>
            <a:r>
              <a:rPr lang="zh-CN" altLang="en-US" dirty="0">
                <a:latin typeface="Times New Roman" panose="02020603050405020304" pitchFamily="18" charset="0"/>
                <a:ea typeface="楷体" pitchFamily="49" charset="-122"/>
                <a:cs typeface="Times New Roman" panose="02020603050405020304" pitchFamily="18" charset="0"/>
              </a:rPr>
              <a:t>通过其</a:t>
            </a:r>
            <a:r>
              <a:rPr lang="zh-CN" altLang="en-US" dirty="0">
                <a:solidFill>
                  <a:srgbClr val="0070C0"/>
                </a:solidFill>
                <a:latin typeface="Times New Roman" panose="02020603050405020304" pitchFamily="18" charset="0"/>
                <a:ea typeface="楷体" pitchFamily="49" charset="-122"/>
                <a:cs typeface="Times New Roman" panose="02020603050405020304" pitchFamily="18" charset="0"/>
              </a:rPr>
              <a:t>父结点、兄弟结点</a:t>
            </a:r>
            <a:r>
              <a:rPr lang="zh-CN" altLang="en-US" dirty="0">
                <a:latin typeface="Times New Roman" panose="02020603050405020304" pitchFamily="18" charset="0"/>
                <a:ea typeface="楷体" pitchFamily="49" charset="-122"/>
                <a:cs typeface="Times New Roman" panose="02020603050405020304" pitchFamily="18" charset="0"/>
              </a:rPr>
              <a:t>或</a:t>
            </a:r>
            <a:r>
              <a:rPr lang="en-US" altLang="zh-CN" i="1" dirty="0">
                <a:latin typeface="Times New Roman" panose="02020603050405020304" pitchFamily="18" charset="0"/>
                <a:ea typeface="楷体" pitchFamily="49" charset="-122"/>
                <a:cs typeface="Times New Roman" panose="02020603050405020304" pitchFamily="18" charset="0"/>
              </a:rPr>
              <a:t>N</a:t>
            </a:r>
            <a:r>
              <a:rPr lang="zh-CN" altLang="en-US" dirty="0">
                <a:solidFill>
                  <a:srgbClr val="0070C0"/>
                </a:solidFill>
                <a:latin typeface="Times New Roman" panose="02020603050405020304" pitchFamily="18" charset="0"/>
                <a:ea typeface="楷体" pitchFamily="49" charset="-122"/>
                <a:cs typeface="Times New Roman" panose="02020603050405020304" pitchFamily="18" charset="0"/>
              </a:rPr>
              <a:t>本身</a:t>
            </a:r>
            <a:r>
              <a:rPr lang="zh-CN" altLang="en-US" dirty="0">
                <a:latin typeface="Times New Roman" panose="02020603050405020304" pitchFamily="18" charset="0"/>
                <a:ea typeface="楷体" pitchFamily="49" charset="-122"/>
                <a:cs typeface="Times New Roman" panose="02020603050405020304" pitchFamily="18" charset="0"/>
              </a:rPr>
              <a:t>的属性值来定义。</a:t>
            </a:r>
            <a:endParaRPr lang="en-US" altLang="zh-CN" dirty="0">
              <a:latin typeface="Times New Roman" panose="02020603050405020304" pitchFamily="18" charset="0"/>
              <a:ea typeface="楷体" pitchFamily="49" charset="-122"/>
              <a:cs typeface="Times New Roman" panose="02020603050405020304" pitchFamily="18" charset="0"/>
            </a:endParaRPr>
          </a:p>
          <a:p>
            <a:pPr marL="0" indent="0">
              <a:lnSpc>
                <a:spcPts val="3000"/>
              </a:lnSpc>
              <a:buFont typeface="Wingdings" panose="05000000000000000000" pitchFamily="2" charset="2"/>
              <a:buNone/>
              <a:defRPr/>
            </a:pPr>
            <a:endParaRPr lang="zh-CN" altLang="en-US" sz="2100" dirty="0">
              <a:cs typeface="Times New Roman" pitchFamily="18" charset="0"/>
            </a:endParaRPr>
          </a:p>
          <a:p>
            <a:pPr marL="0" indent="0">
              <a:lnSpc>
                <a:spcPts val="3000"/>
              </a:lnSpc>
              <a:buFont typeface="Wingdings" panose="05000000000000000000" pitchFamily="2" charset="2"/>
              <a:buNone/>
              <a:defRPr/>
            </a:pPr>
            <a:endParaRPr lang="zh-CN" altLang="en-US" sz="2100" dirty="0">
              <a:cs typeface="Times New Roman" pitchFamily="18" charset="0"/>
            </a:endParaRPr>
          </a:p>
          <a:p>
            <a:pPr marL="0" indent="0">
              <a:lnSpc>
                <a:spcPts val="3000"/>
              </a:lnSpc>
              <a:buFont typeface="Wingdings" panose="05000000000000000000" pitchFamily="2" charset="2"/>
              <a:buNone/>
              <a:defRPr/>
            </a:pPr>
            <a:r>
              <a:rPr lang="en-US" altLang="zh-CN" sz="2100" dirty="0">
                <a:cs typeface="Times New Roman" pitchFamily="18" charset="0"/>
              </a:rPr>
              <a:t> </a:t>
            </a:r>
          </a:p>
          <a:p>
            <a:pPr marL="204486" indent="-204486">
              <a:lnSpc>
                <a:spcPts val="3000"/>
              </a:lnSpc>
              <a:spcBef>
                <a:spcPts val="3000"/>
              </a:spcBef>
              <a:defRPr/>
            </a:pPr>
            <a:r>
              <a:rPr lang="zh-CN" altLang="en-US"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非终结符</a:t>
            </a:r>
            <a:r>
              <a:rPr lang="en-US" altLang="zh-CN" i="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的继承属性</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是由</a:t>
            </a:r>
            <a:r>
              <a:rPr lang="zh-CN" altLang="en-US"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i="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为右部符号之一的产生式</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所</a:t>
            </a:r>
            <a:r>
              <a:rPr lang="zh-CN" altLang="en-US"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关联的语义规则</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来定义的。</a:t>
            </a:r>
            <a:endParaRPr lang="en-US" altLang="zh-CN" dirty="0">
              <a:latin typeface="Times New Roman" panose="02020603050405020304" pitchFamily="18" charset="0"/>
              <a:ea typeface="楷体" pitchFamily="49" charset="-122"/>
              <a:cs typeface="Times New Roman" panose="02020603050405020304" pitchFamily="18" charset="0"/>
            </a:endParaRPr>
          </a:p>
          <a:p>
            <a:pPr marL="204486" indent="-204486">
              <a:lnSpc>
                <a:spcPts val="3000"/>
              </a:lnSpc>
              <a:defRPr/>
            </a:pPr>
            <a:r>
              <a:rPr lang="zh-CN" altLang="en-US" dirty="0">
                <a:solidFill>
                  <a:srgbClr val="0070C0"/>
                </a:solidFill>
                <a:cs typeface="Times New Roman" pitchFamily="18" charset="0"/>
              </a:rPr>
              <a:t>终结符没有</a:t>
            </a:r>
            <a:r>
              <a:rPr lang="zh-CN" altLang="en-US" dirty="0">
                <a:cs typeface="Times New Roman" pitchFamily="18" charset="0"/>
              </a:rPr>
              <a:t>继承属性。</a:t>
            </a:r>
          </a:p>
        </p:txBody>
      </p:sp>
      <p:sp>
        <p:nvSpPr>
          <p:cNvPr id="17410" name="Rectangle 2">
            <a:extLst>
              <a:ext uri="{FF2B5EF4-FFF2-40B4-BE49-F238E27FC236}">
                <a16:creationId xmlns:a16="http://schemas.microsoft.com/office/drawing/2014/main" id="{6FE275DF-5579-4CD2-9359-B8555F41612B}"/>
              </a:ext>
            </a:extLst>
          </p:cNvPr>
          <p:cNvSpPr>
            <a:spLocks noGrp="1" noChangeArrowheads="1"/>
          </p:cNvSpPr>
          <p:nvPr>
            <p:ph type="title"/>
          </p:nvPr>
        </p:nvSpPr>
        <p:spPr>
          <a:xfrm>
            <a:off x="755650" y="223838"/>
            <a:ext cx="8280400" cy="360362"/>
          </a:xfrm>
        </p:spPr>
        <p:txBody>
          <a:bodyPr/>
          <a:lstStyle/>
          <a:p>
            <a:pPr eaLnBrk="1" hangingPunct="1">
              <a:defRPr/>
            </a:pPr>
            <a:r>
              <a:rPr kumimoji="1" lang="zh-CN" altLang="en-US" spc="225" dirty="0">
                <a:latin typeface="Times New Roman" panose="02020603050405020304" pitchFamily="18" charset="0"/>
                <a:cs typeface="Times New Roman" panose="02020603050405020304" pitchFamily="18" charset="0"/>
              </a:rPr>
              <a:t>继承属性</a:t>
            </a:r>
            <a:r>
              <a:rPr lang="en-US" altLang="zh-CN" dirty="0">
                <a:latin typeface="Times New Roman" panose="02020603050405020304" pitchFamily="18" charset="0"/>
                <a:cs typeface="Times New Roman" panose="02020603050405020304" pitchFamily="18" charset="0"/>
              </a:rPr>
              <a:t>(</a:t>
            </a:r>
            <a:r>
              <a:rPr kumimoji="1" lang="en-US" altLang="zh-CN" i="1" dirty="0">
                <a:latin typeface="Times New Roman" panose="02020603050405020304" pitchFamily="18" charset="0"/>
                <a:ea typeface="楷体_GB2312" pitchFamily="49" charset="-122"/>
                <a:cs typeface="Times New Roman" panose="02020603050405020304" pitchFamily="18" charset="0"/>
              </a:rPr>
              <a:t>inherited attribute</a:t>
            </a:r>
            <a:r>
              <a:rPr lang="en-US" altLang="zh-CN" dirty="0">
                <a:latin typeface="Times New Roman" panose="02020603050405020304" pitchFamily="18" charset="0"/>
                <a:cs typeface="Times New Roman" panose="02020603050405020304" pitchFamily="18" charset="0"/>
              </a:rPr>
              <a:t>) </a:t>
            </a:r>
            <a:r>
              <a:rPr kumimoji="1" lang="en-US" altLang="zh-CN" sz="1800" spc="225" dirty="0">
                <a:latin typeface="Times New Roman" panose="02020603050405020304" pitchFamily="18" charset="0"/>
                <a:cs typeface="Times New Roman" panose="02020603050405020304" pitchFamily="18" charset="0"/>
              </a:rPr>
              <a:t>—</a:t>
            </a:r>
            <a:r>
              <a:rPr kumimoji="1" lang="zh-CN" altLang="en-US" sz="1800" spc="225" dirty="0">
                <a:latin typeface="Times New Roman" panose="02020603050405020304" pitchFamily="18" charset="0"/>
                <a:cs typeface="Times New Roman" panose="02020603050405020304" pitchFamily="18" charset="0"/>
              </a:rPr>
              <a:t>自顶向下传递信息</a:t>
            </a:r>
            <a:endParaRPr kumimoji="1"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4" name="矩形 3">
            <a:extLst>
              <a:ext uri="{FF2B5EF4-FFF2-40B4-BE49-F238E27FC236}">
                <a16:creationId xmlns:a16="http://schemas.microsoft.com/office/drawing/2014/main" id="{001216A0-2C69-45F6-B8BB-ABAF1D4C3401}"/>
              </a:ext>
            </a:extLst>
          </p:cNvPr>
          <p:cNvSpPr>
            <a:spLocks noChangeArrowheads="1"/>
          </p:cNvSpPr>
          <p:nvPr/>
        </p:nvSpPr>
        <p:spPr bwMode="auto">
          <a:xfrm>
            <a:off x="1027113" y="1885950"/>
            <a:ext cx="4054475" cy="1177925"/>
          </a:xfrm>
          <a:prstGeom prst="rect">
            <a:avLst/>
          </a:prstGeom>
          <a:solidFill>
            <a:schemeClr val="accent2">
              <a:lumMod val="40000"/>
              <a:lumOff val="60000"/>
            </a:schemeClr>
          </a:solidFill>
          <a:ln>
            <a:solidFill>
              <a:schemeClr val="tx1"/>
            </a:solidFill>
          </a:ln>
        </p:spPr>
        <p:txBody>
          <a:bodyPr lIns="68570" tIns="34284" rIns="68570" bIns="34284">
            <a:spAutoFit/>
          </a:bodyPr>
          <a:lstStyle>
            <a:lvl1pPr>
              <a:defRPr b="1">
                <a:solidFill>
                  <a:schemeClr val="tx1"/>
                </a:solidFill>
                <a:latin typeface="Tahoma" panose="020B0604030504040204" pitchFamily="34" charset="0"/>
                <a:ea typeface="SimSun" panose="02010600030101010101" pitchFamily="2" charset="-122"/>
              </a:defRPr>
            </a:lvl1pPr>
            <a:lvl2pPr marL="742950" indent="-285750">
              <a:defRPr b="1">
                <a:solidFill>
                  <a:schemeClr val="tx1"/>
                </a:solidFill>
                <a:latin typeface="Tahoma" panose="020B0604030504040204" pitchFamily="34" charset="0"/>
                <a:ea typeface="SimSun" panose="02010600030101010101" pitchFamily="2" charset="-122"/>
              </a:defRPr>
            </a:lvl2pPr>
            <a:lvl3pPr marL="1143000" indent="-228600">
              <a:defRPr b="1">
                <a:solidFill>
                  <a:schemeClr val="tx1"/>
                </a:solidFill>
                <a:latin typeface="Tahoma" panose="020B0604030504040204" pitchFamily="34" charset="0"/>
                <a:ea typeface="SimSun" panose="02010600030101010101" pitchFamily="2" charset="-122"/>
              </a:defRPr>
            </a:lvl3pPr>
            <a:lvl4pPr marL="1600200" indent="-228600">
              <a:defRPr b="1">
                <a:solidFill>
                  <a:schemeClr val="tx1"/>
                </a:solidFill>
                <a:latin typeface="Tahoma" panose="020B0604030504040204" pitchFamily="34" charset="0"/>
                <a:ea typeface="SimSun" panose="02010600030101010101" pitchFamily="2" charset="-122"/>
              </a:defRPr>
            </a:lvl4pPr>
            <a:lvl5pPr marL="2057400" indent="-228600">
              <a:defRPr b="1">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SimSun" panose="02010600030101010101" pitchFamily="2" charset="-122"/>
              </a:defRPr>
            </a:lvl9pPr>
          </a:lstStyle>
          <a:p>
            <a:pPr eaLnBrk="1" hangingPunct="1">
              <a:spcBef>
                <a:spcPct val="50000"/>
              </a:spcBef>
              <a:defRPr/>
            </a:pPr>
            <a:r>
              <a:rPr kumimoji="1" lang="zh-CN" altLang="en-US" sz="2400"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产生式             语义规则</a:t>
            </a:r>
            <a:endParaRPr kumimoji="1" lang="en-US" altLang="zh-CN" sz="2400" dirty="0">
              <a:solidFill>
                <a:srgbClr val="000000"/>
              </a:solidFill>
              <a:latin typeface="Times New Roman" panose="02020603050405020304" pitchFamily="18" charset="0"/>
              <a:ea typeface="华文楷体" panose="02010600040101010101" pitchFamily="2" charset="-122"/>
              <a:sym typeface="Symbol" panose="05050102010706020507" pitchFamily="18" charset="2"/>
            </a:endParaRPr>
          </a:p>
          <a:p>
            <a:pPr eaLnBrk="1" hangingPunct="1">
              <a:spcBef>
                <a:spcPts val="0"/>
              </a:spcBef>
              <a:defRPr/>
            </a:pPr>
            <a:r>
              <a:rPr kumimoji="1" lang="en-US" altLang="zh-CN" sz="2400" i="1" dirty="0">
                <a:solidFill>
                  <a:srgbClr val="000000"/>
                </a:solidFill>
                <a:latin typeface="Times New Roman" panose="02020603050405020304" pitchFamily="18" charset="0"/>
                <a:ea typeface="楷体_GB2312" pitchFamily="49" charset="-122"/>
                <a:cs typeface="Times New Roman" panose="02020603050405020304" pitchFamily="18" charset="0"/>
              </a:rPr>
              <a:t>D </a:t>
            </a:r>
            <a:r>
              <a:rPr kumimoji="1" lang="en-US" altLang="zh-CN" sz="24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4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T </a:t>
            </a:r>
            <a:r>
              <a:rPr kumimoji="1" lang="en-US" altLang="zh-CN" sz="2400" i="1" dirty="0">
                <a:solidFill>
                  <a:srgbClr val="FF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L</a:t>
            </a:r>
            <a:r>
              <a:rPr kumimoji="1" lang="en-US" altLang="zh-CN" sz="24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400" i="1" dirty="0">
                <a:solidFill>
                  <a:srgbClr val="000000"/>
                </a:solidFill>
                <a:latin typeface="Times New Roman" panose="02020603050405020304" pitchFamily="18" charset="0"/>
                <a:ea typeface="楷体_GB2312" pitchFamily="49" charset="-122"/>
                <a:cs typeface="Times New Roman" panose="02020603050405020304" pitchFamily="18" charset="0"/>
              </a:rPr>
              <a:t>L.</a:t>
            </a:r>
            <a:r>
              <a:rPr kumimoji="1" lang="en-US" altLang="zh-CN" sz="24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400" i="1" dirty="0">
                <a:solidFill>
                  <a:srgbClr val="FF0000"/>
                </a:solidFill>
                <a:latin typeface="Times New Roman" panose="02020603050405020304" pitchFamily="18" charset="0"/>
                <a:ea typeface="楷体_GB2312" pitchFamily="49" charset="-122"/>
                <a:cs typeface="Times New Roman" panose="02020603050405020304" pitchFamily="18" charset="0"/>
              </a:rPr>
              <a:t>inh</a:t>
            </a:r>
            <a:r>
              <a:rPr kumimoji="1" lang="en-US" altLang="zh-CN" sz="2400" i="1"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a:solidFill>
                  <a:srgbClr val="0070C0"/>
                </a:solidFill>
                <a:latin typeface="Times New Roman" panose="02020603050405020304" pitchFamily="18" charset="0"/>
                <a:ea typeface="楷体_GB2312" pitchFamily="49" charset="-122"/>
                <a:cs typeface="Times New Roman" panose="02020603050405020304" pitchFamily="18" charset="0"/>
              </a:rPr>
              <a:t>T</a:t>
            </a:r>
            <a:r>
              <a:rPr kumimoji="1" lang="en-US" altLang="zh-CN" sz="2400" i="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400" i="1" dirty="0">
                <a:solidFill>
                  <a:srgbClr val="000000"/>
                </a:solidFill>
                <a:latin typeface="Times New Roman" panose="02020603050405020304" pitchFamily="18" charset="0"/>
                <a:ea typeface="楷体_GB2312" pitchFamily="49" charset="-122"/>
                <a:cs typeface="Times New Roman" panose="02020603050405020304" pitchFamily="18" charset="0"/>
              </a:rPr>
              <a:t>type</a:t>
            </a:r>
          </a:p>
          <a:p>
            <a:pPr eaLnBrk="1" hangingPunct="1">
              <a:spcBef>
                <a:spcPts val="0"/>
              </a:spcBef>
              <a:defRPr/>
            </a:pPr>
            <a:r>
              <a:rPr kumimoji="1" lang="en-US" altLang="zh-CN" sz="2400" i="1" dirty="0">
                <a:latin typeface="Times New Roman" pitchFamily="18" charset="0"/>
                <a:ea typeface="楷体_GB2312" pitchFamily="49" charset="-122"/>
                <a:cs typeface="Times New Roman" pitchFamily="18" charset="0"/>
              </a:rPr>
              <a:t>L</a:t>
            </a:r>
            <a:r>
              <a:rPr kumimoji="1" lang="en-US" altLang="zh-CN" sz="2400" dirty="0">
                <a:latin typeface="Times New Roman" pitchFamily="18" charset="0"/>
                <a:ea typeface="楷体_GB2312" pitchFamily="49" charset="-122"/>
                <a:cs typeface="Times New Roman" pitchFamily="18" charset="0"/>
              </a:rPr>
              <a:t> </a:t>
            </a:r>
            <a:r>
              <a:rPr kumimoji="1" lang="en-US" altLang="zh-CN" sz="2400" dirty="0">
                <a:latin typeface="Times New Roman" pitchFamily="18" charset="0"/>
                <a:ea typeface="楷体_GB2312" pitchFamily="49" charset="-122"/>
                <a:cs typeface="Times New Roman" pitchFamily="18" charset="0"/>
                <a:sym typeface="Symbol" pitchFamily="18" charset="2"/>
              </a:rPr>
              <a:t> </a:t>
            </a:r>
            <a:r>
              <a:rPr kumimoji="1" lang="en-US" altLang="zh-CN" sz="2400" i="1" dirty="0">
                <a:solidFill>
                  <a:srgbClr val="FF0000"/>
                </a:solidFill>
                <a:latin typeface="Times New Roman" pitchFamily="18" charset="0"/>
                <a:ea typeface="楷体_GB2312" pitchFamily="49" charset="-122"/>
                <a:cs typeface="Times New Roman" pitchFamily="18" charset="0"/>
                <a:sym typeface="Symbol" pitchFamily="18" charset="2"/>
              </a:rPr>
              <a:t>L</a:t>
            </a:r>
            <a:r>
              <a:rPr kumimoji="1" lang="en-US" altLang="zh-CN" sz="2400" baseline="-25000" dirty="0">
                <a:solidFill>
                  <a:srgbClr val="FF0000"/>
                </a:solidFill>
                <a:latin typeface="Times New Roman" pitchFamily="18" charset="0"/>
                <a:ea typeface="楷体_GB2312" pitchFamily="49" charset="-122"/>
                <a:cs typeface="Times New Roman" pitchFamily="18" charset="0"/>
                <a:sym typeface="Symbol" pitchFamily="18" charset="2"/>
              </a:rPr>
              <a:t>1</a:t>
            </a:r>
            <a:r>
              <a:rPr kumimoji="1" lang="en-US" altLang="zh-CN" sz="2400" dirty="0">
                <a:latin typeface="Times New Roman" pitchFamily="18" charset="0"/>
                <a:ea typeface="楷体_GB2312" pitchFamily="49" charset="-122"/>
                <a:cs typeface="Times New Roman" pitchFamily="18" charset="0"/>
                <a:sym typeface="Symbol" pitchFamily="18" charset="2"/>
              </a:rPr>
              <a:t>, id    </a:t>
            </a:r>
            <a:r>
              <a:rPr kumimoji="1" lang="en-US" altLang="zh-CN" sz="2400" i="1" dirty="0">
                <a:latin typeface="Times New Roman" pitchFamily="18" charset="0"/>
                <a:ea typeface="楷体_GB2312" pitchFamily="49" charset="-122"/>
                <a:cs typeface="Times New Roman" pitchFamily="18" charset="0"/>
                <a:sym typeface="Symbol" pitchFamily="18" charset="2"/>
              </a:rPr>
              <a:t>L</a:t>
            </a:r>
            <a:r>
              <a:rPr kumimoji="1" lang="en-US" altLang="zh-CN" sz="2400" baseline="-25000" dirty="0">
                <a:latin typeface="Times New Roman" pitchFamily="18" charset="0"/>
                <a:ea typeface="楷体_GB2312" pitchFamily="49" charset="-122"/>
                <a:cs typeface="Times New Roman" pitchFamily="18" charset="0"/>
                <a:sym typeface="Symbol" pitchFamily="18" charset="2"/>
              </a:rPr>
              <a:t>1</a:t>
            </a:r>
            <a:r>
              <a:rPr lang="en-US" altLang="zh-CN" sz="2400" i="1" dirty="0">
                <a:latin typeface="Times New Roman" pitchFamily="18" charset="0"/>
                <a:ea typeface="楷体_GB2312" pitchFamily="49" charset="-122"/>
                <a:cs typeface="Times New Roman" pitchFamily="18" charset="0"/>
              </a:rPr>
              <a:t>.</a:t>
            </a:r>
            <a:r>
              <a:rPr kumimoji="1" lang="en-US" altLang="zh-CN" sz="2400" i="1" dirty="0">
                <a:solidFill>
                  <a:srgbClr val="FF0000"/>
                </a:solidFill>
                <a:latin typeface="Times New Roman" pitchFamily="18" charset="0"/>
                <a:ea typeface="楷体_GB2312" pitchFamily="49" charset="-122"/>
                <a:cs typeface="Times New Roman" pitchFamily="18" charset="0"/>
                <a:sym typeface="Symbol" pitchFamily="18" charset="2"/>
              </a:rPr>
              <a:t>inh</a:t>
            </a:r>
            <a:r>
              <a:rPr kumimoji="1" lang="en-US" altLang="zh-CN" sz="2400" i="1" dirty="0">
                <a:latin typeface="Times New Roman" pitchFamily="18" charset="0"/>
                <a:ea typeface="楷体_GB2312" pitchFamily="49" charset="-122"/>
                <a:cs typeface="Times New Roman" pitchFamily="18" charset="0"/>
                <a:sym typeface="Symbol" pitchFamily="18" charset="2"/>
              </a:rPr>
              <a:t> </a:t>
            </a:r>
            <a:r>
              <a:rPr kumimoji="1" lang="en-US" altLang="zh-CN" sz="2400" dirty="0">
                <a:latin typeface="Times New Roman" pitchFamily="18" charset="0"/>
                <a:ea typeface="楷体_GB2312" pitchFamily="49" charset="-122"/>
                <a:cs typeface="Times New Roman" pitchFamily="18" charset="0"/>
                <a:sym typeface="Symbol" pitchFamily="18" charset="2"/>
              </a:rPr>
              <a:t>= </a:t>
            </a:r>
            <a:r>
              <a:rPr kumimoji="1" lang="en-US" altLang="zh-CN" sz="2400" i="1" dirty="0">
                <a:solidFill>
                  <a:srgbClr val="0070C0"/>
                </a:solidFill>
                <a:latin typeface="Times New Roman" pitchFamily="18" charset="0"/>
                <a:ea typeface="楷体_GB2312" pitchFamily="49" charset="-122"/>
                <a:cs typeface="Times New Roman" pitchFamily="18" charset="0"/>
                <a:sym typeface="Symbol" pitchFamily="18" charset="2"/>
              </a:rPr>
              <a:t>L</a:t>
            </a:r>
            <a:r>
              <a:rPr lang="en-US" altLang="zh-CN" sz="2400" i="1" dirty="0">
                <a:latin typeface="Times New Roman" pitchFamily="18" charset="0"/>
                <a:ea typeface="楷体_GB2312" pitchFamily="49" charset="-122"/>
                <a:cs typeface="Times New Roman" pitchFamily="18" charset="0"/>
              </a:rPr>
              <a:t>.</a:t>
            </a:r>
            <a:r>
              <a:rPr kumimoji="1" lang="en-US" altLang="zh-CN" sz="2400" i="1" dirty="0">
                <a:latin typeface="Times New Roman" pitchFamily="18" charset="0"/>
                <a:ea typeface="楷体_GB2312" pitchFamily="49" charset="-122"/>
                <a:cs typeface="Times New Roman" pitchFamily="18" charset="0"/>
                <a:sym typeface="Symbol" pitchFamily="18" charset="2"/>
              </a:rPr>
              <a:t>inh </a:t>
            </a:r>
            <a:endParaRPr kumimoji="1" lang="en-US" altLang="zh-CN" sz="2400" i="1"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57351" name="Freeform 10">
            <a:extLst>
              <a:ext uri="{FF2B5EF4-FFF2-40B4-BE49-F238E27FC236}">
                <a16:creationId xmlns:a16="http://schemas.microsoft.com/office/drawing/2014/main" id="{76F7C999-B9A9-4B0B-9595-41D7EAC3FE1F}"/>
              </a:ext>
            </a:extLst>
          </p:cNvPr>
          <p:cNvSpPr>
            <a:spLocks/>
          </p:cNvSpPr>
          <p:nvPr/>
        </p:nvSpPr>
        <p:spPr bwMode="auto">
          <a:xfrm rot="120000">
            <a:off x="5845175" y="2230438"/>
            <a:ext cx="1250950" cy="223837"/>
          </a:xfrm>
          <a:custGeom>
            <a:avLst/>
            <a:gdLst>
              <a:gd name="T0" fmla="*/ 0 w 680"/>
              <a:gd name="T1" fmla="*/ 2147483646 h 190"/>
              <a:gd name="T2" fmla="*/ 2147483646 w 680"/>
              <a:gd name="T3" fmla="*/ 2147483646 h 190"/>
              <a:gd name="T4" fmla="*/ 2147483646 w 680"/>
              <a:gd name="T5" fmla="*/ 2147483646 h 190"/>
              <a:gd name="T6" fmla="*/ 0 60000 65536"/>
              <a:gd name="T7" fmla="*/ 0 60000 65536"/>
              <a:gd name="T8" fmla="*/ 0 60000 65536"/>
              <a:gd name="T9" fmla="*/ 0 w 680"/>
              <a:gd name="T10" fmla="*/ 0 h 190"/>
              <a:gd name="T11" fmla="*/ 680 w 680"/>
              <a:gd name="T12" fmla="*/ 190 h 190"/>
            </a:gdLst>
            <a:ahLst/>
            <a:cxnLst>
              <a:cxn ang="T6">
                <a:pos x="T0" y="T1"/>
              </a:cxn>
              <a:cxn ang="T7">
                <a:pos x="T2" y="T3"/>
              </a:cxn>
              <a:cxn ang="T8">
                <a:pos x="T4" y="T5"/>
              </a:cxn>
            </a:cxnLst>
            <a:rect l="T9" t="T10" r="T11" b="T12"/>
            <a:pathLst>
              <a:path w="680" h="190">
                <a:moveTo>
                  <a:pt x="0" y="190"/>
                </a:moveTo>
                <a:cubicBezTo>
                  <a:pt x="102" y="103"/>
                  <a:pt x="204" y="16"/>
                  <a:pt x="317" y="8"/>
                </a:cubicBezTo>
                <a:cubicBezTo>
                  <a:pt x="430" y="0"/>
                  <a:pt x="620" y="121"/>
                  <a:pt x="680" y="144"/>
                </a:cubicBezTo>
              </a:path>
            </a:pathLst>
          </a:custGeom>
          <a:noFill/>
          <a:ln w="38100">
            <a:solidFill>
              <a:schemeClr val="hlink"/>
            </a:solidFill>
            <a:prstDash val="lgDash"/>
            <a:round/>
            <a:headEnd/>
            <a:tailEnd type="triangle" w="med" len="med"/>
          </a:ln>
          <a:extLst>
            <a:ext uri="{909E8E84-426E-40DD-AFC4-6F175D3DCCD1}">
              <a14:hiddenFill xmlns:a14="http://schemas.microsoft.com/office/drawing/2010/main">
                <a:solidFill>
                  <a:srgbClr val="FFFFFF"/>
                </a:solidFill>
              </a14:hiddenFill>
            </a:ext>
          </a:extLst>
        </p:spPr>
        <p:txBody>
          <a:bodyPr lIns="68570" tIns="34284" rIns="68570" bIns="34284"/>
          <a:lstStyle/>
          <a:p>
            <a:endParaRPr lang="zh-CN" altLang="en-US"/>
          </a:p>
        </p:txBody>
      </p:sp>
      <p:sp>
        <p:nvSpPr>
          <p:cNvPr id="12" name="Line 11">
            <a:extLst>
              <a:ext uri="{FF2B5EF4-FFF2-40B4-BE49-F238E27FC236}">
                <a16:creationId xmlns:a16="http://schemas.microsoft.com/office/drawing/2014/main" id="{D7858EC1-1034-48E4-98B7-DF9C394E6DFE}"/>
              </a:ext>
            </a:extLst>
          </p:cNvPr>
          <p:cNvSpPr>
            <a:spLocks noChangeShapeType="1"/>
          </p:cNvSpPr>
          <p:nvPr/>
        </p:nvSpPr>
        <p:spPr bwMode="auto">
          <a:xfrm flipH="1">
            <a:off x="6534150" y="2589213"/>
            <a:ext cx="647700" cy="323850"/>
          </a:xfrm>
          <a:prstGeom prst="line">
            <a:avLst/>
          </a:prstGeom>
          <a:noFill/>
          <a:ln w="38100">
            <a:solidFill>
              <a:schemeClr val="hlink"/>
            </a:solidFill>
            <a:prstDash val="dash"/>
            <a:round/>
            <a:headEnd/>
            <a:tailEnd type="triangle" w="med" len="med"/>
          </a:ln>
          <a:extLst>
            <a:ext uri="{909E8E84-426E-40DD-AFC4-6F175D3DCCD1}">
              <a14:hiddenFill xmlns:a14="http://schemas.microsoft.com/office/drawing/2010/main">
                <a:noFill/>
              </a14:hiddenFill>
            </a:ext>
          </a:extLst>
        </p:spPr>
        <p:txBody>
          <a:bodyPr lIns="51427" tIns="25714" rIns="51427" bIns="25714"/>
          <a:lstStyle/>
          <a:p>
            <a:endParaRPr lang="zh-CN" altLang="en-US"/>
          </a:p>
        </p:txBody>
      </p:sp>
      <p:grpSp>
        <p:nvGrpSpPr>
          <p:cNvPr id="2" name="组合 18">
            <a:extLst>
              <a:ext uri="{FF2B5EF4-FFF2-40B4-BE49-F238E27FC236}">
                <a16:creationId xmlns:a16="http://schemas.microsoft.com/office/drawing/2014/main" id="{45C40B0A-3485-4B69-A87E-213CC1129169}"/>
              </a:ext>
            </a:extLst>
          </p:cNvPr>
          <p:cNvGrpSpPr>
            <a:grpSpLocks/>
          </p:cNvGrpSpPr>
          <p:nvPr/>
        </p:nvGrpSpPr>
        <p:grpSpPr bwMode="auto">
          <a:xfrm>
            <a:off x="4967288" y="1741488"/>
            <a:ext cx="3133725" cy="1573212"/>
            <a:chOff x="4859338" y="1080330"/>
            <a:chExt cx="4177158" cy="2098910"/>
          </a:xfrm>
        </p:grpSpPr>
        <p:grpSp>
          <p:nvGrpSpPr>
            <p:cNvPr id="47113" name="组合 14">
              <a:extLst>
                <a:ext uri="{FF2B5EF4-FFF2-40B4-BE49-F238E27FC236}">
                  <a16:creationId xmlns:a16="http://schemas.microsoft.com/office/drawing/2014/main" id="{DD95F77A-7421-470B-B5FA-94A6705FD65A}"/>
                </a:ext>
              </a:extLst>
            </p:cNvPr>
            <p:cNvGrpSpPr>
              <a:grpSpLocks/>
            </p:cNvGrpSpPr>
            <p:nvPr/>
          </p:nvGrpSpPr>
          <p:grpSpPr bwMode="auto">
            <a:xfrm>
              <a:off x="4859338" y="1080330"/>
              <a:ext cx="3914775" cy="2017276"/>
              <a:chOff x="4859338" y="1080330"/>
              <a:chExt cx="3914775" cy="2017276"/>
            </a:xfrm>
          </p:grpSpPr>
          <p:grpSp>
            <p:nvGrpSpPr>
              <p:cNvPr id="47117" name="组合 11">
                <a:extLst>
                  <a:ext uri="{FF2B5EF4-FFF2-40B4-BE49-F238E27FC236}">
                    <a16:creationId xmlns:a16="http://schemas.microsoft.com/office/drawing/2014/main" id="{A0AF5619-994A-4555-8BA5-E1675CEEB9AC}"/>
                  </a:ext>
                </a:extLst>
              </p:cNvPr>
              <p:cNvGrpSpPr>
                <a:grpSpLocks/>
              </p:cNvGrpSpPr>
              <p:nvPr/>
            </p:nvGrpSpPr>
            <p:grpSpPr bwMode="auto">
              <a:xfrm>
                <a:off x="4859338" y="1080330"/>
                <a:ext cx="3914775" cy="1388403"/>
                <a:chOff x="5014943" y="1878049"/>
                <a:chExt cx="3914775" cy="1387406"/>
              </a:xfrm>
            </p:grpSpPr>
            <p:sp>
              <p:nvSpPr>
                <p:cNvPr id="47120" name="Rectangle 21">
                  <a:extLst>
                    <a:ext uri="{FF2B5EF4-FFF2-40B4-BE49-F238E27FC236}">
                      <a16:creationId xmlns:a16="http://schemas.microsoft.com/office/drawing/2014/main" id="{1EA38A63-DAEC-4A29-8359-47EDE6DA8BA3}"/>
                    </a:ext>
                  </a:extLst>
                </p:cNvPr>
                <p:cNvSpPr>
                  <a:spLocks noChangeArrowheads="1"/>
                </p:cNvSpPr>
                <p:nvPr/>
              </p:nvSpPr>
              <p:spPr bwMode="auto">
                <a:xfrm>
                  <a:off x="7678769" y="2618487"/>
                  <a:ext cx="1250949" cy="504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000" i="1">
                      <a:latin typeface="Times New Roman" panose="02020603050405020304" pitchFamily="18" charset="0"/>
                      <a:ea typeface="楷体_GB2312" pitchFamily="49" charset="-122"/>
                      <a:cs typeface="Times New Roman" panose="02020603050405020304" pitchFamily="18" charset="0"/>
                    </a:rPr>
                    <a:t>L.</a:t>
                  </a:r>
                  <a:r>
                    <a:rPr lang="en-US" altLang="zh-CN" sz="2000" i="1">
                      <a:solidFill>
                        <a:srgbClr val="FF0000"/>
                      </a:solidFill>
                      <a:latin typeface="Times New Roman" panose="02020603050405020304" pitchFamily="18" charset="0"/>
                      <a:ea typeface="楷体_GB2312" pitchFamily="49" charset="-122"/>
                      <a:cs typeface="Times New Roman" panose="02020603050405020304" pitchFamily="18" charset="0"/>
                    </a:rPr>
                    <a:t>inh</a:t>
                  </a:r>
                  <a:endParaRPr kumimoji="1" lang="en-US" altLang="zh-CN" sz="2000" i="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
              <p:nvSpPr>
                <p:cNvPr id="47121" name="Rectangle 23">
                  <a:extLst>
                    <a:ext uri="{FF2B5EF4-FFF2-40B4-BE49-F238E27FC236}">
                      <a16:creationId xmlns:a16="http://schemas.microsoft.com/office/drawing/2014/main" id="{6B6D468E-C835-49A2-BFE7-5A407C0BACDA}"/>
                    </a:ext>
                  </a:extLst>
                </p:cNvPr>
                <p:cNvSpPr>
                  <a:spLocks noChangeArrowheads="1"/>
                </p:cNvSpPr>
                <p:nvPr/>
              </p:nvSpPr>
              <p:spPr bwMode="auto">
                <a:xfrm>
                  <a:off x="6311931" y="1878049"/>
                  <a:ext cx="1346200" cy="504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D</a:t>
                  </a:r>
                </a:p>
              </p:txBody>
            </p:sp>
            <p:sp>
              <p:nvSpPr>
                <p:cNvPr id="47122" name="Line 24">
                  <a:extLst>
                    <a:ext uri="{FF2B5EF4-FFF2-40B4-BE49-F238E27FC236}">
                      <a16:creationId xmlns:a16="http://schemas.microsoft.com/office/drawing/2014/main" id="{51F602B5-7827-4694-B04F-11195B5BFF02}"/>
                    </a:ext>
                  </a:extLst>
                </p:cNvPr>
                <p:cNvSpPr>
                  <a:spLocks noChangeShapeType="1"/>
                </p:cNvSpPr>
                <p:nvPr/>
              </p:nvSpPr>
              <p:spPr bwMode="auto">
                <a:xfrm flipH="1">
                  <a:off x="5794937" y="2305055"/>
                  <a:ext cx="1150938" cy="439737"/>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7123" name="Line 26">
                  <a:extLst>
                    <a:ext uri="{FF2B5EF4-FFF2-40B4-BE49-F238E27FC236}">
                      <a16:creationId xmlns:a16="http://schemas.microsoft.com/office/drawing/2014/main" id="{FF769EA3-8652-47AE-B23B-5BB7C214DFD1}"/>
                    </a:ext>
                  </a:extLst>
                </p:cNvPr>
                <p:cNvSpPr>
                  <a:spLocks noChangeShapeType="1"/>
                </p:cNvSpPr>
                <p:nvPr/>
              </p:nvSpPr>
              <p:spPr bwMode="auto">
                <a:xfrm>
                  <a:off x="6959631" y="2305055"/>
                  <a:ext cx="1316037" cy="3778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7124" name="Rectangle 16">
                  <a:extLst>
                    <a:ext uri="{FF2B5EF4-FFF2-40B4-BE49-F238E27FC236}">
                      <a16:creationId xmlns:a16="http://schemas.microsoft.com/office/drawing/2014/main" id="{A1F7387C-9319-49C2-ADB8-B4911097F1D3}"/>
                    </a:ext>
                  </a:extLst>
                </p:cNvPr>
                <p:cNvSpPr>
                  <a:spLocks noChangeArrowheads="1"/>
                </p:cNvSpPr>
                <p:nvPr/>
              </p:nvSpPr>
              <p:spPr bwMode="auto">
                <a:xfrm>
                  <a:off x="5014943" y="2760708"/>
                  <a:ext cx="1417638" cy="504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000" i="1">
                      <a:latin typeface="Times New Roman" panose="02020603050405020304" pitchFamily="18" charset="0"/>
                      <a:ea typeface="楷体_GB2312" pitchFamily="49" charset="-122"/>
                      <a:cs typeface="Times New Roman" panose="02020603050405020304" pitchFamily="18" charset="0"/>
                    </a:rPr>
                    <a:t>T.type</a:t>
                  </a:r>
                  <a:endParaRPr kumimoji="1" lang="en-US" altLang="zh-CN" sz="2000" i="1">
                    <a:latin typeface="Times New Roman" panose="02020603050405020304" pitchFamily="18" charset="0"/>
                    <a:ea typeface="楷体_GB2312" pitchFamily="49" charset="-122"/>
                    <a:cs typeface="Times New Roman" panose="02020603050405020304" pitchFamily="18" charset="0"/>
                  </a:endParaRPr>
                </a:p>
              </p:txBody>
            </p:sp>
          </p:grpSp>
          <p:sp>
            <p:nvSpPr>
              <p:cNvPr id="47118" name="Line 24">
                <a:extLst>
                  <a:ext uri="{FF2B5EF4-FFF2-40B4-BE49-F238E27FC236}">
                    <a16:creationId xmlns:a16="http://schemas.microsoft.com/office/drawing/2014/main" id="{3C187A4E-8573-43C0-ACD5-08D52EDD37B9}"/>
                  </a:ext>
                </a:extLst>
              </p:cNvPr>
              <p:cNvSpPr>
                <a:spLocks noChangeShapeType="1"/>
              </p:cNvSpPr>
              <p:nvPr/>
            </p:nvSpPr>
            <p:spPr bwMode="auto">
              <a:xfrm flipH="1">
                <a:off x="7020272" y="2283718"/>
                <a:ext cx="1078930" cy="504056"/>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7119" name="Rectangle 21">
                <a:extLst>
                  <a:ext uri="{FF2B5EF4-FFF2-40B4-BE49-F238E27FC236}">
                    <a16:creationId xmlns:a16="http://schemas.microsoft.com/office/drawing/2014/main" id="{C6DDEBD2-42AD-400C-B0D7-1453B6981EF6}"/>
                  </a:ext>
                </a:extLst>
              </p:cNvPr>
              <p:cNvSpPr>
                <a:spLocks noChangeArrowheads="1"/>
              </p:cNvSpPr>
              <p:nvPr/>
            </p:nvSpPr>
            <p:spPr bwMode="auto">
              <a:xfrm>
                <a:off x="5796137" y="2592497"/>
                <a:ext cx="1250949" cy="505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000" i="1">
                    <a:latin typeface="Times New Roman" panose="02020603050405020304" pitchFamily="18" charset="0"/>
                    <a:ea typeface="楷体_GB2312" pitchFamily="49" charset="-122"/>
                    <a:cs typeface="Times New Roman" panose="02020603050405020304" pitchFamily="18" charset="0"/>
                  </a:rPr>
                  <a:t>L</a:t>
                </a:r>
                <a:r>
                  <a:rPr lang="en-US" altLang="zh-CN" sz="2000" baseline="-25000">
                    <a:latin typeface="Times New Roman" panose="02020603050405020304" pitchFamily="18" charset="0"/>
                    <a:ea typeface="楷体_GB2312" pitchFamily="49" charset="-122"/>
                    <a:cs typeface="Times New Roman" panose="02020603050405020304" pitchFamily="18" charset="0"/>
                  </a:rPr>
                  <a:t>1</a:t>
                </a:r>
                <a:r>
                  <a:rPr lang="en-US" altLang="zh-CN" sz="2000" i="1">
                    <a:latin typeface="Times New Roman" panose="02020603050405020304" pitchFamily="18" charset="0"/>
                    <a:ea typeface="楷体_GB2312" pitchFamily="49" charset="-122"/>
                    <a:cs typeface="Times New Roman" panose="02020603050405020304" pitchFamily="18" charset="0"/>
                  </a:rPr>
                  <a:t>.inh</a:t>
                </a:r>
                <a:endParaRPr kumimoji="1" lang="en-US" altLang="zh-CN" sz="2000" i="1">
                  <a:latin typeface="Times New Roman" panose="02020603050405020304" pitchFamily="18" charset="0"/>
                  <a:ea typeface="楷体_GB2312" pitchFamily="49" charset="-122"/>
                  <a:cs typeface="Times New Roman" panose="02020603050405020304" pitchFamily="18" charset="0"/>
                </a:endParaRPr>
              </a:p>
            </p:txBody>
          </p:sp>
        </p:grpSp>
        <p:sp>
          <p:nvSpPr>
            <p:cNvPr id="47114" name="Line 24">
              <a:extLst>
                <a:ext uri="{FF2B5EF4-FFF2-40B4-BE49-F238E27FC236}">
                  <a16:creationId xmlns:a16="http://schemas.microsoft.com/office/drawing/2014/main" id="{D764710A-FDEF-40BE-90D8-BAC7761B06CD}"/>
                </a:ext>
              </a:extLst>
            </p:cNvPr>
            <p:cNvSpPr>
              <a:spLocks noChangeShapeType="1"/>
            </p:cNvSpPr>
            <p:nvPr/>
          </p:nvSpPr>
          <p:spPr bwMode="auto">
            <a:xfrm flipH="1">
              <a:off x="8172400" y="2283718"/>
              <a:ext cx="0" cy="504056"/>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7115" name="Line 24">
              <a:extLst>
                <a:ext uri="{FF2B5EF4-FFF2-40B4-BE49-F238E27FC236}">
                  <a16:creationId xmlns:a16="http://schemas.microsoft.com/office/drawing/2014/main" id="{994182C2-D9D1-4989-926D-0E15FA4F76EA}"/>
                </a:ext>
              </a:extLst>
            </p:cNvPr>
            <p:cNvSpPr>
              <a:spLocks noChangeShapeType="1"/>
            </p:cNvSpPr>
            <p:nvPr/>
          </p:nvSpPr>
          <p:spPr bwMode="auto">
            <a:xfrm>
              <a:off x="8244408" y="2283718"/>
              <a:ext cx="504056" cy="504056"/>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7116" name="Rectangle 21">
              <a:extLst>
                <a:ext uri="{FF2B5EF4-FFF2-40B4-BE49-F238E27FC236}">
                  <a16:creationId xmlns:a16="http://schemas.microsoft.com/office/drawing/2014/main" id="{280D0D18-3230-4DC0-8189-08C58D7EB866}"/>
                </a:ext>
              </a:extLst>
            </p:cNvPr>
            <p:cNvSpPr>
              <a:spLocks noChangeArrowheads="1"/>
            </p:cNvSpPr>
            <p:nvPr/>
          </p:nvSpPr>
          <p:spPr bwMode="auto">
            <a:xfrm>
              <a:off x="7884368" y="2674131"/>
              <a:ext cx="1152128" cy="505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ea typeface="楷体_GB2312" pitchFamily="49" charset="-122"/>
                  <a:cs typeface="Times New Roman" panose="02020603050405020304" pitchFamily="18" charset="0"/>
                </a:rPr>
                <a:t>,       id</a:t>
              </a:r>
            </a:p>
          </p:txBody>
        </p:sp>
      </p:grpSp>
      <p:sp>
        <p:nvSpPr>
          <p:cNvPr id="3" name="灯片编号占位符 2">
            <a:extLst>
              <a:ext uri="{FF2B5EF4-FFF2-40B4-BE49-F238E27FC236}">
                <a16:creationId xmlns:a16="http://schemas.microsoft.com/office/drawing/2014/main" id="{3B9154C1-7DE9-4FD6-B463-F0987B2311F8}"/>
              </a:ext>
            </a:extLst>
          </p:cNvPr>
          <p:cNvSpPr>
            <a:spLocks noGrp="1"/>
          </p:cNvSpPr>
          <p:nvPr>
            <p:ph type="sldNum" sz="quarter" idx="10"/>
          </p:nvPr>
        </p:nvSpPr>
        <p:spPr/>
        <p:txBody>
          <a:bodyPr/>
          <a:lstStyle/>
          <a:p>
            <a:pPr>
              <a:defRPr/>
            </a:pPr>
            <a:fld id="{8E104948-B687-4A74-87EB-9097C047E113}" type="slidenum">
              <a:rPr lang="zh-CN" altLang="en-US" smtClean="0"/>
              <a:pPr>
                <a:defRPr/>
              </a:pPr>
              <a:t>13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4"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57351"/>
                                        </p:tgtEl>
                                        <p:attrNameLst>
                                          <p:attrName>style.visibility</p:attrName>
                                        </p:attrNameLst>
                                      </p:cBhvr>
                                      <p:to>
                                        <p:strVal val="visible"/>
                                      </p:to>
                                    </p:set>
                                    <p:anim calcmode="lin" valueType="num">
                                      <p:cBhvr>
                                        <p:cTn id="19" dur="500" fill="hold"/>
                                        <p:tgtEl>
                                          <p:spTgt spid="57351"/>
                                        </p:tgtEl>
                                        <p:attrNameLst>
                                          <p:attrName>ppt_w</p:attrName>
                                        </p:attrNameLst>
                                      </p:cBhvr>
                                      <p:tavLst>
                                        <p:tav tm="0">
                                          <p:val>
                                            <p:fltVal val="0"/>
                                          </p:val>
                                        </p:tav>
                                        <p:tav tm="100000">
                                          <p:val>
                                            <p:strVal val="#ppt_w"/>
                                          </p:val>
                                        </p:tav>
                                      </p:tavLst>
                                    </p:anim>
                                    <p:anim calcmode="lin" valueType="num">
                                      <p:cBhvr>
                                        <p:cTn id="20" dur="500" fill="hold"/>
                                        <p:tgtEl>
                                          <p:spTgt spid="57351"/>
                                        </p:tgtEl>
                                        <p:attrNameLst>
                                          <p:attrName>ppt_h</p:attrName>
                                        </p:attrNameLst>
                                      </p:cBhvr>
                                      <p:tavLst>
                                        <p:tav tm="0">
                                          <p:val>
                                            <p:fltVal val="0"/>
                                          </p:val>
                                        </p:tav>
                                        <p:tav tm="100000">
                                          <p:val>
                                            <p:strVal val="#ppt_h"/>
                                          </p:val>
                                        </p:tav>
                                      </p:tavLst>
                                    </p:anim>
                                    <p:animEffect transition="in" filter="fade">
                                      <p:cBhvr>
                                        <p:cTn id="21" dur="500"/>
                                        <p:tgtEl>
                                          <p:spTgt spid="5735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nodeType="clickEffect">
                                  <p:stCondLst>
                                    <p:cond delay="0"/>
                                  </p:stCondLst>
                                  <p:childTnLst>
                                    <p:set>
                                      <p:cBhvr>
                                        <p:cTn id="32" dur="1" fill="hold">
                                          <p:stCondLst>
                                            <p:cond delay="0"/>
                                          </p:stCondLst>
                                        </p:cTn>
                                        <p:tgtEl>
                                          <p:spTgt spid="55298">
                                            <p:txEl>
                                              <p:pRg st="3" end="3"/>
                                            </p:txEl>
                                          </p:spTgt>
                                        </p:tgtEl>
                                        <p:attrNameLst>
                                          <p:attrName>style.visibility</p:attrName>
                                        </p:attrNameLst>
                                      </p:cBhvr>
                                      <p:to>
                                        <p:strVal val="visible"/>
                                      </p:to>
                                    </p:set>
                                    <p:anim calcmode="lin" valueType="num">
                                      <p:cBhvr>
                                        <p:cTn id="33" dur="500" fill="hold"/>
                                        <p:tgtEl>
                                          <p:spTgt spid="55298">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55298">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55298">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55298">
                                            <p:txEl>
                                              <p:pRg st="4" end="4"/>
                                            </p:txEl>
                                          </p:spTgt>
                                        </p:tgtEl>
                                        <p:attrNameLst>
                                          <p:attrName>style.visibility</p:attrName>
                                        </p:attrNameLst>
                                      </p:cBhvr>
                                      <p:to>
                                        <p:strVal val="visible"/>
                                      </p:to>
                                    </p:set>
                                    <p:anim calcmode="lin" valueType="num">
                                      <p:cBhvr>
                                        <p:cTn id="40" dur="500" fill="hold"/>
                                        <p:tgtEl>
                                          <p:spTgt spid="55298">
                                            <p:txEl>
                                              <p:pRg st="4" end="4"/>
                                            </p:txEl>
                                          </p:spTgt>
                                        </p:tgtEl>
                                        <p:attrNameLst>
                                          <p:attrName>ppt_w</p:attrName>
                                        </p:attrNameLst>
                                      </p:cBhvr>
                                      <p:tavLst>
                                        <p:tav tm="0">
                                          <p:val>
                                            <p:fltVal val="0"/>
                                          </p:val>
                                        </p:tav>
                                        <p:tav tm="100000">
                                          <p:val>
                                            <p:strVal val="#ppt_w"/>
                                          </p:val>
                                        </p:tav>
                                      </p:tavLst>
                                    </p:anim>
                                    <p:anim calcmode="lin" valueType="num">
                                      <p:cBhvr>
                                        <p:cTn id="41" dur="500" fill="hold"/>
                                        <p:tgtEl>
                                          <p:spTgt spid="55298">
                                            <p:txEl>
                                              <p:pRg st="4" end="4"/>
                                            </p:txEl>
                                          </p:spTgt>
                                        </p:tgtEl>
                                        <p:attrNameLst>
                                          <p:attrName>ppt_h</p:attrName>
                                        </p:attrNameLst>
                                      </p:cBhvr>
                                      <p:tavLst>
                                        <p:tav tm="0">
                                          <p:val>
                                            <p:fltVal val="0"/>
                                          </p:val>
                                        </p:tav>
                                        <p:tav tm="100000">
                                          <p:val>
                                            <p:strVal val="#ppt_h"/>
                                          </p:val>
                                        </p:tav>
                                      </p:tavLst>
                                    </p:anim>
                                    <p:animEffect transition="in" filter="fade">
                                      <p:cBhvr>
                                        <p:cTn id="42" dur="500"/>
                                        <p:tgtEl>
                                          <p:spTgt spid="55298">
                                            <p:txEl>
                                              <p:pRg st="4" end="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16" fill="hold" nodeType="clickEffect">
                                  <p:stCondLst>
                                    <p:cond delay="0"/>
                                  </p:stCondLst>
                                  <p:childTnLst>
                                    <p:set>
                                      <p:cBhvr>
                                        <p:cTn id="46" dur="1" fill="hold">
                                          <p:stCondLst>
                                            <p:cond delay="0"/>
                                          </p:stCondLst>
                                        </p:cTn>
                                        <p:tgtEl>
                                          <p:spTgt spid="55298">
                                            <p:txEl>
                                              <p:pRg st="5" end="5"/>
                                            </p:txEl>
                                          </p:spTgt>
                                        </p:tgtEl>
                                        <p:attrNameLst>
                                          <p:attrName>style.visibility</p:attrName>
                                        </p:attrNameLst>
                                      </p:cBhvr>
                                      <p:to>
                                        <p:strVal val="visible"/>
                                      </p:to>
                                    </p:set>
                                    <p:anim calcmode="lin" valueType="num">
                                      <p:cBhvr>
                                        <p:cTn id="47" dur="500" fill="hold"/>
                                        <p:tgtEl>
                                          <p:spTgt spid="55298">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55298">
                                            <p:txEl>
                                              <p:pRg st="5" end="5"/>
                                            </p:txEl>
                                          </p:spTgt>
                                        </p:tgtEl>
                                        <p:attrNameLst>
                                          <p:attrName>ppt_h</p:attrName>
                                        </p:attrNameLst>
                                      </p:cBhvr>
                                      <p:tavLst>
                                        <p:tav tm="0">
                                          <p:val>
                                            <p:fltVal val="0"/>
                                          </p:val>
                                        </p:tav>
                                        <p:tav tm="100000">
                                          <p:val>
                                            <p:strVal val="#ppt_h"/>
                                          </p:val>
                                        </p:tav>
                                      </p:tavLst>
                                    </p:anim>
                                    <p:animEffect transition="in" filter="fade">
                                      <p:cBhvr>
                                        <p:cTn id="49" dur="500"/>
                                        <p:tgtEl>
                                          <p:spTgt spid="5529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8" name="标题 2">
            <a:extLst>
              <a:ext uri="{FF2B5EF4-FFF2-40B4-BE49-F238E27FC236}">
                <a16:creationId xmlns:a16="http://schemas.microsoft.com/office/drawing/2014/main" id="{B5979066-65D9-4B0B-B289-F61A543BD1EE}"/>
              </a:ext>
            </a:extLst>
          </p:cNvPr>
          <p:cNvSpPr>
            <a:spLocks noGrp="1"/>
          </p:cNvSpPr>
          <p:nvPr>
            <p:ph type="title"/>
          </p:nvPr>
        </p:nvSpPr>
        <p:spPr>
          <a:xfrm>
            <a:off x="755650" y="268288"/>
            <a:ext cx="7931150" cy="358775"/>
          </a:xfrm>
        </p:spPr>
        <p:txBody>
          <a:bodyPr/>
          <a:lstStyle/>
          <a:p>
            <a:pPr eaLnBrk="1" hangingPunct="1">
              <a:defRPr/>
            </a:pPr>
            <a:r>
              <a:rPr lang="zh-CN" altLang="en-US" spc="300" dirty="0">
                <a:latin typeface="Times New Roman" panose="02020603050405020304" pitchFamily="18" charset="0"/>
                <a:cs typeface="Times New Roman" panose="02020603050405020304" pitchFamily="18" charset="0"/>
              </a:rPr>
              <a:t>例</a:t>
            </a:r>
            <a:r>
              <a:rPr lang="zh-CN" altLang="en-US" spc="-300" dirty="0">
                <a:latin typeface="Times New Roman" panose="02020603050405020304" pitchFamily="18" charset="0"/>
                <a:cs typeface="Times New Roman" panose="02020603050405020304" pitchFamily="18" charset="0"/>
              </a:rPr>
              <a:t>：</a:t>
            </a:r>
            <a:r>
              <a:rPr lang="zh-CN" altLang="en-US" spc="300" dirty="0">
                <a:latin typeface="Times New Roman" panose="02020603050405020304" pitchFamily="18" charset="0"/>
                <a:cs typeface="Times New Roman" panose="02020603050405020304" pitchFamily="18" charset="0"/>
              </a:rPr>
              <a:t>带有继承属性</a:t>
            </a:r>
            <a:r>
              <a:rPr lang="zh-CN" altLang="en-US" dirty="0">
                <a:latin typeface="Times New Roman" panose="02020603050405020304" pitchFamily="18" charset="0"/>
                <a:cs typeface="Times New Roman" panose="02020603050405020304" pitchFamily="18" charset="0"/>
              </a:rPr>
              <a:t>的</a:t>
            </a:r>
            <a:r>
              <a:rPr lang="en-US" altLang="zh-CN" i="1" dirty="0">
                <a:latin typeface="Times New Roman" panose="02020603050405020304" pitchFamily="18" charset="0"/>
                <a:ea typeface="楷体" pitchFamily="49" charset="-122"/>
                <a:cs typeface="Times New Roman" panose="02020603050405020304" pitchFamily="18" charset="0"/>
              </a:rPr>
              <a:t>SDD </a:t>
            </a:r>
            <a:endParaRPr lang="zh-CN" altLang="en-US" i="1" dirty="0">
              <a:latin typeface="Times New Roman" panose="02020603050405020304" pitchFamily="18" charset="0"/>
              <a:ea typeface="楷体" pitchFamily="49" charset="-122"/>
              <a:cs typeface="Times New Roman" panose="02020603050405020304" pitchFamily="18" charset="0"/>
            </a:endParaRPr>
          </a:p>
        </p:txBody>
      </p:sp>
      <p:sp>
        <p:nvSpPr>
          <p:cNvPr id="59403" name="Freeform 10">
            <a:extLst>
              <a:ext uri="{FF2B5EF4-FFF2-40B4-BE49-F238E27FC236}">
                <a16:creationId xmlns:a16="http://schemas.microsoft.com/office/drawing/2014/main" id="{1B64C835-DA09-47F3-94EB-FD2CA72E08CD}"/>
              </a:ext>
            </a:extLst>
          </p:cNvPr>
          <p:cNvSpPr>
            <a:spLocks/>
          </p:cNvSpPr>
          <p:nvPr/>
        </p:nvSpPr>
        <p:spPr bwMode="auto">
          <a:xfrm rot="401358">
            <a:off x="6216650" y="1417638"/>
            <a:ext cx="788988" cy="276225"/>
          </a:xfrm>
          <a:custGeom>
            <a:avLst/>
            <a:gdLst>
              <a:gd name="T0" fmla="*/ 0 w 680"/>
              <a:gd name="T1" fmla="*/ 2147483646 h 190"/>
              <a:gd name="T2" fmla="*/ 2147483646 w 680"/>
              <a:gd name="T3" fmla="*/ 2147483646 h 190"/>
              <a:gd name="T4" fmla="*/ 2147483646 w 680"/>
              <a:gd name="T5" fmla="*/ 2147483646 h 190"/>
              <a:gd name="T6" fmla="*/ 0 60000 65536"/>
              <a:gd name="T7" fmla="*/ 0 60000 65536"/>
              <a:gd name="T8" fmla="*/ 0 60000 65536"/>
              <a:gd name="T9" fmla="*/ 0 w 680"/>
              <a:gd name="T10" fmla="*/ 0 h 190"/>
              <a:gd name="T11" fmla="*/ 680 w 680"/>
              <a:gd name="T12" fmla="*/ 190 h 190"/>
            </a:gdLst>
            <a:ahLst/>
            <a:cxnLst>
              <a:cxn ang="T6">
                <a:pos x="T0" y="T1"/>
              </a:cxn>
              <a:cxn ang="T7">
                <a:pos x="T2" y="T3"/>
              </a:cxn>
              <a:cxn ang="T8">
                <a:pos x="T4" y="T5"/>
              </a:cxn>
            </a:cxnLst>
            <a:rect l="T9" t="T10" r="T11" b="T12"/>
            <a:pathLst>
              <a:path w="680" h="190">
                <a:moveTo>
                  <a:pt x="0" y="190"/>
                </a:moveTo>
                <a:cubicBezTo>
                  <a:pt x="102" y="103"/>
                  <a:pt x="204" y="16"/>
                  <a:pt x="317" y="8"/>
                </a:cubicBezTo>
                <a:cubicBezTo>
                  <a:pt x="430" y="0"/>
                  <a:pt x="620" y="121"/>
                  <a:pt x="680" y="144"/>
                </a:cubicBezTo>
              </a:path>
            </a:pathLst>
          </a:custGeom>
          <a:noFill/>
          <a:ln w="38100">
            <a:solidFill>
              <a:schemeClr val="hlink"/>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a:p>
        </p:txBody>
      </p:sp>
      <p:sp>
        <p:nvSpPr>
          <p:cNvPr id="59404" name="Line 11">
            <a:extLst>
              <a:ext uri="{FF2B5EF4-FFF2-40B4-BE49-F238E27FC236}">
                <a16:creationId xmlns:a16="http://schemas.microsoft.com/office/drawing/2014/main" id="{D789B977-B925-403F-9F69-512D3B62679E}"/>
              </a:ext>
            </a:extLst>
          </p:cNvPr>
          <p:cNvSpPr>
            <a:spLocks noChangeShapeType="1"/>
          </p:cNvSpPr>
          <p:nvPr/>
        </p:nvSpPr>
        <p:spPr bwMode="auto">
          <a:xfrm flipH="1">
            <a:off x="6561138" y="2032000"/>
            <a:ext cx="571500" cy="357188"/>
          </a:xfrm>
          <a:prstGeom prst="line">
            <a:avLst/>
          </a:prstGeom>
          <a:noFill/>
          <a:ln w="38100">
            <a:solidFill>
              <a:schemeClr val="hlink"/>
            </a:solidFill>
            <a:prstDash val="dash"/>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59405" name="Line 12">
            <a:extLst>
              <a:ext uri="{FF2B5EF4-FFF2-40B4-BE49-F238E27FC236}">
                <a16:creationId xmlns:a16="http://schemas.microsoft.com/office/drawing/2014/main" id="{B0FB9C48-2DE4-4829-9428-06CB99A9107C}"/>
              </a:ext>
            </a:extLst>
          </p:cNvPr>
          <p:cNvSpPr>
            <a:spLocks noChangeShapeType="1"/>
          </p:cNvSpPr>
          <p:nvPr/>
        </p:nvSpPr>
        <p:spPr bwMode="auto">
          <a:xfrm flipH="1">
            <a:off x="5632450" y="2674938"/>
            <a:ext cx="539750" cy="323850"/>
          </a:xfrm>
          <a:prstGeom prst="line">
            <a:avLst/>
          </a:prstGeom>
          <a:noFill/>
          <a:ln w="38100">
            <a:solidFill>
              <a:schemeClr val="hlink"/>
            </a:solidFill>
            <a:prstDash val="dash"/>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nvGrpSpPr>
          <p:cNvPr id="2" name="组合 1">
            <a:extLst>
              <a:ext uri="{FF2B5EF4-FFF2-40B4-BE49-F238E27FC236}">
                <a16:creationId xmlns:a16="http://schemas.microsoft.com/office/drawing/2014/main" id="{012B0AE7-771F-43A8-A721-012810AB710D}"/>
              </a:ext>
            </a:extLst>
          </p:cNvPr>
          <p:cNvGrpSpPr>
            <a:grpSpLocks/>
          </p:cNvGrpSpPr>
          <p:nvPr/>
        </p:nvGrpSpPr>
        <p:grpSpPr bwMode="auto">
          <a:xfrm>
            <a:off x="5000625" y="1000125"/>
            <a:ext cx="4035871" cy="3162936"/>
            <a:chOff x="5000625" y="1000125"/>
            <a:chExt cx="4035871" cy="3162936"/>
          </a:xfrm>
        </p:grpSpPr>
        <p:sp>
          <p:nvSpPr>
            <p:cNvPr id="49168" name="矩形 1">
              <a:extLst>
                <a:ext uri="{FF2B5EF4-FFF2-40B4-BE49-F238E27FC236}">
                  <a16:creationId xmlns:a16="http://schemas.microsoft.com/office/drawing/2014/main" id="{F53E8C2B-3AEE-490A-8139-A934ADE0E461}"/>
                </a:ext>
              </a:extLst>
            </p:cNvPr>
            <p:cNvSpPr>
              <a:spLocks noChangeArrowheads="1"/>
            </p:cNvSpPr>
            <p:nvPr/>
          </p:nvSpPr>
          <p:spPr bwMode="auto">
            <a:xfrm>
              <a:off x="5072063" y="3786035"/>
              <a:ext cx="1428917" cy="3770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id</a:t>
              </a:r>
              <a:r>
                <a:rPr lang="en-US" altLang="zh-CN" sz="2000" dirty="0" err="1">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latin typeface="Times New Roman" panose="02020603050405020304" pitchFamily="18" charset="0"/>
                  <a:cs typeface="Times New Roman" panose="02020603050405020304" pitchFamily="18" charset="0"/>
                  <a:sym typeface="Symbol" panose="05050102010706020507" pitchFamily="18" charset="2"/>
                </a:rPr>
                <a:t>lexeme</a:t>
              </a:r>
              <a:r>
                <a:rPr kumimoji="1" lang="en-US" altLang="zh-CN" sz="2000" i="1" dirty="0">
                  <a:latin typeface="Times New Roman" panose="02020603050405020304" pitchFamily="18" charset="0"/>
                  <a:cs typeface="Times New Roman" panose="02020603050405020304" pitchFamily="18" charset="0"/>
                  <a:sym typeface="Symbol" panose="05050102010706020507" pitchFamily="18" charset="2"/>
                </a:rPr>
                <a:t>=a</a:t>
              </a:r>
              <a:endParaRPr lang="zh-CN" altLang="en-US" sz="2000" dirty="0">
                <a:cs typeface="Times New Roman" panose="02020603050405020304" pitchFamily="18" charset="0"/>
              </a:endParaRPr>
            </a:p>
          </p:txBody>
        </p:sp>
        <p:sp>
          <p:nvSpPr>
            <p:cNvPr id="49169" name="矩形 12">
              <a:extLst>
                <a:ext uri="{FF2B5EF4-FFF2-40B4-BE49-F238E27FC236}">
                  <a16:creationId xmlns:a16="http://schemas.microsoft.com/office/drawing/2014/main" id="{20134341-B690-4401-90D0-8804EFFE42EC}"/>
                </a:ext>
              </a:extLst>
            </p:cNvPr>
            <p:cNvSpPr>
              <a:spLocks noChangeArrowheads="1"/>
            </p:cNvSpPr>
            <p:nvPr/>
          </p:nvSpPr>
          <p:spPr bwMode="auto">
            <a:xfrm>
              <a:off x="6715125" y="3071699"/>
              <a:ext cx="1428917" cy="3770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id</a:t>
              </a:r>
              <a:r>
                <a:rPr lang="en-US" altLang="zh-CN" sz="2000" dirty="0" err="1">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latin typeface="Times New Roman" panose="02020603050405020304" pitchFamily="18" charset="0"/>
                  <a:cs typeface="Times New Roman" panose="02020603050405020304" pitchFamily="18" charset="0"/>
                  <a:sym typeface="Symbol" panose="05050102010706020507" pitchFamily="18" charset="2"/>
                </a:rPr>
                <a:t>lexeme</a:t>
              </a:r>
              <a:r>
                <a:rPr kumimoji="1" lang="en-US" altLang="zh-CN" sz="2000" i="1" dirty="0">
                  <a:latin typeface="Times New Roman" panose="02020603050405020304" pitchFamily="18" charset="0"/>
                  <a:cs typeface="Times New Roman" panose="02020603050405020304" pitchFamily="18" charset="0"/>
                  <a:sym typeface="Symbol" panose="05050102010706020507" pitchFamily="18" charset="2"/>
                </a:rPr>
                <a:t>=b</a:t>
              </a:r>
              <a:endParaRPr lang="zh-CN" altLang="en-US" sz="2000" dirty="0">
                <a:cs typeface="Times New Roman" panose="02020603050405020304" pitchFamily="18" charset="0"/>
              </a:endParaRPr>
            </a:p>
          </p:txBody>
        </p:sp>
        <p:sp>
          <p:nvSpPr>
            <p:cNvPr id="49170" name="矩形 13">
              <a:extLst>
                <a:ext uri="{FF2B5EF4-FFF2-40B4-BE49-F238E27FC236}">
                  <a16:creationId xmlns:a16="http://schemas.microsoft.com/office/drawing/2014/main" id="{E02F8E0F-CFE2-4259-BD8C-0F833F277227}"/>
                </a:ext>
              </a:extLst>
            </p:cNvPr>
            <p:cNvSpPr>
              <a:spLocks noChangeArrowheads="1"/>
            </p:cNvSpPr>
            <p:nvPr/>
          </p:nvSpPr>
          <p:spPr bwMode="auto">
            <a:xfrm>
              <a:off x="7622006" y="2357363"/>
              <a:ext cx="1414490" cy="3770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id</a:t>
              </a:r>
              <a:r>
                <a:rPr lang="en-US" altLang="zh-CN" sz="2000" dirty="0" err="1">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latin typeface="Times New Roman" panose="02020603050405020304" pitchFamily="18" charset="0"/>
                  <a:cs typeface="Times New Roman" panose="02020603050405020304" pitchFamily="18" charset="0"/>
                  <a:sym typeface="Symbol" panose="05050102010706020507" pitchFamily="18" charset="2"/>
                </a:rPr>
                <a:t>lexeme</a:t>
              </a:r>
              <a:r>
                <a:rPr kumimoji="1" lang="en-US" altLang="zh-CN" sz="2000" i="1" dirty="0">
                  <a:latin typeface="Times New Roman" panose="02020603050405020304" pitchFamily="18" charset="0"/>
                  <a:cs typeface="Times New Roman" panose="02020603050405020304" pitchFamily="18" charset="0"/>
                  <a:sym typeface="Symbol" panose="05050102010706020507" pitchFamily="18" charset="2"/>
                </a:rPr>
                <a:t>=c</a:t>
              </a:r>
              <a:endParaRPr lang="zh-CN" altLang="en-US" sz="2000" dirty="0">
                <a:cs typeface="Times New Roman" panose="02020603050405020304" pitchFamily="18" charset="0"/>
              </a:endParaRPr>
            </a:p>
          </p:txBody>
        </p:sp>
        <p:sp>
          <p:nvSpPr>
            <p:cNvPr id="49171" name="矩形 16">
              <a:extLst>
                <a:ext uri="{FF2B5EF4-FFF2-40B4-BE49-F238E27FC236}">
                  <a16:creationId xmlns:a16="http://schemas.microsoft.com/office/drawing/2014/main" id="{C420360D-6906-4F58-9D1C-516C02EAA6D4}"/>
                </a:ext>
              </a:extLst>
            </p:cNvPr>
            <p:cNvSpPr>
              <a:spLocks noChangeArrowheads="1"/>
            </p:cNvSpPr>
            <p:nvPr/>
          </p:nvSpPr>
          <p:spPr bwMode="auto">
            <a:xfrm>
              <a:off x="6462117" y="1000125"/>
              <a:ext cx="324446" cy="37700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2000" i="1">
                  <a:solidFill>
                    <a:srgbClr val="FF0000"/>
                  </a:solidFill>
                  <a:latin typeface="Times New Roman" panose="02020603050405020304" pitchFamily="18" charset="0"/>
                  <a:cs typeface="Times New Roman" panose="02020603050405020304" pitchFamily="18" charset="0"/>
                </a:rPr>
                <a:t>D</a:t>
              </a:r>
              <a:endParaRPr lang="zh-CN" altLang="en-US" sz="2000" i="1">
                <a:solidFill>
                  <a:srgbClr val="FF0000"/>
                </a:solidFill>
                <a:latin typeface="Times New Roman" panose="02020603050405020304" pitchFamily="18" charset="0"/>
                <a:cs typeface="Times New Roman" panose="02020603050405020304" pitchFamily="18" charset="0"/>
              </a:endParaRPr>
            </a:p>
          </p:txBody>
        </p:sp>
        <p:sp>
          <p:nvSpPr>
            <p:cNvPr id="49172" name="Line 7">
              <a:extLst>
                <a:ext uri="{FF2B5EF4-FFF2-40B4-BE49-F238E27FC236}">
                  <a16:creationId xmlns:a16="http://schemas.microsoft.com/office/drawing/2014/main" id="{3AE724FA-72A8-48B6-A156-F4383B8FB815}"/>
                </a:ext>
              </a:extLst>
            </p:cNvPr>
            <p:cNvSpPr>
              <a:spLocks noChangeShapeType="1"/>
            </p:cNvSpPr>
            <p:nvPr/>
          </p:nvSpPr>
          <p:spPr bwMode="auto">
            <a:xfrm flipV="1">
              <a:off x="6000750" y="1305693"/>
              <a:ext cx="428624" cy="285734"/>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9173" name="Line 7">
              <a:extLst>
                <a:ext uri="{FF2B5EF4-FFF2-40B4-BE49-F238E27FC236}">
                  <a16:creationId xmlns:a16="http://schemas.microsoft.com/office/drawing/2014/main" id="{7F55EFFD-A41B-46CD-8E3C-34A2A33121A3}"/>
                </a:ext>
              </a:extLst>
            </p:cNvPr>
            <p:cNvSpPr>
              <a:spLocks noChangeShapeType="1"/>
            </p:cNvSpPr>
            <p:nvPr/>
          </p:nvSpPr>
          <p:spPr bwMode="auto">
            <a:xfrm flipH="1" flipV="1">
              <a:off x="6786562" y="1305694"/>
              <a:ext cx="500063" cy="35716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9174" name="矩形 19">
              <a:extLst>
                <a:ext uri="{FF2B5EF4-FFF2-40B4-BE49-F238E27FC236}">
                  <a16:creationId xmlns:a16="http://schemas.microsoft.com/office/drawing/2014/main" id="{993A706C-91B7-460C-BD1A-F6AA036601C9}"/>
                </a:ext>
              </a:extLst>
            </p:cNvPr>
            <p:cNvSpPr>
              <a:spLocks noChangeArrowheads="1"/>
            </p:cNvSpPr>
            <p:nvPr/>
          </p:nvSpPr>
          <p:spPr bwMode="auto">
            <a:xfrm>
              <a:off x="6858000" y="1591429"/>
              <a:ext cx="1343958"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2000" i="1" dirty="0" err="1">
                  <a:solidFill>
                    <a:srgbClr val="FF0000"/>
                  </a:solidFill>
                  <a:latin typeface="Times New Roman" panose="02020603050405020304" pitchFamily="18" charset="0"/>
                  <a:ea typeface="楷体_GB2312" pitchFamily="49" charset="-122"/>
                  <a:cs typeface="Times New Roman" panose="02020603050405020304" pitchFamily="18" charset="0"/>
                </a:rPr>
                <a:t>L</a:t>
              </a:r>
              <a:r>
                <a:rPr lang="en-US" altLang="zh-CN" sz="2000" dirty="0" err="1">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inh</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=float</a:t>
              </a:r>
              <a:endParaRPr lang="zh-CN" altLang="en-US" sz="2000" dirty="0">
                <a:ea typeface="楷体_GB2312" pitchFamily="49" charset="-122"/>
                <a:cs typeface="Times New Roman" panose="02020603050405020304" pitchFamily="18" charset="0"/>
              </a:endParaRPr>
            </a:p>
          </p:txBody>
        </p:sp>
        <p:sp>
          <p:nvSpPr>
            <p:cNvPr id="49175" name="矩形 20">
              <a:extLst>
                <a:ext uri="{FF2B5EF4-FFF2-40B4-BE49-F238E27FC236}">
                  <a16:creationId xmlns:a16="http://schemas.microsoft.com/office/drawing/2014/main" id="{47DD4683-7488-4FA2-9070-A3CB60E58996}"/>
                </a:ext>
              </a:extLst>
            </p:cNvPr>
            <p:cNvSpPr>
              <a:spLocks noChangeArrowheads="1"/>
            </p:cNvSpPr>
            <p:nvPr/>
          </p:nvSpPr>
          <p:spPr bwMode="auto">
            <a:xfrm>
              <a:off x="5000625" y="1591429"/>
              <a:ext cx="1414490"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2000" i="1" dirty="0" err="1">
                  <a:solidFill>
                    <a:srgbClr val="FF0000"/>
                  </a:solidFill>
                  <a:latin typeface="Times New Roman" panose="02020603050405020304" pitchFamily="18" charset="0"/>
                  <a:ea typeface="楷体_GB2312" pitchFamily="49" charset="-122"/>
                  <a:cs typeface="Times New Roman" panose="02020603050405020304" pitchFamily="18" charset="0"/>
                </a:rPr>
                <a:t>T</a:t>
              </a:r>
              <a:r>
                <a:rPr lang="en-US" altLang="zh-CN" sz="2000" dirty="0" err="1">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type</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=float</a:t>
              </a:r>
              <a:endParaRPr lang="zh-CN" altLang="en-US" sz="2000" dirty="0">
                <a:ea typeface="楷体_GB2312" pitchFamily="49" charset="-122"/>
                <a:cs typeface="Times New Roman" panose="02020603050405020304" pitchFamily="18" charset="0"/>
              </a:endParaRPr>
            </a:p>
          </p:txBody>
        </p:sp>
        <p:sp>
          <p:nvSpPr>
            <p:cNvPr id="49176" name="Line 7">
              <a:extLst>
                <a:ext uri="{FF2B5EF4-FFF2-40B4-BE49-F238E27FC236}">
                  <a16:creationId xmlns:a16="http://schemas.microsoft.com/office/drawing/2014/main" id="{3FC600A0-E157-4563-A973-2CE44BD1E242}"/>
                </a:ext>
              </a:extLst>
            </p:cNvPr>
            <p:cNvSpPr>
              <a:spLocks noChangeShapeType="1"/>
            </p:cNvSpPr>
            <p:nvPr/>
          </p:nvSpPr>
          <p:spPr bwMode="auto">
            <a:xfrm flipV="1">
              <a:off x="5572125" y="2000195"/>
              <a:ext cx="0" cy="35716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9177" name="矩形 22">
              <a:extLst>
                <a:ext uri="{FF2B5EF4-FFF2-40B4-BE49-F238E27FC236}">
                  <a16:creationId xmlns:a16="http://schemas.microsoft.com/office/drawing/2014/main" id="{9257F6AB-40E2-4472-BBB6-BCB3EFD61846}"/>
                </a:ext>
              </a:extLst>
            </p:cNvPr>
            <p:cNvSpPr>
              <a:spLocks noChangeArrowheads="1"/>
            </p:cNvSpPr>
            <p:nvPr/>
          </p:nvSpPr>
          <p:spPr bwMode="auto">
            <a:xfrm>
              <a:off x="5307407" y="2285929"/>
              <a:ext cx="635430"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float</a:t>
              </a:r>
              <a:endParaRPr lang="zh-CN" altLang="en-US" sz="2000" dirty="0">
                <a:solidFill>
                  <a:srgbClr val="FF0000"/>
                </a:solidFill>
                <a:cs typeface="Times New Roman" panose="02020603050405020304" pitchFamily="18" charset="0"/>
              </a:endParaRPr>
            </a:p>
          </p:txBody>
        </p:sp>
        <p:sp>
          <p:nvSpPr>
            <p:cNvPr id="49178" name="Line 7">
              <a:extLst>
                <a:ext uri="{FF2B5EF4-FFF2-40B4-BE49-F238E27FC236}">
                  <a16:creationId xmlns:a16="http://schemas.microsoft.com/office/drawing/2014/main" id="{4A58C0AF-257D-4AC5-82C7-9B560E57B32D}"/>
                </a:ext>
              </a:extLst>
            </p:cNvPr>
            <p:cNvSpPr>
              <a:spLocks noChangeShapeType="1"/>
            </p:cNvSpPr>
            <p:nvPr/>
          </p:nvSpPr>
          <p:spPr bwMode="auto">
            <a:xfrm flipV="1">
              <a:off x="7572375" y="2000195"/>
              <a:ext cx="0" cy="35716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9179" name="Line 7">
              <a:extLst>
                <a:ext uri="{FF2B5EF4-FFF2-40B4-BE49-F238E27FC236}">
                  <a16:creationId xmlns:a16="http://schemas.microsoft.com/office/drawing/2014/main" id="{D613F828-A1D5-41D1-B344-888DF71775D2}"/>
                </a:ext>
              </a:extLst>
            </p:cNvPr>
            <p:cNvSpPr>
              <a:spLocks noChangeShapeType="1"/>
            </p:cNvSpPr>
            <p:nvPr/>
          </p:nvSpPr>
          <p:spPr bwMode="auto">
            <a:xfrm flipH="1" flipV="1">
              <a:off x="7572375" y="2000195"/>
              <a:ext cx="642938" cy="35716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9180" name="Line 7">
              <a:extLst>
                <a:ext uri="{FF2B5EF4-FFF2-40B4-BE49-F238E27FC236}">
                  <a16:creationId xmlns:a16="http://schemas.microsoft.com/office/drawing/2014/main" id="{EC9BC5E1-D293-4D2D-91B2-61E1ECD416BD}"/>
                </a:ext>
              </a:extLst>
            </p:cNvPr>
            <p:cNvSpPr>
              <a:spLocks noChangeShapeType="1"/>
            </p:cNvSpPr>
            <p:nvPr/>
          </p:nvSpPr>
          <p:spPr bwMode="auto">
            <a:xfrm flipV="1">
              <a:off x="6929438" y="2000195"/>
              <a:ext cx="642938" cy="35716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9181" name="矩形 26">
              <a:extLst>
                <a:ext uri="{FF2B5EF4-FFF2-40B4-BE49-F238E27FC236}">
                  <a16:creationId xmlns:a16="http://schemas.microsoft.com/office/drawing/2014/main" id="{94B0D40E-8507-4E0B-A7A2-ACD7053FC971}"/>
                </a:ext>
              </a:extLst>
            </p:cNvPr>
            <p:cNvSpPr>
              <a:spLocks noChangeArrowheads="1"/>
            </p:cNvSpPr>
            <p:nvPr/>
          </p:nvSpPr>
          <p:spPr bwMode="auto">
            <a:xfrm>
              <a:off x="6143625" y="2337529"/>
              <a:ext cx="1524719"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2000" i="1" dirty="0" err="1">
                  <a:solidFill>
                    <a:srgbClr val="FF0000"/>
                  </a:solidFill>
                  <a:latin typeface="Times New Roman" panose="02020603050405020304" pitchFamily="18" charset="0"/>
                  <a:ea typeface="楷体_GB2312" pitchFamily="49" charset="-122"/>
                  <a:cs typeface="Times New Roman" panose="02020603050405020304" pitchFamily="18" charset="0"/>
                </a:rPr>
                <a:t>L</a:t>
              </a:r>
              <a:r>
                <a:rPr lang="en-US" altLang="zh-CN" sz="2000" dirty="0" err="1">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inh</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=float  </a:t>
              </a:r>
              <a:r>
                <a:rPr kumimoji="1"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endParaRPr lang="zh-CN" altLang="en-US" sz="2000" dirty="0">
                <a:solidFill>
                  <a:srgbClr val="FF0000"/>
                </a:solidFill>
                <a:ea typeface="楷体_GB2312" pitchFamily="49" charset="-122"/>
                <a:cs typeface="Times New Roman" panose="02020603050405020304" pitchFamily="18" charset="0"/>
              </a:endParaRPr>
            </a:p>
          </p:txBody>
        </p:sp>
        <p:sp>
          <p:nvSpPr>
            <p:cNvPr id="49182" name="Line 7">
              <a:extLst>
                <a:ext uri="{FF2B5EF4-FFF2-40B4-BE49-F238E27FC236}">
                  <a16:creationId xmlns:a16="http://schemas.microsoft.com/office/drawing/2014/main" id="{562D25E8-D6B1-4C95-8B24-688BC14A4F9B}"/>
                </a:ext>
              </a:extLst>
            </p:cNvPr>
            <p:cNvSpPr>
              <a:spLocks noChangeShapeType="1"/>
            </p:cNvSpPr>
            <p:nvPr/>
          </p:nvSpPr>
          <p:spPr bwMode="auto">
            <a:xfrm flipV="1">
              <a:off x="6500813" y="2714531"/>
              <a:ext cx="0" cy="35716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9183" name="Line 7">
              <a:extLst>
                <a:ext uri="{FF2B5EF4-FFF2-40B4-BE49-F238E27FC236}">
                  <a16:creationId xmlns:a16="http://schemas.microsoft.com/office/drawing/2014/main" id="{A1CE4F6E-BFFA-498B-8776-2903B27989D3}"/>
                </a:ext>
              </a:extLst>
            </p:cNvPr>
            <p:cNvSpPr>
              <a:spLocks noChangeShapeType="1"/>
            </p:cNvSpPr>
            <p:nvPr/>
          </p:nvSpPr>
          <p:spPr bwMode="auto">
            <a:xfrm flipH="1" flipV="1">
              <a:off x="6500813" y="2714531"/>
              <a:ext cx="642938" cy="35716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9184" name="Line 7">
              <a:extLst>
                <a:ext uri="{FF2B5EF4-FFF2-40B4-BE49-F238E27FC236}">
                  <a16:creationId xmlns:a16="http://schemas.microsoft.com/office/drawing/2014/main" id="{95C73383-EA7F-4AB6-B878-B35F414F4ECF}"/>
                </a:ext>
              </a:extLst>
            </p:cNvPr>
            <p:cNvSpPr>
              <a:spLocks noChangeShapeType="1"/>
            </p:cNvSpPr>
            <p:nvPr/>
          </p:nvSpPr>
          <p:spPr bwMode="auto">
            <a:xfrm flipV="1">
              <a:off x="5857875" y="2714531"/>
              <a:ext cx="642938" cy="35716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49185" name="矩形 33">
              <a:extLst>
                <a:ext uri="{FF2B5EF4-FFF2-40B4-BE49-F238E27FC236}">
                  <a16:creationId xmlns:a16="http://schemas.microsoft.com/office/drawing/2014/main" id="{9E1AB5F3-46EC-45DA-B635-5195C4C5397C}"/>
                </a:ext>
              </a:extLst>
            </p:cNvPr>
            <p:cNvSpPr>
              <a:spLocks noChangeArrowheads="1"/>
            </p:cNvSpPr>
            <p:nvPr/>
          </p:nvSpPr>
          <p:spPr bwMode="auto">
            <a:xfrm>
              <a:off x="5072063" y="3051864"/>
              <a:ext cx="1728678"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2000" i="1" dirty="0" err="1">
                  <a:solidFill>
                    <a:srgbClr val="FF0000"/>
                  </a:solidFill>
                  <a:latin typeface="Times New Roman" panose="02020603050405020304" pitchFamily="18" charset="0"/>
                  <a:ea typeface="楷体_GB2312" pitchFamily="49" charset="-122"/>
                  <a:cs typeface="Times New Roman" panose="02020603050405020304" pitchFamily="18" charset="0"/>
                </a:rPr>
                <a:t>L</a:t>
              </a:r>
              <a:r>
                <a:rPr lang="en-US" altLang="zh-CN" sz="2000" dirty="0" err="1">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inh</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=float     ,</a:t>
              </a:r>
              <a:endParaRPr lang="zh-CN" altLang="en-US" sz="2000" dirty="0">
                <a:ea typeface="楷体_GB2312" pitchFamily="49" charset="-122"/>
                <a:cs typeface="Times New Roman" panose="02020603050405020304" pitchFamily="18" charset="0"/>
              </a:endParaRPr>
            </a:p>
          </p:txBody>
        </p:sp>
        <p:sp>
          <p:nvSpPr>
            <p:cNvPr id="49186" name="Line 7">
              <a:extLst>
                <a:ext uri="{FF2B5EF4-FFF2-40B4-BE49-F238E27FC236}">
                  <a16:creationId xmlns:a16="http://schemas.microsoft.com/office/drawing/2014/main" id="{8E5B6C11-0676-4CAD-9116-F45C19790BBE}"/>
                </a:ext>
              </a:extLst>
            </p:cNvPr>
            <p:cNvSpPr>
              <a:spLocks noChangeShapeType="1"/>
            </p:cNvSpPr>
            <p:nvPr/>
          </p:nvSpPr>
          <p:spPr bwMode="auto">
            <a:xfrm flipV="1">
              <a:off x="5572125" y="3428867"/>
              <a:ext cx="0" cy="357168"/>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grpSp>
      <p:sp>
        <p:nvSpPr>
          <p:cNvPr id="49159" name="Text Box 45">
            <a:extLst>
              <a:ext uri="{FF2B5EF4-FFF2-40B4-BE49-F238E27FC236}">
                <a16:creationId xmlns:a16="http://schemas.microsoft.com/office/drawing/2014/main" id="{BF40AFCC-4406-4F27-B2D6-DAA47D1C8A7A}"/>
              </a:ext>
            </a:extLst>
          </p:cNvPr>
          <p:cNvSpPr txBox="1">
            <a:spLocks noChangeArrowheads="1"/>
          </p:cNvSpPr>
          <p:nvPr/>
        </p:nvSpPr>
        <p:spPr bwMode="auto">
          <a:xfrm>
            <a:off x="338138" y="842963"/>
            <a:ext cx="4643437"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kumimoji="1" lang="en-US" altLang="zh-CN" sz="2000" i="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SDD</a:t>
            </a:r>
            <a:r>
              <a:rPr kumimoji="1" lang="zh-CN" altLang="en-US" sz="20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：声明语句的翻译定义</a:t>
            </a:r>
          </a:p>
        </p:txBody>
      </p:sp>
      <p:sp>
        <p:nvSpPr>
          <p:cNvPr id="35" name="矩形 34">
            <a:extLst>
              <a:ext uri="{FF2B5EF4-FFF2-40B4-BE49-F238E27FC236}">
                <a16:creationId xmlns:a16="http://schemas.microsoft.com/office/drawing/2014/main" id="{BEAC3860-7F7B-42E6-B6FB-E15386214A00}"/>
              </a:ext>
            </a:extLst>
          </p:cNvPr>
          <p:cNvSpPr>
            <a:spLocks noChangeArrowheads="1"/>
          </p:cNvSpPr>
          <p:nvPr/>
        </p:nvSpPr>
        <p:spPr bwMode="auto">
          <a:xfrm>
            <a:off x="323850" y="4178300"/>
            <a:ext cx="2378075"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kumimoji="1" lang="zh-CN" altLang="en-US" sz="2000" dirty="0">
                <a:solidFill>
                  <a:srgbClr val="2D83F4"/>
                </a:solidFill>
                <a:latin typeface="华文楷体" panose="02010600040101010101" pitchFamily="2" charset="-122"/>
                <a:ea typeface="华文楷体" panose="02010600040101010101" pitchFamily="2" charset="-122"/>
              </a:rPr>
              <a:t>输入</a:t>
            </a:r>
            <a:r>
              <a:rPr kumimoji="1" lang="zh-CN" altLang="en-US" sz="2000" dirty="0">
                <a:solidFill>
                  <a:srgbClr val="2D83F4"/>
                </a:solidFill>
                <a:latin typeface="Times New Roman" panose="02020603050405020304" pitchFamily="18" charset="0"/>
              </a:rPr>
              <a:t>：</a:t>
            </a:r>
          </a:p>
          <a:p>
            <a:pPr eaLnBrk="1" hangingPunct="1">
              <a:spcBef>
                <a:spcPct val="20000"/>
              </a:spcBef>
            </a:pPr>
            <a:r>
              <a:rPr kumimoji="1" lang="en-US" altLang="zh-CN" sz="2000" dirty="0">
                <a:latin typeface="Times New Roman" panose="02020603050405020304" pitchFamily="18" charset="0"/>
                <a:ea typeface="楷体_GB2312" pitchFamily="49" charset="-122"/>
                <a:cs typeface="Times New Roman" panose="02020603050405020304" pitchFamily="18" charset="0"/>
              </a:rPr>
              <a:t>float</a:t>
            </a:r>
            <a:r>
              <a:rPr kumimoji="1" lang="en-US" altLang="zh-CN" sz="2000" i="1" dirty="0">
                <a:latin typeface="Times New Roman" panose="02020603050405020304" pitchFamily="18" charset="0"/>
                <a:ea typeface="楷体_GB2312" pitchFamily="49" charset="-122"/>
                <a:cs typeface="Times New Roman" panose="02020603050405020304" pitchFamily="18" charset="0"/>
              </a:rPr>
              <a:t> a</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b </a:t>
            </a:r>
            <a:r>
              <a:rPr kumimoji="1" lang="en-US" altLang="zh-CN" sz="2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c</a:t>
            </a:r>
            <a:endParaRPr kumimoji="1" lang="en-US" altLang="zh-CN" sz="2000" i="1" baseline="-25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pSp>
        <p:nvGrpSpPr>
          <p:cNvPr id="49161" name="组合 5">
            <a:extLst>
              <a:ext uri="{FF2B5EF4-FFF2-40B4-BE49-F238E27FC236}">
                <a16:creationId xmlns:a16="http://schemas.microsoft.com/office/drawing/2014/main" id="{A2522FD0-4FE6-45B6-BD8E-AF977C45B8DE}"/>
              </a:ext>
            </a:extLst>
          </p:cNvPr>
          <p:cNvGrpSpPr>
            <a:grpSpLocks/>
          </p:cNvGrpSpPr>
          <p:nvPr/>
        </p:nvGrpSpPr>
        <p:grpSpPr bwMode="auto">
          <a:xfrm>
            <a:off x="323850" y="1325563"/>
            <a:ext cx="4643438" cy="2627312"/>
            <a:chOff x="323526" y="1326158"/>
            <a:chExt cx="4643441" cy="2626137"/>
          </a:xfrm>
        </p:grpSpPr>
        <p:grpSp>
          <p:nvGrpSpPr>
            <p:cNvPr id="49163" name="组合 2">
              <a:extLst>
                <a:ext uri="{FF2B5EF4-FFF2-40B4-BE49-F238E27FC236}">
                  <a16:creationId xmlns:a16="http://schemas.microsoft.com/office/drawing/2014/main" id="{769BB574-9CCB-41DE-8F8E-546F730BED0B}"/>
                </a:ext>
              </a:extLst>
            </p:cNvPr>
            <p:cNvGrpSpPr>
              <a:grpSpLocks/>
            </p:cNvGrpSpPr>
            <p:nvPr/>
          </p:nvGrpSpPr>
          <p:grpSpPr bwMode="auto">
            <a:xfrm>
              <a:off x="323526" y="1326158"/>
              <a:ext cx="4643441" cy="2614659"/>
              <a:chOff x="354641" y="1211262"/>
              <a:chExt cx="4442555" cy="2615453"/>
            </a:xfrm>
          </p:grpSpPr>
          <p:sp>
            <p:nvSpPr>
              <p:cNvPr id="57346" name="Rectangle 6">
                <a:extLst>
                  <a:ext uri="{FF2B5EF4-FFF2-40B4-BE49-F238E27FC236}">
                    <a16:creationId xmlns:a16="http://schemas.microsoft.com/office/drawing/2014/main" id="{44046990-A726-462E-9B4E-C5D55457A8ED}"/>
                  </a:ext>
                </a:extLst>
              </p:cNvPr>
              <p:cNvSpPr>
                <a:spLocks noChangeArrowheads="1"/>
              </p:cNvSpPr>
              <p:nvPr/>
            </p:nvSpPr>
            <p:spPr bwMode="auto">
              <a:xfrm>
                <a:off x="354641" y="1211262"/>
                <a:ext cx="4442555" cy="2615824"/>
              </a:xfrm>
              <a:prstGeom prst="rect">
                <a:avLst/>
              </a:prstGeom>
              <a:solidFill>
                <a:schemeClr val="accent2">
                  <a:lumMod val="40000"/>
                  <a:lumOff val="60000"/>
                </a:schemeClr>
              </a:solidFill>
              <a:ln w="12700">
                <a:solidFill>
                  <a:schemeClr val="tx1"/>
                </a:solidFill>
                <a:miter lim="800000"/>
                <a:headEnd/>
                <a:tailEnd type="none" w="lg" len="lg"/>
              </a:ln>
            </p:spPr>
            <p:txBody>
              <a:bodyPr lIns="67500" tIns="35100" rIns="67500" bIns="35100">
                <a:spAutoFit/>
              </a:bodyPr>
              <a:lstStyle/>
              <a:p>
                <a:pPr eaLnBrk="1" hangingPunct="1">
                  <a:spcBef>
                    <a:spcPct val="50000"/>
                  </a:spcBef>
                  <a:defRPr/>
                </a:pPr>
                <a:r>
                  <a:rPr kumimoji="1" lang="en-US" altLang="zh-CN" sz="1200" b="0" dirty="0">
                    <a:latin typeface="Times New Roman" pitchFamily="18" charset="0"/>
                    <a:ea typeface="楷体_GB2312" pitchFamily="49" charset="-122"/>
                    <a:cs typeface="Times New Roman" pitchFamily="18" charset="0"/>
                  </a:rPr>
                  <a:t>                 </a:t>
                </a:r>
                <a:r>
                  <a:rPr kumimoji="1" lang="zh-CN" altLang="en-US" sz="2000" dirty="0">
                    <a:latin typeface="楷体" pitchFamily="49" charset="-122"/>
                    <a:ea typeface="楷体" pitchFamily="49" charset="-122"/>
                    <a:cs typeface="Times New Roman" pitchFamily="18" charset="0"/>
                  </a:rPr>
                  <a:t>产生式         语义规则</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(1)</a:t>
                </a:r>
                <a:r>
                  <a:rPr kumimoji="1" lang="zh-CN" altLang="en-US"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D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T L	</a:t>
                </a:r>
                <a:r>
                  <a:rPr kumimoji="1" lang="en-US" altLang="zh-CN" sz="2000" i="1" dirty="0" err="1">
                    <a:latin typeface="Times New Roman" pitchFamily="18" charset="0"/>
                    <a:ea typeface="楷体_GB2312" pitchFamily="49" charset="-122"/>
                    <a:cs typeface="Times New Roman" pitchFamily="18" charset="0"/>
                  </a:rPr>
                  <a:t>L</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solidFill>
                      <a:srgbClr val="FF0000"/>
                    </a:solidFill>
                    <a:latin typeface="Times New Roman" pitchFamily="18" charset="0"/>
                    <a:ea typeface="楷体_GB2312" pitchFamily="49" charset="-122"/>
                    <a:cs typeface="Times New Roman" pitchFamily="18" charset="0"/>
                  </a:rPr>
                  <a:t>inh</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T</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rPr>
                  <a:t>type</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(2)   </a:t>
                </a:r>
                <a:r>
                  <a:rPr kumimoji="1" lang="en-US" altLang="zh-CN" sz="2000" i="1" dirty="0">
                    <a:latin typeface="Times New Roman" pitchFamily="18" charset="0"/>
                    <a:ea typeface="楷体_GB2312" pitchFamily="49" charset="-122"/>
                    <a:cs typeface="Times New Roman" pitchFamily="18" charset="0"/>
                  </a:rPr>
                  <a:t>T</a:t>
                </a:r>
                <a:r>
                  <a:rPr kumimoji="1" lang="en-US" altLang="zh-CN" sz="2000"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dirty="0" err="1">
                    <a:latin typeface="Times New Roman" pitchFamily="18" charset="0"/>
                    <a:ea typeface="楷体_GB2312" pitchFamily="49" charset="-122"/>
                    <a:cs typeface="Times New Roman" pitchFamily="18" charset="0"/>
                    <a:sym typeface="Symbol" pitchFamily="18" charset="2"/>
                  </a:rPr>
                  <a:t>int</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T</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rPr>
                  <a:t>type</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err="1">
                    <a:latin typeface="Times New Roman" pitchFamily="18" charset="0"/>
                    <a:ea typeface="楷体_GB2312" pitchFamily="49" charset="-122"/>
                    <a:cs typeface="Times New Roman" pitchFamily="18" charset="0"/>
                  </a:rPr>
                  <a:t>int</a:t>
                </a:r>
                <a:endParaRPr kumimoji="1" lang="en-US" altLang="zh-CN" sz="2000" i="1" dirty="0">
                  <a:latin typeface="Times New Roman" pitchFamily="18" charset="0"/>
                  <a:ea typeface="楷体_GB2312" pitchFamily="49" charset="-122"/>
                  <a:cs typeface="Times New Roman" pitchFamily="18" charset="0"/>
                </a:endParaRP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(3)   </a:t>
                </a:r>
                <a:r>
                  <a:rPr kumimoji="1" lang="en-US" altLang="zh-CN" sz="2000" i="1" dirty="0">
                    <a:latin typeface="Times New Roman" pitchFamily="18" charset="0"/>
                    <a:ea typeface="楷体_GB2312" pitchFamily="49" charset="-122"/>
                    <a:cs typeface="Times New Roman" pitchFamily="18" charset="0"/>
                  </a:rPr>
                  <a:t>T</a:t>
                </a:r>
                <a:r>
                  <a:rPr kumimoji="1" lang="en-US" altLang="zh-CN" sz="2000"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sym typeface="Symbol" pitchFamily="18" charset="2"/>
                  </a:rPr>
                  <a:t> float</a:t>
                </a:r>
                <a:r>
                  <a:rPr kumimoji="1" lang="en-US" altLang="zh-CN" sz="2000" i="1" dirty="0">
                    <a:latin typeface="Times New Roman" pitchFamily="18" charset="0"/>
                    <a:ea typeface="楷体_GB2312" pitchFamily="49" charset="-122"/>
                    <a:cs typeface="Times New Roman" pitchFamily="18" charset="0"/>
                    <a:sym typeface="Symbol" pitchFamily="18" charset="2"/>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T</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rPr>
                  <a:t>type</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float</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(4)   </a:t>
                </a:r>
                <a:r>
                  <a:rPr kumimoji="1" lang="en-US" altLang="zh-CN" sz="2000" i="1" dirty="0">
                    <a:latin typeface="Times New Roman" pitchFamily="18" charset="0"/>
                    <a:ea typeface="楷体_GB2312" pitchFamily="49" charset="-122"/>
                    <a:cs typeface="Times New Roman" pitchFamily="18" charset="0"/>
                  </a:rPr>
                  <a:t>L</a:t>
                </a:r>
                <a:r>
                  <a:rPr kumimoji="1" lang="en-US" altLang="zh-CN" sz="2000"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kumimoji="1" lang="en-US" altLang="zh-CN" sz="2000" baseline="-25000" dirty="0">
                    <a:latin typeface="Times New Roman" pitchFamily="18" charset="0"/>
                    <a:ea typeface="楷体_GB2312" pitchFamily="49" charset="-122"/>
                    <a:cs typeface="Times New Roman" pitchFamily="18" charset="0"/>
                    <a:sym typeface="Symbol" pitchFamily="18" charset="2"/>
                  </a:rPr>
                  <a:t>1</a:t>
                </a:r>
                <a:r>
                  <a:rPr kumimoji="1" lang="en-US" altLang="zh-CN" sz="2000" dirty="0">
                    <a:latin typeface="Times New Roman" pitchFamily="18" charset="0"/>
                    <a:ea typeface="楷体_GB2312" pitchFamily="49" charset="-122"/>
                    <a:cs typeface="Times New Roman" pitchFamily="18" charset="0"/>
                    <a:sym typeface="Symbol" pitchFamily="18" charset="2"/>
                  </a:rPr>
                  <a:t>, id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kumimoji="1" lang="en-US" altLang="zh-CN" sz="2000" baseline="-25000" dirty="0">
                    <a:latin typeface="Times New Roman" pitchFamily="18" charset="0"/>
                    <a:ea typeface="楷体_GB2312" pitchFamily="49" charset="-122"/>
                    <a:cs typeface="Times New Roman" pitchFamily="18" charset="0"/>
                    <a:sym typeface="Symbol" pitchFamily="18" charset="2"/>
                  </a:rPr>
                  <a:t>1</a:t>
                </a:r>
                <a:r>
                  <a:rPr lang="en-US" altLang="zh-CN" sz="2000" i="1" dirty="0">
                    <a:latin typeface="Times New Roman" pitchFamily="18" charset="0"/>
                    <a:ea typeface="楷体_GB2312" pitchFamily="49" charset="-122"/>
                    <a:cs typeface="Times New Roman" pitchFamily="18" charset="0"/>
                  </a:rPr>
                  <a:t>.</a:t>
                </a:r>
                <a:r>
                  <a:rPr kumimoji="1" lang="en-US" altLang="zh-CN" sz="2000" i="1" dirty="0">
                    <a:solidFill>
                      <a:srgbClr val="FF0000"/>
                    </a:solidFill>
                    <a:latin typeface="Times New Roman" pitchFamily="18" charset="0"/>
                    <a:ea typeface="楷体_GB2312" pitchFamily="49" charset="-122"/>
                    <a:cs typeface="Times New Roman" pitchFamily="18" charset="0"/>
                    <a:sym typeface="Symbol" pitchFamily="18" charset="2"/>
                  </a:rPr>
                  <a:t>inh</a:t>
                </a:r>
                <a:r>
                  <a:rPr kumimoji="1" lang="en-US" altLang="zh-CN" sz="2000" i="1" dirty="0">
                    <a:latin typeface="Times New Roman" pitchFamily="18" charset="0"/>
                    <a:ea typeface="楷体_GB2312" pitchFamily="49" charset="-122"/>
                    <a:cs typeface="Times New Roman" pitchFamily="18" charset="0"/>
                    <a:sym typeface="Symbol" pitchFamily="18" charset="2"/>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L</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inh</a:t>
                </a:r>
                <a:r>
                  <a:rPr kumimoji="1" lang="en-US" altLang="zh-CN" sz="2000" i="1" dirty="0">
                    <a:latin typeface="Times New Roman" pitchFamily="18" charset="0"/>
                    <a:ea typeface="楷体_GB2312" pitchFamily="49" charset="-122"/>
                    <a:cs typeface="Times New Roman" pitchFamily="18" charset="0"/>
                    <a:sym typeface="Symbol" pitchFamily="18" charset="2"/>
                  </a:rPr>
                  <a:t> </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addType</a:t>
                </a:r>
                <a:r>
                  <a:rPr kumimoji="1" lang="en-US" altLang="zh-CN" sz="2000" dirty="0">
                    <a:latin typeface="Times New Roman" pitchFamily="18" charset="0"/>
                    <a:ea typeface="楷体_GB2312" pitchFamily="49" charset="-122"/>
                    <a:cs typeface="Times New Roman" pitchFamily="18" charset="0"/>
                    <a:sym typeface="Symbol" pitchFamily="18" charset="2"/>
                  </a:rPr>
                  <a:t>(</a:t>
                </a:r>
                <a:r>
                  <a:rPr kumimoji="1" lang="en-US" altLang="zh-CN" sz="2000" dirty="0" err="1">
                    <a:latin typeface="Times New Roman" pitchFamily="18" charset="0"/>
                    <a:ea typeface="楷体_GB2312" pitchFamily="49" charset="-122"/>
                    <a:cs typeface="Times New Roman" pitchFamily="18" charset="0"/>
                    <a:sym typeface="Symbol" pitchFamily="18" charset="2"/>
                  </a:rPr>
                  <a:t>id</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lexeme</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L</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inh</a:t>
                </a:r>
                <a:r>
                  <a:rPr kumimoji="1" lang="en-US" altLang="zh-CN" sz="2000" dirty="0">
                    <a:latin typeface="Times New Roman" pitchFamily="18" charset="0"/>
                    <a:ea typeface="楷体_GB2312" pitchFamily="49" charset="-122"/>
                    <a:cs typeface="Times New Roman" pitchFamily="18" charset="0"/>
                    <a:sym typeface="Symbol" pitchFamily="18" charset="2"/>
                  </a:rPr>
                  <a:t>)</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(5)</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kumimoji="1" lang="en-US" altLang="zh-CN" sz="2000" dirty="0">
                    <a:latin typeface="Times New Roman" pitchFamily="18" charset="0"/>
                    <a:ea typeface="楷体_GB2312" pitchFamily="49" charset="-122"/>
                    <a:cs typeface="Times New Roman" pitchFamily="18" charset="0"/>
                    <a:sym typeface="Symbol" pitchFamily="18" charset="2"/>
                  </a:rPr>
                  <a:t>  id       	</a:t>
                </a:r>
                <a:r>
                  <a:rPr kumimoji="1" lang="en-US" altLang="zh-CN" sz="2000" i="1" dirty="0" err="1">
                    <a:latin typeface="Times New Roman" pitchFamily="18" charset="0"/>
                    <a:ea typeface="楷体_GB2312" pitchFamily="49" charset="-122"/>
                    <a:cs typeface="Times New Roman" pitchFamily="18" charset="0"/>
                    <a:sym typeface="Symbol" pitchFamily="18" charset="2"/>
                  </a:rPr>
                  <a:t>addType</a:t>
                </a:r>
                <a:r>
                  <a:rPr kumimoji="1" lang="en-US" altLang="zh-CN" sz="2000" dirty="0">
                    <a:latin typeface="Times New Roman" pitchFamily="18" charset="0"/>
                    <a:ea typeface="楷体_GB2312" pitchFamily="49" charset="-122"/>
                    <a:cs typeface="Times New Roman" pitchFamily="18" charset="0"/>
                    <a:sym typeface="Symbol" pitchFamily="18" charset="2"/>
                  </a:rPr>
                  <a:t>(</a:t>
                </a:r>
                <a:r>
                  <a:rPr kumimoji="1" lang="en-US" altLang="zh-CN" sz="2000" dirty="0" err="1">
                    <a:latin typeface="Times New Roman" pitchFamily="18" charset="0"/>
                    <a:ea typeface="楷体_GB2312" pitchFamily="49" charset="-122"/>
                    <a:cs typeface="Times New Roman" pitchFamily="18" charset="0"/>
                    <a:sym typeface="Symbol" pitchFamily="18" charset="2"/>
                  </a:rPr>
                  <a:t>id</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lexeme</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L</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inh</a:t>
                </a:r>
                <a:r>
                  <a:rPr kumimoji="1" lang="en-US" altLang="zh-CN" sz="2000" dirty="0">
                    <a:latin typeface="Times New Roman" pitchFamily="18" charset="0"/>
                    <a:ea typeface="楷体_GB2312" pitchFamily="49" charset="-122"/>
                    <a:cs typeface="Times New Roman" pitchFamily="18" charset="0"/>
                    <a:sym typeface="Symbol" pitchFamily="18" charset="2"/>
                  </a:rPr>
                  <a:t>)</a:t>
                </a:r>
              </a:p>
            </p:txBody>
          </p:sp>
          <p:sp>
            <p:nvSpPr>
              <p:cNvPr id="49166" name="Line 7">
                <a:extLst>
                  <a:ext uri="{FF2B5EF4-FFF2-40B4-BE49-F238E27FC236}">
                    <a16:creationId xmlns:a16="http://schemas.microsoft.com/office/drawing/2014/main" id="{04992354-EF42-4420-9FBA-5BCD3763D06F}"/>
                  </a:ext>
                </a:extLst>
              </p:cNvPr>
              <p:cNvSpPr>
                <a:spLocks noChangeShapeType="1"/>
              </p:cNvSpPr>
              <p:nvPr/>
            </p:nvSpPr>
            <p:spPr bwMode="auto">
              <a:xfrm>
                <a:off x="354641" y="1522413"/>
                <a:ext cx="4442555"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cxnSp>
            <p:nvCxnSpPr>
              <p:cNvPr id="49167" name="直接连接符 4">
                <a:extLst>
                  <a:ext uri="{FF2B5EF4-FFF2-40B4-BE49-F238E27FC236}">
                    <a16:creationId xmlns:a16="http://schemas.microsoft.com/office/drawing/2014/main" id="{A601D8C5-16BB-441E-BA53-0C3E5E74A309}"/>
                  </a:ext>
                </a:extLst>
              </p:cNvPr>
              <p:cNvCxnSpPr>
                <a:cxnSpLocks noChangeShapeType="1"/>
              </p:cNvCxnSpPr>
              <p:nvPr/>
            </p:nvCxnSpPr>
            <p:spPr bwMode="auto">
              <a:xfrm>
                <a:off x="2008069" y="1211262"/>
                <a:ext cx="0" cy="2615453"/>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cxnSp>
          <p:nvCxnSpPr>
            <p:cNvPr id="8" name="直接连接符 7">
              <a:extLst>
                <a:ext uri="{FF2B5EF4-FFF2-40B4-BE49-F238E27FC236}">
                  <a16:creationId xmlns:a16="http://schemas.microsoft.com/office/drawing/2014/main" id="{53D7CE8A-17B7-4764-89F8-B578A323282E}"/>
                </a:ext>
              </a:extLst>
            </p:cNvPr>
            <p:cNvCxnSpPr>
              <a:cxnSpLocks/>
            </p:cNvCxnSpPr>
            <p:nvPr/>
          </p:nvCxnSpPr>
          <p:spPr>
            <a:xfrm>
              <a:off x="766439" y="1348373"/>
              <a:ext cx="0" cy="26039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矩形 2">
            <a:extLst>
              <a:ext uri="{FF2B5EF4-FFF2-40B4-BE49-F238E27FC236}">
                <a16:creationId xmlns:a16="http://schemas.microsoft.com/office/drawing/2014/main" id="{0FC17A4C-06BC-4E98-818E-15CCEC94D873}"/>
              </a:ext>
            </a:extLst>
          </p:cNvPr>
          <p:cNvSpPr/>
          <p:nvPr/>
        </p:nvSpPr>
        <p:spPr>
          <a:xfrm>
            <a:off x="2424113" y="4240213"/>
            <a:ext cx="5892800" cy="708025"/>
          </a:xfrm>
          <a:prstGeom prst="rect">
            <a:avLst/>
          </a:prstGeom>
        </p:spPr>
        <p:txBody>
          <a:bodyPr>
            <a:spAutoFit/>
          </a:bodyPr>
          <a:lstStyle/>
          <a:p>
            <a:pPr marL="342900" indent="-342900">
              <a:buFont typeface="Wingdings" panose="05000000000000000000" pitchFamily="2" charset="2"/>
              <a:buChar char="Ø"/>
              <a:defRPr/>
            </a:pPr>
            <a:r>
              <a:rPr kumimoji="1"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将标识符</a:t>
            </a:r>
            <a:r>
              <a:rPr kumimoji="1"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id</a:t>
            </a:r>
            <a:r>
              <a:rPr kumimoji="1"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和其数据类型</a:t>
            </a:r>
            <a:r>
              <a:rPr kumimoji="1" lang="en-US" altLang="zh-CN" sz="2000" dirty="0" err="1">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L.inh</a:t>
            </a:r>
            <a:r>
              <a:rPr kumimoji="1"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存入符号表：</a:t>
            </a:r>
            <a:endParaRPr kumimoji="1"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endParaRPr>
          </a:p>
          <a:p>
            <a:pPr>
              <a:defRPr/>
            </a:pPr>
            <a:r>
              <a:rPr kumimoji="1" lang="en-US" altLang="zh-CN" sz="2000" i="1"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        </a:t>
            </a:r>
            <a:r>
              <a:rPr kumimoji="1" lang="en-US" altLang="zh-CN" sz="2000" i="1" dirty="0" err="1">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addType</a:t>
            </a:r>
            <a:r>
              <a:rPr kumimoji="1"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(id</a:t>
            </a:r>
            <a:r>
              <a:rPr kumimoji="1"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的词法值</a:t>
            </a:r>
            <a:r>
              <a:rPr kumimoji="1"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 id</a:t>
            </a:r>
            <a:r>
              <a:rPr kumimoji="1" lang="zh-CN" altLang="en-US"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的数据类型</a:t>
            </a:r>
            <a:r>
              <a:rPr kumimoji="1" lang="en-US" altLang="zh-CN" sz="2000" dirty="0">
                <a:latin typeface="Times New Roman" panose="02020603050405020304" pitchFamily="18" charset="0"/>
                <a:ea typeface="华文楷体" panose="02010600040101010101" pitchFamily="2" charset="-122"/>
                <a:cs typeface="Times New Roman" panose="02020603050405020304" pitchFamily="18" charset="0"/>
                <a:sym typeface="Symbol" pitchFamily="18" charset="2"/>
              </a:rPr>
              <a:t>)</a:t>
            </a:r>
            <a:endParaRPr lang="zh-CN" altLang="en-US" sz="20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4E3387E4-6C27-4556-A8A5-C058504DF9EE}"/>
              </a:ext>
            </a:extLst>
          </p:cNvPr>
          <p:cNvSpPr>
            <a:spLocks noGrp="1"/>
          </p:cNvSpPr>
          <p:nvPr>
            <p:ph type="sldNum" sz="quarter" idx="10"/>
          </p:nvPr>
        </p:nvSpPr>
        <p:spPr/>
        <p:txBody>
          <a:bodyPr/>
          <a:lstStyle/>
          <a:p>
            <a:pPr>
              <a:defRPr/>
            </a:pPr>
            <a:fld id="{8E104948-B687-4A74-87EB-9097C047E113}" type="slidenum">
              <a:rPr lang="zh-CN" altLang="en-US" smtClean="0"/>
              <a:pPr>
                <a:defRPr/>
              </a:pPr>
              <a:t>14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 calcmode="lin" valueType="num">
                                      <p:cBhvr>
                                        <p:cTn id="7" dur="500" fill="hold"/>
                                        <p:tgtEl>
                                          <p:spTgt spid="3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5">
                                            <p:txEl>
                                              <p:pRg st="1" end="1"/>
                                            </p:txEl>
                                          </p:spTgt>
                                        </p:tgtEl>
                                        <p:attrNameLst>
                                          <p:attrName>style.visibility</p:attrName>
                                        </p:attrNameLst>
                                      </p:cBhvr>
                                      <p:to>
                                        <p:strVal val="visible"/>
                                      </p:to>
                                    </p:set>
                                    <p:anim calcmode="lin" valueType="num">
                                      <p:cBhvr>
                                        <p:cTn id="12" dur="500" fill="hold"/>
                                        <p:tgtEl>
                                          <p:spTgt spid="35">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5">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5">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59403"/>
                                        </p:tgtEl>
                                        <p:attrNameLst>
                                          <p:attrName>style.visibility</p:attrName>
                                        </p:attrNameLst>
                                      </p:cBhvr>
                                      <p:to>
                                        <p:strVal val="visible"/>
                                      </p:to>
                                    </p:set>
                                    <p:anim calcmode="lin" valueType="num">
                                      <p:cBhvr>
                                        <p:cTn id="26" dur="500" fill="hold"/>
                                        <p:tgtEl>
                                          <p:spTgt spid="59403"/>
                                        </p:tgtEl>
                                        <p:attrNameLst>
                                          <p:attrName>ppt_w</p:attrName>
                                        </p:attrNameLst>
                                      </p:cBhvr>
                                      <p:tavLst>
                                        <p:tav tm="0">
                                          <p:val>
                                            <p:fltVal val="0"/>
                                          </p:val>
                                        </p:tav>
                                        <p:tav tm="100000">
                                          <p:val>
                                            <p:strVal val="#ppt_w"/>
                                          </p:val>
                                        </p:tav>
                                      </p:tavLst>
                                    </p:anim>
                                    <p:anim calcmode="lin" valueType="num">
                                      <p:cBhvr>
                                        <p:cTn id="27" dur="500" fill="hold"/>
                                        <p:tgtEl>
                                          <p:spTgt spid="59403"/>
                                        </p:tgtEl>
                                        <p:attrNameLst>
                                          <p:attrName>ppt_h</p:attrName>
                                        </p:attrNameLst>
                                      </p:cBhvr>
                                      <p:tavLst>
                                        <p:tav tm="0">
                                          <p:val>
                                            <p:fltVal val="0"/>
                                          </p:val>
                                        </p:tav>
                                        <p:tav tm="100000">
                                          <p:val>
                                            <p:strVal val="#ppt_h"/>
                                          </p:val>
                                        </p:tav>
                                      </p:tavLst>
                                    </p:anim>
                                    <p:animEffect transition="in" filter="fade">
                                      <p:cBhvr>
                                        <p:cTn id="28" dur="500"/>
                                        <p:tgtEl>
                                          <p:spTgt spid="5940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nodeType="clickEffect">
                                  <p:stCondLst>
                                    <p:cond delay="0"/>
                                  </p:stCondLst>
                                  <p:childTnLst>
                                    <p:set>
                                      <p:cBhvr>
                                        <p:cTn id="32" dur="1" fill="hold">
                                          <p:stCondLst>
                                            <p:cond delay="0"/>
                                          </p:stCondLst>
                                        </p:cTn>
                                        <p:tgtEl>
                                          <p:spTgt spid="59404"/>
                                        </p:tgtEl>
                                        <p:attrNameLst>
                                          <p:attrName>style.visibility</p:attrName>
                                        </p:attrNameLst>
                                      </p:cBhvr>
                                      <p:to>
                                        <p:strVal val="visible"/>
                                      </p:to>
                                    </p:set>
                                    <p:anim calcmode="lin" valueType="num">
                                      <p:cBhvr>
                                        <p:cTn id="33" dur="500" fill="hold"/>
                                        <p:tgtEl>
                                          <p:spTgt spid="59404"/>
                                        </p:tgtEl>
                                        <p:attrNameLst>
                                          <p:attrName>ppt_w</p:attrName>
                                        </p:attrNameLst>
                                      </p:cBhvr>
                                      <p:tavLst>
                                        <p:tav tm="0">
                                          <p:val>
                                            <p:fltVal val="0"/>
                                          </p:val>
                                        </p:tav>
                                        <p:tav tm="100000">
                                          <p:val>
                                            <p:strVal val="#ppt_w"/>
                                          </p:val>
                                        </p:tav>
                                      </p:tavLst>
                                    </p:anim>
                                    <p:anim calcmode="lin" valueType="num">
                                      <p:cBhvr>
                                        <p:cTn id="34" dur="500" fill="hold"/>
                                        <p:tgtEl>
                                          <p:spTgt spid="59404"/>
                                        </p:tgtEl>
                                        <p:attrNameLst>
                                          <p:attrName>ppt_h</p:attrName>
                                        </p:attrNameLst>
                                      </p:cBhvr>
                                      <p:tavLst>
                                        <p:tav tm="0">
                                          <p:val>
                                            <p:fltVal val="0"/>
                                          </p:val>
                                        </p:tav>
                                        <p:tav tm="100000">
                                          <p:val>
                                            <p:strVal val="#ppt_h"/>
                                          </p:val>
                                        </p:tav>
                                      </p:tavLst>
                                    </p:anim>
                                    <p:animEffect transition="in" filter="fade">
                                      <p:cBhvr>
                                        <p:cTn id="35" dur="500"/>
                                        <p:tgtEl>
                                          <p:spTgt spid="5940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16" fill="hold" nodeType="clickEffect">
                                  <p:stCondLst>
                                    <p:cond delay="0"/>
                                  </p:stCondLst>
                                  <p:childTnLst>
                                    <p:set>
                                      <p:cBhvr>
                                        <p:cTn id="39" dur="1" fill="hold">
                                          <p:stCondLst>
                                            <p:cond delay="0"/>
                                          </p:stCondLst>
                                        </p:cTn>
                                        <p:tgtEl>
                                          <p:spTgt spid="59405"/>
                                        </p:tgtEl>
                                        <p:attrNameLst>
                                          <p:attrName>style.visibility</p:attrName>
                                        </p:attrNameLst>
                                      </p:cBhvr>
                                      <p:to>
                                        <p:strVal val="visible"/>
                                      </p:to>
                                    </p:set>
                                    <p:anim calcmode="lin" valueType="num">
                                      <p:cBhvr>
                                        <p:cTn id="40" dur="500" fill="hold"/>
                                        <p:tgtEl>
                                          <p:spTgt spid="59405"/>
                                        </p:tgtEl>
                                        <p:attrNameLst>
                                          <p:attrName>ppt_w</p:attrName>
                                        </p:attrNameLst>
                                      </p:cBhvr>
                                      <p:tavLst>
                                        <p:tav tm="0">
                                          <p:val>
                                            <p:fltVal val="0"/>
                                          </p:val>
                                        </p:tav>
                                        <p:tav tm="100000">
                                          <p:val>
                                            <p:strVal val="#ppt_w"/>
                                          </p:val>
                                        </p:tav>
                                      </p:tavLst>
                                    </p:anim>
                                    <p:anim calcmode="lin" valueType="num">
                                      <p:cBhvr>
                                        <p:cTn id="41" dur="500" fill="hold"/>
                                        <p:tgtEl>
                                          <p:spTgt spid="59405"/>
                                        </p:tgtEl>
                                        <p:attrNameLst>
                                          <p:attrName>ppt_h</p:attrName>
                                        </p:attrNameLst>
                                      </p:cBhvr>
                                      <p:tavLst>
                                        <p:tav tm="0">
                                          <p:val>
                                            <p:fltVal val="0"/>
                                          </p:val>
                                        </p:tav>
                                        <p:tav tm="100000">
                                          <p:val>
                                            <p:strVal val="#ppt_h"/>
                                          </p:val>
                                        </p:tav>
                                      </p:tavLst>
                                    </p:anim>
                                    <p:animEffect transition="in" filter="fade">
                                      <p:cBhvr>
                                        <p:cTn id="42" dur="500"/>
                                        <p:tgtEl>
                                          <p:spTgt spid="5940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down)">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3D883F1E-D4AB-43B4-BE31-52134725A980}"/>
              </a:ext>
            </a:extLst>
          </p:cNvPr>
          <p:cNvSpPr>
            <a:spLocks noGrp="1"/>
          </p:cNvSpPr>
          <p:nvPr>
            <p:ph idx="1"/>
          </p:nvPr>
        </p:nvSpPr>
        <p:spPr>
          <a:xfrm>
            <a:off x="442913" y="774700"/>
            <a:ext cx="7915275" cy="3225800"/>
          </a:xfrm>
        </p:spPr>
        <p:txBody>
          <a:bodyPr/>
          <a:lstStyle/>
          <a:p>
            <a:pPr eaLnBrk="1" hangingPunct="1"/>
            <a:r>
              <a:rPr lang="zh-CN" altLang="en-US" sz="3000" dirty="0">
                <a:latin typeface="Times New Roman" panose="02020603050405020304" pitchFamily="18" charset="0"/>
                <a:cs typeface="Times New Roman" panose="02020603050405020304" pitchFamily="18" charset="0"/>
              </a:rPr>
              <a:t>一个没有副作用的</a:t>
            </a:r>
            <a:r>
              <a:rPr lang="en-US" altLang="zh-CN" sz="3000" i="1" dirty="0">
                <a:latin typeface="Times New Roman" panose="02020603050405020304" pitchFamily="18" charset="0"/>
                <a:cs typeface="Times New Roman" panose="02020603050405020304" pitchFamily="18" charset="0"/>
              </a:rPr>
              <a:t>SDD</a:t>
            </a:r>
            <a:r>
              <a:rPr lang="zh-CN" altLang="en-US" sz="3000" dirty="0">
                <a:latin typeface="Times New Roman" panose="02020603050405020304" pitchFamily="18" charset="0"/>
                <a:cs typeface="Times New Roman" panose="02020603050405020304" pitchFamily="18" charset="0"/>
              </a:rPr>
              <a:t>有时也称为</a:t>
            </a:r>
            <a:r>
              <a:rPr lang="zh-CN" altLang="en-US" sz="3000" dirty="0">
                <a:solidFill>
                  <a:srgbClr val="FF0000"/>
                </a:solidFill>
                <a:latin typeface="Times New Roman" panose="02020603050405020304" pitchFamily="18" charset="0"/>
                <a:cs typeface="Times New Roman" panose="02020603050405020304" pitchFamily="18" charset="0"/>
              </a:rPr>
              <a:t>属性文法</a:t>
            </a:r>
            <a:endParaRPr lang="en-US" altLang="zh-CN" sz="3000" i="1" dirty="0">
              <a:solidFill>
                <a:srgbClr val="FF0000"/>
              </a:solidFill>
              <a:latin typeface="Times New Roman" panose="02020603050405020304" pitchFamily="18" charset="0"/>
              <a:cs typeface="Times New Roman" panose="02020603050405020304" pitchFamily="18" charset="0"/>
            </a:endParaRPr>
          </a:p>
          <a:p>
            <a:pPr lvl="1"/>
            <a:r>
              <a:rPr lang="zh-CN" altLang="en-US" sz="2800" dirty="0">
                <a:latin typeface="Times New Roman" panose="02020603050405020304" pitchFamily="18" charset="0"/>
                <a:cs typeface="Times New Roman" panose="02020603050405020304" pitchFamily="18" charset="0"/>
              </a:rPr>
              <a:t>属性文法的</a:t>
            </a:r>
            <a:r>
              <a:rPr lang="zh-CN" altLang="en-US" sz="2800" dirty="0">
                <a:solidFill>
                  <a:srgbClr val="0070C0"/>
                </a:solidFill>
                <a:latin typeface="Times New Roman" panose="02020603050405020304" pitchFamily="18" charset="0"/>
                <a:cs typeface="Times New Roman" panose="02020603050405020304" pitchFamily="18" charset="0"/>
              </a:rPr>
              <a:t>语义规则</a:t>
            </a:r>
            <a:r>
              <a:rPr lang="zh-CN" altLang="en-US" sz="2800" dirty="0">
                <a:latin typeface="Times New Roman" panose="02020603050405020304" pitchFamily="18" charset="0"/>
                <a:cs typeface="Times New Roman" panose="02020603050405020304" pitchFamily="18" charset="0"/>
              </a:rPr>
              <a:t>仅仅通过</a:t>
            </a:r>
            <a:r>
              <a:rPr lang="zh-CN" altLang="en-US" sz="2800" dirty="0">
                <a:solidFill>
                  <a:srgbClr val="0070C0"/>
                </a:solidFill>
                <a:latin typeface="Times New Roman" panose="02020603050405020304" pitchFamily="18" charset="0"/>
                <a:cs typeface="Times New Roman" panose="02020603050405020304" pitchFamily="18" charset="0"/>
              </a:rPr>
              <a:t>其它属性值和常量</a:t>
            </a:r>
            <a:r>
              <a:rPr lang="zh-CN" altLang="en-US" sz="2800" dirty="0">
                <a:latin typeface="Times New Roman" panose="02020603050405020304" pitchFamily="18" charset="0"/>
                <a:cs typeface="Times New Roman" panose="02020603050405020304" pitchFamily="18" charset="0"/>
              </a:rPr>
              <a:t>来定义一个属性值</a:t>
            </a:r>
          </a:p>
          <a:p>
            <a:pPr lvl="1"/>
            <a:r>
              <a:rPr lang="zh-CN" altLang="en-US" sz="2800" dirty="0">
                <a:latin typeface="Times New Roman" panose="02020603050405020304" pitchFamily="18" charset="0"/>
                <a:cs typeface="Times New Roman" panose="02020603050405020304" pitchFamily="18" charset="0"/>
              </a:rPr>
              <a:t>例</a:t>
            </a:r>
            <a:endParaRPr lang="en-US" altLang="zh-CN" sz="2800" dirty="0">
              <a:latin typeface="Times New Roman" panose="02020603050405020304" pitchFamily="18" charset="0"/>
              <a:cs typeface="Times New Roman" panose="02020603050405020304" pitchFamily="18" charset="0"/>
            </a:endParaRPr>
          </a:p>
        </p:txBody>
      </p:sp>
      <p:sp>
        <p:nvSpPr>
          <p:cNvPr id="16386" name="Rectangle 2">
            <a:extLst>
              <a:ext uri="{FF2B5EF4-FFF2-40B4-BE49-F238E27FC236}">
                <a16:creationId xmlns:a16="http://schemas.microsoft.com/office/drawing/2014/main" id="{F134FB30-BD49-460D-94B3-B02A8A4586D2}"/>
              </a:ext>
            </a:extLst>
          </p:cNvPr>
          <p:cNvSpPr>
            <a:spLocks noGrp="1" noChangeArrowheads="1"/>
          </p:cNvSpPr>
          <p:nvPr>
            <p:ph type="title"/>
          </p:nvPr>
        </p:nvSpPr>
        <p:spPr>
          <a:xfrm>
            <a:off x="755650" y="268288"/>
            <a:ext cx="7931150" cy="358775"/>
          </a:xfrm>
        </p:spPr>
        <p:txBody>
          <a:bodyPr/>
          <a:lstStyle/>
          <a:p>
            <a:pPr eaLnBrk="1" hangingPunct="1">
              <a:defRPr/>
            </a:pPr>
            <a:r>
              <a:rPr lang="zh-CN" altLang="en-US" spc="300" dirty="0">
                <a:latin typeface="Times New Roman" panose="02020603050405020304" pitchFamily="18" charset="0"/>
                <a:cs typeface="Times New Roman" panose="02020603050405020304" pitchFamily="18" charset="0"/>
              </a:rPr>
              <a:t>属性文法</a:t>
            </a:r>
            <a:r>
              <a:rPr lang="en-US" altLang="zh-CN" dirty="0">
                <a:solidFill>
                  <a:srgbClr val="000099"/>
                </a:solidFill>
                <a:latin typeface="Times New Roman" panose="02020603050405020304" pitchFamily="18" charset="0"/>
                <a:cs typeface="Times New Roman" panose="02020603050405020304" pitchFamily="18" charset="0"/>
              </a:rPr>
              <a:t> </a:t>
            </a:r>
            <a:r>
              <a:rPr lang="en-US" altLang="zh-CN" sz="2500" dirty="0">
                <a:latin typeface="Times New Roman" panose="02020603050405020304" pitchFamily="18" charset="0"/>
                <a:cs typeface="Times New Roman" panose="02020603050405020304" pitchFamily="18" charset="0"/>
              </a:rPr>
              <a:t>(</a:t>
            </a:r>
            <a:r>
              <a:rPr lang="en-US" altLang="zh-CN" sz="2500" i="1" dirty="0">
                <a:latin typeface="Times New Roman" panose="02020603050405020304" pitchFamily="18" charset="0"/>
                <a:cs typeface="Times New Roman" panose="02020603050405020304" pitchFamily="18" charset="0"/>
              </a:rPr>
              <a:t>Attribute Grammar</a:t>
            </a:r>
            <a:r>
              <a:rPr lang="en-US" altLang="zh-CN" sz="2500" dirty="0">
                <a:latin typeface="Times New Roman" panose="02020603050405020304" pitchFamily="18" charset="0"/>
                <a:cs typeface="Times New Roman" panose="02020603050405020304" pitchFamily="18" charset="0"/>
              </a:rPr>
              <a:t>)</a:t>
            </a:r>
            <a:endParaRPr lang="zh-CN" altLang="en-US" sz="2500" dirty="0">
              <a:latin typeface="Times New Roman" panose="02020603050405020304" pitchFamily="18" charset="0"/>
              <a:cs typeface="Times New Roman" panose="02020603050405020304" pitchFamily="18" charset="0"/>
            </a:endParaRPr>
          </a:p>
        </p:txBody>
      </p:sp>
      <p:grpSp>
        <p:nvGrpSpPr>
          <p:cNvPr id="2" name="组合 7">
            <a:extLst>
              <a:ext uri="{FF2B5EF4-FFF2-40B4-BE49-F238E27FC236}">
                <a16:creationId xmlns:a16="http://schemas.microsoft.com/office/drawing/2014/main" id="{6242A402-594F-47C1-B74B-7F9817EA7F8B}"/>
              </a:ext>
            </a:extLst>
          </p:cNvPr>
          <p:cNvGrpSpPr>
            <a:grpSpLocks/>
          </p:cNvGrpSpPr>
          <p:nvPr/>
        </p:nvGrpSpPr>
        <p:grpSpPr bwMode="auto">
          <a:xfrm>
            <a:off x="2255838" y="2357438"/>
            <a:ext cx="4230687" cy="2338387"/>
            <a:chOff x="3359696" y="3284984"/>
            <a:chExt cx="3367010" cy="2339200"/>
          </a:xfrm>
        </p:grpSpPr>
        <p:sp>
          <p:nvSpPr>
            <p:cNvPr id="9" name="矩形 8">
              <a:extLst>
                <a:ext uri="{FF2B5EF4-FFF2-40B4-BE49-F238E27FC236}">
                  <a16:creationId xmlns:a16="http://schemas.microsoft.com/office/drawing/2014/main" id="{7BF027D8-4C56-4E53-84EC-F9166831581C}"/>
                </a:ext>
              </a:extLst>
            </p:cNvPr>
            <p:cNvSpPr/>
            <p:nvPr/>
          </p:nvSpPr>
          <p:spPr>
            <a:xfrm>
              <a:off x="3359696" y="3284984"/>
              <a:ext cx="3367010" cy="2339200"/>
            </a:xfrm>
            <a:prstGeom prst="rect">
              <a:avLst/>
            </a:prstGeom>
            <a:solidFill>
              <a:schemeClr val="accent2">
                <a:lumMod val="40000"/>
                <a:lumOff val="60000"/>
              </a:schemeClr>
            </a:solidFill>
            <a:ln>
              <a:solidFill>
                <a:schemeClr val="tx1"/>
              </a:solidFill>
            </a:ln>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30000"/>
                </a:spcBef>
                <a:defRPr/>
              </a:pPr>
              <a:r>
                <a:rPr lang="zh-CN" altLang="en-US" b="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产生式</a:t>
              </a:r>
              <a:r>
                <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语义规则</a:t>
              </a:r>
              <a:endPar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n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L</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endPar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	E</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E</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(3)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(4)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Fval</a:t>
              </a:r>
              <a:endPar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(5)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(6)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(7)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digit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digit</a:t>
              </a:r>
              <a:r>
                <a:rPr lang="en-US" altLang="zh-CN" i="1" dirty="0" err="1">
                  <a:latin typeface="Times New Roman" pitchFamily="18" charset="0"/>
                  <a:ea typeface="楷体_GB2312" pitchFamily="49" charset="-122"/>
                  <a:cs typeface="Times New Roman" pitchFamily="18" charset="0"/>
                </a:rPr>
                <a:t>.</a:t>
              </a:r>
              <a:r>
                <a:rPr kumimoji="1" lang="en-US" altLang="zh-CN"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lexval</a:t>
              </a:r>
              <a:endPar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cxnSp>
          <p:nvCxnSpPr>
            <p:cNvPr id="10" name="直接连接符 9">
              <a:extLst>
                <a:ext uri="{FF2B5EF4-FFF2-40B4-BE49-F238E27FC236}">
                  <a16:creationId xmlns:a16="http://schemas.microsoft.com/office/drawing/2014/main" id="{0A35828A-618A-471B-90F2-CCEB9E3D0430}"/>
                </a:ext>
              </a:extLst>
            </p:cNvPr>
            <p:cNvCxnSpPr/>
            <p:nvPr/>
          </p:nvCxnSpPr>
          <p:spPr>
            <a:xfrm>
              <a:off x="3359696" y="3599418"/>
              <a:ext cx="33518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A986EEB-1AD9-4E3A-9914-09F4EC050822}"/>
                </a:ext>
              </a:extLst>
            </p:cNvPr>
            <p:cNvCxnSpPr/>
            <p:nvPr/>
          </p:nvCxnSpPr>
          <p:spPr>
            <a:xfrm>
              <a:off x="4744403" y="3284984"/>
              <a:ext cx="0" cy="2339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a:extLst>
              <a:ext uri="{FF2B5EF4-FFF2-40B4-BE49-F238E27FC236}">
                <a16:creationId xmlns:a16="http://schemas.microsoft.com/office/drawing/2014/main" id="{02F8B2BB-332B-4E87-A7D7-D4003F20258D}"/>
              </a:ext>
            </a:extLst>
          </p:cNvPr>
          <p:cNvSpPr>
            <a:spLocks noGrp="1"/>
          </p:cNvSpPr>
          <p:nvPr>
            <p:ph type="sldNum" sz="quarter" idx="10"/>
          </p:nvPr>
        </p:nvSpPr>
        <p:spPr/>
        <p:txBody>
          <a:bodyPr/>
          <a:lstStyle/>
          <a:p>
            <a:pPr>
              <a:defRPr/>
            </a:pPr>
            <a:fld id="{8E104948-B687-4A74-87EB-9097C047E113}" type="slidenum">
              <a:rPr lang="zh-CN" altLang="en-US" smtClean="0"/>
              <a:pPr>
                <a:defRPr/>
              </a:pPr>
              <a:t>15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anim calcmode="lin" valueType="num">
                                      <p:cBhvr>
                                        <p:cTn id="7" dur="500" fill="hold"/>
                                        <p:tgtEl>
                                          <p:spTgt spid="17411">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17411">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17411">
                                            <p:txEl>
                                              <p:pRg st="2" end="2"/>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1">
            <a:extLst>
              <a:ext uri="{FF2B5EF4-FFF2-40B4-BE49-F238E27FC236}">
                <a16:creationId xmlns:a16="http://schemas.microsoft.com/office/drawing/2014/main" id="{BCA12D55-5A72-4A3E-A114-73C02E722D1D}"/>
              </a:ext>
            </a:extLst>
          </p:cNvPr>
          <p:cNvSpPr>
            <a:spLocks noGrp="1"/>
          </p:cNvSpPr>
          <p:nvPr>
            <p:ph idx="1"/>
          </p:nvPr>
        </p:nvSpPr>
        <p:spPr>
          <a:xfrm>
            <a:off x="611188" y="915988"/>
            <a:ext cx="7931150" cy="3888010"/>
          </a:xfrm>
        </p:spPr>
        <p:txBody>
          <a:bodyPr/>
          <a:lstStyle/>
          <a:p>
            <a:pPr>
              <a:defRPr/>
            </a:pPr>
            <a:r>
              <a:rPr lang="zh-CN" altLang="en-US" sz="2800" dirty="0">
                <a:solidFill>
                  <a:srgbClr val="0070C0"/>
                </a:solidFill>
              </a:rPr>
              <a:t>基于分析树遍历的属性计算 </a:t>
            </a:r>
            <a:endParaRPr lang="en-US" altLang="zh-CN" dirty="0">
              <a:solidFill>
                <a:srgbClr val="0070C0"/>
              </a:solidFill>
            </a:endParaRPr>
          </a:p>
          <a:p>
            <a:pPr lvl="1">
              <a:lnSpc>
                <a:spcPct val="150000"/>
              </a:lnSpc>
              <a:defRPr/>
            </a:pPr>
            <a:r>
              <a:rPr lang="zh-CN" altLang="en-US" sz="2400" dirty="0"/>
              <a:t>语法分析和属性计算分别独立完成：</a:t>
            </a:r>
            <a:r>
              <a:rPr lang="zh-CN" altLang="en-US" sz="2400" dirty="0">
                <a:solidFill>
                  <a:srgbClr val="C00000"/>
                </a:solidFill>
              </a:rPr>
              <a:t>多遍完成</a:t>
            </a:r>
            <a:endParaRPr lang="en-US" altLang="zh-CN" sz="2400" dirty="0">
              <a:solidFill>
                <a:srgbClr val="C00000"/>
              </a:solidFill>
            </a:endParaRPr>
          </a:p>
          <a:p>
            <a:pPr lvl="2">
              <a:defRPr/>
            </a:pPr>
            <a:r>
              <a:rPr lang="zh-CN" altLang="en-US" sz="2400" dirty="0"/>
              <a:t>生成语法分析树后，再进行属性计算</a:t>
            </a:r>
            <a:endParaRPr lang="en-US" altLang="zh-CN" sz="2400" dirty="0"/>
          </a:p>
          <a:p>
            <a:pPr>
              <a:lnSpc>
                <a:spcPct val="150000"/>
              </a:lnSpc>
              <a:defRPr/>
            </a:pPr>
            <a:r>
              <a:rPr lang="zh-CN" altLang="en-US" sz="2800" dirty="0">
                <a:solidFill>
                  <a:srgbClr val="0070C0"/>
                </a:solidFill>
              </a:rPr>
              <a:t>语法分析过程中同时完成语义翻译</a:t>
            </a:r>
            <a:endParaRPr lang="en-US" altLang="zh-CN" sz="2800" dirty="0">
              <a:solidFill>
                <a:srgbClr val="0070C0"/>
              </a:solidFill>
            </a:endParaRPr>
          </a:p>
          <a:p>
            <a:pPr lvl="1">
              <a:lnSpc>
                <a:spcPct val="150000"/>
              </a:lnSpc>
              <a:defRPr/>
            </a:pPr>
            <a:r>
              <a:rPr lang="zh-CN" altLang="en-US" sz="2400" dirty="0"/>
              <a:t>语法分析和属性计算：</a:t>
            </a:r>
            <a:r>
              <a:rPr lang="zh-CN" altLang="en-US" sz="2400" dirty="0">
                <a:solidFill>
                  <a:srgbClr val="C00000"/>
                </a:solidFill>
              </a:rPr>
              <a:t>一遍完成</a:t>
            </a:r>
            <a:endParaRPr lang="en-US" altLang="zh-CN" sz="2400" dirty="0">
              <a:solidFill>
                <a:srgbClr val="C00000"/>
              </a:solidFill>
            </a:endParaRPr>
          </a:p>
          <a:p>
            <a:pPr lvl="1">
              <a:defRPr/>
            </a:pPr>
            <a:r>
              <a:rPr lang="en-US" altLang="zh-CN" sz="2400" dirty="0"/>
              <a:t>S</a:t>
            </a:r>
            <a:r>
              <a:rPr lang="zh-CN" altLang="en-US" sz="2400" dirty="0"/>
              <a:t>属性</a:t>
            </a:r>
            <a:r>
              <a:rPr lang="en-US" altLang="zh-CN" sz="2400" dirty="0"/>
              <a:t>SDD —— </a:t>
            </a:r>
            <a:r>
              <a:rPr lang="zh-CN" altLang="en-US" sz="2400" dirty="0"/>
              <a:t>适合在自底向上语法分析中实现</a:t>
            </a:r>
            <a:endParaRPr lang="en-US" altLang="zh-CN" sz="2400" dirty="0"/>
          </a:p>
          <a:p>
            <a:pPr lvl="1">
              <a:defRPr/>
            </a:pPr>
            <a:r>
              <a:rPr lang="en-US" altLang="zh-CN" sz="2400" dirty="0"/>
              <a:t>L</a:t>
            </a:r>
            <a:r>
              <a:rPr lang="zh-CN" altLang="en-US" sz="2400" dirty="0"/>
              <a:t>属性</a:t>
            </a:r>
            <a:r>
              <a:rPr lang="en-US" altLang="zh-CN" sz="2400" dirty="0"/>
              <a:t>SDD ——</a:t>
            </a:r>
            <a:r>
              <a:rPr lang="zh-CN" altLang="en-US" sz="2400" dirty="0"/>
              <a:t>适合在自顶向下的语法分析中实现</a:t>
            </a:r>
            <a:endParaRPr lang="en-US" altLang="zh-CN" sz="2400" dirty="0"/>
          </a:p>
        </p:txBody>
      </p:sp>
      <p:sp>
        <p:nvSpPr>
          <p:cNvPr id="3" name="标题 2">
            <a:extLst>
              <a:ext uri="{FF2B5EF4-FFF2-40B4-BE49-F238E27FC236}">
                <a16:creationId xmlns:a16="http://schemas.microsoft.com/office/drawing/2014/main" id="{78916265-153E-47FF-A226-37E451505960}"/>
              </a:ext>
            </a:extLst>
          </p:cNvPr>
          <p:cNvSpPr>
            <a:spLocks noGrp="1"/>
          </p:cNvSpPr>
          <p:nvPr>
            <p:ph type="title"/>
          </p:nvPr>
        </p:nvSpPr>
        <p:spPr>
          <a:xfrm>
            <a:off x="755650" y="268288"/>
            <a:ext cx="7931150" cy="358775"/>
          </a:xfrm>
        </p:spPr>
        <p:txBody>
          <a:bodyPr/>
          <a:lstStyle/>
          <a:p>
            <a:pPr>
              <a:defRPr/>
            </a:pPr>
            <a:r>
              <a:rPr lang="en-US" altLang="zh-CN" i="1" dirty="0">
                <a:latin typeface="Times New Roman" panose="02020603050405020304" pitchFamily="18" charset="0"/>
              </a:rPr>
              <a:t>SDD</a:t>
            </a:r>
            <a:r>
              <a:rPr lang="zh-CN" altLang="en-US" dirty="0">
                <a:latin typeface="Times New Roman" panose="02020603050405020304" pitchFamily="18" charset="0"/>
              </a:rPr>
              <a:t>属性计算</a:t>
            </a:r>
            <a:endParaRPr kumimoji="1" lang="zh-CN" altLang="en-US" spc="225" dirty="0">
              <a:cs typeface="Times New Roman" panose="02020603050405020304" pitchFamily="18" charset="0"/>
            </a:endParaRPr>
          </a:p>
        </p:txBody>
      </p:sp>
      <p:sp>
        <p:nvSpPr>
          <p:cNvPr id="2" name="对话气泡: 圆角矩形 1">
            <a:extLst>
              <a:ext uri="{FF2B5EF4-FFF2-40B4-BE49-F238E27FC236}">
                <a16:creationId xmlns:a16="http://schemas.microsoft.com/office/drawing/2014/main" id="{40752094-6F3C-4A8B-B552-BAA13E3764D4}"/>
              </a:ext>
            </a:extLst>
          </p:cNvPr>
          <p:cNvSpPr/>
          <p:nvPr/>
        </p:nvSpPr>
        <p:spPr>
          <a:xfrm>
            <a:off x="5795963" y="447675"/>
            <a:ext cx="2838450" cy="792163"/>
          </a:xfrm>
          <a:prstGeom prst="wedgeRoundRectCallout">
            <a:avLst>
              <a:gd name="adj1" fmla="val -69758"/>
              <a:gd name="adj2" fmla="val 39137"/>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rgbClr val="0070C0"/>
                </a:solidFill>
              </a:rPr>
              <a:t>通用性较好，无</a:t>
            </a:r>
            <a:r>
              <a:rPr lang="zh-CN" altLang="en-US" sz="2400" dirty="0">
                <a:solidFill>
                  <a:srgbClr val="C00000"/>
                </a:solidFill>
              </a:rPr>
              <a:t>属性循环依赖</a:t>
            </a:r>
            <a:r>
              <a:rPr lang="zh-CN" altLang="en-US" sz="2400" dirty="0">
                <a:solidFill>
                  <a:srgbClr val="0070C0"/>
                </a:solidFill>
              </a:rPr>
              <a:t>就可以</a:t>
            </a:r>
          </a:p>
        </p:txBody>
      </p:sp>
      <p:sp>
        <p:nvSpPr>
          <p:cNvPr id="4" name="对话气泡: 圆角矩形 3">
            <a:extLst>
              <a:ext uri="{FF2B5EF4-FFF2-40B4-BE49-F238E27FC236}">
                <a16:creationId xmlns:a16="http://schemas.microsoft.com/office/drawing/2014/main" id="{018E4B52-60A7-406D-B088-0DA06C4D6686}"/>
              </a:ext>
            </a:extLst>
          </p:cNvPr>
          <p:cNvSpPr/>
          <p:nvPr/>
        </p:nvSpPr>
        <p:spPr>
          <a:xfrm>
            <a:off x="6804025" y="2301875"/>
            <a:ext cx="1830388" cy="900113"/>
          </a:xfrm>
          <a:prstGeom prst="wedgeRoundRectCallout">
            <a:avLst>
              <a:gd name="adj1" fmla="val -76377"/>
              <a:gd name="adj2" fmla="val 21502"/>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rgbClr val="0070C0"/>
                </a:solidFill>
              </a:rPr>
              <a:t>对</a:t>
            </a:r>
            <a:r>
              <a:rPr lang="en-US" altLang="zh-CN" sz="2400" dirty="0">
                <a:solidFill>
                  <a:srgbClr val="0070C0"/>
                </a:solidFill>
              </a:rPr>
              <a:t>SDD</a:t>
            </a:r>
            <a:r>
              <a:rPr lang="zh-CN" altLang="en-US" sz="2400" dirty="0">
                <a:solidFill>
                  <a:srgbClr val="0070C0"/>
                </a:solidFill>
              </a:rPr>
              <a:t>有</a:t>
            </a:r>
            <a:endParaRPr lang="en-US" altLang="zh-CN" sz="2400" dirty="0">
              <a:solidFill>
                <a:srgbClr val="0070C0"/>
              </a:solidFill>
            </a:endParaRPr>
          </a:p>
          <a:p>
            <a:pPr algn="ctr">
              <a:defRPr/>
            </a:pPr>
            <a:r>
              <a:rPr lang="zh-CN" altLang="en-US" sz="2400" dirty="0">
                <a:solidFill>
                  <a:srgbClr val="0070C0"/>
                </a:solidFill>
              </a:rPr>
              <a:t>更多限制</a:t>
            </a:r>
            <a:endParaRPr lang="en-US" altLang="zh-CN" sz="2400" dirty="0">
              <a:solidFill>
                <a:srgbClr val="0070C0"/>
              </a:solidFill>
            </a:endParaRPr>
          </a:p>
        </p:txBody>
      </p:sp>
      <p:sp>
        <p:nvSpPr>
          <p:cNvPr id="5" name="灯片编号占位符 4">
            <a:extLst>
              <a:ext uri="{FF2B5EF4-FFF2-40B4-BE49-F238E27FC236}">
                <a16:creationId xmlns:a16="http://schemas.microsoft.com/office/drawing/2014/main" id="{3BF41680-760D-4990-B96D-7E52626FBD6A}"/>
              </a:ext>
            </a:extLst>
          </p:cNvPr>
          <p:cNvSpPr>
            <a:spLocks noGrp="1"/>
          </p:cNvSpPr>
          <p:nvPr>
            <p:ph type="sldNum" sz="quarter" idx="10"/>
          </p:nvPr>
        </p:nvSpPr>
        <p:spPr/>
        <p:txBody>
          <a:bodyPr/>
          <a:lstStyle/>
          <a:p>
            <a:pPr>
              <a:defRPr/>
            </a:pPr>
            <a:fld id="{8E104948-B687-4A74-87EB-9097C047E113}" type="slidenum">
              <a:rPr lang="zh-CN" altLang="en-US" smtClean="0"/>
              <a:pPr>
                <a:defRPr/>
              </a:pPr>
              <a:t>16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wipe(down)">
                                      <p:cBhvr>
                                        <p:cTn id="7" dur="500"/>
                                        <p:tgtEl>
                                          <p:spTgt spid="29698">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9698">
                                            <p:txEl>
                                              <p:pRg st="1" end="1"/>
                                            </p:txEl>
                                          </p:spTgt>
                                        </p:tgtEl>
                                        <p:attrNameLst>
                                          <p:attrName>style.visibility</p:attrName>
                                        </p:attrNameLst>
                                      </p:cBhvr>
                                      <p:to>
                                        <p:strVal val="visible"/>
                                      </p:to>
                                    </p:set>
                                    <p:animEffect transition="in" filter="wipe(down)">
                                      <p:cBhvr>
                                        <p:cTn id="10" dur="500"/>
                                        <p:tgtEl>
                                          <p:spTgt spid="29698">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698">
                                            <p:txEl>
                                              <p:pRg st="2" end="2"/>
                                            </p:txEl>
                                          </p:spTgt>
                                        </p:tgtEl>
                                        <p:attrNameLst>
                                          <p:attrName>style.visibility</p:attrName>
                                        </p:attrNameLst>
                                      </p:cBhvr>
                                      <p:to>
                                        <p:strVal val="visible"/>
                                      </p:to>
                                    </p:set>
                                    <p:animEffect transition="in" filter="wipe(down)">
                                      <p:cBhvr>
                                        <p:cTn id="13" dur="500"/>
                                        <p:tgtEl>
                                          <p:spTgt spid="29698">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down)">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9698">
                                            <p:txEl>
                                              <p:pRg st="3" end="3"/>
                                            </p:txEl>
                                          </p:spTgt>
                                        </p:tgtEl>
                                        <p:attrNameLst>
                                          <p:attrName>style.visibility</p:attrName>
                                        </p:attrNameLst>
                                      </p:cBhvr>
                                      <p:to>
                                        <p:strVal val="visible"/>
                                      </p:to>
                                    </p:set>
                                    <p:animEffect transition="in" filter="wipe(down)">
                                      <p:cBhvr>
                                        <p:cTn id="23" dur="500"/>
                                        <p:tgtEl>
                                          <p:spTgt spid="29698">
                                            <p:txEl>
                                              <p:pRg st="3" end="3"/>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29698">
                                            <p:txEl>
                                              <p:pRg st="4" end="4"/>
                                            </p:txEl>
                                          </p:spTgt>
                                        </p:tgtEl>
                                        <p:attrNameLst>
                                          <p:attrName>style.visibility</p:attrName>
                                        </p:attrNameLst>
                                      </p:cBhvr>
                                      <p:to>
                                        <p:strVal val="visible"/>
                                      </p:to>
                                    </p:set>
                                    <p:animEffect transition="in" filter="wipe(down)">
                                      <p:cBhvr>
                                        <p:cTn id="26" dur="500"/>
                                        <p:tgtEl>
                                          <p:spTgt spid="29698">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down)">
                                      <p:cBhvr>
                                        <p:cTn id="31" dur="500"/>
                                        <p:tgtEl>
                                          <p:spTgt spid="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9698">
                                            <p:txEl>
                                              <p:pRg st="5" end="5"/>
                                            </p:txEl>
                                          </p:spTgt>
                                        </p:tgtEl>
                                        <p:attrNameLst>
                                          <p:attrName>style.visibility</p:attrName>
                                        </p:attrNameLst>
                                      </p:cBhvr>
                                      <p:to>
                                        <p:strVal val="visible"/>
                                      </p:to>
                                    </p:set>
                                    <p:animEffect transition="in" filter="wipe(down)">
                                      <p:cBhvr>
                                        <p:cTn id="36" dur="500"/>
                                        <p:tgtEl>
                                          <p:spTgt spid="29698">
                                            <p:txEl>
                                              <p:pRg st="5" end="5"/>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29698">
                                            <p:txEl>
                                              <p:pRg st="6" end="6"/>
                                            </p:txEl>
                                          </p:spTgt>
                                        </p:tgtEl>
                                        <p:attrNameLst>
                                          <p:attrName>style.visibility</p:attrName>
                                        </p:attrNameLst>
                                      </p:cBhvr>
                                      <p:to>
                                        <p:strVal val="visible"/>
                                      </p:to>
                                    </p:set>
                                    <p:animEffect transition="in" filter="wipe(down)">
                                      <p:cBhvr>
                                        <p:cTn id="39" dur="500"/>
                                        <p:tgtEl>
                                          <p:spTgt spid="2969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uiExpand="1" build="p"/>
      <p:bldP spid="2"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
            <a:extLst>
              <a:ext uri="{FF2B5EF4-FFF2-40B4-BE49-F238E27FC236}">
                <a16:creationId xmlns:a16="http://schemas.microsoft.com/office/drawing/2014/main" id="{4B306D8E-BA8B-488B-94CF-257A7C803AA2}"/>
              </a:ext>
            </a:extLst>
          </p:cNvPr>
          <p:cNvSpPr>
            <a:spLocks noGrp="1"/>
          </p:cNvSpPr>
          <p:nvPr>
            <p:ph idx="1"/>
          </p:nvPr>
        </p:nvSpPr>
        <p:spPr>
          <a:xfrm>
            <a:off x="611188" y="915988"/>
            <a:ext cx="7931150" cy="3430587"/>
          </a:xfrm>
        </p:spPr>
        <p:txBody>
          <a:bodyPr/>
          <a:lstStyle/>
          <a:p>
            <a:pPr marL="204779" indent="-204779">
              <a:buFont typeface="Wingdings" panose="05000000000000000000" pitchFamily="2" charset="2"/>
              <a:buNone/>
              <a:defRPr/>
            </a:pPr>
            <a:r>
              <a:rPr lang="zh-CN" altLang="en-US" sz="3200" dirty="0">
                <a:solidFill>
                  <a:srgbClr val="0070C0"/>
                </a:solidFill>
              </a:rPr>
              <a:t>基于分析树遍历的属性计算步骤：</a:t>
            </a:r>
            <a:endParaRPr lang="en-US" altLang="zh-CN" sz="3200" dirty="0">
              <a:solidFill>
                <a:srgbClr val="0070C0"/>
              </a:solidFill>
              <a:cs typeface="Times New Roman" panose="02020603050405020304" pitchFamily="18" charset="0"/>
            </a:endParaRPr>
          </a:p>
          <a:p>
            <a:pPr marL="204779" indent="-204779">
              <a:buFont typeface="Wingdings" panose="05000000000000000000" pitchFamily="2" charset="2"/>
              <a:buNone/>
              <a:defRPr/>
            </a:pPr>
            <a:r>
              <a:rPr lang="zh-CN" altLang="en-US" sz="2800" dirty="0">
                <a:cs typeface="Times New Roman" panose="02020603050405020304" pitchFamily="18" charset="0"/>
              </a:rPr>
              <a:t>（</a:t>
            </a:r>
            <a:r>
              <a:rPr lang="en-US" altLang="zh-CN" sz="2800" dirty="0">
                <a:cs typeface="Times New Roman" panose="02020603050405020304" pitchFamily="18" charset="0"/>
              </a:rPr>
              <a:t>1</a:t>
            </a:r>
            <a:r>
              <a:rPr lang="zh-CN" altLang="en-US" sz="2800" dirty="0">
                <a:cs typeface="Times New Roman" panose="02020603050405020304" pitchFamily="18" charset="0"/>
              </a:rPr>
              <a:t>）构造输入串的语法分析树</a:t>
            </a:r>
            <a:r>
              <a:rPr lang="en-US" altLang="zh-CN" sz="2800" dirty="0">
                <a:cs typeface="Times New Roman" panose="02020603050405020304" pitchFamily="18" charset="0"/>
              </a:rPr>
              <a:t>;</a:t>
            </a:r>
          </a:p>
          <a:p>
            <a:pPr marL="204779" indent="-204779">
              <a:buFont typeface="Wingdings" panose="05000000000000000000" pitchFamily="2" charset="2"/>
              <a:buNone/>
              <a:defRPr/>
            </a:pPr>
            <a:r>
              <a:rPr lang="zh-CN" altLang="en-US" sz="2800" dirty="0">
                <a:cs typeface="Times New Roman" panose="02020603050405020304" pitchFamily="18" charset="0"/>
              </a:rPr>
              <a:t>（</a:t>
            </a:r>
            <a:r>
              <a:rPr lang="en-US" altLang="zh-CN" sz="2800" dirty="0">
                <a:cs typeface="Times New Roman" panose="02020603050405020304" pitchFamily="18" charset="0"/>
              </a:rPr>
              <a:t>2</a:t>
            </a:r>
            <a:r>
              <a:rPr lang="zh-CN" altLang="en-US" sz="2800" dirty="0">
                <a:cs typeface="Times New Roman" panose="02020603050405020304" pitchFamily="18" charset="0"/>
              </a:rPr>
              <a:t>）构造属性计算</a:t>
            </a:r>
            <a:r>
              <a:rPr lang="zh-CN" altLang="en-US" sz="2800" dirty="0">
                <a:solidFill>
                  <a:srgbClr val="C00000"/>
                </a:solidFill>
                <a:cs typeface="Times New Roman" panose="02020603050405020304" pitchFamily="18" charset="0"/>
              </a:rPr>
              <a:t>依赖图</a:t>
            </a:r>
            <a:r>
              <a:rPr lang="en-US" altLang="zh-CN" sz="2800" dirty="0">
                <a:cs typeface="Times New Roman" panose="02020603050405020304" pitchFamily="18" charset="0"/>
              </a:rPr>
              <a:t>;</a:t>
            </a:r>
          </a:p>
          <a:p>
            <a:pPr marL="204779" indent="-204779">
              <a:lnSpc>
                <a:spcPts val="3900"/>
              </a:lnSpc>
              <a:buFont typeface="Wingdings" panose="05000000000000000000" pitchFamily="2" charset="2"/>
              <a:buNone/>
              <a:defRPr/>
            </a:pPr>
            <a:r>
              <a:rPr lang="zh-CN" altLang="en-US" sz="2800" dirty="0">
                <a:cs typeface="Times New Roman" panose="02020603050405020304" pitchFamily="18" charset="0"/>
              </a:rPr>
              <a:t>（</a:t>
            </a:r>
            <a:r>
              <a:rPr lang="en-US" altLang="zh-CN" sz="2800" dirty="0">
                <a:cs typeface="Times New Roman" panose="02020603050405020304" pitchFamily="18" charset="0"/>
              </a:rPr>
              <a:t>3</a:t>
            </a:r>
            <a:r>
              <a:rPr lang="zh-CN" altLang="en-US" sz="2800" dirty="0">
                <a:cs typeface="Times New Roman" panose="02020603050405020304" pitchFamily="18" charset="0"/>
              </a:rPr>
              <a:t>）按依赖图的一种</a:t>
            </a:r>
            <a:r>
              <a:rPr lang="zh-CN" altLang="en-US" sz="2800" dirty="0">
                <a:solidFill>
                  <a:srgbClr val="C00000"/>
                </a:solidFill>
                <a:cs typeface="Times New Roman" panose="02020603050405020304" pitchFamily="18" charset="0"/>
              </a:rPr>
              <a:t>拓扑排序</a:t>
            </a:r>
            <a:r>
              <a:rPr lang="zh-CN" altLang="en-US" sz="2800" dirty="0">
                <a:cs typeface="Times New Roman" panose="02020603050405020304" pitchFamily="18" charset="0"/>
              </a:rPr>
              <a:t>对分析树进行遍历，同时按语义规则计算相关节点各属性的值。</a:t>
            </a:r>
            <a:endParaRPr lang="en-US" altLang="zh-CN" sz="2800" dirty="0">
              <a:cs typeface="Times New Roman" panose="02020603050405020304" pitchFamily="18" charset="0"/>
            </a:endParaRPr>
          </a:p>
          <a:p>
            <a:pPr marL="204779" indent="-204779">
              <a:buFont typeface="Wingdings" panose="05000000000000000000" pitchFamily="2" charset="2"/>
              <a:buNone/>
              <a:defRPr/>
            </a:pPr>
            <a:r>
              <a:rPr lang="zh-CN" altLang="en-US" sz="2800" dirty="0">
                <a:solidFill>
                  <a:schemeClr val="tx2">
                    <a:lumMod val="60000"/>
                    <a:lumOff val="40000"/>
                  </a:schemeClr>
                </a:solidFill>
                <a:cs typeface="Times New Roman" panose="02020603050405020304" pitchFamily="18" charset="0"/>
              </a:rPr>
              <a:t>   </a:t>
            </a:r>
            <a:endParaRPr lang="en-US" altLang="zh-CN" sz="2800" dirty="0">
              <a:solidFill>
                <a:schemeClr val="tx2">
                  <a:lumMod val="60000"/>
                  <a:lumOff val="40000"/>
                </a:schemeClr>
              </a:solidFill>
              <a:cs typeface="Times New Roman" panose="02020603050405020304" pitchFamily="18" charset="0"/>
            </a:endParaRPr>
          </a:p>
        </p:txBody>
      </p:sp>
      <p:sp>
        <p:nvSpPr>
          <p:cNvPr id="20482" name="标题 1">
            <a:extLst>
              <a:ext uri="{FF2B5EF4-FFF2-40B4-BE49-F238E27FC236}">
                <a16:creationId xmlns:a16="http://schemas.microsoft.com/office/drawing/2014/main" id="{BA6B8B40-16FC-40A3-98D2-A64EB1EC5D8A}"/>
              </a:ext>
            </a:extLst>
          </p:cNvPr>
          <p:cNvSpPr>
            <a:spLocks noGrp="1"/>
          </p:cNvSpPr>
          <p:nvPr>
            <p:ph type="title"/>
          </p:nvPr>
        </p:nvSpPr>
        <p:spPr>
          <a:xfrm>
            <a:off x="755650" y="268288"/>
            <a:ext cx="7931150" cy="358775"/>
          </a:xfrm>
        </p:spPr>
        <p:txBody>
          <a:bodyPr/>
          <a:lstStyle/>
          <a:p>
            <a:pPr>
              <a:defRPr/>
            </a:pPr>
            <a:r>
              <a:rPr lang="zh-CN" altLang="en-US" dirty="0"/>
              <a:t>基于分析树遍历的属性计算</a:t>
            </a:r>
            <a:endParaRPr lang="zh-CN" altLang="en-US" sz="2400" spc="225" dirty="0">
              <a:cs typeface="Times New Roman" panose="02020603050405020304" pitchFamily="18" charset="0"/>
            </a:endParaRPr>
          </a:p>
        </p:txBody>
      </p:sp>
      <p:sp>
        <p:nvSpPr>
          <p:cNvPr id="2" name="矩形 1">
            <a:extLst>
              <a:ext uri="{FF2B5EF4-FFF2-40B4-BE49-F238E27FC236}">
                <a16:creationId xmlns:a16="http://schemas.microsoft.com/office/drawing/2014/main" id="{206E5655-25CC-49F2-820A-72AEF48AE459}"/>
              </a:ext>
            </a:extLst>
          </p:cNvPr>
          <p:cNvSpPr/>
          <p:nvPr/>
        </p:nvSpPr>
        <p:spPr>
          <a:xfrm>
            <a:off x="1403350" y="3794125"/>
            <a:ext cx="6299200" cy="523875"/>
          </a:xfrm>
          <a:prstGeom prst="rect">
            <a:avLst/>
          </a:prstGeom>
          <a:solidFill>
            <a:schemeClr val="accent2">
              <a:lumMod val="20000"/>
              <a:lumOff val="80000"/>
            </a:schemeClr>
          </a:solidFill>
          <a:ln>
            <a:solidFill>
              <a:schemeClr val="tx1"/>
            </a:solidFill>
          </a:ln>
        </p:spPr>
        <p:txBody>
          <a:bodyPr wrap="none">
            <a:spAutoFit/>
          </a:bodyPr>
          <a:lstStyle/>
          <a:p>
            <a:pPr marL="204779" indent="-204779" algn="ctr">
              <a:defRPr/>
            </a:pPr>
            <a:r>
              <a:rPr lang="zh-CN" altLang="en-US" sz="2800" dirty="0">
                <a:solidFill>
                  <a:srgbClr val="C00000"/>
                </a:solidFill>
                <a:latin typeface="+mn-ea"/>
                <a:ea typeface="+mn-ea"/>
                <a:cs typeface="Times New Roman" panose="02020603050405020304" pitchFamily="18" charset="0"/>
              </a:rPr>
              <a:t>要求：</a:t>
            </a:r>
            <a:r>
              <a:rPr lang="en-US" altLang="zh-CN" sz="2800" i="1" dirty="0">
                <a:solidFill>
                  <a:srgbClr val="C00000"/>
                </a:solidFill>
                <a:latin typeface="+mn-ea"/>
                <a:ea typeface="+mn-ea"/>
                <a:cs typeface="Times New Roman" panose="02020603050405020304" pitchFamily="18" charset="0"/>
              </a:rPr>
              <a:t>SDD</a:t>
            </a:r>
            <a:r>
              <a:rPr lang="zh-CN" altLang="en-US" sz="2800" dirty="0">
                <a:solidFill>
                  <a:srgbClr val="C00000"/>
                </a:solidFill>
                <a:latin typeface="+mn-ea"/>
                <a:ea typeface="+mn-ea"/>
                <a:cs typeface="Times New Roman" panose="02020603050405020304" pitchFamily="18" charset="0"/>
              </a:rPr>
              <a:t>属性计算没有循环依赖关系</a:t>
            </a:r>
            <a:endParaRPr lang="en-US" altLang="zh-CN" sz="2800" dirty="0">
              <a:solidFill>
                <a:srgbClr val="C00000"/>
              </a:solidFill>
              <a:latin typeface="+mn-ea"/>
              <a:ea typeface="+mn-ea"/>
              <a:cs typeface="Times New Roman" panose="02020603050405020304" pitchFamily="18" charset="0"/>
            </a:endParaRPr>
          </a:p>
        </p:txBody>
      </p:sp>
      <p:sp>
        <p:nvSpPr>
          <p:cNvPr id="3" name="灯片编号占位符 2">
            <a:extLst>
              <a:ext uri="{FF2B5EF4-FFF2-40B4-BE49-F238E27FC236}">
                <a16:creationId xmlns:a16="http://schemas.microsoft.com/office/drawing/2014/main" id="{201D2583-B317-435B-A47E-5D57C2866274}"/>
              </a:ext>
            </a:extLst>
          </p:cNvPr>
          <p:cNvSpPr>
            <a:spLocks noGrp="1"/>
          </p:cNvSpPr>
          <p:nvPr>
            <p:ph type="sldNum" sz="quarter" idx="10"/>
          </p:nvPr>
        </p:nvSpPr>
        <p:spPr/>
        <p:txBody>
          <a:bodyPr/>
          <a:lstStyle/>
          <a:p>
            <a:pPr>
              <a:defRPr/>
            </a:pPr>
            <a:fld id="{8E104948-B687-4A74-87EB-9097C047E113}" type="slidenum">
              <a:rPr lang="zh-CN" altLang="en-US" smtClean="0"/>
              <a:pPr>
                <a:defRPr/>
              </a:pPr>
              <a:t>17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wipe(down)">
                                      <p:cBhvr>
                                        <p:cTn id="7" dur="500"/>
                                        <p:tgtEl>
                                          <p:spTgt spid="225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wipe(down)">
                                      <p:cBhvr>
                                        <p:cTn id="12" dur="500"/>
                                        <p:tgtEl>
                                          <p:spTgt spid="225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2531">
                                            <p:txEl>
                                              <p:pRg st="2" end="2"/>
                                            </p:txEl>
                                          </p:spTgt>
                                        </p:tgtEl>
                                        <p:attrNameLst>
                                          <p:attrName>style.visibility</p:attrName>
                                        </p:attrNameLst>
                                      </p:cBhvr>
                                      <p:to>
                                        <p:strVal val="visible"/>
                                      </p:to>
                                    </p:set>
                                    <p:animEffect transition="in" filter="wipe(down)">
                                      <p:cBhvr>
                                        <p:cTn id="17" dur="500"/>
                                        <p:tgtEl>
                                          <p:spTgt spid="225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2531">
                                            <p:txEl>
                                              <p:pRg st="3" end="3"/>
                                            </p:txEl>
                                          </p:spTgt>
                                        </p:tgtEl>
                                        <p:attrNameLst>
                                          <p:attrName>style.visibility</p:attrName>
                                        </p:attrNameLst>
                                      </p:cBhvr>
                                      <p:to>
                                        <p:strVal val="visible"/>
                                      </p:to>
                                    </p:set>
                                    <p:animEffect transition="in" filter="wipe(down)">
                                      <p:cBhvr>
                                        <p:cTn id="22" dur="500"/>
                                        <p:tgtEl>
                                          <p:spTgt spid="225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2531">
                                            <p:txEl>
                                              <p:pRg st="4" end="4"/>
                                            </p:txEl>
                                          </p:spTgt>
                                        </p:tgtEl>
                                        <p:attrNameLst>
                                          <p:attrName>style.visibility</p:attrName>
                                        </p:attrNameLst>
                                      </p:cBhvr>
                                      <p:to>
                                        <p:strVal val="visible"/>
                                      </p:to>
                                    </p:set>
                                    <p:animEffect transition="in" filter="wipe(down)">
                                      <p:cBhvr>
                                        <p:cTn id="27" dur="500"/>
                                        <p:tgtEl>
                                          <p:spTgt spid="2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30BA7413-5026-4173-8C97-5D3F99F3B187}"/>
              </a:ext>
            </a:extLst>
          </p:cNvPr>
          <p:cNvSpPr>
            <a:spLocks noGrp="1"/>
          </p:cNvSpPr>
          <p:nvPr>
            <p:ph idx="1"/>
          </p:nvPr>
        </p:nvSpPr>
        <p:spPr>
          <a:xfrm>
            <a:off x="611188" y="915988"/>
            <a:ext cx="7931150" cy="3430587"/>
          </a:xfrm>
        </p:spPr>
        <p:txBody>
          <a:bodyPr/>
          <a:lstStyle/>
          <a:p>
            <a:pPr>
              <a:lnSpc>
                <a:spcPts val="3375"/>
              </a:lnSpc>
            </a:pPr>
            <a:r>
              <a:rPr lang="zh-CN" altLang="en-US" sz="2800" dirty="0">
                <a:solidFill>
                  <a:srgbClr val="C00000"/>
                </a:solidFill>
                <a:latin typeface="Times New Roman" panose="02020603050405020304" pitchFamily="18" charset="0"/>
                <a:cs typeface="Times New Roman" panose="02020603050405020304" pitchFamily="18" charset="0"/>
              </a:rPr>
              <a:t>依赖图</a:t>
            </a:r>
            <a:endParaRPr lang="en-US" altLang="zh-CN" sz="2800" dirty="0">
              <a:latin typeface="Times New Roman" panose="02020603050405020304" pitchFamily="18" charset="0"/>
              <a:cs typeface="Times New Roman" panose="02020603050405020304" pitchFamily="18" charset="0"/>
            </a:endParaRPr>
          </a:p>
          <a:p>
            <a:pPr lvl="1">
              <a:lnSpc>
                <a:spcPts val="3375"/>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用于描述分析树中结点</a:t>
            </a:r>
            <a:r>
              <a:rPr lang="zh-CN" altLang="en-US"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属性间依赖关系</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有向图</a:t>
            </a:r>
          </a:p>
          <a:p>
            <a:pPr>
              <a:lnSpc>
                <a:spcPts val="3375"/>
              </a:lnSpc>
            </a:pPr>
            <a:r>
              <a:rPr lang="zh-CN" altLang="en-US" sz="2800" dirty="0">
                <a:solidFill>
                  <a:srgbClr val="0070C0"/>
                </a:solidFill>
                <a:latin typeface="Times New Roman" panose="02020603050405020304" pitchFamily="18" charset="0"/>
                <a:cs typeface="Times New Roman" panose="02020603050405020304" pitchFamily="18" charset="0"/>
              </a:rPr>
              <a:t>依赖图构造思想</a:t>
            </a:r>
            <a:endParaRPr lang="en-US" altLang="zh-CN" sz="2800" dirty="0">
              <a:latin typeface="Times New Roman" panose="02020603050405020304" pitchFamily="18" charset="0"/>
              <a:cs typeface="Times New Roman" panose="02020603050405020304" pitchFamily="18" charset="0"/>
            </a:endParaRPr>
          </a:p>
          <a:p>
            <a:pPr lvl="1">
              <a:lnSpc>
                <a:spcPts val="3375"/>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对于某输入串的分析树中每个结点的每个属性</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都对应着依赖图中的一个结点</a:t>
            </a:r>
            <a:r>
              <a:rPr lang="zh-CN" altLang="en-US" sz="24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如果属性</a:t>
            </a:r>
            <a:r>
              <a:rPr lang="en-US" altLang="zh-CN" sz="2400" i="1" dirty="0" err="1">
                <a:solidFill>
                  <a:srgbClr val="0070C0"/>
                </a:solidFill>
                <a:latin typeface="Times New Roman" panose="02020603050405020304" pitchFamily="18" charset="0"/>
                <a:ea typeface="楷体" panose="02010609060101010101" pitchFamily="49" charset="-122"/>
                <a:cs typeface="Times New Roman" panose="02020603050405020304" pitchFamily="18" charset="0"/>
              </a:rPr>
              <a:t>X.a</a:t>
            </a:r>
            <a:r>
              <a:rPr lang="zh-CN" altLang="en-US"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的值依赖于属性</a:t>
            </a:r>
            <a:r>
              <a:rPr lang="en-US" altLang="zh-CN" sz="2400" i="1" dirty="0" err="1">
                <a:solidFill>
                  <a:srgbClr val="0070C0"/>
                </a:solidFill>
                <a:latin typeface="Times New Roman" panose="02020603050405020304" pitchFamily="18" charset="0"/>
                <a:ea typeface="楷体" panose="02010609060101010101" pitchFamily="49" charset="-122"/>
                <a:cs typeface="Times New Roman" panose="02020603050405020304" pitchFamily="18" charset="0"/>
              </a:rPr>
              <a:t>Y.b</a:t>
            </a:r>
            <a:r>
              <a:rPr lang="zh-CN" altLang="en-US"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的值</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，则依赖图中有一条从</a:t>
            </a:r>
            <a:r>
              <a:rPr lang="en-US" altLang="zh-CN" sz="2400" i="1" dirty="0" err="1">
                <a:solidFill>
                  <a:srgbClr val="0070C0"/>
                </a:solidFill>
                <a:latin typeface="Times New Roman" panose="02020603050405020304" pitchFamily="18" charset="0"/>
                <a:ea typeface="楷体" panose="02010609060101010101" pitchFamily="49" charset="-122"/>
                <a:cs typeface="Times New Roman" panose="02020603050405020304" pitchFamily="18" charset="0"/>
              </a:rPr>
              <a:t>Y.b</a:t>
            </a:r>
            <a:r>
              <a:rPr lang="zh-CN" altLang="en-US"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的结点指向</a:t>
            </a:r>
            <a:r>
              <a:rPr lang="en-US" altLang="zh-CN" sz="2400" i="1" dirty="0" err="1">
                <a:solidFill>
                  <a:srgbClr val="0070C0"/>
                </a:solidFill>
                <a:latin typeface="Times New Roman" panose="02020603050405020304" pitchFamily="18" charset="0"/>
                <a:ea typeface="楷体" panose="02010609060101010101" pitchFamily="49" charset="-122"/>
                <a:cs typeface="Times New Roman" panose="02020603050405020304" pitchFamily="18" charset="0"/>
              </a:rPr>
              <a:t>X.a</a:t>
            </a:r>
            <a:r>
              <a:rPr lang="zh-CN" altLang="en-US"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的结点</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有向边</a:t>
            </a:r>
            <a:r>
              <a:rPr lang="zh-CN" altLang="en-US" sz="24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21506" name="Rectangle 2">
            <a:extLst>
              <a:ext uri="{FF2B5EF4-FFF2-40B4-BE49-F238E27FC236}">
                <a16:creationId xmlns:a16="http://schemas.microsoft.com/office/drawing/2014/main" id="{C8F7AF42-CB94-4AD7-AB7D-86085B38493C}"/>
              </a:ext>
            </a:extLst>
          </p:cNvPr>
          <p:cNvSpPr>
            <a:spLocks noGrp="1" noChangeArrowheads="1"/>
          </p:cNvSpPr>
          <p:nvPr>
            <p:ph type="title"/>
          </p:nvPr>
        </p:nvSpPr>
        <p:spPr>
          <a:xfrm>
            <a:off x="755650" y="268288"/>
            <a:ext cx="7931150" cy="358775"/>
          </a:xfrm>
        </p:spPr>
        <p:txBody>
          <a:bodyPr/>
          <a:lstStyle/>
          <a:p>
            <a:pPr eaLnBrk="1" hangingPunct="1">
              <a:defRPr/>
            </a:pPr>
            <a:r>
              <a:rPr kumimoji="1" lang="zh-CN" altLang="en-US" spc="225" dirty="0">
                <a:latin typeface="Times New Roman" panose="02020603050405020304" pitchFamily="18" charset="0"/>
                <a:cs typeface="Times New Roman" panose="02020603050405020304" pitchFamily="18" charset="0"/>
              </a:rPr>
              <a:t>依赖图</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Dependency Graph</a:t>
            </a:r>
            <a:r>
              <a:rPr kumimoji="1" lang="en-US" altLang="zh-CN" dirty="0">
                <a:latin typeface="Times New Roman" panose="02020603050405020304" pitchFamily="18" charset="0"/>
                <a:cs typeface="Times New Roman" panose="02020603050405020304" pitchFamily="18" charset="0"/>
              </a:rPr>
              <a:t>)</a:t>
            </a:r>
            <a:endParaRPr kumimoji="1" lang="zh-CN" altLang="en-US"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371E44E3-C31B-4813-BE80-FCB721F269D4}"/>
              </a:ext>
            </a:extLst>
          </p:cNvPr>
          <p:cNvSpPr>
            <a:spLocks noGrp="1"/>
          </p:cNvSpPr>
          <p:nvPr>
            <p:ph type="sldNum" sz="quarter" idx="10"/>
          </p:nvPr>
        </p:nvSpPr>
        <p:spPr/>
        <p:txBody>
          <a:bodyPr/>
          <a:lstStyle/>
          <a:p>
            <a:pPr>
              <a:defRPr/>
            </a:pPr>
            <a:fld id="{8E104948-B687-4A74-87EB-9097C047E113}" type="slidenum">
              <a:rPr lang="zh-CN" altLang="en-US" smtClean="0"/>
              <a:pPr>
                <a:defRPr/>
              </a:pPr>
              <a:t>18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animEffect transition="in" filter="wipe(down)">
                                      <p:cBhvr>
                                        <p:cTn id="7" dur="500"/>
                                        <p:tgtEl>
                                          <p:spTgt spid="31746">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1746">
                                            <p:txEl>
                                              <p:pRg st="1" end="1"/>
                                            </p:txEl>
                                          </p:spTgt>
                                        </p:tgtEl>
                                        <p:attrNameLst>
                                          <p:attrName>style.visibility</p:attrName>
                                        </p:attrNameLst>
                                      </p:cBhvr>
                                      <p:to>
                                        <p:strVal val="visible"/>
                                      </p:to>
                                    </p:set>
                                    <p:animEffect transition="in" filter="wipe(down)">
                                      <p:cBhvr>
                                        <p:cTn id="10" dur="500"/>
                                        <p:tgtEl>
                                          <p:spTgt spid="31746">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1746">
                                            <p:txEl>
                                              <p:pRg st="2" end="2"/>
                                            </p:txEl>
                                          </p:spTgt>
                                        </p:tgtEl>
                                        <p:attrNameLst>
                                          <p:attrName>style.visibility</p:attrName>
                                        </p:attrNameLst>
                                      </p:cBhvr>
                                      <p:to>
                                        <p:strVal val="visible"/>
                                      </p:to>
                                    </p:set>
                                    <p:animEffect transition="in" filter="wipe(down)">
                                      <p:cBhvr>
                                        <p:cTn id="15" dur="500"/>
                                        <p:tgtEl>
                                          <p:spTgt spid="31746">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1746">
                                            <p:txEl>
                                              <p:pRg st="3" end="3"/>
                                            </p:txEl>
                                          </p:spTgt>
                                        </p:tgtEl>
                                        <p:attrNameLst>
                                          <p:attrName>style.visibility</p:attrName>
                                        </p:attrNameLst>
                                      </p:cBhvr>
                                      <p:to>
                                        <p:strVal val="visible"/>
                                      </p:to>
                                    </p:set>
                                    <p:animEffect transition="in" filter="wipe(down)">
                                      <p:cBhvr>
                                        <p:cTn id="18" dur="500"/>
                                        <p:tgtEl>
                                          <p:spTgt spid="317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2">
            <a:extLst>
              <a:ext uri="{FF2B5EF4-FFF2-40B4-BE49-F238E27FC236}">
                <a16:creationId xmlns:a16="http://schemas.microsoft.com/office/drawing/2014/main" id="{08391EBE-7608-459D-9F37-60303847BBB7}"/>
              </a:ext>
            </a:extLst>
          </p:cNvPr>
          <p:cNvSpPr>
            <a:spLocks noGrp="1"/>
          </p:cNvSpPr>
          <p:nvPr>
            <p:ph type="title"/>
          </p:nvPr>
        </p:nvSpPr>
        <p:spPr>
          <a:xfrm>
            <a:off x="755650" y="268288"/>
            <a:ext cx="7931150" cy="358775"/>
          </a:xfrm>
        </p:spPr>
        <p:txBody>
          <a:bodyPr/>
          <a:lstStyle/>
          <a:p>
            <a:pPr eaLnBrk="1" hangingPunct="1">
              <a:defRPr/>
            </a:pPr>
            <a:r>
              <a:rPr lang="zh-CN" altLang="en-US" spc="300" dirty="0">
                <a:cs typeface="Times New Roman" pitchFamily="18" charset="0"/>
              </a:rPr>
              <a:t>例</a:t>
            </a:r>
            <a:endParaRPr lang="zh-CN" altLang="en-US" i="1" dirty="0">
              <a:ea typeface="楷体" pitchFamily="49" charset="-122"/>
              <a:cs typeface="Times New Roman" pitchFamily="18" charset="0"/>
            </a:endParaRPr>
          </a:p>
        </p:txBody>
      </p:sp>
      <p:sp>
        <p:nvSpPr>
          <p:cNvPr id="96" name="Rectangle 54">
            <a:extLst>
              <a:ext uri="{FF2B5EF4-FFF2-40B4-BE49-F238E27FC236}">
                <a16:creationId xmlns:a16="http://schemas.microsoft.com/office/drawing/2014/main" id="{B1ADA59E-0663-46BA-BB66-12ADE493DC59}"/>
              </a:ext>
            </a:extLst>
          </p:cNvPr>
          <p:cNvSpPr>
            <a:spLocks noChangeArrowheads="1"/>
          </p:cNvSpPr>
          <p:nvPr/>
        </p:nvSpPr>
        <p:spPr bwMode="auto">
          <a:xfrm>
            <a:off x="5446713" y="1635125"/>
            <a:ext cx="593725" cy="377825"/>
          </a:xfrm>
          <a:prstGeom prst="rect">
            <a:avLst/>
          </a:prstGeom>
          <a:solidFill>
            <a:schemeClr val="bg1"/>
          </a:solidFill>
          <a:ln w="9525">
            <a:noFill/>
            <a:miter lim="800000"/>
            <a:headEnd/>
            <a:tailEnd type="none" w="lg" len="lg"/>
          </a:ln>
        </p:spPr>
        <p:txBody>
          <a:bodyPr lIns="67500" tIns="35100" rIns="67500" bIns="35100" anchor="ctr">
            <a:spAutoFit/>
          </a:bodyPr>
          <a:lstStyle/>
          <a:p>
            <a:pPr eaLnBrk="1" hangingPunct="1">
              <a:defRPr/>
            </a:pPr>
            <a:r>
              <a:rPr kumimoji="1" lang="en-US" altLang="zh-CN" sz="2000" i="1" dirty="0">
                <a:solidFill>
                  <a:schemeClr val="tx2">
                    <a:lumMod val="60000"/>
                    <a:lumOff val="40000"/>
                  </a:schemeClr>
                </a:solidFill>
                <a:latin typeface="Times New Roman" pitchFamily="18" charset="0"/>
              </a:rPr>
              <a:t>type</a:t>
            </a:r>
          </a:p>
        </p:txBody>
      </p:sp>
      <p:sp>
        <p:nvSpPr>
          <p:cNvPr id="97" name="Rectangle 55">
            <a:extLst>
              <a:ext uri="{FF2B5EF4-FFF2-40B4-BE49-F238E27FC236}">
                <a16:creationId xmlns:a16="http://schemas.microsoft.com/office/drawing/2014/main" id="{2A5F670A-EBE4-45F6-A357-92E2A3EC240C}"/>
              </a:ext>
            </a:extLst>
          </p:cNvPr>
          <p:cNvSpPr>
            <a:spLocks noChangeArrowheads="1"/>
          </p:cNvSpPr>
          <p:nvPr/>
        </p:nvSpPr>
        <p:spPr bwMode="auto">
          <a:xfrm>
            <a:off x="6643688" y="1612900"/>
            <a:ext cx="377825" cy="379413"/>
          </a:xfrm>
          <a:prstGeom prst="rect">
            <a:avLst/>
          </a:prstGeom>
          <a:solidFill>
            <a:schemeClr val="bg1"/>
          </a:solidFill>
          <a:ln w="9525">
            <a:noFill/>
            <a:miter lim="800000"/>
            <a:headEnd/>
            <a:tailEnd type="none" w="lg" len="lg"/>
          </a:ln>
        </p:spPr>
        <p:txBody>
          <a:bodyPr lIns="67500" tIns="35100" rIns="67500" bIns="35100" anchor="ctr">
            <a:spAutoFit/>
          </a:bodyPr>
          <a:lstStyle/>
          <a:p>
            <a:pPr algn="r" eaLnBrk="1" hangingPunct="1">
              <a:defRPr/>
            </a:pPr>
            <a:r>
              <a:rPr kumimoji="1" lang="en-US" altLang="zh-CN" sz="2000" i="1" dirty="0">
                <a:solidFill>
                  <a:schemeClr val="tx2">
                    <a:lumMod val="60000"/>
                    <a:lumOff val="40000"/>
                  </a:schemeClr>
                </a:solidFill>
                <a:latin typeface="Times New Roman" pitchFamily="18" charset="0"/>
              </a:rPr>
              <a:t>in</a:t>
            </a:r>
          </a:p>
        </p:txBody>
      </p:sp>
      <p:sp>
        <p:nvSpPr>
          <p:cNvPr id="98" name="Rectangle 56">
            <a:extLst>
              <a:ext uri="{FF2B5EF4-FFF2-40B4-BE49-F238E27FC236}">
                <a16:creationId xmlns:a16="http://schemas.microsoft.com/office/drawing/2014/main" id="{DCA3DF56-F191-48B6-A9DB-9D282474B7B3}"/>
              </a:ext>
            </a:extLst>
          </p:cNvPr>
          <p:cNvSpPr>
            <a:spLocks noChangeArrowheads="1"/>
          </p:cNvSpPr>
          <p:nvPr/>
        </p:nvSpPr>
        <p:spPr bwMode="auto">
          <a:xfrm>
            <a:off x="5788025" y="2286000"/>
            <a:ext cx="377825" cy="379413"/>
          </a:xfrm>
          <a:prstGeom prst="rect">
            <a:avLst/>
          </a:prstGeom>
          <a:solidFill>
            <a:schemeClr val="bg1"/>
          </a:solidFill>
          <a:ln w="9525">
            <a:noFill/>
            <a:miter lim="800000"/>
            <a:headEnd/>
            <a:tailEnd type="none" w="lg" len="lg"/>
          </a:ln>
        </p:spPr>
        <p:txBody>
          <a:bodyPr lIns="67500" tIns="35100" rIns="67500" bIns="35100" anchor="ctr">
            <a:spAutoFit/>
          </a:bodyPr>
          <a:lstStyle/>
          <a:p>
            <a:pPr algn="r" eaLnBrk="1" hangingPunct="1">
              <a:defRPr/>
            </a:pPr>
            <a:r>
              <a:rPr kumimoji="1" lang="en-US" altLang="zh-CN" sz="2000" i="1" dirty="0">
                <a:solidFill>
                  <a:schemeClr val="tx2">
                    <a:lumMod val="60000"/>
                    <a:lumOff val="40000"/>
                  </a:schemeClr>
                </a:solidFill>
                <a:latin typeface="Times New Roman" pitchFamily="18" charset="0"/>
              </a:rPr>
              <a:t>in</a:t>
            </a:r>
          </a:p>
        </p:txBody>
      </p:sp>
      <p:sp>
        <p:nvSpPr>
          <p:cNvPr id="99" name="Rectangle 57">
            <a:extLst>
              <a:ext uri="{FF2B5EF4-FFF2-40B4-BE49-F238E27FC236}">
                <a16:creationId xmlns:a16="http://schemas.microsoft.com/office/drawing/2014/main" id="{C04DDC08-026A-4C7F-9CD2-4B6BDDD8CA0D}"/>
              </a:ext>
            </a:extLst>
          </p:cNvPr>
          <p:cNvSpPr>
            <a:spLocks noChangeArrowheads="1"/>
          </p:cNvSpPr>
          <p:nvPr/>
        </p:nvSpPr>
        <p:spPr bwMode="auto">
          <a:xfrm>
            <a:off x="5000625" y="3049588"/>
            <a:ext cx="377825" cy="379412"/>
          </a:xfrm>
          <a:prstGeom prst="rect">
            <a:avLst/>
          </a:prstGeom>
          <a:solidFill>
            <a:schemeClr val="bg1"/>
          </a:solidFill>
          <a:ln w="9525">
            <a:noFill/>
            <a:miter lim="800000"/>
            <a:headEnd/>
            <a:tailEnd type="none" w="lg" len="lg"/>
          </a:ln>
        </p:spPr>
        <p:txBody>
          <a:bodyPr lIns="67500" tIns="35100" rIns="67500" bIns="35100" anchor="ctr">
            <a:spAutoFit/>
          </a:bodyPr>
          <a:lstStyle/>
          <a:p>
            <a:pPr algn="r" eaLnBrk="1" hangingPunct="1">
              <a:defRPr/>
            </a:pPr>
            <a:r>
              <a:rPr kumimoji="1" lang="en-US" altLang="zh-CN" sz="2000" i="1" dirty="0">
                <a:solidFill>
                  <a:schemeClr val="tx2">
                    <a:lumMod val="60000"/>
                    <a:lumOff val="40000"/>
                  </a:schemeClr>
                </a:solidFill>
                <a:latin typeface="Times New Roman" pitchFamily="18" charset="0"/>
              </a:rPr>
              <a:t>in</a:t>
            </a:r>
          </a:p>
        </p:txBody>
      </p:sp>
      <p:sp>
        <p:nvSpPr>
          <p:cNvPr id="100" name="Freeform 60">
            <a:extLst>
              <a:ext uri="{FF2B5EF4-FFF2-40B4-BE49-F238E27FC236}">
                <a16:creationId xmlns:a16="http://schemas.microsoft.com/office/drawing/2014/main" id="{617FC625-A5BF-416A-84C4-347444F46964}"/>
              </a:ext>
            </a:extLst>
          </p:cNvPr>
          <p:cNvSpPr>
            <a:spLocks/>
          </p:cNvSpPr>
          <p:nvPr/>
        </p:nvSpPr>
        <p:spPr bwMode="auto">
          <a:xfrm>
            <a:off x="5680075" y="1558925"/>
            <a:ext cx="1133475" cy="106363"/>
          </a:xfrm>
          <a:custGeom>
            <a:avLst/>
            <a:gdLst>
              <a:gd name="T0" fmla="*/ 0 w 453"/>
              <a:gd name="T1" fmla="*/ 2147483646 h 136"/>
              <a:gd name="T2" fmla="*/ 2147483646 w 453"/>
              <a:gd name="T3" fmla="*/ 0 h 136"/>
              <a:gd name="T4" fmla="*/ 2147483646 w 453"/>
              <a:gd name="T5" fmla="*/ 2147483646 h 136"/>
              <a:gd name="T6" fmla="*/ 0 60000 65536"/>
              <a:gd name="T7" fmla="*/ 0 60000 65536"/>
              <a:gd name="T8" fmla="*/ 0 60000 65536"/>
              <a:gd name="T9" fmla="*/ 0 w 453"/>
              <a:gd name="T10" fmla="*/ 0 h 136"/>
              <a:gd name="T11" fmla="*/ 453 w 453"/>
              <a:gd name="T12" fmla="*/ 136 h 136"/>
            </a:gdLst>
            <a:ahLst/>
            <a:cxnLst>
              <a:cxn ang="T6">
                <a:pos x="T0" y="T1"/>
              </a:cxn>
              <a:cxn ang="T7">
                <a:pos x="T2" y="T3"/>
              </a:cxn>
              <a:cxn ang="T8">
                <a:pos x="T4" y="T5"/>
              </a:cxn>
            </a:cxnLst>
            <a:rect l="T9" t="T10" r="T11" b="T12"/>
            <a:pathLst>
              <a:path w="453" h="136">
                <a:moveTo>
                  <a:pt x="0" y="136"/>
                </a:moveTo>
                <a:cubicBezTo>
                  <a:pt x="53" y="68"/>
                  <a:pt x="106" y="0"/>
                  <a:pt x="181" y="0"/>
                </a:cubicBezTo>
                <a:cubicBezTo>
                  <a:pt x="256" y="0"/>
                  <a:pt x="354" y="68"/>
                  <a:pt x="453" y="136"/>
                </a:cubicBezTo>
              </a:path>
            </a:pathLst>
          </a:custGeom>
          <a:noFill/>
          <a:ln w="25400">
            <a:solidFill>
              <a:schemeClr val="tx2">
                <a:lumMod val="60000"/>
                <a:lumOff val="40000"/>
              </a:schemeClr>
            </a:solidFill>
            <a:round/>
            <a:headEnd/>
            <a:tailEnd type="stealth" w="med" len="med"/>
          </a:ln>
        </p:spPr>
        <p:txBody>
          <a:bodyPr lIns="68580" tIns="34290" rIns="68580" bIns="34290"/>
          <a:lstStyle/>
          <a:p>
            <a:pPr>
              <a:defRPr/>
            </a:pPr>
            <a:endParaRPr lang="zh-CN" altLang="en-US"/>
          </a:p>
        </p:txBody>
      </p:sp>
      <p:sp>
        <p:nvSpPr>
          <p:cNvPr id="101" name="Line 61">
            <a:extLst>
              <a:ext uri="{FF2B5EF4-FFF2-40B4-BE49-F238E27FC236}">
                <a16:creationId xmlns:a16="http://schemas.microsoft.com/office/drawing/2014/main" id="{F8721BBE-5B69-4CBF-B670-E7D2689C0D7D}"/>
              </a:ext>
            </a:extLst>
          </p:cNvPr>
          <p:cNvSpPr>
            <a:spLocks noChangeShapeType="1"/>
          </p:cNvSpPr>
          <p:nvPr/>
        </p:nvSpPr>
        <p:spPr bwMode="auto">
          <a:xfrm flipH="1">
            <a:off x="6040438" y="1963738"/>
            <a:ext cx="914400" cy="396875"/>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102" name="Freeform 62">
            <a:extLst>
              <a:ext uri="{FF2B5EF4-FFF2-40B4-BE49-F238E27FC236}">
                <a16:creationId xmlns:a16="http://schemas.microsoft.com/office/drawing/2014/main" id="{745F733C-07DC-415F-A563-2A836ACD5512}"/>
              </a:ext>
            </a:extLst>
          </p:cNvPr>
          <p:cNvSpPr>
            <a:spLocks/>
          </p:cNvSpPr>
          <p:nvPr/>
        </p:nvSpPr>
        <p:spPr bwMode="auto">
          <a:xfrm>
            <a:off x="6989763" y="1884363"/>
            <a:ext cx="323850" cy="115887"/>
          </a:xfrm>
          <a:custGeom>
            <a:avLst/>
            <a:gdLst>
              <a:gd name="T0" fmla="*/ 0 w 273"/>
              <a:gd name="T1" fmla="*/ 2147483646 h 97"/>
              <a:gd name="T2" fmla="*/ 2147483646 w 273"/>
              <a:gd name="T3" fmla="*/ 2147483646 h 97"/>
              <a:gd name="T4" fmla="*/ 2147483646 w 273"/>
              <a:gd name="T5" fmla="*/ 0 h 97"/>
              <a:gd name="T6" fmla="*/ 0 60000 65536"/>
              <a:gd name="T7" fmla="*/ 0 60000 65536"/>
              <a:gd name="T8" fmla="*/ 0 60000 65536"/>
              <a:gd name="T9" fmla="*/ 0 w 273"/>
              <a:gd name="T10" fmla="*/ 0 h 97"/>
              <a:gd name="T11" fmla="*/ 273 w 273"/>
              <a:gd name="T12" fmla="*/ 97 h 97"/>
            </a:gdLst>
            <a:ahLst/>
            <a:cxnLst>
              <a:cxn ang="T6">
                <a:pos x="T0" y="T1"/>
              </a:cxn>
              <a:cxn ang="T7">
                <a:pos x="T2" y="T3"/>
              </a:cxn>
              <a:cxn ang="T8">
                <a:pos x="T4" y="T5"/>
              </a:cxn>
            </a:cxnLst>
            <a:rect l="T9" t="T10" r="T11" b="T12"/>
            <a:pathLst>
              <a:path w="273" h="97">
                <a:moveTo>
                  <a:pt x="0" y="45"/>
                </a:moveTo>
                <a:cubicBezTo>
                  <a:pt x="46" y="71"/>
                  <a:pt x="92" y="97"/>
                  <a:pt x="137" y="90"/>
                </a:cubicBezTo>
                <a:cubicBezTo>
                  <a:pt x="182" y="83"/>
                  <a:pt x="227" y="41"/>
                  <a:pt x="273" y="0"/>
                </a:cubicBezTo>
              </a:path>
            </a:pathLst>
          </a:custGeom>
          <a:noFill/>
          <a:ln w="25400">
            <a:solidFill>
              <a:schemeClr val="tx2">
                <a:lumMod val="60000"/>
                <a:lumOff val="40000"/>
              </a:schemeClr>
            </a:solidFill>
            <a:round/>
            <a:headEnd/>
            <a:tailEnd type="stealth" w="med" len="med"/>
          </a:ln>
        </p:spPr>
        <p:txBody>
          <a:bodyPr lIns="68580" tIns="34290" rIns="68580" bIns="34290"/>
          <a:lstStyle/>
          <a:p>
            <a:pPr>
              <a:defRPr/>
            </a:pPr>
            <a:endParaRPr lang="zh-CN" altLang="en-US"/>
          </a:p>
        </p:txBody>
      </p:sp>
      <p:sp>
        <p:nvSpPr>
          <p:cNvPr id="103" name="Line 63">
            <a:extLst>
              <a:ext uri="{FF2B5EF4-FFF2-40B4-BE49-F238E27FC236}">
                <a16:creationId xmlns:a16="http://schemas.microsoft.com/office/drawing/2014/main" id="{EFB27E6D-37A6-4DF5-B46F-9CEFB3BE4A9D}"/>
              </a:ext>
            </a:extLst>
          </p:cNvPr>
          <p:cNvSpPr>
            <a:spLocks noChangeShapeType="1"/>
          </p:cNvSpPr>
          <p:nvPr/>
        </p:nvSpPr>
        <p:spPr bwMode="auto">
          <a:xfrm flipH="1" flipV="1">
            <a:off x="7358063" y="1938338"/>
            <a:ext cx="1003300" cy="419100"/>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104" name="Rectangle 65">
            <a:extLst>
              <a:ext uri="{FF2B5EF4-FFF2-40B4-BE49-F238E27FC236}">
                <a16:creationId xmlns:a16="http://schemas.microsoft.com/office/drawing/2014/main" id="{F120F25F-6674-4645-8C5C-260CF107A983}"/>
              </a:ext>
            </a:extLst>
          </p:cNvPr>
          <p:cNvSpPr>
            <a:spLocks noChangeArrowheads="1"/>
          </p:cNvSpPr>
          <p:nvPr/>
        </p:nvSpPr>
        <p:spPr bwMode="auto">
          <a:xfrm>
            <a:off x="8072438" y="2335213"/>
            <a:ext cx="1000125" cy="379412"/>
          </a:xfrm>
          <a:prstGeom prst="rect">
            <a:avLst/>
          </a:prstGeom>
          <a:noFill/>
          <a:ln w="9525">
            <a:noFill/>
            <a:miter lim="800000"/>
            <a:headEnd/>
            <a:tailEnd type="none" w="lg" len="lg"/>
          </a:ln>
        </p:spPr>
        <p:txBody>
          <a:bodyPr lIns="67500" tIns="35100" rIns="67500" bIns="35100" anchor="ctr">
            <a:spAutoFit/>
          </a:bodyPr>
          <a:lstStyle/>
          <a:p>
            <a:pPr eaLnBrk="1" hangingPunct="1">
              <a:defRPr/>
            </a:pPr>
            <a:r>
              <a:rPr kumimoji="1" lang="en-US" altLang="zh-CN" sz="2000" i="1" dirty="0">
                <a:solidFill>
                  <a:schemeClr val="tx2">
                    <a:lumMod val="60000"/>
                    <a:lumOff val="40000"/>
                  </a:schemeClr>
                </a:solidFill>
                <a:latin typeface="Times New Roman" pitchFamily="18" charset="0"/>
              </a:rPr>
              <a:t>lexeme</a:t>
            </a:r>
          </a:p>
        </p:txBody>
      </p:sp>
      <p:sp>
        <p:nvSpPr>
          <p:cNvPr id="105" name="Line 66">
            <a:extLst>
              <a:ext uri="{FF2B5EF4-FFF2-40B4-BE49-F238E27FC236}">
                <a16:creationId xmlns:a16="http://schemas.microsoft.com/office/drawing/2014/main" id="{4ECB185B-1887-47B0-950D-6F786E37BFDF}"/>
              </a:ext>
            </a:extLst>
          </p:cNvPr>
          <p:cNvSpPr>
            <a:spLocks noChangeShapeType="1"/>
          </p:cNvSpPr>
          <p:nvPr/>
        </p:nvSpPr>
        <p:spPr bwMode="auto">
          <a:xfrm flipH="1">
            <a:off x="5230813" y="2603500"/>
            <a:ext cx="830262" cy="414338"/>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106" name="Rectangle 69">
            <a:extLst>
              <a:ext uri="{FF2B5EF4-FFF2-40B4-BE49-F238E27FC236}">
                <a16:creationId xmlns:a16="http://schemas.microsoft.com/office/drawing/2014/main" id="{6626B3B2-EE43-4E4F-9FE2-B56A21ED6A58}"/>
              </a:ext>
            </a:extLst>
          </p:cNvPr>
          <p:cNvSpPr>
            <a:spLocks noChangeArrowheads="1"/>
          </p:cNvSpPr>
          <p:nvPr/>
        </p:nvSpPr>
        <p:spPr bwMode="auto">
          <a:xfrm>
            <a:off x="7194550" y="3068638"/>
            <a:ext cx="949325" cy="377825"/>
          </a:xfrm>
          <a:prstGeom prst="rect">
            <a:avLst/>
          </a:prstGeom>
          <a:solidFill>
            <a:schemeClr val="bg1"/>
          </a:solidFill>
          <a:ln w="9525">
            <a:noFill/>
            <a:miter lim="800000"/>
            <a:headEnd/>
            <a:tailEnd type="none" w="lg" len="lg"/>
          </a:ln>
        </p:spPr>
        <p:txBody>
          <a:bodyPr lIns="67500" tIns="35100" rIns="67500" bIns="35100" anchor="ctr">
            <a:spAutoFit/>
          </a:bodyPr>
          <a:lstStyle/>
          <a:p>
            <a:pPr eaLnBrk="1" hangingPunct="1">
              <a:defRPr/>
            </a:pPr>
            <a:r>
              <a:rPr kumimoji="1" lang="en-US" altLang="zh-CN" sz="2000" i="1" dirty="0">
                <a:solidFill>
                  <a:schemeClr val="tx2">
                    <a:lumMod val="60000"/>
                    <a:lumOff val="40000"/>
                  </a:schemeClr>
                </a:solidFill>
                <a:latin typeface="Times New Roman" pitchFamily="18" charset="0"/>
              </a:rPr>
              <a:t>lexeme</a:t>
            </a:r>
          </a:p>
        </p:txBody>
      </p:sp>
      <p:sp>
        <p:nvSpPr>
          <p:cNvPr id="107" name="Line 67">
            <a:extLst>
              <a:ext uri="{FF2B5EF4-FFF2-40B4-BE49-F238E27FC236}">
                <a16:creationId xmlns:a16="http://schemas.microsoft.com/office/drawing/2014/main" id="{09B206AC-2B1A-408F-AB85-085421231F81}"/>
              </a:ext>
            </a:extLst>
          </p:cNvPr>
          <p:cNvSpPr>
            <a:spLocks noChangeShapeType="1"/>
          </p:cNvSpPr>
          <p:nvPr/>
        </p:nvSpPr>
        <p:spPr bwMode="auto">
          <a:xfrm flipH="1" flipV="1">
            <a:off x="6454775" y="2636838"/>
            <a:ext cx="955675" cy="412750"/>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108" name="Freeform 72">
            <a:extLst>
              <a:ext uri="{FF2B5EF4-FFF2-40B4-BE49-F238E27FC236}">
                <a16:creationId xmlns:a16="http://schemas.microsoft.com/office/drawing/2014/main" id="{F83AF519-4758-4C17-824D-CCBCF8C06AA4}"/>
              </a:ext>
            </a:extLst>
          </p:cNvPr>
          <p:cNvSpPr>
            <a:spLocks/>
          </p:cNvSpPr>
          <p:nvPr/>
        </p:nvSpPr>
        <p:spPr bwMode="auto">
          <a:xfrm>
            <a:off x="6057900" y="2586038"/>
            <a:ext cx="325438" cy="115887"/>
          </a:xfrm>
          <a:custGeom>
            <a:avLst/>
            <a:gdLst>
              <a:gd name="T0" fmla="*/ 0 w 273"/>
              <a:gd name="T1" fmla="*/ 2147483646 h 97"/>
              <a:gd name="T2" fmla="*/ 2147483646 w 273"/>
              <a:gd name="T3" fmla="*/ 2147483646 h 97"/>
              <a:gd name="T4" fmla="*/ 2147483646 w 273"/>
              <a:gd name="T5" fmla="*/ 0 h 97"/>
              <a:gd name="T6" fmla="*/ 0 60000 65536"/>
              <a:gd name="T7" fmla="*/ 0 60000 65536"/>
              <a:gd name="T8" fmla="*/ 0 60000 65536"/>
              <a:gd name="T9" fmla="*/ 0 w 273"/>
              <a:gd name="T10" fmla="*/ 0 h 97"/>
              <a:gd name="T11" fmla="*/ 273 w 273"/>
              <a:gd name="T12" fmla="*/ 97 h 97"/>
            </a:gdLst>
            <a:ahLst/>
            <a:cxnLst>
              <a:cxn ang="T6">
                <a:pos x="T0" y="T1"/>
              </a:cxn>
              <a:cxn ang="T7">
                <a:pos x="T2" y="T3"/>
              </a:cxn>
              <a:cxn ang="T8">
                <a:pos x="T4" y="T5"/>
              </a:cxn>
            </a:cxnLst>
            <a:rect l="T9" t="T10" r="T11" b="T12"/>
            <a:pathLst>
              <a:path w="273" h="97">
                <a:moveTo>
                  <a:pt x="0" y="45"/>
                </a:moveTo>
                <a:cubicBezTo>
                  <a:pt x="46" y="71"/>
                  <a:pt x="92" y="97"/>
                  <a:pt x="137" y="90"/>
                </a:cubicBezTo>
                <a:cubicBezTo>
                  <a:pt x="182" y="83"/>
                  <a:pt x="227" y="41"/>
                  <a:pt x="273" y="0"/>
                </a:cubicBezTo>
              </a:path>
            </a:pathLst>
          </a:custGeom>
          <a:noFill/>
          <a:ln w="25400">
            <a:solidFill>
              <a:schemeClr val="tx2">
                <a:lumMod val="60000"/>
                <a:lumOff val="40000"/>
              </a:schemeClr>
            </a:solidFill>
            <a:round/>
            <a:headEnd/>
            <a:tailEnd type="stealth" w="med" len="med"/>
          </a:ln>
        </p:spPr>
        <p:txBody>
          <a:bodyPr lIns="68580" tIns="34290" rIns="68580" bIns="34290"/>
          <a:lstStyle/>
          <a:p>
            <a:pPr>
              <a:defRPr/>
            </a:pPr>
            <a:endParaRPr lang="zh-CN" altLang="en-US"/>
          </a:p>
        </p:txBody>
      </p:sp>
      <p:sp>
        <p:nvSpPr>
          <p:cNvPr id="109" name="Freeform 82">
            <a:extLst>
              <a:ext uri="{FF2B5EF4-FFF2-40B4-BE49-F238E27FC236}">
                <a16:creationId xmlns:a16="http://schemas.microsoft.com/office/drawing/2014/main" id="{9FA7CD49-1CB6-4637-B89E-FDCF52CC87F9}"/>
              </a:ext>
            </a:extLst>
          </p:cNvPr>
          <p:cNvSpPr>
            <a:spLocks/>
          </p:cNvSpPr>
          <p:nvPr/>
        </p:nvSpPr>
        <p:spPr bwMode="auto">
          <a:xfrm>
            <a:off x="5338763" y="3373438"/>
            <a:ext cx="325437" cy="115887"/>
          </a:xfrm>
          <a:custGeom>
            <a:avLst/>
            <a:gdLst>
              <a:gd name="T0" fmla="*/ 0 w 273"/>
              <a:gd name="T1" fmla="*/ 2147483646 h 97"/>
              <a:gd name="T2" fmla="*/ 2147483646 w 273"/>
              <a:gd name="T3" fmla="*/ 2147483646 h 97"/>
              <a:gd name="T4" fmla="*/ 2147483646 w 273"/>
              <a:gd name="T5" fmla="*/ 0 h 97"/>
              <a:gd name="T6" fmla="*/ 0 60000 65536"/>
              <a:gd name="T7" fmla="*/ 0 60000 65536"/>
              <a:gd name="T8" fmla="*/ 0 60000 65536"/>
              <a:gd name="T9" fmla="*/ 0 w 273"/>
              <a:gd name="T10" fmla="*/ 0 h 97"/>
              <a:gd name="T11" fmla="*/ 273 w 273"/>
              <a:gd name="T12" fmla="*/ 97 h 97"/>
            </a:gdLst>
            <a:ahLst/>
            <a:cxnLst>
              <a:cxn ang="T6">
                <a:pos x="T0" y="T1"/>
              </a:cxn>
              <a:cxn ang="T7">
                <a:pos x="T2" y="T3"/>
              </a:cxn>
              <a:cxn ang="T8">
                <a:pos x="T4" y="T5"/>
              </a:cxn>
            </a:cxnLst>
            <a:rect l="T9" t="T10" r="T11" b="T12"/>
            <a:pathLst>
              <a:path w="273" h="97">
                <a:moveTo>
                  <a:pt x="0" y="45"/>
                </a:moveTo>
                <a:cubicBezTo>
                  <a:pt x="46" y="71"/>
                  <a:pt x="92" y="97"/>
                  <a:pt x="137" y="90"/>
                </a:cubicBezTo>
                <a:cubicBezTo>
                  <a:pt x="182" y="83"/>
                  <a:pt x="227" y="41"/>
                  <a:pt x="273" y="0"/>
                </a:cubicBezTo>
              </a:path>
            </a:pathLst>
          </a:custGeom>
          <a:noFill/>
          <a:ln w="25400">
            <a:solidFill>
              <a:schemeClr val="tx2">
                <a:lumMod val="60000"/>
                <a:lumOff val="40000"/>
              </a:schemeClr>
            </a:solidFill>
            <a:round/>
            <a:headEnd/>
            <a:tailEnd type="stealth" w="med" len="med"/>
          </a:ln>
        </p:spPr>
        <p:txBody>
          <a:bodyPr lIns="68580" tIns="34290" rIns="68580" bIns="34290"/>
          <a:lstStyle/>
          <a:p>
            <a:pPr>
              <a:defRPr/>
            </a:pPr>
            <a:endParaRPr lang="zh-CN" altLang="en-US"/>
          </a:p>
        </p:txBody>
      </p:sp>
      <p:sp>
        <p:nvSpPr>
          <p:cNvPr id="110" name="Rectangle 83">
            <a:extLst>
              <a:ext uri="{FF2B5EF4-FFF2-40B4-BE49-F238E27FC236}">
                <a16:creationId xmlns:a16="http://schemas.microsoft.com/office/drawing/2014/main" id="{1CF52C04-6D38-4284-BD78-0E5A264CBDC5}"/>
              </a:ext>
            </a:extLst>
          </p:cNvPr>
          <p:cNvSpPr>
            <a:spLocks noChangeArrowheads="1"/>
          </p:cNvSpPr>
          <p:nvPr/>
        </p:nvSpPr>
        <p:spPr bwMode="auto">
          <a:xfrm>
            <a:off x="5659438" y="3835400"/>
            <a:ext cx="912812" cy="379413"/>
          </a:xfrm>
          <a:prstGeom prst="rect">
            <a:avLst/>
          </a:prstGeom>
          <a:solidFill>
            <a:schemeClr val="bg1"/>
          </a:solidFill>
          <a:ln w="9525">
            <a:noFill/>
            <a:miter lim="800000"/>
            <a:headEnd/>
            <a:tailEnd type="none" w="lg" len="lg"/>
          </a:ln>
        </p:spPr>
        <p:txBody>
          <a:bodyPr lIns="67500" tIns="35100" rIns="67500" bIns="35100" anchor="ctr">
            <a:spAutoFit/>
          </a:bodyPr>
          <a:lstStyle/>
          <a:p>
            <a:pPr eaLnBrk="1" hangingPunct="1">
              <a:defRPr/>
            </a:pPr>
            <a:r>
              <a:rPr kumimoji="1" lang="en-US" altLang="zh-CN" sz="2000" i="1" dirty="0">
                <a:solidFill>
                  <a:schemeClr val="tx2">
                    <a:lumMod val="60000"/>
                    <a:lumOff val="40000"/>
                  </a:schemeClr>
                </a:solidFill>
                <a:latin typeface="Times New Roman" pitchFamily="18" charset="0"/>
              </a:rPr>
              <a:t>lexeme</a:t>
            </a:r>
          </a:p>
        </p:txBody>
      </p:sp>
      <p:sp>
        <p:nvSpPr>
          <p:cNvPr id="111" name="Line 84">
            <a:extLst>
              <a:ext uri="{FF2B5EF4-FFF2-40B4-BE49-F238E27FC236}">
                <a16:creationId xmlns:a16="http://schemas.microsoft.com/office/drawing/2014/main" id="{8B3D1027-6CCB-4A7F-8CCB-520D2DCAE6FD}"/>
              </a:ext>
            </a:extLst>
          </p:cNvPr>
          <p:cNvSpPr>
            <a:spLocks noChangeShapeType="1"/>
          </p:cNvSpPr>
          <p:nvPr/>
        </p:nvSpPr>
        <p:spPr bwMode="auto">
          <a:xfrm flipV="1">
            <a:off x="5770563" y="3451225"/>
            <a:ext cx="0" cy="323850"/>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grpSp>
        <p:nvGrpSpPr>
          <p:cNvPr id="53268" name="组合 74">
            <a:extLst>
              <a:ext uri="{FF2B5EF4-FFF2-40B4-BE49-F238E27FC236}">
                <a16:creationId xmlns:a16="http://schemas.microsoft.com/office/drawing/2014/main" id="{248F412C-8C86-42C6-8C4A-E0CFF0AC55AD}"/>
              </a:ext>
            </a:extLst>
          </p:cNvPr>
          <p:cNvGrpSpPr>
            <a:grpSpLocks/>
          </p:cNvGrpSpPr>
          <p:nvPr/>
        </p:nvGrpSpPr>
        <p:grpSpPr bwMode="auto">
          <a:xfrm>
            <a:off x="5032303" y="857250"/>
            <a:ext cx="3241743" cy="3357563"/>
            <a:chOff x="5032314" y="857238"/>
            <a:chExt cx="3241343" cy="3357586"/>
          </a:xfrm>
        </p:grpSpPr>
        <p:sp>
          <p:nvSpPr>
            <p:cNvPr id="59420" name="Text Box 16">
              <a:extLst>
                <a:ext uri="{FF2B5EF4-FFF2-40B4-BE49-F238E27FC236}">
                  <a16:creationId xmlns:a16="http://schemas.microsoft.com/office/drawing/2014/main" id="{1732018F-D2F5-4F5A-86F7-41A24C15D743}"/>
                </a:ext>
              </a:extLst>
            </p:cNvPr>
            <p:cNvSpPr txBox="1">
              <a:spLocks noChangeArrowheads="1"/>
            </p:cNvSpPr>
            <p:nvPr/>
          </p:nvSpPr>
          <p:spPr bwMode="auto">
            <a:xfrm>
              <a:off x="7029453" y="2352665"/>
              <a:ext cx="342900" cy="3786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2000">
                  <a:latin typeface="Times New Roman" panose="02020603050405020304" pitchFamily="18" charset="0"/>
                </a:rPr>
                <a:t>，</a:t>
              </a:r>
            </a:p>
          </p:txBody>
        </p:sp>
        <p:sp>
          <p:nvSpPr>
            <p:cNvPr id="59421" name="Rectangle 20">
              <a:extLst>
                <a:ext uri="{FF2B5EF4-FFF2-40B4-BE49-F238E27FC236}">
                  <a16:creationId xmlns:a16="http://schemas.microsoft.com/office/drawing/2014/main" id="{4765E131-13C7-4FD3-87B5-DEA34AE1CC49}"/>
                </a:ext>
              </a:extLst>
            </p:cNvPr>
            <p:cNvSpPr>
              <a:spLocks noChangeArrowheads="1"/>
            </p:cNvSpPr>
            <p:nvPr/>
          </p:nvSpPr>
          <p:spPr bwMode="auto">
            <a:xfrm>
              <a:off x="7733113" y="2324090"/>
              <a:ext cx="540544"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a:latin typeface="Times New Roman" panose="02020603050405020304" pitchFamily="18" charset="0"/>
                </a:rPr>
                <a:t>id</a:t>
              </a:r>
            </a:p>
          </p:txBody>
        </p:sp>
        <p:sp>
          <p:nvSpPr>
            <p:cNvPr id="59422" name="Rectangle 22">
              <a:extLst>
                <a:ext uri="{FF2B5EF4-FFF2-40B4-BE49-F238E27FC236}">
                  <a16:creationId xmlns:a16="http://schemas.microsoft.com/office/drawing/2014/main" id="{BC8B5365-E390-45B7-A26F-8405F4BA4303}"/>
                </a:ext>
              </a:extLst>
            </p:cNvPr>
            <p:cNvSpPr>
              <a:spLocks noChangeArrowheads="1"/>
            </p:cNvSpPr>
            <p:nvPr/>
          </p:nvSpPr>
          <p:spPr bwMode="auto">
            <a:xfrm>
              <a:off x="6921107" y="1621584"/>
              <a:ext cx="432197"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L</a:t>
              </a:r>
            </a:p>
          </p:txBody>
        </p:sp>
        <p:sp>
          <p:nvSpPr>
            <p:cNvPr id="59423" name="Line 24">
              <a:extLst>
                <a:ext uri="{FF2B5EF4-FFF2-40B4-BE49-F238E27FC236}">
                  <a16:creationId xmlns:a16="http://schemas.microsoft.com/office/drawing/2014/main" id="{627851C4-A17C-4C26-ACBB-8091C4712F8B}"/>
                </a:ext>
              </a:extLst>
            </p:cNvPr>
            <p:cNvSpPr>
              <a:spLocks noChangeShapeType="1"/>
            </p:cNvSpPr>
            <p:nvPr/>
          </p:nvSpPr>
          <p:spPr bwMode="auto">
            <a:xfrm>
              <a:off x="7153707" y="2013336"/>
              <a:ext cx="0" cy="34290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9424" name="Line 25">
              <a:extLst>
                <a:ext uri="{FF2B5EF4-FFF2-40B4-BE49-F238E27FC236}">
                  <a16:creationId xmlns:a16="http://schemas.microsoft.com/office/drawing/2014/main" id="{AC3E29CA-5978-4674-84A8-D60E93AD7611}"/>
                </a:ext>
              </a:extLst>
            </p:cNvPr>
            <p:cNvSpPr>
              <a:spLocks noChangeShapeType="1"/>
            </p:cNvSpPr>
            <p:nvPr/>
          </p:nvSpPr>
          <p:spPr bwMode="auto">
            <a:xfrm>
              <a:off x="7137801" y="2013336"/>
              <a:ext cx="827484" cy="310754"/>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9425" name="Rectangle 26">
              <a:extLst>
                <a:ext uri="{FF2B5EF4-FFF2-40B4-BE49-F238E27FC236}">
                  <a16:creationId xmlns:a16="http://schemas.microsoft.com/office/drawing/2014/main" id="{1F21EFB4-6B14-404B-B51C-2A85C3F7CB54}"/>
                </a:ext>
              </a:extLst>
            </p:cNvPr>
            <p:cNvSpPr>
              <a:spLocks noChangeArrowheads="1"/>
            </p:cNvSpPr>
            <p:nvPr/>
          </p:nvSpPr>
          <p:spPr bwMode="auto">
            <a:xfrm>
              <a:off x="6000760" y="857238"/>
              <a:ext cx="432197"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D</a:t>
              </a:r>
            </a:p>
          </p:txBody>
        </p:sp>
        <p:sp>
          <p:nvSpPr>
            <p:cNvPr id="59426" name="Text Box 28">
              <a:extLst>
                <a:ext uri="{FF2B5EF4-FFF2-40B4-BE49-F238E27FC236}">
                  <a16:creationId xmlns:a16="http://schemas.microsoft.com/office/drawing/2014/main" id="{2C73471E-60D7-4894-9DE4-4BA2D821CF04}"/>
                </a:ext>
              </a:extLst>
            </p:cNvPr>
            <p:cNvSpPr txBox="1">
              <a:spLocks noChangeArrowheads="1"/>
            </p:cNvSpPr>
            <p:nvPr/>
          </p:nvSpPr>
          <p:spPr bwMode="auto">
            <a:xfrm>
              <a:off x="5193510" y="1621621"/>
              <a:ext cx="342900"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000" i="1">
                  <a:latin typeface="Times New Roman" panose="02020603050405020304" pitchFamily="18" charset="0"/>
                </a:rPr>
                <a:t>T</a:t>
              </a:r>
            </a:p>
          </p:txBody>
        </p:sp>
        <p:sp>
          <p:nvSpPr>
            <p:cNvPr id="59427" name="Line 29">
              <a:extLst>
                <a:ext uri="{FF2B5EF4-FFF2-40B4-BE49-F238E27FC236}">
                  <a16:creationId xmlns:a16="http://schemas.microsoft.com/office/drawing/2014/main" id="{81AF1C1E-A04C-4091-9031-DC678B627EEE}"/>
                </a:ext>
              </a:extLst>
            </p:cNvPr>
            <p:cNvSpPr>
              <a:spLocks noChangeShapeType="1"/>
            </p:cNvSpPr>
            <p:nvPr/>
          </p:nvSpPr>
          <p:spPr bwMode="auto">
            <a:xfrm flipH="1">
              <a:off x="5301856" y="1214428"/>
              <a:ext cx="913218" cy="434577"/>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9428" name="Rectangle 43">
              <a:extLst>
                <a:ext uri="{FF2B5EF4-FFF2-40B4-BE49-F238E27FC236}">
                  <a16:creationId xmlns:a16="http://schemas.microsoft.com/office/drawing/2014/main" id="{CAFDF66C-D654-477F-9B64-F8F72D6D65F8}"/>
                </a:ext>
              </a:extLst>
            </p:cNvPr>
            <p:cNvSpPr>
              <a:spLocks noChangeArrowheads="1"/>
            </p:cNvSpPr>
            <p:nvPr/>
          </p:nvSpPr>
          <p:spPr bwMode="auto">
            <a:xfrm>
              <a:off x="6004326" y="2285998"/>
              <a:ext cx="540544"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L</a:t>
              </a:r>
            </a:p>
          </p:txBody>
        </p:sp>
        <p:sp>
          <p:nvSpPr>
            <p:cNvPr id="59429" name="Text Box 46">
              <a:extLst>
                <a:ext uri="{FF2B5EF4-FFF2-40B4-BE49-F238E27FC236}">
                  <a16:creationId xmlns:a16="http://schemas.microsoft.com/office/drawing/2014/main" id="{449A201A-2A73-4FCE-A124-5E0BCD55D0C9}"/>
                </a:ext>
              </a:extLst>
            </p:cNvPr>
            <p:cNvSpPr txBox="1">
              <a:spLocks noChangeArrowheads="1"/>
            </p:cNvSpPr>
            <p:nvPr/>
          </p:nvSpPr>
          <p:spPr bwMode="auto">
            <a:xfrm>
              <a:off x="6111482" y="3055133"/>
              <a:ext cx="342900" cy="3786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2000">
                  <a:latin typeface="Times New Roman" panose="02020603050405020304" pitchFamily="18" charset="0"/>
                </a:rPr>
                <a:t>，</a:t>
              </a:r>
            </a:p>
          </p:txBody>
        </p:sp>
        <p:sp>
          <p:nvSpPr>
            <p:cNvPr id="59430" name="Rectangle 47">
              <a:extLst>
                <a:ext uri="{FF2B5EF4-FFF2-40B4-BE49-F238E27FC236}">
                  <a16:creationId xmlns:a16="http://schemas.microsoft.com/office/drawing/2014/main" id="{DB380257-1938-48B7-ADB5-69043DB107FD}"/>
                </a:ext>
              </a:extLst>
            </p:cNvPr>
            <p:cNvSpPr>
              <a:spLocks noChangeArrowheads="1"/>
            </p:cNvSpPr>
            <p:nvPr/>
          </p:nvSpPr>
          <p:spPr bwMode="auto">
            <a:xfrm>
              <a:off x="6816332" y="3051561"/>
              <a:ext cx="540544"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a:latin typeface="Times New Roman" panose="02020603050405020304" pitchFamily="18" charset="0"/>
                </a:rPr>
                <a:t>id</a:t>
              </a:r>
            </a:p>
          </p:txBody>
        </p:sp>
        <p:sp>
          <p:nvSpPr>
            <p:cNvPr id="59431" name="Line 49">
              <a:extLst>
                <a:ext uri="{FF2B5EF4-FFF2-40B4-BE49-F238E27FC236}">
                  <a16:creationId xmlns:a16="http://schemas.microsoft.com/office/drawing/2014/main" id="{DCCF57B1-1ECB-4D7F-A09B-D6B1594B6ACC}"/>
                </a:ext>
              </a:extLst>
            </p:cNvPr>
            <p:cNvSpPr>
              <a:spLocks noChangeShapeType="1"/>
            </p:cNvSpPr>
            <p:nvPr/>
          </p:nvSpPr>
          <p:spPr bwMode="auto">
            <a:xfrm>
              <a:off x="6219828" y="2689611"/>
              <a:ext cx="0" cy="34290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9432" name="Line 50">
              <a:extLst>
                <a:ext uri="{FF2B5EF4-FFF2-40B4-BE49-F238E27FC236}">
                  <a16:creationId xmlns:a16="http://schemas.microsoft.com/office/drawing/2014/main" id="{74B1E9CA-1700-44D3-9A51-CBB38D9EFB7A}"/>
                </a:ext>
              </a:extLst>
            </p:cNvPr>
            <p:cNvSpPr>
              <a:spLocks noChangeShapeType="1"/>
            </p:cNvSpPr>
            <p:nvPr/>
          </p:nvSpPr>
          <p:spPr bwMode="auto">
            <a:xfrm>
              <a:off x="6219828" y="2689611"/>
              <a:ext cx="809625" cy="34290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9433" name="Rectangle 51">
              <a:extLst>
                <a:ext uri="{FF2B5EF4-FFF2-40B4-BE49-F238E27FC236}">
                  <a16:creationId xmlns:a16="http://schemas.microsoft.com/office/drawing/2014/main" id="{B1E90590-8CA9-43F3-A843-8F26307B40A1}"/>
                </a:ext>
              </a:extLst>
            </p:cNvPr>
            <p:cNvSpPr>
              <a:spLocks noChangeArrowheads="1"/>
            </p:cNvSpPr>
            <p:nvPr/>
          </p:nvSpPr>
          <p:spPr bwMode="auto">
            <a:xfrm>
              <a:off x="5230420" y="3057515"/>
              <a:ext cx="540544"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L</a:t>
              </a:r>
            </a:p>
          </p:txBody>
        </p:sp>
        <p:sp>
          <p:nvSpPr>
            <p:cNvPr id="59434" name="Text Box 52">
              <a:extLst>
                <a:ext uri="{FF2B5EF4-FFF2-40B4-BE49-F238E27FC236}">
                  <a16:creationId xmlns:a16="http://schemas.microsoft.com/office/drawing/2014/main" id="{DD1F7E61-E21C-4516-9C29-FB3BD055FC11}"/>
                </a:ext>
              </a:extLst>
            </p:cNvPr>
            <p:cNvSpPr txBox="1">
              <a:spLocks noChangeArrowheads="1"/>
            </p:cNvSpPr>
            <p:nvPr/>
          </p:nvSpPr>
          <p:spPr bwMode="auto">
            <a:xfrm>
              <a:off x="5338766" y="3836162"/>
              <a:ext cx="504825"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000">
                  <a:latin typeface="Times New Roman" panose="02020603050405020304" pitchFamily="18" charset="0"/>
                </a:rPr>
                <a:t>id</a:t>
              </a:r>
            </a:p>
          </p:txBody>
        </p:sp>
        <p:sp>
          <p:nvSpPr>
            <p:cNvPr id="59435" name="Line 53">
              <a:extLst>
                <a:ext uri="{FF2B5EF4-FFF2-40B4-BE49-F238E27FC236}">
                  <a16:creationId xmlns:a16="http://schemas.microsoft.com/office/drawing/2014/main" id="{79B94B25-D3C3-4457-A460-3AE8A0CF4E78}"/>
                </a:ext>
              </a:extLst>
            </p:cNvPr>
            <p:cNvSpPr>
              <a:spLocks noChangeShapeType="1"/>
            </p:cNvSpPr>
            <p:nvPr/>
          </p:nvSpPr>
          <p:spPr bwMode="auto">
            <a:xfrm>
              <a:off x="5500691" y="3514734"/>
              <a:ext cx="0" cy="34290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59436" name="Line 23">
              <a:extLst>
                <a:ext uri="{FF2B5EF4-FFF2-40B4-BE49-F238E27FC236}">
                  <a16:creationId xmlns:a16="http://schemas.microsoft.com/office/drawing/2014/main" id="{11579C31-B981-4236-8DE9-A5BF318AC288}"/>
                </a:ext>
              </a:extLst>
            </p:cNvPr>
            <p:cNvSpPr>
              <a:spLocks noChangeShapeType="1"/>
            </p:cNvSpPr>
            <p:nvPr/>
          </p:nvSpPr>
          <p:spPr bwMode="auto">
            <a:xfrm flipH="1">
              <a:off x="6382945" y="2013336"/>
              <a:ext cx="788194" cy="339329"/>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9437" name="Line 48">
              <a:extLst>
                <a:ext uri="{FF2B5EF4-FFF2-40B4-BE49-F238E27FC236}">
                  <a16:creationId xmlns:a16="http://schemas.microsoft.com/office/drawing/2014/main" id="{71232B65-831D-4C38-9076-91018BD6726B}"/>
                </a:ext>
              </a:extLst>
            </p:cNvPr>
            <p:cNvSpPr>
              <a:spLocks noChangeShapeType="1"/>
            </p:cNvSpPr>
            <p:nvPr/>
          </p:nvSpPr>
          <p:spPr bwMode="auto">
            <a:xfrm flipH="1">
              <a:off x="5479259" y="2689611"/>
              <a:ext cx="719138" cy="367904"/>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9438" name="Text Box 70">
              <a:extLst>
                <a:ext uri="{FF2B5EF4-FFF2-40B4-BE49-F238E27FC236}">
                  <a16:creationId xmlns:a16="http://schemas.microsoft.com/office/drawing/2014/main" id="{277E8D92-772C-4D49-BDED-F7208D4BD7D4}"/>
                </a:ext>
              </a:extLst>
            </p:cNvPr>
            <p:cNvSpPr txBox="1">
              <a:spLocks noChangeArrowheads="1"/>
            </p:cNvSpPr>
            <p:nvPr/>
          </p:nvSpPr>
          <p:spPr bwMode="auto">
            <a:xfrm>
              <a:off x="5032314" y="2193088"/>
              <a:ext cx="659883" cy="378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square"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000" dirty="0">
                  <a:latin typeface="Times New Roman" panose="02020603050405020304" pitchFamily="18" charset="0"/>
                </a:rPr>
                <a:t>float</a:t>
              </a:r>
            </a:p>
          </p:txBody>
        </p:sp>
        <p:sp>
          <p:nvSpPr>
            <p:cNvPr id="59439" name="Line 71">
              <a:extLst>
                <a:ext uri="{FF2B5EF4-FFF2-40B4-BE49-F238E27FC236}">
                  <a16:creationId xmlns:a16="http://schemas.microsoft.com/office/drawing/2014/main" id="{8ACFA7D9-89B1-483D-9DBA-926870119B9A}"/>
                </a:ext>
              </a:extLst>
            </p:cNvPr>
            <p:cNvSpPr>
              <a:spLocks noChangeShapeType="1"/>
            </p:cNvSpPr>
            <p:nvPr/>
          </p:nvSpPr>
          <p:spPr bwMode="auto">
            <a:xfrm>
              <a:off x="5335195" y="2000246"/>
              <a:ext cx="1190" cy="24765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59440" name="Line 27">
              <a:extLst>
                <a:ext uri="{FF2B5EF4-FFF2-40B4-BE49-F238E27FC236}">
                  <a16:creationId xmlns:a16="http://schemas.microsoft.com/office/drawing/2014/main" id="{FEC55645-957B-428C-831A-0B595FBC5D2F}"/>
                </a:ext>
              </a:extLst>
            </p:cNvPr>
            <p:cNvSpPr>
              <a:spLocks noChangeShapeType="1"/>
            </p:cNvSpPr>
            <p:nvPr/>
          </p:nvSpPr>
          <p:spPr bwMode="auto">
            <a:xfrm flipH="1" flipV="1">
              <a:off x="6215074" y="1214427"/>
              <a:ext cx="871530" cy="434577"/>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grpSp>
      <p:sp>
        <p:nvSpPr>
          <p:cNvPr id="59412" name="Text Box 45">
            <a:extLst>
              <a:ext uri="{FF2B5EF4-FFF2-40B4-BE49-F238E27FC236}">
                <a16:creationId xmlns:a16="http://schemas.microsoft.com/office/drawing/2014/main" id="{863F4FA2-7F77-4FA4-AE33-B5ECA88BCAFB}"/>
              </a:ext>
            </a:extLst>
          </p:cNvPr>
          <p:cNvSpPr txBox="1">
            <a:spLocks noChangeArrowheads="1"/>
          </p:cNvSpPr>
          <p:nvPr/>
        </p:nvSpPr>
        <p:spPr bwMode="auto">
          <a:xfrm>
            <a:off x="338138" y="987425"/>
            <a:ext cx="4573587"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kumimoji="1" lang="en-US" altLang="zh-CN" sz="2000" i="1">
                <a:solidFill>
                  <a:srgbClr val="2D83F4"/>
                </a:solidFill>
                <a:latin typeface="Times New Roman" panose="02020603050405020304" pitchFamily="18" charset="0"/>
              </a:rPr>
              <a:t>SDD</a:t>
            </a:r>
            <a:r>
              <a:rPr kumimoji="1" lang="zh-CN" altLang="en-US" sz="20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 ：声明语句的翻译定义</a:t>
            </a:r>
            <a:endParaRPr kumimoji="1" lang="zh-CN" altLang="en-US" sz="2000">
              <a:solidFill>
                <a:srgbClr val="2D83F4"/>
              </a:solidFill>
              <a:latin typeface="Times New Roman" panose="02020603050405020304" pitchFamily="18" charset="0"/>
            </a:endParaRPr>
          </a:p>
        </p:txBody>
      </p:sp>
      <p:grpSp>
        <p:nvGrpSpPr>
          <p:cNvPr id="59413" name="组合 135">
            <a:extLst>
              <a:ext uri="{FF2B5EF4-FFF2-40B4-BE49-F238E27FC236}">
                <a16:creationId xmlns:a16="http://schemas.microsoft.com/office/drawing/2014/main" id="{D479248F-DB46-46AF-9500-02289EEB55A7}"/>
              </a:ext>
            </a:extLst>
          </p:cNvPr>
          <p:cNvGrpSpPr>
            <a:grpSpLocks/>
          </p:cNvGrpSpPr>
          <p:nvPr/>
        </p:nvGrpSpPr>
        <p:grpSpPr bwMode="auto">
          <a:xfrm>
            <a:off x="407988" y="1470025"/>
            <a:ext cx="4573587" cy="2524125"/>
            <a:chOff x="285750" y="1211262"/>
            <a:chExt cx="4598988" cy="2524892"/>
          </a:xfrm>
        </p:grpSpPr>
        <p:sp>
          <p:nvSpPr>
            <p:cNvPr id="137" name="Rectangle 6">
              <a:extLst>
                <a:ext uri="{FF2B5EF4-FFF2-40B4-BE49-F238E27FC236}">
                  <a16:creationId xmlns:a16="http://schemas.microsoft.com/office/drawing/2014/main" id="{32D4B702-1C77-427C-B4A5-59B4DEF441D3}"/>
                </a:ext>
              </a:extLst>
            </p:cNvPr>
            <p:cNvSpPr>
              <a:spLocks noChangeArrowheads="1"/>
            </p:cNvSpPr>
            <p:nvPr/>
          </p:nvSpPr>
          <p:spPr bwMode="auto">
            <a:xfrm>
              <a:off x="285750" y="1211262"/>
              <a:ext cx="4598988" cy="2524892"/>
            </a:xfrm>
            <a:prstGeom prst="rect">
              <a:avLst/>
            </a:prstGeom>
            <a:solidFill>
              <a:schemeClr val="accent2">
                <a:lumMod val="40000"/>
                <a:lumOff val="60000"/>
              </a:schemeClr>
            </a:solidFill>
            <a:ln w="12700">
              <a:solidFill>
                <a:schemeClr val="tx1"/>
              </a:solidFill>
              <a:miter lim="800000"/>
              <a:headEnd/>
              <a:tailEnd type="none" w="lg" len="lg"/>
            </a:ln>
          </p:spPr>
          <p:txBody>
            <a:bodyPr lIns="67500" tIns="35100" rIns="67500" bIns="35100">
              <a:spAutoFit/>
            </a:bodyPr>
            <a:lstStyle/>
            <a:p>
              <a:pPr eaLnBrk="1" hangingPunct="1">
                <a:lnSpc>
                  <a:spcPts val="1700"/>
                </a:lnSpc>
                <a:spcBef>
                  <a:spcPct val="50000"/>
                </a:spcBef>
                <a:defRPr/>
              </a:pPr>
              <a:r>
                <a:rPr kumimoji="1" lang="en-US" altLang="zh-CN" sz="1200" b="0" dirty="0">
                  <a:latin typeface="Times New Roman" pitchFamily="18" charset="0"/>
                  <a:ea typeface="楷体_GB2312" pitchFamily="49" charset="-122"/>
                  <a:cs typeface="Times New Roman" pitchFamily="18" charset="0"/>
                </a:rPr>
                <a:t>                 </a:t>
              </a:r>
              <a:r>
                <a:rPr kumimoji="1" lang="zh-CN" altLang="en-US" sz="2000" dirty="0">
                  <a:latin typeface="楷体" pitchFamily="49" charset="-122"/>
                  <a:ea typeface="楷体" pitchFamily="49" charset="-122"/>
                  <a:cs typeface="Times New Roman" pitchFamily="18" charset="0"/>
                </a:rPr>
                <a:t>产生式         语义规则</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(1)</a:t>
              </a:r>
              <a:r>
                <a:rPr kumimoji="1" lang="zh-CN" altLang="en-US"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D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T L	</a:t>
              </a:r>
              <a:r>
                <a:rPr kumimoji="1" lang="en-US" altLang="zh-CN" sz="2000" i="1" dirty="0">
                  <a:latin typeface="Times New Roman" pitchFamily="18" charset="0"/>
                  <a:ea typeface="楷体_GB2312" pitchFamily="49" charset="-122"/>
                  <a:cs typeface="Times New Roman" pitchFamily="18" charset="0"/>
                </a:rPr>
                <a:t>L</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rPr>
                <a:t>in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T</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rPr>
                <a:t>type</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(2)   </a:t>
              </a:r>
              <a:r>
                <a:rPr kumimoji="1" lang="en-US" altLang="zh-CN" sz="2000" i="1" dirty="0">
                  <a:latin typeface="Times New Roman" pitchFamily="18" charset="0"/>
                  <a:ea typeface="楷体_GB2312" pitchFamily="49" charset="-122"/>
                  <a:cs typeface="Times New Roman" pitchFamily="18" charset="0"/>
                </a:rPr>
                <a:t>T</a:t>
              </a:r>
              <a:r>
                <a:rPr kumimoji="1" lang="en-US" altLang="zh-CN" sz="2000"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dirty="0" err="1">
                  <a:latin typeface="Times New Roman" pitchFamily="18" charset="0"/>
                  <a:ea typeface="楷体_GB2312" pitchFamily="49" charset="-122"/>
                  <a:cs typeface="Times New Roman" pitchFamily="18" charset="0"/>
                  <a:sym typeface="Symbol" pitchFamily="18" charset="2"/>
                </a:rPr>
                <a:t>int</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T</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rPr>
                <a:t>type</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err="1">
                  <a:latin typeface="Times New Roman" pitchFamily="18" charset="0"/>
                  <a:ea typeface="楷体_GB2312" pitchFamily="49" charset="-122"/>
                  <a:cs typeface="Times New Roman" pitchFamily="18" charset="0"/>
                </a:rPr>
                <a:t>int</a:t>
              </a:r>
              <a:endParaRPr kumimoji="1" lang="en-US" altLang="zh-CN" sz="2000" i="1" dirty="0">
                <a:latin typeface="Times New Roman" pitchFamily="18" charset="0"/>
                <a:ea typeface="楷体_GB2312" pitchFamily="49" charset="-122"/>
                <a:cs typeface="Times New Roman" pitchFamily="18" charset="0"/>
              </a:endParaRP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(3)   </a:t>
              </a:r>
              <a:r>
                <a:rPr kumimoji="1" lang="en-US" altLang="zh-CN" sz="2000" i="1" dirty="0">
                  <a:latin typeface="Times New Roman" pitchFamily="18" charset="0"/>
                  <a:ea typeface="楷体_GB2312" pitchFamily="49" charset="-122"/>
                  <a:cs typeface="Times New Roman" pitchFamily="18" charset="0"/>
                </a:rPr>
                <a:t>T</a:t>
              </a:r>
              <a:r>
                <a:rPr kumimoji="1" lang="en-US" altLang="zh-CN" sz="2000"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sym typeface="Symbol" pitchFamily="18" charset="2"/>
                </a:rPr>
                <a:t> float</a:t>
              </a:r>
              <a:r>
                <a:rPr kumimoji="1" lang="en-US" altLang="zh-CN" sz="2000" i="1" dirty="0">
                  <a:latin typeface="Times New Roman" pitchFamily="18" charset="0"/>
                  <a:ea typeface="楷体_GB2312" pitchFamily="49" charset="-122"/>
                  <a:cs typeface="Times New Roman" pitchFamily="18" charset="0"/>
                  <a:sym typeface="Symbol" pitchFamily="18" charset="2"/>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T</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rPr>
                <a:t>type</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float</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(4)   </a:t>
              </a:r>
              <a:r>
                <a:rPr kumimoji="1" lang="en-US" altLang="zh-CN" sz="2000" i="1" dirty="0">
                  <a:latin typeface="Times New Roman" pitchFamily="18" charset="0"/>
                  <a:ea typeface="楷体_GB2312" pitchFamily="49" charset="-122"/>
                  <a:cs typeface="Times New Roman" pitchFamily="18" charset="0"/>
                </a:rPr>
                <a:t>L</a:t>
              </a:r>
              <a:r>
                <a:rPr kumimoji="1" lang="en-US" altLang="zh-CN" sz="2000"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kumimoji="1" lang="en-US" altLang="zh-CN" sz="2000" baseline="-25000" dirty="0">
                  <a:latin typeface="Times New Roman" pitchFamily="18" charset="0"/>
                  <a:ea typeface="楷体_GB2312" pitchFamily="49" charset="-122"/>
                  <a:cs typeface="Times New Roman" pitchFamily="18" charset="0"/>
                  <a:sym typeface="Symbol" pitchFamily="18" charset="2"/>
                </a:rPr>
                <a:t>1</a:t>
              </a:r>
              <a:r>
                <a:rPr kumimoji="1" lang="en-US" altLang="zh-CN" sz="2000" dirty="0">
                  <a:latin typeface="Times New Roman" pitchFamily="18" charset="0"/>
                  <a:ea typeface="楷体_GB2312" pitchFamily="49" charset="-122"/>
                  <a:cs typeface="Times New Roman" pitchFamily="18" charset="0"/>
                  <a:sym typeface="Symbol" pitchFamily="18" charset="2"/>
                </a:rPr>
                <a:t>, id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kumimoji="1" lang="en-US" altLang="zh-CN" sz="2000" baseline="-25000" dirty="0">
                  <a:latin typeface="Times New Roman" pitchFamily="18" charset="0"/>
                  <a:ea typeface="楷体_GB2312" pitchFamily="49" charset="-122"/>
                  <a:cs typeface="Times New Roman" pitchFamily="18" charset="0"/>
                  <a:sym typeface="Symbol" pitchFamily="18" charset="2"/>
                </a:rPr>
                <a:t>1</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in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in </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addtype</a:t>
              </a:r>
              <a:r>
                <a:rPr kumimoji="1" lang="en-US" altLang="zh-CN" sz="2000" dirty="0">
                  <a:latin typeface="Times New Roman" pitchFamily="18" charset="0"/>
                  <a:ea typeface="楷体_GB2312" pitchFamily="49" charset="-122"/>
                  <a:cs typeface="Times New Roman" pitchFamily="18" charset="0"/>
                  <a:sym typeface="Symbol" pitchFamily="18" charset="2"/>
                </a:rPr>
                <a:t>(</a:t>
              </a:r>
              <a:r>
                <a:rPr kumimoji="1" lang="en-US" altLang="zh-CN" sz="2000" dirty="0" err="1">
                  <a:latin typeface="Times New Roman" pitchFamily="18" charset="0"/>
                  <a:ea typeface="楷体_GB2312" pitchFamily="49" charset="-122"/>
                  <a:cs typeface="Times New Roman" pitchFamily="18" charset="0"/>
                  <a:sym typeface="Symbol" pitchFamily="18" charset="2"/>
                </a:rPr>
                <a:t>id</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lexeme</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in</a:t>
              </a:r>
              <a:r>
                <a:rPr kumimoji="1" lang="en-US" altLang="zh-CN" sz="2000" dirty="0">
                  <a:latin typeface="Times New Roman" pitchFamily="18" charset="0"/>
                  <a:ea typeface="楷体_GB2312" pitchFamily="49" charset="-122"/>
                  <a:cs typeface="Times New Roman" pitchFamily="18" charset="0"/>
                  <a:sym typeface="Symbol" pitchFamily="18" charset="2"/>
                </a:rPr>
                <a:t>)</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(5)</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kumimoji="1" lang="en-US" altLang="zh-CN" sz="2000" dirty="0">
                  <a:latin typeface="Times New Roman" pitchFamily="18" charset="0"/>
                  <a:ea typeface="楷体_GB2312" pitchFamily="49" charset="-122"/>
                  <a:cs typeface="Times New Roman" pitchFamily="18" charset="0"/>
                  <a:sym typeface="Symbol" pitchFamily="18" charset="2"/>
                </a:rPr>
                <a:t>  id       	</a:t>
              </a:r>
              <a:r>
                <a:rPr kumimoji="1" lang="en-US" altLang="zh-CN" sz="2000" i="1" dirty="0" err="1">
                  <a:latin typeface="Times New Roman" pitchFamily="18" charset="0"/>
                  <a:ea typeface="楷体_GB2312" pitchFamily="49" charset="-122"/>
                  <a:cs typeface="Times New Roman" pitchFamily="18" charset="0"/>
                  <a:sym typeface="Symbol" pitchFamily="18" charset="2"/>
                </a:rPr>
                <a:t>addtype</a:t>
              </a:r>
              <a:r>
                <a:rPr kumimoji="1" lang="en-US" altLang="zh-CN" sz="2000" dirty="0">
                  <a:latin typeface="Times New Roman" pitchFamily="18" charset="0"/>
                  <a:ea typeface="楷体_GB2312" pitchFamily="49" charset="-122"/>
                  <a:cs typeface="Times New Roman" pitchFamily="18" charset="0"/>
                  <a:sym typeface="Symbol" pitchFamily="18" charset="2"/>
                </a:rPr>
                <a:t>(</a:t>
              </a:r>
              <a:r>
                <a:rPr kumimoji="1" lang="en-US" altLang="zh-CN" sz="2000" dirty="0" err="1">
                  <a:latin typeface="Times New Roman" pitchFamily="18" charset="0"/>
                  <a:ea typeface="楷体_GB2312" pitchFamily="49" charset="-122"/>
                  <a:cs typeface="Times New Roman" pitchFamily="18" charset="0"/>
                  <a:sym typeface="Symbol" pitchFamily="18" charset="2"/>
                </a:rPr>
                <a:t>id</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lexeme</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in</a:t>
              </a:r>
              <a:r>
                <a:rPr kumimoji="1" lang="en-US" altLang="zh-CN" sz="2000" dirty="0">
                  <a:latin typeface="Times New Roman" pitchFamily="18" charset="0"/>
                  <a:ea typeface="楷体_GB2312" pitchFamily="49" charset="-122"/>
                  <a:cs typeface="Times New Roman" pitchFamily="18" charset="0"/>
                  <a:sym typeface="Symbol" pitchFamily="18" charset="2"/>
                </a:rPr>
                <a:t>)</a:t>
              </a:r>
            </a:p>
          </p:txBody>
        </p:sp>
        <p:sp>
          <p:nvSpPr>
            <p:cNvPr id="59418" name="Line 7">
              <a:extLst>
                <a:ext uri="{FF2B5EF4-FFF2-40B4-BE49-F238E27FC236}">
                  <a16:creationId xmlns:a16="http://schemas.microsoft.com/office/drawing/2014/main" id="{A6E7428A-2AF6-4C8D-9ADF-FEE50B780519}"/>
                </a:ext>
              </a:extLst>
            </p:cNvPr>
            <p:cNvSpPr>
              <a:spLocks noChangeShapeType="1"/>
            </p:cNvSpPr>
            <p:nvPr/>
          </p:nvSpPr>
          <p:spPr bwMode="auto">
            <a:xfrm>
              <a:off x="303213" y="1522413"/>
              <a:ext cx="4581525"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cxnSp>
          <p:nvCxnSpPr>
            <p:cNvPr id="59419" name="直接连接符 4">
              <a:extLst>
                <a:ext uri="{FF2B5EF4-FFF2-40B4-BE49-F238E27FC236}">
                  <a16:creationId xmlns:a16="http://schemas.microsoft.com/office/drawing/2014/main" id="{B22A4186-4E14-4CB2-8251-2FEF39ADADA3}"/>
                </a:ext>
              </a:extLst>
            </p:cNvPr>
            <p:cNvCxnSpPr>
              <a:cxnSpLocks noChangeShapeType="1"/>
            </p:cNvCxnSpPr>
            <p:nvPr/>
          </p:nvCxnSpPr>
          <p:spPr bwMode="auto">
            <a:xfrm>
              <a:off x="2086261" y="1211262"/>
              <a:ext cx="0" cy="2524892"/>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sp>
        <p:nvSpPr>
          <p:cNvPr id="53271" name="矩形 139">
            <a:extLst>
              <a:ext uri="{FF2B5EF4-FFF2-40B4-BE49-F238E27FC236}">
                <a16:creationId xmlns:a16="http://schemas.microsoft.com/office/drawing/2014/main" id="{15B2415E-5A50-47C9-827D-84020E540B83}"/>
              </a:ext>
            </a:extLst>
          </p:cNvPr>
          <p:cNvSpPr>
            <a:spLocks noChangeArrowheads="1"/>
          </p:cNvSpPr>
          <p:nvPr/>
        </p:nvSpPr>
        <p:spPr bwMode="auto">
          <a:xfrm>
            <a:off x="323850" y="4040188"/>
            <a:ext cx="23780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kumimoji="1" lang="zh-CN" altLang="en-US" sz="2000" dirty="0">
                <a:solidFill>
                  <a:srgbClr val="2D83F4"/>
                </a:solidFill>
                <a:latin typeface="华文楷体" panose="02010600040101010101" pitchFamily="2" charset="-122"/>
                <a:ea typeface="华文楷体" panose="02010600040101010101" pitchFamily="2" charset="-122"/>
              </a:rPr>
              <a:t>输入</a:t>
            </a:r>
            <a:r>
              <a:rPr kumimoji="1" lang="zh-CN" altLang="en-US" sz="2000" dirty="0">
                <a:solidFill>
                  <a:srgbClr val="2D83F4"/>
                </a:solidFill>
                <a:latin typeface="Times New Roman" panose="02020603050405020304" pitchFamily="18" charset="0"/>
              </a:rPr>
              <a:t>：</a:t>
            </a:r>
          </a:p>
          <a:p>
            <a:pPr eaLnBrk="1" hangingPunct="1">
              <a:spcBef>
                <a:spcPct val="20000"/>
              </a:spcBef>
            </a:pPr>
            <a:r>
              <a:rPr kumimoji="1" lang="en-US" altLang="zh-CN" sz="2000" dirty="0">
                <a:latin typeface="Times New Roman" panose="02020603050405020304" pitchFamily="18" charset="0"/>
                <a:ea typeface="楷体_GB2312" pitchFamily="49" charset="-122"/>
                <a:cs typeface="Times New Roman" panose="02020603050405020304" pitchFamily="18" charset="0"/>
              </a:rPr>
              <a:t>float</a:t>
            </a:r>
            <a:r>
              <a:rPr kumimoji="1" lang="en-US" altLang="zh-CN" sz="2000" i="1" dirty="0">
                <a:latin typeface="Times New Roman" panose="02020603050405020304" pitchFamily="18" charset="0"/>
                <a:ea typeface="楷体_GB2312" pitchFamily="49" charset="-122"/>
                <a:cs typeface="Times New Roman" panose="02020603050405020304" pitchFamily="18" charset="0"/>
              </a:rPr>
              <a:t> a</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b </a:t>
            </a:r>
            <a:r>
              <a:rPr kumimoji="1" lang="en-US" altLang="zh-CN" sz="2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c</a:t>
            </a:r>
            <a:endParaRPr kumimoji="1" lang="en-US" altLang="zh-CN" sz="2000" i="1" baseline="-25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cxnSp>
        <p:nvCxnSpPr>
          <p:cNvPr id="141" name="直接连接符 140">
            <a:extLst>
              <a:ext uri="{FF2B5EF4-FFF2-40B4-BE49-F238E27FC236}">
                <a16:creationId xmlns:a16="http://schemas.microsoft.com/office/drawing/2014/main" id="{BF8551C6-7D85-4046-B7D0-54B83EE61BDB}"/>
              </a:ext>
            </a:extLst>
          </p:cNvPr>
          <p:cNvCxnSpPr/>
          <p:nvPr/>
        </p:nvCxnSpPr>
        <p:spPr>
          <a:xfrm>
            <a:off x="830263" y="1501775"/>
            <a:ext cx="0" cy="25098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Line 42">
            <a:extLst>
              <a:ext uri="{FF2B5EF4-FFF2-40B4-BE49-F238E27FC236}">
                <a16:creationId xmlns:a16="http://schemas.microsoft.com/office/drawing/2014/main" id="{C2E9A916-9D0B-4704-A245-BA82094F502D}"/>
              </a:ext>
            </a:extLst>
          </p:cNvPr>
          <p:cNvSpPr>
            <a:spLocks noChangeShapeType="1"/>
          </p:cNvSpPr>
          <p:nvPr/>
        </p:nvSpPr>
        <p:spPr bwMode="auto">
          <a:xfrm flipV="1">
            <a:off x="5603875" y="1966913"/>
            <a:ext cx="0" cy="357187"/>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2" name="矩形 1">
            <a:extLst>
              <a:ext uri="{FF2B5EF4-FFF2-40B4-BE49-F238E27FC236}">
                <a16:creationId xmlns:a16="http://schemas.microsoft.com/office/drawing/2014/main" id="{D07D321C-FBDF-42CE-9EE8-918C3EECB2C8}"/>
              </a:ext>
            </a:extLst>
          </p:cNvPr>
          <p:cNvSpPr/>
          <p:nvPr/>
        </p:nvSpPr>
        <p:spPr>
          <a:xfrm>
            <a:off x="2555776" y="4214812"/>
            <a:ext cx="5516661" cy="6603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副作用看作是对</a:t>
            </a:r>
            <a:r>
              <a:rPr lang="en-US" altLang="zh-CN" dirty="0">
                <a:solidFill>
                  <a:schemeClr val="tx1"/>
                </a:solidFill>
              </a:rPr>
              <a:t>L</a:t>
            </a:r>
            <a:r>
              <a:rPr lang="zh-CN" altLang="en-US" dirty="0">
                <a:solidFill>
                  <a:schemeClr val="tx1"/>
                </a:solidFill>
              </a:rPr>
              <a:t>的</a:t>
            </a:r>
            <a:r>
              <a:rPr lang="zh-CN" altLang="en-US" dirty="0">
                <a:solidFill>
                  <a:srgbClr val="0070C0"/>
                </a:solidFill>
              </a:rPr>
              <a:t>虚综合属性</a:t>
            </a:r>
            <a:r>
              <a:rPr lang="zh-CN" altLang="en-US" dirty="0">
                <a:solidFill>
                  <a:schemeClr val="tx1"/>
                </a:solidFill>
              </a:rPr>
              <a:t>进行赋值</a:t>
            </a:r>
            <a:endParaRPr lang="en-US" altLang="zh-CN" dirty="0">
              <a:solidFill>
                <a:schemeClr val="tx1"/>
              </a:solidFill>
            </a:endParaRPr>
          </a:p>
          <a:p>
            <a:pPr algn="ctr"/>
            <a:r>
              <a:rPr lang="zh-CN" altLang="en-US" dirty="0">
                <a:solidFill>
                  <a:schemeClr val="tx1"/>
                </a:solidFill>
              </a:rPr>
              <a:t>即：</a:t>
            </a:r>
            <a:r>
              <a:rPr lang="en-US" altLang="zh-CN" i="1" dirty="0" err="1">
                <a:solidFill>
                  <a:schemeClr val="tx1"/>
                </a:solidFill>
                <a:latin typeface="Times New Roman" panose="02020603050405020304" pitchFamily="18" charset="0"/>
                <a:cs typeface="Times New Roman" panose="02020603050405020304" pitchFamily="18" charset="0"/>
              </a:rPr>
              <a:t>L.value</a:t>
            </a:r>
            <a:r>
              <a:rPr lang="en-US" altLang="zh-CN" i="1" dirty="0">
                <a:solidFill>
                  <a:schemeClr val="tx1"/>
                </a:solidFill>
                <a:latin typeface="Times New Roman" panose="02020603050405020304" pitchFamily="18" charset="0"/>
                <a:cs typeface="Times New Roman" panose="02020603050405020304" pitchFamily="18" charset="0"/>
              </a:rPr>
              <a:t> = </a:t>
            </a:r>
            <a:r>
              <a:rPr lang="en-US" altLang="zh-CN" i="1" dirty="0" err="1">
                <a:solidFill>
                  <a:schemeClr val="tx1"/>
                </a:solidFill>
                <a:latin typeface="Times New Roman" panose="02020603050405020304" pitchFamily="18" charset="0"/>
                <a:cs typeface="Times New Roman" panose="02020603050405020304" pitchFamily="18" charset="0"/>
              </a:rPr>
              <a:t>addtype</a:t>
            </a:r>
            <a:r>
              <a:rPr lang="en-US" altLang="zh-CN" i="1" dirty="0">
                <a:solidFill>
                  <a:schemeClr val="tx1"/>
                </a:solidFill>
                <a:latin typeface="Times New Roman" panose="02020603050405020304" pitchFamily="18" charset="0"/>
                <a:cs typeface="Times New Roman" panose="02020603050405020304" pitchFamily="18" charset="0"/>
              </a:rPr>
              <a:t>(</a:t>
            </a:r>
            <a:r>
              <a:rPr lang="en-US" altLang="zh-CN" i="1" dirty="0" err="1">
                <a:solidFill>
                  <a:schemeClr val="tx1"/>
                </a:solidFill>
                <a:latin typeface="Times New Roman" panose="02020603050405020304" pitchFamily="18" charset="0"/>
                <a:cs typeface="Times New Roman" panose="02020603050405020304" pitchFamily="18" charset="0"/>
              </a:rPr>
              <a:t>id.lexeme,L.in</a:t>
            </a:r>
            <a:r>
              <a:rPr lang="en-US" altLang="zh-CN" i="1" dirty="0">
                <a:solidFill>
                  <a:schemeClr val="tx1"/>
                </a:solidFill>
                <a:latin typeface="Times New Roman" panose="02020603050405020304" pitchFamily="18" charset="0"/>
                <a:cs typeface="Times New Roman" panose="02020603050405020304" pitchFamily="18" charset="0"/>
              </a:rPr>
              <a:t>)</a:t>
            </a:r>
            <a:endParaRPr lang="zh-CN" altLang="en-US" i="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33004746-B396-4EA4-8A2C-22F7A2C39FC4}"/>
              </a:ext>
            </a:extLst>
          </p:cNvPr>
          <p:cNvSpPr>
            <a:spLocks noGrp="1"/>
          </p:cNvSpPr>
          <p:nvPr>
            <p:ph type="sldNum" sz="quarter" idx="10"/>
          </p:nvPr>
        </p:nvSpPr>
        <p:spPr/>
        <p:txBody>
          <a:bodyPr/>
          <a:lstStyle/>
          <a:p>
            <a:pPr>
              <a:defRPr/>
            </a:pPr>
            <a:fld id="{8E104948-B687-4A74-87EB-9097C047E113}" type="slidenum">
              <a:rPr lang="zh-CN" altLang="en-US" smtClean="0"/>
              <a:pPr>
                <a:defRPr/>
              </a:pPr>
              <a:t>19</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3271"/>
                                        </p:tgtEl>
                                        <p:attrNameLst>
                                          <p:attrName>style.visibility</p:attrName>
                                        </p:attrNameLst>
                                      </p:cBhvr>
                                      <p:to>
                                        <p:strVal val="visible"/>
                                      </p:to>
                                    </p:set>
                                    <p:animEffect transition="in" filter="wipe(down)">
                                      <p:cBhvr>
                                        <p:cTn id="7" dur="500"/>
                                        <p:tgtEl>
                                          <p:spTgt spid="53271"/>
                                        </p:tgtEl>
                                      </p:cBhvr>
                                    </p:animEffect>
                                  </p:childTnLst>
                                </p:cTn>
                              </p:par>
                              <p:par>
                                <p:cTn id="8" presetID="22" presetClass="entr" presetSubtype="4" fill="hold" nodeType="withEffect">
                                  <p:stCondLst>
                                    <p:cond delay="0"/>
                                  </p:stCondLst>
                                  <p:childTnLst>
                                    <p:set>
                                      <p:cBhvr>
                                        <p:cTn id="9" dur="1" fill="hold">
                                          <p:stCondLst>
                                            <p:cond delay="0"/>
                                          </p:stCondLst>
                                        </p:cTn>
                                        <p:tgtEl>
                                          <p:spTgt spid="53268"/>
                                        </p:tgtEl>
                                        <p:attrNameLst>
                                          <p:attrName>style.visibility</p:attrName>
                                        </p:attrNameLst>
                                      </p:cBhvr>
                                      <p:to>
                                        <p:strVal val="visible"/>
                                      </p:to>
                                    </p:set>
                                    <p:animEffect transition="in" filter="wipe(down)">
                                      <p:cBhvr>
                                        <p:cTn id="10" dur="500"/>
                                        <p:tgtEl>
                                          <p:spTgt spid="5326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96"/>
                                        </p:tgtEl>
                                        <p:attrNameLst>
                                          <p:attrName>style.visibility</p:attrName>
                                        </p:attrNameLst>
                                      </p:cBhvr>
                                      <p:to>
                                        <p:strVal val="visible"/>
                                      </p:to>
                                    </p:set>
                                    <p:animEffect transition="in" filter="wipe(down)">
                                      <p:cBhvr>
                                        <p:cTn id="15" dur="500"/>
                                        <p:tgtEl>
                                          <p:spTgt spid="9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97"/>
                                        </p:tgtEl>
                                        <p:attrNameLst>
                                          <p:attrName>style.visibility</p:attrName>
                                        </p:attrNameLst>
                                      </p:cBhvr>
                                      <p:to>
                                        <p:strVal val="visible"/>
                                      </p:to>
                                    </p:set>
                                    <p:animEffect transition="in" filter="wipe(down)">
                                      <p:cBhvr>
                                        <p:cTn id="20" dur="500"/>
                                        <p:tgtEl>
                                          <p:spTgt spid="9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98"/>
                                        </p:tgtEl>
                                        <p:attrNameLst>
                                          <p:attrName>style.visibility</p:attrName>
                                        </p:attrNameLst>
                                      </p:cBhvr>
                                      <p:to>
                                        <p:strVal val="visible"/>
                                      </p:to>
                                    </p:set>
                                    <p:animEffect transition="in" filter="wipe(down)">
                                      <p:cBhvr>
                                        <p:cTn id="25" dur="500"/>
                                        <p:tgtEl>
                                          <p:spTgt spid="9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wipe(down)">
                                      <p:cBhvr>
                                        <p:cTn id="30" dur="500"/>
                                        <p:tgtEl>
                                          <p:spTgt spid="1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99"/>
                                        </p:tgtEl>
                                        <p:attrNameLst>
                                          <p:attrName>style.visibility</p:attrName>
                                        </p:attrNameLst>
                                      </p:cBhvr>
                                      <p:to>
                                        <p:strVal val="visible"/>
                                      </p:to>
                                    </p:set>
                                    <p:animEffect transition="in" filter="wipe(down)">
                                      <p:cBhvr>
                                        <p:cTn id="35" dur="500"/>
                                        <p:tgtEl>
                                          <p:spTgt spid="9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06"/>
                                        </p:tgtEl>
                                        <p:attrNameLst>
                                          <p:attrName>style.visibility</p:attrName>
                                        </p:attrNameLst>
                                      </p:cBhvr>
                                      <p:to>
                                        <p:strVal val="visible"/>
                                      </p:to>
                                    </p:set>
                                    <p:animEffect transition="in" filter="wipe(down)">
                                      <p:cBhvr>
                                        <p:cTn id="40" dur="500"/>
                                        <p:tgtEl>
                                          <p:spTgt spid="1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10"/>
                                        </p:tgtEl>
                                        <p:attrNameLst>
                                          <p:attrName>style.visibility</p:attrName>
                                        </p:attrNameLst>
                                      </p:cBhvr>
                                      <p:to>
                                        <p:strVal val="visible"/>
                                      </p:to>
                                    </p:set>
                                    <p:animEffect transition="in" filter="wipe(down)">
                                      <p:cBhvr>
                                        <p:cTn id="45" dur="500"/>
                                        <p:tgtEl>
                                          <p:spTgt spid="11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00"/>
                                        </p:tgtEl>
                                        <p:attrNameLst>
                                          <p:attrName>style.visibility</p:attrName>
                                        </p:attrNameLst>
                                      </p:cBhvr>
                                      <p:to>
                                        <p:strVal val="visible"/>
                                      </p:to>
                                    </p:set>
                                    <p:animEffect transition="in" filter="wipe(left)">
                                      <p:cBhvr>
                                        <p:cTn id="50" dur="500"/>
                                        <p:tgtEl>
                                          <p:spTgt spid="10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112"/>
                                        </p:tgtEl>
                                        <p:attrNameLst>
                                          <p:attrName>style.visibility</p:attrName>
                                        </p:attrNameLst>
                                      </p:cBhvr>
                                      <p:to>
                                        <p:strVal val="visible"/>
                                      </p:to>
                                    </p:set>
                                    <p:animEffect transition="in" filter="wipe(down)">
                                      <p:cBhvr>
                                        <p:cTn id="55" dur="500"/>
                                        <p:tgtEl>
                                          <p:spTgt spid="11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101"/>
                                        </p:tgtEl>
                                        <p:attrNameLst>
                                          <p:attrName>style.visibility</p:attrName>
                                        </p:attrNameLst>
                                      </p:cBhvr>
                                      <p:to>
                                        <p:strVal val="visible"/>
                                      </p:to>
                                    </p:set>
                                    <p:animEffect transition="in" filter="wipe(up)">
                                      <p:cBhvr>
                                        <p:cTn id="60" dur="500"/>
                                        <p:tgtEl>
                                          <p:spTgt spid="10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02"/>
                                        </p:tgtEl>
                                        <p:attrNameLst>
                                          <p:attrName>style.visibility</p:attrName>
                                        </p:attrNameLst>
                                      </p:cBhvr>
                                      <p:to>
                                        <p:strVal val="visible"/>
                                      </p:to>
                                    </p:set>
                                    <p:animEffect transition="in" filter="wipe(left)">
                                      <p:cBhvr>
                                        <p:cTn id="65" dur="500"/>
                                        <p:tgtEl>
                                          <p:spTgt spid="102"/>
                                        </p:tgtEl>
                                      </p:cBhvr>
                                    </p:animEffect>
                                  </p:childTnLst>
                                </p:cTn>
                              </p:par>
                              <p:par>
                                <p:cTn id="66" presetID="22" presetClass="entr" presetSubtype="4" fill="hold" nodeType="withEffect">
                                  <p:stCondLst>
                                    <p:cond delay="0"/>
                                  </p:stCondLst>
                                  <p:childTnLst>
                                    <p:set>
                                      <p:cBhvr>
                                        <p:cTn id="67" dur="1" fill="hold">
                                          <p:stCondLst>
                                            <p:cond delay="0"/>
                                          </p:stCondLst>
                                        </p:cTn>
                                        <p:tgtEl>
                                          <p:spTgt spid="103"/>
                                        </p:tgtEl>
                                        <p:attrNameLst>
                                          <p:attrName>style.visibility</p:attrName>
                                        </p:attrNameLst>
                                      </p:cBhvr>
                                      <p:to>
                                        <p:strVal val="visible"/>
                                      </p:to>
                                    </p:set>
                                    <p:animEffect transition="in" filter="wipe(down)">
                                      <p:cBhvr>
                                        <p:cTn id="68" dur="500"/>
                                        <p:tgtEl>
                                          <p:spTgt spid="10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2"/>
                                        </p:tgtEl>
                                        <p:attrNameLst>
                                          <p:attrName>style.visibility</p:attrName>
                                        </p:attrNameLst>
                                      </p:cBhvr>
                                      <p:to>
                                        <p:strVal val="visible"/>
                                      </p:to>
                                    </p:set>
                                    <p:animEffect transition="in" filter="wipe(down)">
                                      <p:cBhvr>
                                        <p:cTn id="73" dur="500"/>
                                        <p:tgtEl>
                                          <p:spTgt spid="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105"/>
                                        </p:tgtEl>
                                        <p:attrNameLst>
                                          <p:attrName>style.visibility</p:attrName>
                                        </p:attrNameLst>
                                      </p:cBhvr>
                                      <p:to>
                                        <p:strVal val="visible"/>
                                      </p:to>
                                    </p:set>
                                    <p:animEffect transition="in" filter="wipe(up)">
                                      <p:cBhvr>
                                        <p:cTn id="78" dur="500"/>
                                        <p:tgtEl>
                                          <p:spTgt spid="10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108"/>
                                        </p:tgtEl>
                                        <p:attrNameLst>
                                          <p:attrName>style.visibility</p:attrName>
                                        </p:attrNameLst>
                                      </p:cBhvr>
                                      <p:to>
                                        <p:strVal val="visible"/>
                                      </p:to>
                                    </p:set>
                                    <p:animEffect transition="in" filter="wipe(left)">
                                      <p:cBhvr>
                                        <p:cTn id="83" dur="500"/>
                                        <p:tgtEl>
                                          <p:spTgt spid="108"/>
                                        </p:tgtEl>
                                      </p:cBhvr>
                                    </p:animEffect>
                                  </p:childTnLst>
                                </p:cTn>
                              </p:par>
                              <p:par>
                                <p:cTn id="84" presetID="22" presetClass="entr" presetSubtype="4" fill="hold" nodeType="withEffect">
                                  <p:stCondLst>
                                    <p:cond delay="0"/>
                                  </p:stCondLst>
                                  <p:childTnLst>
                                    <p:set>
                                      <p:cBhvr>
                                        <p:cTn id="85" dur="1" fill="hold">
                                          <p:stCondLst>
                                            <p:cond delay="0"/>
                                          </p:stCondLst>
                                        </p:cTn>
                                        <p:tgtEl>
                                          <p:spTgt spid="107"/>
                                        </p:tgtEl>
                                        <p:attrNameLst>
                                          <p:attrName>style.visibility</p:attrName>
                                        </p:attrNameLst>
                                      </p:cBhvr>
                                      <p:to>
                                        <p:strVal val="visible"/>
                                      </p:to>
                                    </p:set>
                                    <p:animEffect transition="in" filter="wipe(down)">
                                      <p:cBhvr>
                                        <p:cTn id="86" dur="500"/>
                                        <p:tgtEl>
                                          <p:spTgt spid="107"/>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109"/>
                                        </p:tgtEl>
                                        <p:attrNameLst>
                                          <p:attrName>style.visibility</p:attrName>
                                        </p:attrNameLst>
                                      </p:cBhvr>
                                      <p:to>
                                        <p:strVal val="visible"/>
                                      </p:to>
                                    </p:set>
                                    <p:animEffect transition="in" filter="wipe(left)">
                                      <p:cBhvr>
                                        <p:cTn id="91" dur="500"/>
                                        <p:tgtEl>
                                          <p:spTgt spid="109"/>
                                        </p:tgtEl>
                                      </p:cBhvr>
                                    </p:animEffect>
                                  </p:childTnLst>
                                </p:cTn>
                              </p:par>
                              <p:par>
                                <p:cTn id="92" presetID="22" presetClass="entr" presetSubtype="4" fill="hold" nodeType="withEffect">
                                  <p:stCondLst>
                                    <p:cond delay="0"/>
                                  </p:stCondLst>
                                  <p:childTnLst>
                                    <p:set>
                                      <p:cBhvr>
                                        <p:cTn id="93" dur="1" fill="hold">
                                          <p:stCondLst>
                                            <p:cond delay="0"/>
                                          </p:stCondLst>
                                        </p:cTn>
                                        <p:tgtEl>
                                          <p:spTgt spid="111"/>
                                        </p:tgtEl>
                                        <p:attrNameLst>
                                          <p:attrName>style.visibility</p:attrName>
                                        </p:attrNameLst>
                                      </p:cBhvr>
                                      <p:to>
                                        <p:strVal val="visible"/>
                                      </p:to>
                                    </p:set>
                                    <p:animEffect transition="in" filter="wipe(down)">
                                      <p:cBhvr>
                                        <p:cTn id="94"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97" grpId="0" animBg="1"/>
      <p:bldP spid="98" grpId="0" animBg="1"/>
      <p:bldP spid="99" grpId="0" animBg="1"/>
      <p:bldP spid="104" grpId="0"/>
      <p:bldP spid="106" grpId="0" animBg="1"/>
      <p:bldP spid="110" grpId="0" animBg="1"/>
      <p:bldP spid="53271"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a:extLst>
              <a:ext uri="{FF2B5EF4-FFF2-40B4-BE49-F238E27FC236}">
                <a16:creationId xmlns:a16="http://schemas.microsoft.com/office/drawing/2014/main" id="{11EF89BF-4A55-41FF-8A39-0FF3F6BCB894}"/>
              </a:ext>
            </a:extLst>
          </p:cNvPr>
          <p:cNvSpPr>
            <a:spLocks noGrp="1"/>
          </p:cNvSpPr>
          <p:nvPr>
            <p:ph idx="1"/>
          </p:nvPr>
        </p:nvSpPr>
        <p:spPr>
          <a:xfrm>
            <a:off x="611188" y="915988"/>
            <a:ext cx="7931150" cy="3430587"/>
          </a:xfrm>
        </p:spPr>
        <p:txBody>
          <a:bodyPr/>
          <a:lstStyle/>
          <a:p>
            <a:pPr>
              <a:lnSpc>
                <a:spcPts val="4000"/>
              </a:lnSpc>
            </a:pPr>
            <a:r>
              <a:rPr lang="zh-CN" altLang="en-US" sz="2800" dirty="0">
                <a:latin typeface="Times New Roman" panose="02020603050405020304" pitchFamily="18" charset="0"/>
                <a:cs typeface="Times New Roman" panose="02020603050405020304" pitchFamily="18" charset="0"/>
              </a:rPr>
              <a:t>依赖图上任意一个</a:t>
            </a:r>
            <a:r>
              <a:rPr lang="zh-CN" altLang="en-US" sz="2800" dirty="0">
                <a:solidFill>
                  <a:srgbClr val="0070C0"/>
                </a:solidFill>
                <a:latin typeface="Times New Roman" panose="02020603050405020304" pitchFamily="18" charset="0"/>
                <a:cs typeface="Times New Roman" panose="02020603050405020304" pitchFamily="18" charset="0"/>
              </a:rPr>
              <a:t>可行的求值顺序</a:t>
            </a:r>
            <a:r>
              <a:rPr lang="zh-CN" altLang="en-US" sz="2800" dirty="0">
                <a:latin typeface="Times New Roman" panose="02020603050405020304" pitchFamily="18" charset="0"/>
                <a:cs typeface="Times New Roman" panose="02020603050405020304" pitchFamily="18" charset="0"/>
              </a:rPr>
              <a:t>结点序列</a:t>
            </a:r>
            <a:r>
              <a:rPr kumimoji="1" lang="en-US" altLang="zh-CN" sz="2800" i="1" dirty="0">
                <a:latin typeface="Times New Roman" panose="02020603050405020304" pitchFamily="18" charset="0"/>
                <a:ea typeface="楷体_GB2312" pitchFamily="49" charset="-122"/>
                <a:cs typeface="Times New Roman" panose="02020603050405020304" pitchFamily="18" charset="0"/>
              </a:rPr>
              <a:t>N</a:t>
            </a:r>
            <a:r>
              <a:rPr kumimoji="1" lang="en-US" altLang="zh-CN" sz="2800" i="1" baseline="-25000" dirty="0">
                <a:latin typeface="Times New Roman" panose="02020603050405020304" pitchFamily="18" charset="0"/>
                <a:ea typeface="楷体_GB2312" pitchFamily="49" charset="-122"/>
                <a:cs typeface="Times New Roman" panose="02020603050405020304" pitchFamily="18" charset="0"/>
              </a:rPr>
              <a:t>1</a:t>
            </a:r>
            <a:r>
              <a:rPr kumimoji="1" lang="en-US" altLang="zh-CN" sz="2800" dirty="0">
                <a:latin typeface="Times New Roman" panose="02020603050405020304" pitchFamily="18" charset="0"/>
                <a:ea typeface="楷体_GB2312" pitchFamily="49" charset="-122"/>
                <a:cs typeface="Times New Roman" panose="02020603050405020304" pitchFamily="18" charset="0"/>
              </a:rPr>
              <a:t>, </a:t>
            </a:r>
            <a:r>
              <a:rPr kumimoji="1" lang="en-US" altLang="zh-CN" sz="2800" i="1" dirty="0">
                <a:latin typeface="Times New Roman" panose="02020603050405020304" pitchFamily="18" charset="0"/>
                <a:ea typeface="楷体_GB2312" pitchFamily="49" charset="-122"/>
                <a:cs typeface="Times New Roman" panose="02020603050405020304" pitchFamily="18" charset="0"/>
              </a:rPr>
              <a:t>N</a:t>
            </a:r>
            <a:r>
              <a:rPr kumimoji="1" lang="en-US" altLang="zh-CN" sz="2800" i="1" baseline="-25000" dirty="0">
                <a:latin typeface="Times New Roman" panose="02020603050405020304" pitchFamily="18" charset="0"/>
                <a:ea typeface="楷体_GB2312" pitchFamily="49" charset="-122"/>
                <a:cs typeface="Times New Roman" panose="02020603050405020304" pitchFamily="18" charset="0"/>
              </a:rPr>
              <a:t>2</a:t>
            </a:r>
            <a:r>
              <a:rPr kumimoji="1" lang="en-US" altLang="zh-CN" sz="2800" dirty="0">
                <a:latin typeface="Times New Roman" panose="02020603050405020304" pitchFamily="18" charset="0"/>
                <a:ea typeface="楷体_GB2312" pitchFamily="49" charset="-122"/>
                <a:cs typeface="Times New Roman" panose="02020603050405020304" pitchFamily="18" charset="0"/>
              </a:rPr>
              <a:t>, … , </a:t>
            </a:r>
            <a:r>
              <a:rPr kumimoji="1" lang="en-US" altLang="zh-CN" sz="2800" i="1" dirty="0" err="1">
                <a:latin typeface="Times New Roman" panose="02020603050405020304" pitchFamily="18" charset="0"/>
                <a:ea typeface="楷体_GB2312" pitchFamily="49" charset="-122"/>
                <a:cs typeface="Times New Roman" panose="02020603050405020304" pitchFamily="18" charset="0"/>
              </a:rPr>
              <a:t>N</a:t>
            </a:r>
            <a:r>
              <a:rPr kumimoji="1" lang="en-US" altLang="zh-CN" sz="2800" i="1" baseline="-25000" dirty="0" err="1">
                <a:latin typeface="Times New Roman" panose="02020603050405020304" pitchFamily="18" charset="0"/>
                <a:ea typeface="楷体_GB2312" pitchFamily="49" charset="-122"/>
                <a:cs typeface="Times New Roman" panose="02020603050405020304" pitchFamily="18" charset="0"/>
              </a:rPr>
              <a:t>k</a:t>
            </a:r>
            <a:r>
              <a:rPr kumimoji="1" lang="en-US" altLang="zh-CN" sz="2800" baseline="-25000" dirty="0">
                <a:latin typeface="Times New Roman" panose="02020603050405020304" pitchFamily="18" charset="0"/>
                <a:ea typeface="楷体_GB2312" pitchFamily="49" charset="-122"/>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，必满足条件：对于依赖图中任意一条从结点</a:t>
            </a:r>
            <a:r>
              <a:rPr lang="en-US" altLang="zh-CN" sz="2800" i="1" dirty="0">
                <a:latin typeface="Times New Roman" panose="02020603050405020304" pitchFamily="18" charset="0"/>
                <a:cs typeface="Times New Roman" panose="02020603050405020304" pitchFamily="18" charset="0"/>
              </a:rPr>
              <a:t>N</a:t>
            </a:r>
            <a:r>
              <a:rPr kumimoji="1" lang="en-US" altLang="zh-CN" sz="2800" i="1" baseline="-25000" dirty="0">
                <a:latin typeface="Times New Roman" panose="02020603050405020304" pitchFamily="18" charset="0"/>
                <a:ea typeface="楷体_GB2312" pitchFamily="49" charset="-122"/>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到</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N</a:t>
            </a:r>
            <a:r>
              <a:rPr kumimoji="1" lang="en-US" altLang="zh-CN" sz="2800" i="1" baseline="-25000" dirty="0">
                <a:latin typeface="Times New Roman" panose="02020603050405020304" pitchFamily="18" charset="0"/>
                <a:ea typeface="楷体_GB2312" pitchFamily="49" charset="-122"/>
                <a:cs typeface="Times New Roman" panose="02020603050405020304" pitchFamily="18" charset="0"/>
              </a:rPr>
              <a:t>j</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的边</a:t>
            </a:r>
            <a:r>
              <a:rPr lang="en-US" altLang="zh-CN" sz="2800" dirty="0">
                <a:solidFill>
                  <a:srgbClr val="0070C0"/>
                </a:solidFill>
                <a:latin typeface="Times New Roman" panose="02020603050405020304" pitchFamily="18" charset="0"/>
                <a:cs typeface="Times New Roman" panose="02020603050405020304" pitchFamily="18" charset="0"/>
              </a:rPr>
              <a:t>(</a:t>
            </a:r>
            <a:r>
              <a:rPr kumimoji="1" lang="en-US" altLang="zh-CN" sz="2800" i="1" dirty="0" err="1">
                <a:solidFill>
                  <a:srgbClr val="0070C0"/>
                </a:solidFill>
                <a:latin typeface="Times New Roman" panose="02020603050405020304" pitchFamily="18" charset="0"/>
                <a:ea typeface="楷体_GB2312" pitchFamily="49" charset="-122"/>
                <a:cs typeface="Times New Roman" panose="02020603050405020304" pitchFamily="18" charset="0"/>
              </a:rPr>
              <a:t>N</a:t>
            </a:r>
            <a:r>
              <a:rPr kumimoji="1" lang="en-US" altLang="zh-CN" sz="2800" i="1" baseline="-25000" dirty="0" err="1">
                <a:solidFill>
                  <a:srgbClr val="0070C0"/>
                </a:solidFill>
                <a:latin typeface="Times New Roman" panose="02020603050405020304" pitchFamily="18" charset="0"/>
                <a:ea typeface="楷体_GB2312" pitchFamily="49" charset="-122"/>
                <a:cs typeface="Times New Roman" panose="02020603050405020304" pitchFamily="18" charset="0"/>
              </a:rPr>
              <a:t>i</a:t>
            </a:r>
            <a:r>
              <a:rPr kumimoji="1" lang="en-US" altLang="zh-CN" sz="2800" dirty="0" err="1">
                <a:solidFill>
                  <a:srgbClr val="0070C0"/>
                </a:solidFill>
                <a:latin typeface="Times New Roman" panose="02020603050405020304" pitchFamily="18" charset="0"/>
                <a:ea typeface="楷体_GB2312" pitchFamily="49" charset="-122"/>
                <a:cs typeface="Times New Roman" panose="02020603050405020304" pitchFamily="18" charset="0"/>
              </a:rPr>
              <a:t>→</a:t>
            </a:r>
            <a:r>
              <a:rPr kumimoji="1" lang="en-US" altLang="zh-CN" sz="2800" i="1" dirty="0" err="1">
                <a:solidFill>
                  <a:srgbClr val="0070C0"/>
                </a:solidFill>
                <a:latin typeface="Times New Roman" panose="02020603050405020304" pitchFamily="18" charset="0"/>
                <a:ea typeface="楷体_GB2312" pitchFamily="49" charset="-122"/>
                <a:cs typeface="Times New Roman" panose="02020603050405020304" pitchFamily="18" charset="0"/>
              </a:rPr>
              <a:t>N</a:t>
            </a:r>
            <a:r>
              <a:rPr kumimoji="1" lang="en-US" altLang="zh-CN" sz="2800" i="1" baseline="-25000" dirty="0" err="1">
                <a:solidFill>
                  <a:srgbClr val="0070C0"/>
                </a:solidFill>
                <a:latin typeface="Times New Roman" panose="02020603050405020304" pitchFamily="18" charset="0"/>
                <a:ea typeface="楷体_GB2312" pitchFamily="49" charset="-122"/>
                <a:cs typeface="Times New Roman" panose="02020603050405020304" pitchFamily="18" charset="0"/>
              </a:rPr>
              <a:t>j</a:t>
            </a:r>
            <a:r>
              <a:rPr lang="en-US" altLang="zh-CN" sz="2800" dirty="0">
                <a:solidFill>
                  <a:srgbClr val="0070C0"/>
                </a:solidFill>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那么 </a:t>
            </a:r>
            <a:r>
              <a:rPr lang="en-US" altLang="zh-CN" sz="2800" i="1" dirty="0">
                <a:solidFill>
                  <a:srgbClr val="0070C0"/>
                </a:solidFill>
                <a:latin typeface="Times New Roman" panose="02020603050405020304" pitchFamily="18" charset="0"/>
                <a:cs typeface="Times New Roman" panose="02020603050405020304" pitchFamily="18" charset="0"/>
              </a:rPr>
              <a:t>N</a:t>
            </a:r>
            <a:r>
              <a:rPr kumimoji="1" lang="en-US" altLang="zh-CN" sz="2800" i="1" baseline="-25000" dirty="0">
                <a:solidFill>
                  <a:srgbClr val="0070C0"/>
                </a:solidFill>
                <a:latin typeface="Times New Roman" panose="02020603050405020304" pitchFamily="18" charset="0"/>
                <a:ea typeface="楷体_GB2312" pitchFamily="49" charset="-122"/>
                <a:cs typeface="Times New Roman" panose="02020603050405020304" pitchFamily="18" charset="0"/>
              </a:rPr>
              <a:t>i</a:t>
            </a:r>
            <a:r>
              <a:rPr lang="zh-CN" altLang="en-US" sz="2800" dirty="0">
                <a:solidFill>
                  <a:srgbClr val="0070C0"/>
                </a:solidFill>
                <a:latin typeface="Times New Roman" panose="02020603050405020304" pitchFamily="18" charset="0"/>
                <a:cs typeface="Times New Roman" panose="02020603050405020304" pitchFamily="18" charset="0"/>
              </a:rPr>
              <a:t> 排在</a:t>
            </a:r>
            <a:r>
              <a:rPr lang="en-US" altLang="zh-CN" sz="2800" i="1" dirty="0">
                <a:solidFill>
                  <a:srgbClr val="0070C0"/>
                </a:solidFill>
                <a:latin typeface="Times New Roman" panose="02020603050405020304" pitchFamily="18" charset="0"/>
                <a:cs typeface="Times New Roman" panose="02020603050405020304" pitchFamily="18" charset="0"/>
              </a:rPr>
              <a:t>N</a:t>
            </a:r>
            <a:r>
              <a:rPr kumimoji="1" lang="en-US" altLang="zh-CN" sz="2800" i="1" baseline="-25000" dirty="0">
                <a:solidFill>
                  <a:srgbClr val="0070C0"/>
                </a:solidFill>
                <a:latin typeface="Times New Roman" panose="02020603050405020304" pitchFamily="18" charset="0"/>
                <a:ea typeface="楷体_GB2312" pitchFamily="49" charset="-122"/>
                <a:cs typeface="Times New Roman" panose="02020603050405020304" pitchFamily="18" charset="0"/>
              </a:rPr>
              <a:t>j </a:t>
            </a:r>
            <a:r>
              <a:rPr lang="zh-CN" altLang="en-US" sz="2800" dirty="0">
                <a:solidFill>
                  <a:srgbClr val="0070C0"/>
                </a:solidFill>
                <a:latin typeface="Times New Roman" panose="02020603050405020304" pitchFamily="18" charset="0"/>
                <a:cs typeface="Times New Roman" panose="02020603050405020304" pitchFamily="18" charset="0"/>
              </a:rPr>
              <a:t>前面</a:t>
            </a:r>
            <a:r>
              <a:rPr lang="zh-CN" altLang="en-US" sz="2800" dirty="0">
                <a:latin typeface="Times New Roman" panose="02020603050405020304" pitchFamily="18" charset="0"/>
                <a:cs typeface="Times New Roman" panose="02020603050405020304" pitchFamily="18" charset="0"/>
              </a:rPr>
              <a:t>，即  </a:t>
            </a:r>
            <a:r>
              <a:rPr lang="en-US" altLang="zh-CN" sz="2800" i="1" dirty="0" err="1">
                <a:solidFill>
                  <a:srgbClr val="0070C0"/>
                </a:solidFill>
                <a:latin typeface="Times New Roman" panose="02020603050405020304" pitchFamily="18" charset="0"/>
                <a:cs typeface="Times New Roman" panose="02020603050405020304" pitchFamily="18" charset="0"/>
              </a:rPr>
              <a:t>i</a:t>
            </a:r>
            <a:r>
              <a:rPr lang="en-US" altLang="zh-CN" sz="2800" i="1" dirty="0">
                <a:solidFill>
                  <a:srgbClr val="0070C0"/>
                </a:solidFill>
                <a:latin typeface="Times New Roman" panose="02020603050405020304" pitchFamily="18" charset="0"/>
                <a:cs typeface="Times New Roman" panose="02020603050405020304" pitchFamily="18" charset="0"/>
              </a:rPr>
              <a:t> </a:t>
            </a:r>
            <a:r>
              <a:rPr lang="en-US" altLang="zh-CN" sz="2800" dirty="0">
                <a:solidFill>
                  <a:srgbClr val="0070C0"/>
                </a:solidFill>
                <a:latin typeface="Times New Roman" panose="02020603050405020304" pitchFamily="18" charset="0"/>
                <a:cs typeface="Times New Roman" panose="02020603050405020304" pitchFamily="18" charset="0"/>
              </a:rPr>
              <a:t>&lt; </a:t>
            </a:r>
            <a:r>
              <a:rPr lang="en-US" altLang="zh-CN" sz="2800" i="1" dirty="0">
                <a:solidFill>
                  <a:srgbClr val="0070C0"/>
                </a:solidFill>
                <a:latin typeface="Times New Roman" panose="02020603050405020304" pitchFamily="18" charset="0"/>
                <a:cs typeface="Times New Roman" panose="02020603050405020304" pitchFamily="18" charset="0"/>
              </a:rPr>
              <a:t>j  </a:t>
            </a:r>
            <a:r>
              <a:rPr lang="zh-CN" altLang="en-US"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a:lnSpc>
                <a:spcPts val="4000"/>
              </a:lnSpc>
              <a:spcBef>
                <a:spcPts val="600"/>
              </a:spcBef>
            </a:pPr>
            <a:r>
              <a:rPr lang="zh-CN" altLang="en-US" sz="2800" dirty="0">
                <a:solidFill>
                  <a:srgbClr val="0070C0"/>
                </a:solidFill>
                <a:latin typeface="Times New Roman" panose="02020603050405020304" pitchFamily="18" charset="0"/>
                <a:cs typeface="Times New Roman" panose="02020603050405020304" pitchFamily="18" charset="0"/>
              </a:rPr>
              <a:t>拓扑排序</a:t>
            </a:r>
            <a:r>
              <a:rPr lang="zh-CN" altLang="en-US" sz="2800" dirty="0">
                <a:latin typeface="Times New Roman" panose="02020603050405020304" pitchFamily="18" charset="0"/>
                <a:cs typeface="Times New Roman" panose="02020603050405020304" pitchFamily="18" charset="0"/>
              </a:rPr>
              <a:t>：满足以上条件的排序，正好是有向图的拓扑排序</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topological sort</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p:sp>
        <p:nvSpPr>
          <p:cNvPr id="25602" name="标题 1">
            <a:extLst>
              <a:ext uri="{FF2B5EF4-FFF2-40B4-BE49-F238E27FC236}">
                <a16:creationId xmlns:a16="http://schemas.microsoft.com/office/drawing/2014/main" id="{8EE8BE10-6102-47EB-A756-9DE27E615E26}"/>
              </a:ext>
            </a:extLst>
          </p:cNvPr>
          <p:cNvSpPr>
            <a:spLocks noGrp="1"/>
          </p:cNvSpPr>
          <p:nvPr>
            <p:ph type="title"/>
          </p:nvPr>
        </p:nvSpPr>
        <p:spPr>
          <a:xfrm>
            <a:off x="755650" y="268288"/>
            <a:ext cx="7931150" cy="358775"/>
          </a:xfrm>
        </p:spPr>
        <p:txBody>
          <a:bodyPr/>
          <a:lstStyle/>
          <a:p>
            <a:pPr>
              <a:defRPr/>
            </a:pPr>
            <a:r>
              <a:rPr lang="zh-CN" altLang="en-US" spc="225" dirty="0">
                <a:cs typeface="Times New Roman" panose="02020603050405020304" pitchFamily="18" charset="0"/>
              </a:rPr>
              <a:t>依赖图中属性值的计算顺序 </a:t>
            </a:r>
          </a:p>
        </p:txBody>
      </p:sp>
      <p:sp>
        <p:nvSpPr>
          <p:cNvPr id="2" name="灯片编号占位符 1">
            <a:extLst>
              <a:ext uri="{FF2B5EF4-FFF2-40B4-BE49-F238E27FC236}">
                <a16:creationId xmlns:a16="http://schemas.microsoft.com/office/drawing/2014/main" id="{B8A7FA42-F5B6-4A4B-83FE-D03B67FFE39C}"/>
              </a:ext>
            </a:extLst>
          </p:cNvPr>
          <p:cNvSpPr>
            <a:spLocks noGrp="1"/>
          </p:cNvSpPr>
          <p:nvPr>
            <p:ph type="sldNum" sz="quarter" idx="10"/>
          </p:nvPr>
        </p:nvSpPr>
        <p:spPr/>
        <p:txBody>
          <a:bodyPr/>
          <a:lstStyle/>
          <a:p>
            <a:pPr>
              <a:defRPr/>
            </a:pPr>
            <a:fld id="{8E104948-B687-4A74-87EB-9097C047E113}" type="slidenum">
              <a:rPr lang="zh-CN" altLang="en-US" smtClean="0"/>
              <a:pPr>
                <a:defRPr/>
              </a:pPr>
              <a:t>20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7106">
                                            <p:txEl>
                                              <p:pRg st="1" end="1"/>
                                            </p:txEl>
                                          </p:spTgt>
                                        </p:tgtEl>
                                        <p:attrNameLst>
                                          <p:attrName>style.visibility</p:attrName>
                                        </p:attrNameLst>
                                      </p:cBhvr>
                                      <p:to>
                                        <p:strVal val="visible"/>
                                      </p:to>
                                    </p:set>
                                    <p:anim calcmode="lin" valueType="num">
                                      <p:cBhvr>
                                        <p:cTn id="7" dur="500" fill="hold"/>
                                        <p:tgtEl>
                                          <p:spTgt spid="47106">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7106">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4710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3" name="Rectangle 45">
            <a:extLst>
              <a:ext uri="{FF2B5EF4-FFF2-40B4-BE49-F238E27FC236}">
                <a16:creationId xmlns:a16="http://schemas.microsoft.com/office/drawing/2014/main" id="{BB0886F5-7CA9-46A9-839E-F22F6F46035B}"/>
              </a:ext>
            </a:extLst>
          </p:cNvPr>
          <p:cNvSpPr>
            <a:spLocks noChangeArrowheads="1"/>
          </p:cNvSpPr>
          <p:nvPr/>
        </p:nvSpPr>
        <p:spPr bwMode="auto">
          <a:xfrm>
            <a:off x="5500688" y="3771900"/>
            <a:ext cx="2928937" cy="1300163"/>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spAutoFit/>
          </a:bodyPr>
          <a:lstStyle/>
          <a:p>
            <a:pPr eaLnBrk="1" hangingPunct="1">
              <a:spcBef>
                <a:spcPct val="50000"/>
              </a:spcBef>
              <a:defRPr/>
            </a:pPr>
            <a:r>
              <a:rPr lang="zh-CN" altLang="en-US" sz="2000" dirty="0">
                <a:latin typeface="楷体" pitchFamily="49" charset="-122"/>
                <a:ea typeface="楷体" pitchFamily="49" charset="-122"/>
                <a:cs typeface="Times New Roman" pitchFamily="18" charset="0"/>
              </a:rPr>
              <a:t>拓扑排序：</a:t>
            </a:r>
            <a:endParaRPr lang="en-US" altLang="zh-CN" sz="2000" dirty="0">
              <a:latin typeface="楷体" pitchFamily="49" charset="-122"/>
              <a:ea typeface="楷体" pitchFamily="49" charset="-122"/>
              <a:cs typeface="Times New Roman" pitchFamily="18" charset="0"/>
            </a:endParaRPr>
          </a:p>
          <a:p>
            <a:pPr eaLnBrk="1" hangingPunct="1">
              <a:spcBef>
                <a:spcPct val="50000"/>
              </a:spcBef>
              <a:defRPr/>
            </a:pPr>
            <a:r>
              <a:rPr kumimoji="1" lang="en-US" altLang="zh-CN" sz="2000" dirty="0">
                <a:latin typeface="Times New Roman" pitchFamily="18" charset="0"/>
                <a:ea typeface="楷体" pitchFamily="49" charset="-122"/>
                <a:cs typeface="Times New Roman" pitchFamily="18" charset="0"/>
              </a:rPr>
              <a:t>1, 2, 3, 4, 5, 6, 7, 8, 9, 10</a:t>
            </a:r>
          </a:p>
          <a:p>
            <a:pPr eaLnBrk="1" hangingPunct="1">
              <a:spcBef>
                <a:spcPct val="50000"/>
              </a:spcBef>
              <a:defRPr/>
            </a:pPr>
            <a:r>
              <a:rPr kumimoji="1" lang="en-US" altLang="zh-CN" sz="2000" dirty="0">
                <a:latin typeface="Times New Roman" pitchFamily="18" charset="0"/>
                <a:ea typeface="楷体" pitchFamily="49" charset="-122"/>
                <a:cs typeface="Times New Roman" pitchFamily="18" charset="0"/>
              </a:rPr>
              <a:t>4, 3, 2, 1, 5, 7, 6, 9, 8, 10</a:t>
            </a:r>
          </a:p>
        </p:txBody>
      </p:sp>
      <p:cxnSp>
        <p:nvCxnSpPr>
          <p:cNvPr id="3" name="直接连接符 2">
            <a:extLst>
              <a:ext uri="{FF2B5EF4-FFF2-40B4-BE49-F238E27FC236}">
                <a16:creationId xmlns:a16="http://schemas.microsoft.com/office/drawing/2014/main" id="{AFC8B79F-081F-4240-A0BA-B7B9004D4B5D}"/>
              </a:ext>
            </a:extLst>
          </p:cNvPr>
          <p:cNvCxnSpPr>
            <a:cxnSpLocks noChangeShapeType="1"/>
          </p:cNvCxnSpPr>
          <p:nvPr/>
        </p:nvCxnSpPr>
        <p:spPr bwMode="auto">
          <a:xfrm>
            <a:off x="5572125" y="4641850"/>
            <a:ext cx="901700"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cxnSp>
        <p:nvCxnSpPr>
          <p:cNvPr id="47" name="直接连接符 46">
            <a:extLst>
              <a:ext uri="{FF2B5EF4-FFF2-40B4-BE49-F238E27FC236}">
                <a16:creationId xmlns:a16="http://schemas.microsoft.com/office/drawing/2014/main" id="{8FEA43BF-F9FE-40AD-A17E-F46F9EB2EDF0}"/>
              </a:ext>
            </a:extLst>
          </p:cNvPr>
          <p:cNvCxnSpPr>
            <a:cxnSpLocks noChangeShapeType="1"/>
          </p:cNvCxnSpPr>
          <p:nvPr/>
        </p:nvCxnSpPr>
        <p:spPr bwMode="auto">
          <a:xfrm>
            <a:off x="6786563" y="4641850"/>
            <a:ext cx="428625"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cxnSp>
        <p:nvCxnSpPr>
          <p:cNvPr id="50" name="直接连接符 49">
            <a:extLst>
              <a:ext uri="{FF2B5EF4-FFF2-40B4-BE49-F238E27FC236}">
                <a16:creationId xmlns:a16="http://schemas.microsoft.com/office/drawing/2014/main" id="{670D0FD3-3338-4BFB-9198-71109427A293}"/>
              </a:ext>
            </a:extLst>
          </p:cNvPr>
          <p:cNvCxnSpPr>
            <a:cxnSpLocks noChangeShapeType="1"/>
          </p:cNvCxnSpPr>
          <p:nvPr/>
        </p:nvCxnSpPr>
        <p:spPr bwMode="auto">
          <a:xfrm>
            <a:off x="7339013" y="4641850"/>
            <a:ext cx="395287"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grpSp>
        <p:nvGrpSpPr>
          <p:cNvPr id="63494" name="组合 5">
            <a:extLst>
              <a:ext uri="{FF2B5EF4-FFF2-40B4-BE49-F238E27FC236}">
                <a16:creationId xmlns:a16="http://schemas.microsoft.com/office/drawing/2014/main" id="{393BA579-FF7C-4951-84DD-64BB22612D5F}"/>
              </a:ext>
            </a:extLst>
          </p:cNvPr>
          <p:cNvGrpSpPr>
            <a:grpSpLocks/>
          </p:cNvGrpSpPr>
          <p:nvPr/>
        </p:nvGrpSpPr>
        <p:grpSpPr bwMode="auto">
          <a:xfrm>
            <a:off x="0" y="195263"/>
            <a:ext cx="755650" cy="431800"/>
            <a:chOff x="-786" y="195486"/>
            <a:chExt cx="756363" cy="432048"/>
          </a:xfrm>
        </p:grpSpPr>
        <p:sp>
          <p:nvSpPr>
            <p:cNvPr id="62" name="五边形 61">
              <a:extLst>
                <a:ext uri="{FF2B5EF4-FFF2-40B4-BE49-F238E27FC236}">
                  <a16:creationId xmlns:a16="http://schemas.microsoft.com/office/drawing/2014/main" id="{A58B32C7-7466-4697-AB33-BA807C478129}"/>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63543" name="五边形 62">
              <a:extLst>
                <a:ext uri="{FF2B5EF4-FFF2-40B4-BE49-F238E27FC236}">
                  <a16:creationId xmlns:a16="http://schemas.microsoft.com/office/drawing/2014/main" id="{4E714E3E-CD27-4C1C-925F-5546E469FD21}"/>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57" name="Rectangle 54">
            <a:extLst>
              <a:ext uri="{FF2B5EF4-FFF2-40B4-BE49-F238E27FC236}">
                <a16:creationId xmlns:a16="http://schemas.microsoft.com/office/drawing/2014/main" id="{BB431C92-0AE6-442E-A33B-C27CE62B3100}"/>
              </a:ext>
            </a:extLst>
          </p:cNvPr>
          <p:cNvSpPr>
            <a:spLocks noChangeArrowheads="1"/>
          </p:cNvSpPr>
          <p:nvPr/>
        </p:nvSpPr>
        <p:spPr bwMode="auto">
          <a:xfrm>
            <a:off x="5446713" y="928688"/>
            <a:ext cx="911225" cy="685800"/>
          </a:xfrm>
          <a:prstGeom prst="rect">
            <a:avLst/>
          </a:prstGeom>
          <a:solidFill>
            <a:schemeClr val="bg1"/>
          </a:solidFill>
          <a:ln w="9525">
            <a:noFill/>
            <a:miter lim="800000"/>
            <a:headEnd/>
            <a:tailEnd type="none" w="lg" len="lg"/>
          </a:ln>
        </p:spPr>
        <p:txBody>
          <a:bodyPr lIns="67500" tIns="35100" rIns="67500" bIns="35100" anchor="ctr">
            <a:spAutoFit/>
          </a:bodyPr>
          <a:lstStyle/>
          <a:p>
            <a:pPr eaLnBrk="1" hangingPunct="1">
              <a:defRPr/>
            </a:pPr>
            <a:r>
              <a:rPr kumimoji="1" lang="en-US" altLang="zh-CN" sz="2000" i="1" dirty="0">
                <a:solidFill>
                  <a:schemeClr val="tx2">
                    <a:lumMod val="60000"/>
                    <a:lumOff val="40000"/>
                  </a:schemeClr>
                </a:solidFill>
                <a:latin typeface="Times New Roman" pitchFamily="18" charset="0"/>
              </a:rPr>
              <a:t>type</a:t>
            </a:r>
          </a:p>
          <a:p>
            <a:pPr eaLnBrk="1" hangingPunct="1">
              <a:defRPr/>
            </a:pPr>
            <a:r>
              <a:rPr kumimoji="1" lang="en-US" altLang="zh-CN" sz="2000" i="1" dirty="0">
                <a:solidFill>
                  <a:srgbClr val="FF0000"/>
                </a:solidFill>
                <a:latin typeface="Times New Roman" pitchFamily="18" charset="0"/>
              </a:rPr>
              <a:t>4</a:t>
            </a:r>
          </a:p>
        </p:txBody>
      </p:sp>
      <p:sp>
        <p:nvSpPr>
          <p:cNvPr id="63496" name="Rectangle 55">
            <a:extLst>
              <a:ext uri="{FF2B5EF4-FFF2-40B4-BE49-F238E27FC236}">
                <a16:creationId xmlns:a16="http://schemas.microsoft.com/office/drawing/2014/main" id="{913496AC-6015-4669-A197-F8A0DD6D22FA}"/>
              </a:ext>
            </a:extLst>
          </p:cNvPr>
          <p:cNvSpPr>
            <a:spLocks noChangeArrowheads="1"/>
          </p:cNvSpPr>
          <p:nvPr/>
        </p:nvSpPr>
        <p:spPr bwMode="auto">
          <a:xfrm>
            <a:off x="6143625" y="898525"/>
            <a:ext cx="1571625" cy="9953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i="1">
                <a:solidFill>
                  <a:srgbClr val="2D83F4"/>
                </a:solidFill>
                <a:latin typeface="Times New Roman" panose="02020603050405020304" pitchFamily="18" charset="0"/>
              </a:rPr>
              <a:t>       in </a:t>
            </a:r>
            <a:r>
              <a:rPr kumimoji="1" lang="en-US" altLang="zh-CN" sz="2000" i="1">
                <a:solidFill>
                  <a:srgbClr val="FF0000"/>
                </a:solidFill>
                <a:latin typeface="Times New Roman" panose="02020603050405020304" pitchFamily="18" charset="0"/>
              </a:rPr>
              <a:t>5</a:t>
            </a:r>
            <a:r>
              <a:rPr kumimoji="1" lang="en-US" altLang="zh-CN" sz="2000" i="1">
                <a:solidFill>
                  <a:srgbClr val="2D83F4"/>
                </a:solidFill>
                <a:latin typeface="Times New Roman" panose="02020603050405020304" pitchFamily="18" charset="0"/>
              </a:rPr>
              <a:t>      </a:t>
            </a:r>
            <a:r>
              <a:rPr kumimoji="1" lang="en-US" altLang="zh-CN" sz="2000" i="1">
                <a:solidFill>
                  <a:srgbClr val="FF0000"/>
                </a:solidFill>
                <a:latin typeface="Times New Roman" panose="02020603050405020304" pitchFamily="18" charset="0"/>
              </a:rPr>
              <a:t>6</a:t>
            </a:r>
          </a:p>
          <a:p>
            <a:pPr eaLnBrk="1" hangingPunct="1"/>
            <a:r>
              <a:rPr kumimoji="1" lang="en-US" altLang="zh-CN" sz="2000" i="1">
                <a:solidFill>
                  <a:srgbClr val="2D83F4"/>
                </a:solidFill>
                <a:latin typeface="Times New Roman" panose="02020603050405020304" pitchFamily="18" charset="0"/>
              </a:rPr>
              <a:t>     </a:t>
            </a:r>
          </a:p>
          <a:p>
            <a:pPr eaLnBrk="1" hangingPunct="1"/>
            <a:endParaRPr kumimoji="1" lang="en-US" altLang="zh-CN" sz="2000" i="1">
              <a:solidFill>
                <a:srgbClr val="2D83F4"/>
              </a:solidFill>
              <a:latin typeface="Times New Roman" panose="02020603050405020304" pitchFamily="18" charset="0"/>
            </a:endParaRPr>
          </a:p>
        </p:txBody>
      </p:sp>
      <p:sp>
        <p:nvSpPr>
          <p:cNvPr id="63497" name="Rectangle 56">
            <a:extLst>
              <a:ext uri="{FF2B5EF4-FFF2-40B4-BE49-F238E27FC236}">
                <a16:creationId xmlns:a16="http://schemas.microsoft.com/office/drawing/2014/main" id="{281F7AA7-617B-43EC-8F04-F7344FCE8076}"/>
              </a:ext>
            </a:extLst>
          </p:cNvPr>
          <p:cNvSpPr>
            <a:spLocks noChangeArrowheads="1"/>
          </p:cNvSpPr>
          <p:nvPr/>
        </p:nvSpPr>
        <p:spPr bwMode="auto">
          <a:xfrm>
            <a:off x="5857875" y="1571625"/>
            <a:ext cx="1428750" cy="685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i="1">
                <a:solidFill>
                  <a:srgbClr val="2D83F4"/>
                </a:solidFill>
                <a:latin typeface="Times New Roman" panose="02020603050405020304" pitchFamily="18" charset="0"/>
              </a:rPr>
              <a:t>in</a:t>
            </a:r>
            <a:r>
              <a:rPr kumimoji="1" lang="en-US" altLang="zh-CN" sz="2000" i="1">
                <a:solidFill>
                  <a:srgbClr val="FF0000"/>
                </a:solidFill>
                <a:latin typeface="Times New Roman" panose="02020603050405020304" pitchFamily="18" charset="0"/>
              </a:rPr>
              <a:t>7</a:t>
            </a:r>
            <a:r>
              <a:rPr kumimoji="1" lang="en-US" altLang="zh-CN" sz="2000" i="1">
                <a:solidFill>
                  <a:srgbClr val="2D83F4"/>
                </a:solidFill>
                <a:latin typeface="Times New Roman" panose="02020603050405020304" pitchFamily="18" charset="0"/>
              </a:rPr>
              <a:t>       </a:t>
            </a:r>
            <a:r>
              <a:rPr kumimoji="1" lang="en-US" altLang="zh-CN" sz="2000" i="1">
                <a:solidFill>
                  <a:srgbClr val="FF0000"/>
                </a:solidFill>
                <a:latin typeface="Times New Roman" panose="02020603050405020304" pitchFamily="18" charset="0"/>
              </a:rPr>
              <a:t>8</a:t>
            </a:r>
          </a:p>
          <a:p>
            <a:pPr eaLnBrk="1" hangingPunct="1"/>
            <a:endParaRPr kumimoji="1" lang="en-US" altLang="zh-CN" sz="2000" i="1">
              <a:solidFill>
                <a:srgbClr val="2D83F4"/>
              </a:solidFill>
              <a:latin typeface="Times New Roman" panose="02020603050405020304" pitchFamily="18" charset="0"/>
            </a:endParaRPr>
          </a:p>
        </p:txBody>
      </p:sp>
      <p:sp>
        <p:nvSpPr>
          <p:cNvPr id="60" name="Rectangle 57">
            <a:extLst>
              <a:ext uri="{FF2B5EF4-FFF2-40B4-BE49-F238E27FC236}">
                <a16:creationId xmlns:a16="http://schemas.microsoft.com/office/drawing/2014/main" id="{D4614074-6768-4C05-A8E7-D54ADD4A2B7A}"/>
              </a:ext>
            </a:extLst>
          </p:cNvPr>
          <p:cNvSpPr>
            <a:spLocks noChangeArrowheads="1"/>
          </p:cNvSpPr>
          <p:nvPr/>
        </p:nvSpPr>
        <p:spPr bwMode="auto">
          <a:xfrm>
            <a:off x="5000625" y="2335213"/>
            <a:ext cx="1357313" cy="687387"/>
          </a:xfrm>
          <a:prstGeom prst="rect">
            <a:avLst/>
          </a:prstGeom>
          <a:solidFill>
            <a:schemeClr val="bg1"/>
          </a:solidFill>
          <a:ln w="9525">
            <a:noFill/>
            <a:miter lim="800000"/>
            <a:headEnd/>
            <a:tailEnd type="none" w="lg" len="lg"/>
          </a:ln>
        </p:spPr>
        <p:txBody>
          <a:bodyPr lIns="67500" tIns="35100" rIns="67500" bIns="35100" anchor="ctr">
            <a:spAutoFit/>
          </a:bodyPr>
          <a:lstStyle/>
          <a:p>
            <a:pPr eaLnBrk="1" hangingPunct="1">
              <a:defRPr/>
            </a:pPr>
            <a:r>
              <a:rPr kumimoji="1" lang="en-US" altLang="zh-CN" sz="2000" i="1" dirty="0">
                <a:solidFill>
                  <a:schemeClr val="tx2">
                    <a:lumMod val="60000"/>
                    <a:lumOff val="40000"/>
                  </a:schemeClr>
                </a:solidFill>
                <a:latin typeface="Times New Roman" pitchFamily="18" charset="0"/>
              </a:rPr>
              <a:t>in        </a:t>
            </a:r>
            <a:r>
              <a:rPr kumimoji="1" lang="en-US" altLang="zh-CN" sz="2000" i="1" dirty="0">
                <a:solidFill>
                  <a:srgbClr val="FF0000"/>
                </a:solidFill>
                <a:latin typeface="Times New Roman" pitchFamily="18" charset="0"/>
              </a:rPr>
              <a:t>10</a:t>
            </a:r>
          </a:p>
          <a:p>
            <a:pPr eaLnBrk="1" hangingPunct="1">
              <a:defRPr/>
            </a:pPr>
            <a:r>
              <a:rPr kumimoji="1" lang="en-US" altLang="zh-CN" sz="2000" i="1" dirty="0">
                <a:solidFill>
                  <a:srgbClr val="FF0000"/>
                </a:solidFill>
                <a:latin typeface="Times New Roman" pitchFamily="18" charset="0"/>
              </a:rPr>
              <a:t>9</a:t>
            </a:r>
          </a:p>
        </p:txBody>
      </p:sp>
      <p:sp>
        <p:nvSpPr>
          <p:cNvPr id="61" name="Freeform 60">
            <a:extLst>
              <a:ext uri="{FF2B5EF4-FFF2-40B4-BE49-F238E27FC236}">
                <a16:creationId xmlns:a16="http://schemas.microsoft.com/office/drawing/2014/main" id="{1176DB6C-57E1-466B-8A6E-6C73B4FC562E}"/>
              </a:ext>
            </a:extLst>
          </p:cNvPr>
          <p:cNvSpPr>
            <a:spLocks/>
          </p:cNvSpPr>
          <p:nvPr/>
        </p:nvSpPr>
        <p:spPr bwMode="auto">
          <a:xfrm>
            <a:off x="5680075" y="844550"/>
            <a:ext cx="1133475" cy="106363"/>
          </a:xfrm>
          <a:custGeom>
            <a:avLst/>
            <a:gdLst>
              <a:gd name="T0" fmla="*/ 0 w 453"/>
              <a:gd name="T1" fmla="*/ 2147483646 h 136"/>
              <a:gd name="T2" fmla="*/ 2147483646 w 453"/>
              <a:gd name="T3" fmla="*/ 0 h 136"/>
              <a:gd name="T4" fmla="*/ 2147483646 w 453"/>
              <a:gd name="T5" fmla="*/ 2147483646 h 136"/>
              <a:gd name="T6" fmla="*/ 0 60000 65536"/>
              <a:gd name="T7" fmla="*/ 0 60000 65536"/>
              <a:gd name="T8" fmla="*/ 0 60000 65536"/>
              <a:gd name="T9" fmla="*/ 0 w 453"/>
              <a:gd name="T10" fmla="*/ 0 h 136"/>
              <a:gd name="T11" fmla="*/ 453 w 453"/>
              <a:gd name="T12" fmla="*/ 136 h 136"/>
            </a:gdLst>
            <a:ahLst/>
            <a:cxnLst>
              <a:cxn ang="T6">
                <a:pos x="T0" y="T1"/>
              </a:cxn>
              <a:cxn ang="T7">
                <a:pos x="T2" y="T3"/>
              </a:cxn>
              <a:cxn ang="T8">
                <a:pos x="T4" y="T5"/>
              </a:cxn>
            </a:cxnLst>
            <a:rect l="T9" t="T10" r="T11" b="T12"/>
            <a:pathLst>
              <a:path w="453" h="136">
                <a:moveTo>
                  <a:pt x="0" y="136"/>
                </a:moveTo>
                <a:cubicBezTo>
                  <a:pt x="53" y="68"/>
                  <a:pt x="106" y="0"/>
                  <a:pt x="181" y="0"/>
                </a:cubicBezTo>
                <a:cubicBezTo>
                  <a:pt x="256" y="0"/>
                  <a:pt x="354" y="68"/>
                  <a:pt x="453" y="136"/>
                </a:cubicBezTo>
              </a:path>
            </a:pathLst>
          </a:custGeom>
          <a:noFill/>
          <a:ln w="25400">
            <a:solidFill>
              <a:schemeClr val="tx2">
                <a:lumMod val="60000"/>
                <a:lumOff val="40000"/>
              </a:schemeClr>
            </a:solidFill>
            <a:round/>
            <a:headEnd/>
            <a:tailEnd type="stealth" w="med" len="med"/>
          </a:ln>
        </p:spPr>
        <p:txBody>
          <a:bodyPr lIns="68580" tIns="34290" rIns="68580" bIns="34290"/>
          <a:lstStyle/>
          <a:p>
            <a:pPr>
              <a:defRPr/>
            </a:pPr>
            <a:endParaRPr lang="zh-CN" altLang="en-US"/>
          </a:p>
        </p:txBody>
      </p:sp>
      <p:sp>
        <p:nvSpPr>
          <p:cNvPr id="63" name="Line 61">
            <a:extLst>
              <a:ext uri="{FF2B5EF4-FFF2-40B4-BE49-F238E27FC236}">
                <a16:creationId xmlns:a16="http://schemas.microsoft.com/office/drawing/2014/main" id="{29488BC8-A8B1-4CB4-AB69-251F0B0C14B2}"/>
              </a:ext>
            </a:extLst>
          </p:cNvPr>
          <p:cNvSpPr>
            <a:spLocks noChangeShapeType="1"/>
          </p:cNvSpPr>
          <p:nvPr/>
        </p:nvSpPr>
        <p:spPr bwMode="auto">
          <a:xfrm flipH="1">
            <a:off x="6040438" y="1249363"/>
            <a:ext cx="914400" cy="396875"/>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64" name="Freeform 62">
            <a:extLst>
              <a:ext uri="{FF2B5EF4-FFF2-40B4-BE49-F238E27FC236}">
                <a16:creationId xmlns:a16="http://schemas.microsoft.com/office/drawing/2014/main" id="{2CADB4B5-A2FF-4A1E-A09B-A71BBDDF0E8A}"/>
              </a:ext>
            </a:extLst>
          </p:cNvPr>
          <p:cNvSpPr>
            <a:spLocks/>
          </p:cNvSpPr>
          <p:nvPr/>
        </p:nvSpPr>
        <p:spPr bwMode="auto">
          <a:xfrm>
            <a:off x="6989763" y="1169988"/>
            <a:ext cx="323850" cy="115887"/>
          </a:xfrm>
          <a:custGeom>
            <a:avLst/>
            <a:gdLst>
              <a:gd name="T0" fmla="*/ 0 w 273"/>
              <a:gd name="T1" fmla="*/ 2147483646 h 97"/>
              <a:gd name="T2" fmla="*/ 2147483646 w 273"/>
              <a:gd name="T3" fmla="*/ 2147483646 h 97"/>
              <a:gd name="T4" fmla="*/ 2147483646 w 273"/>
              <a:gd name="T5" fmla="*/ 0 h 97"/>
              <a:gd name="T6" fmla="*/ 0 60000 65536"/>
              <a:gd name="T7" fmla="*/ 0 60000 65536"/>
              <a:gd name="T8" fmla="*/ 0 60000 65536"/>
              <a:gd name="T9" fmla="*/ 0 w 273"/>
              <a:gd name="T10" fmla="*/ 0 h 97"/>
              <a:gd name="T11" fmla="*/ 273 w 273"/>
              <a:gd name="T12" fmla="*/ 97 h 97"/>
            </a:gdLst>
            <a:ahLst/>
            <a:cxnLst>
              <a:cxn ang="T6">
                <a:pos x="T0" y="T1"/>
              </a:cxn>
              <a:cxn ang="T7">
                <a:pos x="T2" y="T3"/>
              </a:cxn>
              <a:cxn ang="T8">
                <a:pos x="T4" y="T5"/>
              </a:cxn>
            </a:cxnLst>
            <a:rect l="T9" t="T10" r="T11" b="T12"/>
            <a:pathLst>
              <a:path w="273" h="97">
                <a:moveTo>
                  <a:pt x="0" y="45"/>
                </a:moveTo>
                <a:cubicBezTo>
                  <a:pt x="46" y="71"/>
                  <a:pt x="92" y="97"/>
                  <a:pt x="137" y="90"/>
                </a:cubicBezTo>
                <a:cubicBezTo>
                  <a:pt x="182" y="83"/>
                  <a:pt x="227" y="41"/>
                  <a:pt x="273" y="0"/>
                </a:cubicBezTo>
              </a:path>
            </a:pathLst>
          </a:custGeom>
          <a:noFill/>
          <a:ln w="25400">
            <a:solidFill>
              <a:schemeClr val="tx2">
                <a:lumMod val="60000"/>
                <a:lumOff val="40000"/>
              </a:schemeClr>
            </a:solidFill>
            <a:round/>
            <a:headEnd/>
            <a:tailEnd type="stealth" w="med" len="med"/>
          </a:ln>
        </p:spPr>
        <p:txBody>
          <a:bodyPr lIns="68580" tIns="34290" rIns="68580" bIns="34290"/>
          <a:lstStyle/>
          <a:p>
            <a:pPr>
              <a:defRPr/>
            </a:pPr>
            <a:endParaRPr lang="zh-CN" altLang="en-US"/>
          </a:p>
        </p:txBody>
      </p:sp>
      <p:sp>
        <p:nvSpPr>
          <p:cNvPr id="65" name="Line 63">
            <a:extLst>
              <a:ext uri="{FF2B5EF4-FFF2-40B4-BE49-F238E27FC236}">
                <a16:creationId xmlns:a16="http://schemas.microsoft.com/office/drawing/2014/main" id="{D77DC909-4759-46D7-8F12-C28AAB9864B5}"/>
              </a:ext>
            </a:extLst>
          </p:cNvPr>
          <p:cNvSpPr>
            <a:spLocks noChangeShapeType="1"/>
          </p:cNvSpPr>
          <p:nvPr/>
        </p:nvSpPr>
        <p:spPr bwMode="auto">
          <a:xfrm flipH="1" flipV="1">
            <a:off x="7358063" y="1223963"/>
            <a:ext cx="1003300" cy="419100"/>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66" name="Rectangle 65">
            <a:extLst>
              <a:ext uri="{FF2B5EF4-FFF2-40B4-BE49-F238E27FC236}">
                <a16:creationId xmlns:a16="http://schemas.microsoft.com/office/drawing/2014/main" id="{B0B45806-C9D9-414C-8BA3-C5B1A8287FA0}"/>
              </a:ext>
            </a:extLst>
          </p:cNvPr>
          <p:cNvSpPr>
            <a:spLocks noChangeArrowheads="1"/>
          </p:cNvSpPr>
          <p:nvPr/>
        </p:nvSpPr>
        <p:spPr bwMode="auto">
          <a:xfrm>
            <a:off x="8072438" y="1620838"/>
            <a:ext cx="1000125" cy="687387"/>
          </a:xfrm>
          <a:prstGeom prst="rect">
            <a:avLst/>
          </a:prstGeom>
          <a:noFill/>
          <a:ln w="9525">
            <a:noFill/>
            <a:miter lim="800000"/>
            <a:headEnd/>
            <a:tailEnd type="none" w="lg" len="lg"/>
          </a:ln>
        </p:spPr>
        <p:txBody>
          <a:bodyPr lIns="67500" tIns="35100" rIns="67500" bIns="35100" anchor="ctr">
            <a:spAutoFit/>
          </a:bodyPr>
          <a:lstStyle/>
          <a:p>
            <a:pPr eaLnBrk="1" hangingPunct="1">
              <a:defRPr/>
            </a:pPr>
            <a:r>
              <a:rPr kumimoji="1" lang="en-US" altLang="zh-CN" sz="2000" i="1" dirty="0">
                <a:solidFill>
                  <a:schemeClr val="tx2">
                    <a:lumMod val="60000"/>
                    <a:lumOff val="40000"/>
                  </a:schemeClr>
                </a:solidFill>
                <a:latin typeface="Times New Roman" pitchFamily="18" charset="0"/>
              </a:rPr>
              <a:t>lexeme</a:t>
            </a:r>
          </a:p>
          <a:p>
            <a:pPr eaLnBrk="1" hangingPunct="1">
              <a:defRPr/>
            </a:pPr>
            <a:r>
              <a:rPr kumimoji="1" lang="en-US" altLang="zh-CN" sz="2000" i="1" dirty="0">
                <a:solidFill>
                  <a:schemeClr val="tx2">
                    <a:lumMod val="60000"/>
                    <a:lumOff val="40000"/>
                  </a:schemeClr>
                </a:solidFill>
                <a:latin typeface="Times New Roman" pitchFamily="18" charset="0"/>
              </a:rPr>
              <a:t>     </a:t>
            </a:r>
            <a:r>
              <a:rPr kumimoji="1" lang="en-US" altLang="zh-CN" sz="2000" i="1" dirty="0">
                <a:solidFill>
                  <a:srgbClr val="FF0000"/>
                </a:solidFill>
                <a:latin typeface="Times New Roman" pitchFamily="18" charset="0"/>
              </a:rPr>
              <a:t>3</a:t>
            </a:r>
          </a:p>
        </p:txBody>
      </p:sp>
      <p:sp>
        <p:nvSpPr>
          <p:cNvPr id="67" name="Line 66">
            <a:extLst>
              <a:ext uri="{FF2B5EF4-FFF2-40B4-BE49-F238E27FC236}">
                <a16:creationId xmlns:a16="http://schemas.microsoft.com/office/drawing/2014/main" id="{8E371CC7-E8C8-4A49-AED5-57CE8CD98E8F}"/>
              </a:ext>
            </a:extLst>
          </p:cNvPr>
          <p:cNvSpPr>
            <a:spLocks noChangeShapeType="1"/>
          </p:cNvSpPr>
          <p:nvPr/>
        </p:nvSpPr>
        <p:spPr bwMode="auto">
          <a:xfrm flipH="1">
            <a:off x="5230813" y="1889125"/>
            <a:ext cx="830262" cy="414338"/>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68" name="Rectangle 69">
            <a:extLst>
              <a:ext uri="{FF2B5EF4-FFF2-40B4-BE49-F238E27FC236}">
                <a16:creationId xmlns:a16="http://schemas.microsoft.com/office/drawing/2014/main" id="{793CB60E-D83D-44E1-97C8-1562DC545B6D}"/>
              </a:ext>
            </a:extLst>
          </p:cNvPr>
          <p:cNvSpPr>
            <a:spLocks noChangeArrowheads="1"/>
          </p:cNvSpPr>
          <p:nvPr/>
        </p:nvSpPr>
        <p:spPr bwMode="auto">
          <a:xfrm>
            <a:off x="7194550" y="2354263"/>
            <a:ext cx="1092200" cy="685800"/>
          </a:xfrm>
          <a:prstGeom prst="rect">
            <a:avLst/>
          </a:prstGeom>
          <a:solidFill>
            <a:schemeClr val="bg1"/>
          </a:solidFill>
          <a:ln w="9525">
            <a:noFill/>
            <a:miter lim="800000"/>
            <a:headEnd/>
            <a:tailEnd type="none" w="lg" len="lg"/>
          </a:ln>
        </p:spPr>
        <p:txBody>
          <a:bodyPr lIns="67500" tIns="35100" rIns="67500" bIns="35100" anchor="ctr">
            <a:spAutoFit/>
          </a:bodyPr>
          <a:lstStyle/>
          <a:p>
            <a:pPr eaLnBrk="1" hangingPunct="1">
              <a:defRPr/>
            </a:pPr>
            <a:r>
              <a:rPr kumimoji="1" lang="en-US" altLang="zh-CN" sz="2000" i="1" dirty="0">
                <a:solidFill>
                  <a:schemeClr val="tx2">
                    <a:lumMod val="60000"/>
                    <a:lumOff val="40000"/>
                  </a:schemeClr>
                </a:solidFill>
                <a:latin typeface="Times New Roman" pitchFamily="18" charset="0"/>
              </a:rPr>
              <a:t>lexeme</a:t>
            </a:r>
          </a:p>
          <a:p>
            <a:pPr eaLnBrk="1" hangingPunct="1">
              <a:defRPr/>
            </a:pPr>
            <a:r>
              <a:rPr kumimoji="1" lang="en-US" altLang="zh-CN" sz="2000" i="1" dirty="0">
                <a:solidFill>
                  <a:schemeClr val="tx2">
                    <a:lumMod val="60000"/>
                    <a:lumOff val="40000"/>
                  </a:schemeClr>
                </a:solidFill>
                <a:latin typeface="Times New Roman" pitchFamily="18" charset="0"/>
              </a:rPr>
              <a:t>     </a:t>
            </a:r>
            <a:r>
              <a:rPr kumimoji="1" lang="en-US" altLang="zh-CN" sz="2000" i="1" dirty="0">
                <a:solidFill>
                  <a:srgbClr val="FF0000"/>
                </a:solidFill>
                <a:latin typeface="Times New Roman" pitchFamily="18" charset="0"/>
              </a:rPr>
              <a:t>2</a:t>
            </a:r>
            <a:r>
              <a:rPr kumimoji="1" lang="en-US" altLang="zh-CN" sz="2000" i="1" dirty="0">
                <a:solidFill>
                  <a:schemeClr val="tx2">
                    <a:lumMod val="60000"/>
                    <a:lumOff val="40000"/>
                  </a:schemeClr>
                </a:solidFill>
                <a:latin typeface="Times New Roman" pitchFamily="18" charset="0"/>
              </a:rPr>
              <a:t>        </a:t>
            </a:r>
          </a:p>
        </p:txBody>
      </p:sp>
      <p:sp>
        <p:nvSpPr>
          <p:cNvPr id="69" name="Line 67">
            <a:extLst>
              <a:ext uri="{FF2B5EF4-FFF2-40B4-BE49-F238E27FC236}">
                <a16:creationId xmlns:a16="http://schemas.microsoft.com/office/drawing/2014/main" id="{9F209C26-2FE0-45C7-9BC5-40B26A8D0A15}"/>
              </a:ext>
            </a:extLst>
          </p:cNvPr>
          <p:cNvSpPr>
            <a:spLocks noChangeShapeType="1"/>
          </p:cNvSpPr>
          <p:nvPr/>
        </p:nvSpPr>
        <p:spPr bwMode="auto">
          <a:xfrm flipH="1" flipV="1">
            <a:off x="6454775" y="1922463"/>
            <a:ext cx="955675" cy="412750"/>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70" name="Freeform 72">
            <a:extLst>
              <a:ext uri="{FF2B5EF4-FFF2-40B4-BE49-F238E27FC236}">
                <a16:creationId xmlns:a16="http://schemas.microsoft.com/office/drawing/2014/main" id="{EDA990BD-1352-40D2-B39F-0A7AD95E1BD3}"/>
              </a:ext>
            </a:extLst>
          </p:cNvPr>
          <p:cNvSpPr>
            <a:spLocks/>
          </p:cNvSpPr>
          <p:nvPr/>
        </p:nvSpPr>
        <p:spPr bwMode="auto">
          <a:xfrm>
            <a:off x="6057900" y="1871663"/>
            <a:ext cx="325438" cy="115887"/>
          </a:xfrm>
          <a:custGeom>
            <a:avLst/>
            <a:gdLst>
              <a:gd name="T0" fmla="*/ 0 w 273"/>
              <a:gd name="T1" fmla="*/ 2147483646 h 97"/>
              <a:gd name="T2" fmla="*/ 2147483646 w 273"/>
              <a:gd name="T3" fmla="*/ 2147483646 h 97"/>
              <a:gd name="T4" fmla="*/ 2147483646 w 273"/>
              <a:gd name="T5" fmla="*/ 0 h 97"/>
              <a:gd name="T6" fmla="*/ 0 60000 65536"/>
              <a:gd name="T7" fmla="*/ 0 60000 65536"/>
              <a:gd name="T8" fmla="*/ 0 60000 65536"/>
              <a:gd name="T9" fmla="*/ 0 w 273"/>
              <a:gd name="T10" fmla="*/ 0 h 97"/>
              <a:gd name="T11" fmla="*/ 273 w 273"/>
              <a:gd name="T12" fmla="*/ 97 h 97"/>
            </a:gdLst>
            <a:ahLst/>
            <a:cxnLst>
              <a:cxn ang="T6">
                <a:pos x="T0" y="T1"/>
              </a:cxn>
              <a:cxn ang="T7">
                <a:pos x="T2" y="T3"/>
              </a:cxn>
              <a:cxn ang="T8">
                <a:pos x="T4" y="T5"/>
              </a:cxn>
            </a:cxnLst>
            <a:rect l="T9" t="T10" r="T11" b="T12"/>
            <a:pathLst>
              <a:path w="273" h="97">
                <a:moveTo>
                  <a:pt x="0" y="45"/>
                </a:moveTo>
                <a:cubicBezTo>
                  <a:pt x="46" y="71"/>
                  <a:pt x="92" y="97"/>
                  <a:pt x="137" y="90"/>
                </a:cubicBezTo>
                <a:cubicBezTo>
                  <a:pt x="182" y="83"/>
                  <a:pt x="227" y="41"/>
                  <a:pt x="273" y="0"/>
                </a:cubicBezTo>
              </a:path>
            </a:pathLst>
          </a:custGeom>
          <a:noFill/>
          <a:ln w="25400">
            <a:solidFill>
              <a:schemeClr val="tx2">
                <a:lumMod val="60000"/>
                <a:lumOff val="40000"/>
              </a:schemeClr>
            </a:solidFill>
            <a:round/>
            <a:headEnd/>
            <a:tailEnd type="stealth" w="med" len="med"/>
          </a:ln>
        </p:spPr>
        <p:txBody>
          <a:bodyPr lIns="68580" tIns="34290" rIns="68580" bIns="34290"/>
          <a:lstStyle/>
          <a:p>
            <a:pPr>
              <a:defRPr/>
            </a:pPr>
            <a:endParaRPr lang="zh-CN" altLang="en-US"/>
          </a:p>
        </p:txBody>
      </p:sp>
      <p:sp>
        <p:nvSpPr>
          <p:cNvPr id="71" name="Freeform 82">
            <a:extLst>
              <a:ext uri="{FF2B5EF4-FFF2-40B4-BE49-F238E27FC236}">
                <a16:creationId xmlns:a16="http://schemas.microsoft.com/office/drawing/2014/main" id="{2E664737-968C-418D-895C-1D03AF8723BD}"/>
              </a:ext>
            </a:extLst>
          </p:cNvPr>
          <p:cNvSpPr>
            <a:spLocks/>
          </p:cNvSpPr>
          <p:nvPr/>
        </p:nvSpPr>
        <p:spPr bwMode="auto">
          <a:xfrm>
            <a:off x="5338763" y="2659063"/>
            <a:ext cx="325437" cy="115887"/>
          </a:xfrm>
          <a:custGeom>
            <a:avLst/>
            <a:gdLst>
              <a:gd name="T0" fmla="*/ 0 w 273"/>
              <a:gd name="T1" fmla="*/ 2147483646 h 97"/>
              <a:gd name="T2" fmla="*/ 2147483646 w 273"/>
              <a:gd name="T3" fmla="*/ 2147483646 h 97"/>
              <a:gd name="T4" fmla="*/ 2147483646 w 273"/>
              <a:gd name="T5" fmla="*/ 0 h 97"/>
              <a:gd name="T6" fmla="*/ 0 60000 65536"/>
              <a:gd name="T7" fmla="*/ 0 60000 65536"/>
              <a:gd name="T8" fmla="*/ 0 60000 65536"/>
              <a:gd name="T9" fmla="*/ 0 w 273"/>
              <a:gd name="T10" fmla="*/ 0 h 97"/>
              <a:gd name="T11" fmla="*/ 273 w 273"/>
              <a:gd name="T12" fmla="*/ 97 h 97"/>
            </a:gdLst>
            <a:ahLst/>
            <a:cxnLst>
              <a:cxn ang="T6">
                <a:pos x="T0" y="T1"/>
              </a:cxn>
              <a:cxn ang="T7">
                <a:pos x="T2" y="T3"/>
              </a:cxn>
              <a:cxn ang="T8">
                <a:pos x="T4" y="T5"/>
              </a:cxn>
            </a:cxnLst>
            <a:rect l="T9" t="T10" r="T11" b="T12"/>
            <a:pathLst>
              <a:path w="273" h="97">
                <a:moveTo>
                  <a:pt x="0" y="45"/>
                </a:moveTo>
                <a:cubicBezTo>
                  <a:pt x="46" y="71"/>
                  <a:pt x="92" y="97"/>
                  <a:pt x="137" y="90"/>
                </a:cubicBezTo>
                <a:cubicBezTo>
                  <a:pt x="182" y="83"/>
                  <a:pt x="227" y="41"/>
                  <a:pt x="273" y="0"/>
                </a:cubicBezTo>
              </a:path>
            </a:pathLst>
          </a:custGeom>
          <a:noFill/>
          <a:ln w="25400">
            <a:solidFill>
              <a:schemeClr val="tx2">
                <a:lumMod val="60000"/>
                <a:lumOff val="40000"/>
              </a:schemeClr>
            </a:solidFill>
            <a:round/>
            <a:headEnd/>
            <a:tailEnd type="stealth" w="med" len="med"/>
          </a:ln>
        </p:spPr>
        <p:txBody>
          <a:bodyPr lIns="68580" tIns="34290" rIns="68580" bIns="34290"/>
          <a:lstStyle/>
          <a:p>
            <a:pPr>
              <a:defRPr/>
            </a:pPr>
            <a:endParaRPr lang="zh-CN" altLang="en-US"/>
          </a:p>
        </p:txBody>
      </p:sp>
      <p:sp>
        <p:nvSpPr>
          <p:cNvPr id="72" name="Rectangle 83">
            <a:extLst>
              <a:ext uri="{FF2B5EF4-FFF2-40B4-BE49-F238E27FC236}">
                <a16:creationId xmlns:a16="http://schemas.microsoft.com/office/drawing/2014/main" id="{F1246CEF-1783-415C-9BC6-C7A959939CC7}"/>
              </a:ext>
            </a:extLst>
          </p:cNvPr>
          <p:cNvSpPr>
            <a:spLocks noChangeArrowheads="1"/>
          </p:cNvSpPr>
          <p:nvPr/>
        </p:nvSpPr>
        <p:spPr bwMode="auto">
          <a:xfrm>
            <a:off x="5572125" y="3121025"/>
            <a:ext cx="1055688" cy="687388"/>
          </a:xfrm>
          <a:prstGeom prst="rect">
            <a:avLst/>
          </a:prstGeom>
          <a:noFill/>
          <a:ln w="9525">
            <a:noFill/>
            <a:miter lim="800000"/>
            <a:headEnd/>
            <a:tailEnd type="none" w="lg" len="lg"/>
          </a:ln>
        </p:spPr>
        <p:txBody>
          <a:bodyPr lIns="67500" tIns="35100" rIns="67500" bIns="35100" anchor="ctr">
            <a:spAutoFit/>
          </a:bodyPr>
          <a:lstStyle/>
          <a:p>
            <a:pPr algn="ctr" eaLnBrk="1" hangingPunct="1">
              <a:defRPr/>
            </a:pPr>
            <a:r>
              <a:rPr kumimoji="1" lang="en-US" altLang="zh-CN" sz="2000" i="1" dirty="0">
                <a:solidFill>
                  <a:schemeClr val="tx2">
                    <a:lumMod val="60000"/>
                    <a:lumOff val="40000"/>
                  </a:schemeClr>
                </a:solidFill>
                <a:latin typeface="Times New Roman" pitchFamily="18" charset="0"/>
              </a:rPr>
              <a:t>lexeme               </a:t>
            </a:r>
            <a:r>
              <a:rPr kumimoji="1" lang="en-US" altLang="zh-CN" sz="2000" i="1" dirty="0">
                <a:solidFill>
                  <a:srgbClr val="FF0000"/>
                </a:solidFill>
                <a:latin typeface="Times New Roman" pitchFamily="18" charset="0"/>
              </a:rPr>
              <a:t>1</a:t>
            </a:r>
          </a:p>
        </p:txBody>
      </p:sp>
      <p:sp>
        <p:nvSpPr>
          <p:cNvPr id="73" name="Line 84">
            <a:extLst>
              <a:ext uri="{FF2B5EF4-FFF2-40B4-BE49-F238E27FC236}">
                <a16:creationId xmlns:a16="http://schemas.microsoft.com/office/drawing/2014/main" id="{C71A61B5-CF20-47FC-AE14-7996E7827099}"/>
              </a:ext>
            </a:extLst>
          </p:cNvPr>
          <p:cNvSpPr>
            <a:spLocks noChangeShapeType="1"/>
          </p:cNvSpPr>
          <p:nvPr/>
        </p:nvSpPr>
        <p:spPr bwMode="auto">
          <a:xfrm flipV="1">
            <a:off x="5770563" y="2736850"/>
            <a:ext cx="0" cy="323850"/>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sp>
        <p:nvSpPr>
          <p:cNvPr id="74" name="Line 42">
            <a:extLst>
              <a:ext uri="{FF2B5EF4-FFF2-40B4-BE49-F238E27FC236}">
                <a16:creationId xmlns:a16="http://schemas.microsoft.com/office/drawing/2014/main" id="{2A4BBCFE-156D-404C-ADEF-4938C4B82FFF}"/>
              </a:ext>
            </a:extLst>
          </p:cNvPr>
          <p:cNvSpPr>
            <a:spLocks noChangeShapeType="1"/>
          </p:cNvSpPr>
          <p:nvPr/>
        </p:nvSpPr>
        <p:spPr bwMode="auto">
          <a:xfrm flipV="1">
            <a:off x="5715000" y="1252538"/>
            <a:ext cx="0" cy="247650"/>
          </a:xfrm>
          <a:prstGeom prst="line">
            <a:avLst/>
          </a:prstGeom>
          <a:noFill/>
          <a:ln w="25400">
            <a:solidFill>
              <a:schemeClr val="tx2">
                <a:lumMod val="60000"/>
                <a:lumOff val="40000"/>
              </a:schemeClr>
            </a:solidFill>
            <a:round/>
            <a:headEnd/>
            <a:tailEnd type="triangle" w="med" len="med"/>
          </a:ln>
        </p:spPr>
        <p:txBody>
          <a:bodyPr lIns="68580" tIns="34290" rIns="68580" bIns="34290"/>
          <a:lstStyle/>
          <a:p>
            <a:pPr>
              <a:defRPr/>
            </a:pPr>
            <a:endParaRPr lang="zh-CN" altLang="en-US"/>
          </a:p>
        </p:txBody>
      </p:sp>
      <p:grpSp>
        <p:nvGrpSpPr>
          <p:cNvPr id="63512" name="组合 74">
            <a:extLst>
              <a:ext uri="{FF2B5EF4-FFF2-40B4-BE49-F238E27FC236}">
                <a16:creationId xmlns:a16="http://schemas.microsoft.com/office/drawing/2014/main" id="{C0AF33FE-0BBB-4A7D-9C43-A1E9BA4B3F8F}"/>
              </a:ext>
            </a:extLst>
          </p:cNvPr>
          <p:cNvGrpSpPr>
            <a:grpSpLocks/>
          </p:cNvGrpSpPr>
          <p:nvPr/>
        </p:nvGrpSpPr>
        <p:grpSpPr bwMode="auto">
          <a:xfrm>
            <a:off x="5072063" y="142875"/>
            <a:ext cx="3201987" cy="3357563"/>
            <a:chOff x="5072066" y="857238"/>
            <a:chExt cx="3201591" cy="3357586"/>
          </a:xfrm>
        </p:grpSpPr>
        <p:sp>
          <p:nvSpPr>
            <p:cNvPr id="63521" name="Text Box 16">
              <a:extLst>
                <a:ext uri="{FF2B5EF4-FFF2-40B4-BE49-F238E27FC236}">
                  <a16:creationId xmlns:a16="http://schemas.microsoft.com/office/drawing/2014/main" id="{AF459A98-8A4B-427B-8A64-5325EC6538C7}"/>
                </a:ext>
              </a:extLst>
            </p:cNvPr>
            <p:cNvSpPr txBox="1">
              <a:spLocks noChangeArrowheads="1"/>
            </p:cNvSpPr>
            <p:nvPr/>
          </p:nvSpPr>
          <p:spPr bwMode="auto">
            <a:xfrm>
              <a:off x="7029453" y="2352665"/>
              <a:ext cx="342900" cy="3786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2000">
                  <a:latin typeface="Times New Roman" panose="02020603050405020304" pitchFamily="18" charset="0"/>
                </a:rPr>
                <a:t>，</a:t>
              </a:r>
            </a:p>
          </p:txBody>
        </p:sp>
        <p:sp>
          <p:nvSpPr>
            <p:cNvPr id="63522" name="Rectangle 20">
              <a:extLst>
                <a:ext uri="{FF2B5EF4-FFF2-40B4-BE49-F238E27FC236}">
                  <a16:creationId xmlns:a16="http://schemas.microsoft.com/office/drawing/2014/main" id="{6FB6ED57-FAC1-42B4-AE30-EAB0931B70B7}"/>
                </a:ext>
              </a:extLst>
            </p:cNvPr>
            <p:cNvSpPr>
              <a:spLocks noChangeArrowheads="1"/>
            </p:cNvSpPr>
            <p:nvPr/>
          </p:nvSpPr>
          <p:spPr bwMode="auto">
            <a:xfrm>
              <a:off x="7733113" y="2324090"/>
              <a:ext cx="540544"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id</a:t>
              </a:r>
            </a:p>
          </p:txBody>
        </p:sp>
        <p:sp>
          <p:nvSpPr>
            <p:cNvPr id="63523" name="Rectangle 22">
              <a:extLst>
                <a:ext uri="{FF2B5EF4-FFF2-40B4-BE49-F238E27FC236}">
                  <a16:creationId xmlns:a16="http://schemas.microsoft.com/office/drawing/2014/main" id="{E57770A9-3065-4A66-B596-A9848B693E7E}"/>
                </a:ext>
              </a:extLst>
            </p:cNvPr>
            <p:cNvSpPr>
              <a:spLocks noChangeArrowheads="1"/>
            </p:cNvSpPr>
            <p:nvPr/>
          </p:nvSpPr>
          <p:spPr bwMode="auto">
            <a:xfrm>
              <a:off x="6921107" y="1621584"/>
              <a:ext cx="432197"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L</a:t>
              </a:r>
            </a:p>
          </p:txBody>
        </p:sp>
        <p:sp>
          <p:nvSpPr>
            <p:cNvPr id="63524" name="Line 24">
              <a:extLst>
                <a:ext uri="{FF2B5EF4-FFF2-40B4-BE49-F238E27FC236}">
                  <a16:creationId xmlns:a16="http://schemas.microsoft.com/office/drawing/2014/main" id="{902EB6AB-08B4-4FA7-8ADA-172DAF49B392}"/>
                </a:ext>
              </a:extLst>
            </p:cNvPr>
            <p:cNvSpPr>
              <a:spLocks noChangeShapeType="1"/>
            </p:cNvSpPr>
            <p:nvPr/>
          </p:nvSpPr>
          <p:spPr bwMode="auto">
            <a:xfrm>
              <a:off x="7153707" y="2013336"/>
              <a:ext cx="0" cy="34290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63525" name="Line 25">
              <a:extLst>
                <a:ext uri="{FF2B5EF4-FFF2-40B4-BE49-F238E27FC236}">
                  <a16:creationId xmlns:a16="http://schemas.microsoft.com/office/drawing/2014/main" id="{69E27F35-851B-45D1-B0F4-9DF0131BDF6E}"/>
                </a:ext>
              </a:extLst>
            </p:cNvPr>
            <p:cNvSpPr>
              <a:spLocks noChangeShapeType="1"/>
            </p:cNvSpPr>
            <p:nvPr/>
          </p:nvSpPr>
          <p:spPr bwMode="auto">
            <a:xfrm>
              <a:off x="7137801" y="2013336"/>
              <a:ext cx="827484" cy="310754"/>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63526" name="Rectangle 26">
              <a:extLst>
                <a:ext uri="{FF2B5EF4-FFF2-40B4-BE49-F238E27FC236}">
                  <a16:creationId xmlns:a16="http://schemas.microsoft.com/office/drawing/2014/main" id="{6943E4CA-4882-4BBE-B2F4-F955DB1A6516}"/>
                </a:ext>
              </a:extLst>
            </p:cNvPr>
            <p:cNvSpPr>
              <a:spLocks noChangeArrowheads="1"/>
            </p:cNvSpPr>
            <p:nvPr/>
          </p:nvSpPr>
          <p:spPr bwMode="auto">
            <a:xfrm>
              <a:off x="6000760" y="857238"/>
              <a:ext cx="432197"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D</a:t>
              </a:r>
            </a:p>
          </p:txBody>
        </p:sp>
        <p:sp>
          <p:nvSpPr>
            <p:cNvPr id="63527" name="Text Box 28">
              <a:extLst>
                <a:ext uri="{FF2B5EF4-FFF2-40B4-BE49-F238E27FC236}">
                  <a16:creationId xmlns:a16="http://schemas.microsoft.com/office/drawing/2014/main" id="{D051D3F5-7156-4E25-A86E-6AF77E56827E}"/>
                </a:ext>
              </a:extLst>
            </p:cNvPr>
            <p:cNvSpPr txBox="1">
              <a:spLocks noChangeArrowheads="1"/>
            </p:cNvSpPr>
            <p:nvPr/>
          </p:nvSpPr>
          <p:spPr bwMode="auto">
            <a:xfrm>
              <a:off x="5193510" y="1621621"/>
              <a:ext cx="342900"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000" i="1">
                  <a:latin typeface="Times New Roman" panose="02020603050405020304" pitchFamily="18" charset="0"/>
                </a:rPr>
                <a:t>T</a:t>
              </a:r>
            </a:p>
          </p:txBody>
        </p:sp>
        <p:sp>
          <p:nvSpPr>
            <p:cNvPr id="63528" name="Line 29">
              <a:extLst>
                <a:ext uri="{FF2B5EF4-FFF2-40B4-BE49-F238E27FC236}">
                  <a16:creationId xmlns:a16="http://schemas.microsoft.com/office/drawing/2014/main" id="{72D6BDD8-3971-4678-A75F-25F8ED654C8E}"/>
                </a:ext>
              </a:extLst>
            </p:cNvPr>
            <p:cNvSpPr>
              <a:spLocks noChangeShapeType="1"/>
            </p:cNvSpPr>
            <p:nvPr/>
          </p:nvSpPr>
          <p:spPr bwMode="auto">
            <a:xfrm flipH="1">
              <a:off x="5301856" y="1214428"/>
              <a:ext cx="913218" cy="434577"/>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63529" name="Rectangle 43">
              <a:extLst>
                <a:ext uri="{FF2B5EF4-FFF2-40B4-BE49-F238E27FC236}">
                  <a16:creationId xmlns:a16="http://schemas.microsoft.com/office/drawing/2014/main" id="{D53A9B88-0CBD-43B8-A99E-2C016B0AF33F}"/>
                </a:ext>
              </a:extLst>
            </p:cNvPr>
            <p:cNvSpPr>
              <a:spLocks noChangeArrowheads="1"/>
            </p:cNvSpPr>
            <p:nvPr/>
          </p:nvSpPr>
          <p:spPr bwMode="auto">
            <a:xfrm>
              <a:off x="6004326" y="2285998"/>
              <a:ext cx="853690"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L </a:t>
              </a:r>
            </a:p>
          </p:txBody>
        </p:sp>
        <p:sp>
          <p:nvSpPr>
            <p:cNvPr id="63530" name="Text Box 46">
              <a:extLst>
                <a:ext uri="{FF2B5EF4-FFF2-40B4-BE49-F238E27FC236}">
                  <a16:creationId xmlns:a16="http://schemas.microsoft.com/office/drawing/2014/main" id="{63D0DB0E-3D50-4CEA-A791-C891947319D2}"/>
                </a:ext>
              </a:extLst>
            </p:cNvPr>
            <p:cNvSpPr txBox="1">
              <a:spLocks noChangeArrowheads="1"/>
            </p:cNvSpPr>
            <p:nvPr/>
          </p:nvSpPr>
          <p:spPr bwMode="auto">
            <a:xfrm>
              <a:off x="6111482" y="3055133"/>
              <a:ext cx="342900" cy="3786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2000">
                  <a:latin typeface="Times New Roman" panose="02020603050405020304" pitchFamily="18" charset="0"/>
                </a:rPr>
                <a:t>，</a:t>
              </a:r>
            </a:p>
          </p:txBody>
        </p:sp>
        <p:sp>
          <p:nvSpPr>
            <p:cNvPr id="63531" name="Rectangle 47">
              <a:extLst>
                <a:ext uri="{FF2B5EF4-FFF2-40B4-BE49-F238E27FC236}">
                  <a16:creationId xmlns:a16="http://schemas.microsoft.com/office/drawing/2014/main" id="{0F15610E-006E-46E6-892A-26A1323A586E}"/>
                </a:ext>
              </a:extLst>
            </p:cNvPr>
            <p:cNvSpPr>
              <a:spLocks noChangeArrowheads="1"/>
            </p:cNvSpPr>
            <p:nvPr/>
          </p:nvSpPr>
          <p:spPr bwMode="auto">
            <a:xfrm>
              <a:off x="6816332" y="3051561"/>
              <a:ext cx="540544"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id</a:t>
              </a:r>
            </a:p>
          </p:txBody>
        </p:sp>
        <p:sp>
          <p:nvSpPr>
            <p:cNvPr id="63532" name="Line 49">
              <a:extLst>
                <a:ext uri="{FF2B5EF4-FFF2-40B4-BE49-F238E27FC236}">
                  <a16:creationId xmlns:a16="http://schemas.microsoft.com/office/drawing/2014/main" id="{9B0DAAFC-CD83-43A8-9588-CD58C2E852C4}"/>
                </a:ext>
              </a:extLst>
            </p:cNvPr>
            <p:cNvSpPr>
              <a:spLocks noChangeShapeType="1"/>
            </p:cNvSpPr>
            <p:nvPr/>
          </p:nvSpPr>
          <p:spPr bwMode="auto">
            <a:xfrm>
              <a:off x="6219828" y="2689611"/>
              <a:ext cx="0" cy="34290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63533" name="Line 50">
              <a:extLst>
                <a:ext uri="{FF2B5EF4-FFF2-40B4-BE49-F238E27FC236}">
                  <a16:creationId xmlns:a16="http://schemas.microsoft.com/office/drawing/2014/main" id="{A0A8CB94-86B6-4C4A-96E0-556663B7CDAF}"/>
                </a:ext>
              </a:extLst>
            </p:cNvPr>
            <p:cNvSpPr>
              <a:spLocks noChangeShapeType="1"/>
            </p:cNvSpPr>
            <p:nvPr/>
          </p:nvSpPr>
          <p:spPr bwMode="auto">
            <a:xfrm>
              <a:off x="6219828" y="2689611"/>
              <a:ext cx="809625" cy="34290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63534" name="Rectangle 51">
              <a:extLst>
                <a:ext uri="{FF2B5EF4-FFF2-40B4-BE49-F238E27FC236}">
                  <a16:creationId xmlns:a16="http://schemas.microsoft.com/office/drawing/2014/main" id="{3049ECCC-F473-4161-B5A1-90167576B521}"/>
                </a:ext>
              </a:extLst>
            </p:cNvPr>
            <p:cNvSpPr>
              <a:spLocks noChangeArrowheads="1"/>
            </p:cNvSpPr>
            <p:nvPr/>
          </p:nvSpPr>
          <p:spPr bwMode="auto">
            <a:xfrm>
              <a:off x="5230420" y="3057515"/>
              <a:ext cx="540544"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rPr>
                <a:t>L</a:t>
              </a:r>
            </a:p>
          </p:txBody>
        </p:sp>
        <p:sp>
          <p:nvSpPr>
            <p:cNvPr id="63535" name="Text Box 52">
              <a:extLst>
                <a:ext uri="{FF2B5EF4-FFF2-40B4-BE49-F238E27FC236}">
                  <a16:creationId xmlns:a16="http://schemas.microsoft.com/office/drawing/2014/main" id="{A18E27F3-B910-45C5-8B5C-A272DA99BD74}"/>
                </a:ext>
              </a:extLst>
            </p:cNvPr>
            <p:cNvSpPr txBox="1">
              <a:spLocks noChangeArrowheads="1"/>
            </p:cNvSpPr>
            <p:nvPr/>
          </p:nvSpPr>
          <p:spPr bwMode="auto">
            <a:xfrm>
              <a:off x="5338766" y="3836162"/>
              <a:ext cx="504825"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000" i="1">
                  <a:latin typeface="Times New Roman" panose="02020603050405020304" pitchFamily="18" charset="0"/>
                </a:rPr>
                <a:t>id</a:t>
              </a:r>
            </a:p>
          </p:txBody>
        </p:sp>
        <p:sp>
          <p:nvSpPr>
            <p:cNvPr id="63536" name="Line 53">
              <a:extLst>
                <a:ext uri="{FF2B5EF4-FFF2-40B4-BE49-F238E27FC236}">
                  <a16:creationId xmlns:a16="http://schemas.microsoft.com/office/drawing/2014/main" id="{C51381E4-AE5B-4F40-90A5-8C337FD6A24F}"/>
                </a:ext>
              </a:extLst>
            </p:cNvPr>
            <p:cNvSpPr>
              <a:spLocks noChangeShapeType="1"/>
            </p:cNvSpPr>
            <p:nvPr/>
          </p:nvSpPr>
          <p:spPr bwMode="auto">
            <a:xfrm>
              <a:off x="5500691" y="3514734"/>
              <a:ext cx="0" cy="34290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63537" name="Line 23">
              <a:extLst>
                <a:ext uri="{FF2B5EF4-FFF2-40B4-BE49-F238E27FC236}">
                  <a16:creationId xmlns:a16="http://schemas.microsoft.com/office/drawing/2014/main" id="{4FA8C84F-DDA0-4AB6-80AC-DC2435293E60}"/>
                </a:ext>
              </a:extLst>
            </p:cNvPr>
            <p:cNvSpPr>
              <a:spLocks noChangeShapeType="1"/>
            </p:cNvSpPr>
            <p:nvPr/>
          </p:nvSpPr>
          <p:spPr bwMode="auto">
            <a:xfrm flipH="1">
              <a:off x="6382945" y="2013336"/>
              <a:ext cx="788194" cy="339329"/>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63538" name="Line 48">
              <a:extLst>
                <a:ext uri="{FF2B5EF4-FFF2-40B4-BE49-F238E27FC236}">
                  <a16:creationId xmlns:a16="http://schemas.microsoft.com/office/drawing/2014/main" id="{A39E8819-D3FD-463C-9012-4A6278C53925}"/>
                </a:ext>
              </a:extLst>
            </p:cNvPr>
            <p:cNvSpPr>
              <a:spLocks noChangeShapeType="1"/>
            </p:cNvSpPr>
            <p:nvPr/>
          </p:nvSpPr>
          <p:spPr bwMode="auto">
            <a:xfrm flipH="1">
              <a:off x="5479259" y="2689611"/>
              <a:ext cx="719138" cy="367904"/>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63539" name="Text Box 70">
              <a:extLst>
                <a:ext uri="{FF2B5EF4-FFF2-40B4-BE49-F238E27FC236}">
                  <a16:creationId xmlns:a16="http://schemas.microsoft.com/office/drawing/2014/main" id="{93BC8FA1-A4C3-4412-B9D7-D4CE01FEA7C2}"/>
                </a:ext>
              </a:extLst>
            </p:cNvPr>
            <p:cNvSpPr txBox="1">
              <a:spLocks noChangeArrowheads="1"/>
            </p:cNvSpPr>
            <p:nvPr/>
          </p:nvSpPr>
          <p:spPr bwMode="auto">
            <a:xfrm>
              <a:off x="5072066" y="2193088"/>
              <a:ext cx="697480" cy="378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square"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000" i="1" dirty="0">
                  <a:latin typeface="Times New Roman" panose="02020603050405020304" pitchFamily="18" charset="0"/>
                </a:rPr>
                <a:t>float</a:t>
              </a:r>
            </a:p>
          </p:txBody>
        </p:sp>
        <p:sp>
          <p:nvSpPr>
            <p:cNvPr id="63540" name="Line 71">
              <a:extLst>
                <a:ext uri="{FF2B5EF4-FFF2-40B4-BE49-F238E27FC236}">
                  <a16:creationId xmlns:a16="http://schemas.microsoft.com/office/drawing/2014/main" id="{68AB9D05-EDD6-45E9-B94A-E37091E0C9B5}"/>
                </a:ext>
              </a:extLst>
            </p:cNvPr>
            <p:cNvSpPr>
              <a:spLocks noChangeShapeType="1"/>
            </p:cNvSpPr>
            <p:nvPr/>
          </p:nvSpPr>
          <p:spPr bwMode="auto">
            <a:xfrm>
              <a:off x="5335195" y="2000246"/>
              <a:ext cx="1190" cy="24765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63541" name="Line 27">
              <a:extLst>
                <a:ext uri="{FF2B5EF4-FFF2-40B4-BE49-F238E27FC236}">
                  <a16:creationId xmlns:a16="http://schemas.microsoft.com/office/drawing/2014/main" id="{282DE6BE-3CAC-493A-ACA2-82CACFAB482A}"/>
                </a:ext>
              </a:extLst>
            </p:cNvPr>
            <p:cNvSpPr>
              <a:spLocks noChangeShapeType="1"/>
            </p:cNvSpPr>
            <p:nvPr/>
          </p:nvSpPr>
          <p:spPr bwMode="auto">
            <a:xfrm flipH="1" flipV="1">
              <a:off x="6215074" y="1214427"/>
              <a:ext cx="871530" cy="434577"/>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grpSp>
      <p:sp>
        <p:nvSpPr>
          <p:cNvPr id="101" name="标题 2">
            <a:extLst>
              <a:ext uri="{FF2B5EF4-FFF2-40B4-BE49-F238E27FC236}">
                <a16:creationId xmlns:a16="http://schemas.microsoft.com/office/drawing/2014/main" id="{2E8B4670-3739-47EE-B430-9B9A0FF26736}"/>
              </a:ext>
            </a:extLst>
          </p:cNvPr>
          <p:cNvSpPr>
            <a:spLocks noGrp="1"/>
          </p:cNvSpPr>
          <p:nvPr>
            <p:ph type="title"/>
          </p:nvPr>
        </p:nvSpPr>
        <p:spPr>
          <a:xfrm>
            <a:off x="755650" y="268288"/>
            <a:ext cx="7931150" cy="358775"/>
          </a:xfrm>
        </p:spPr>
        <p:txBody>
          <a:bodyPr/>
          <a:lstStyle/>
          <a:p>
            <a:pPr eaLnBrk="1" hangingPunct="1">
              <a:defRPr/>
            </a:pPr>
            <a:r>
              <a:rPr lang="zh-CN" altLang="en-US" spc="300" dirty="0">
                <a:cs typeface="Times New Roman" pitchFamily="18" charset="0"/>
              </a:rPr>
              <a:t>例</a:t>
            </a:r>
            <a:endParaRPr lang="zh-CN" altLang="en-US" i="1" dirty="0">
              <a:ea typeface="楷体" pitchFamily="49" charset="-122"/>
              <a:cs typeface="Times New Roman" pitchFamily="18" charset="0"/>
            </a:endParaRPr>
          </a:p>
        </p:txBody>
      </p:sp>
      <p:sp>
        <p:nvSpPr>
          <p:cNvPr id="63514" name="Text Box 45">
            <a:extLst>
              <a:ext uri="{FF2B5EF4-FFF2-40B4-BE49-F238E27FC236}">
                <a16:creationId xmlns:a16="http://schemas.microsoft.com/office/drawing/2014/main" id="{6002D7B4-771E-443F-8499-C1E0C941770F}"/>
              </a:ext>
            </a:extLst>
          </p:cNvPr>
          <p:cNvSpPr txBox="1">
            <a:spLocks noChangeArrowheads="1"/>
          </p:cNvSpPr>
          <p:nvPr/>
        </p:nvSpPr>
        <p:spPr bwMode="auto">
          <a:xfrm>
            <a:off x="338138" y="987425"/>
            <a:ext cx="469265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kumimoji="1" lang="en-US" altLang="zh-CN" sz="2000" i="1">
                <a:solidFill>
                  <a:srgbClr val="2D83F4"/>
                </a:solidFill>
                <a:latin typeface="Times New Roman" panose="02020603050405020304" pitchFamily="18" charset="0"/>
              </a:rPr>
              <a:t>SDD</a:t>
            </a:r>
            <a:r>
              <a:rPr kumimoji="1" lang="zh-CN" altLang="en-US" sz="20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 ：声明语句的翻译定义</a:t>
            </a:r>
            <a:endParaRPr kumimoji="1" lang="zh-CN" altLang="en-US" sz="2000">
              <a:solidFill>
                <a:srgbClr val="2D83F4"/>
              </a:solidFill>
              <a:latin typeface="Times New Roman" panose="02020603050405020304" pitchFamily="18" charset="0"/>
            </a:endParaRPr>
          </a:p>
        </p:txBody>
      </p:sp>
      <p:grpSp>
        <p:nvGrpSpPr>
          <p:cNvPr id="63515" name="组合 54">
            <a:extLst>
              <a:ext uri="{FF2B5EF4-FFF2-40B4-BE49-F238E27FC236}">
                <a16:creationId xmlns:a16="http://schemas.microsoft.com/office/drawing/2014/main" id="{26FFB0C8-90FD-445D-BE32-E4F3C7956EF1}"/>
              </a:ext>
            </a:extLst>
          </p:cNvPr>
          <p:cNvGrpSpPr>
            <a:grpSpLocks/>
          </p:cNvGrpSpPr>
          <p:nvPr/>
        </p:nvGrpSpPr>
        <p:grpSpPr bwMode="auto">
          <a:xfrm>
            <a:off x="407988" y="1470025"/>
            <a:ext cx="4573587" cy="2524125"/>
            <a:chOff x="285750" y="1211262"/>
            <a:chExt cx="4598988" cy="2524892"/>
          </a:xfrm>
        </p:grpSpPr>
        <p:sp>
          <p:nvSpPr>
            <p:cNvPr id="56" name="Rectangle 6">
              <a:extLst>
                <a:ext uri="{FF2B5EF4-FFF2-40B4-BE49-F238E27FC236}">
                  <a16:creationId xmlns:a16="http://schemas.microsoft.com/office/drawing/2014/main" id="{836AB27F-F2A3-4149-B0DD-0F757AD72730}"/>
                </a:ext>
              </a:extLst>
            </p:cNvPr>
            <p:cNvSpPr>
              <a:spLocks noChangeArrowheads="1"/>
            </p:cNvSpPr>
            <p:nvPr/>
          </p:nvSpPr>
          <p:spPr bwMode="auto">
            <a:xfrm>
              <a:off x="285750" y="1211262"/>
              <a:ext cx="4598988" cy="2524892"/>
            </a:xfrm>
            <a:prstGeom prst="rect">
              <a:avLst/>
            </a:prstGeom>
            <a:solidFill>
              <a:schemeClr val="accent2">
                <a:lumMod val="40000"/>
                <a:lumOff val="60000"/>
              </a:schemeClr>
            </a:solidFill>
            <a:ln w="12700">
              <a:solidFill>
                <a:schemeClr val="tx1"/>
              </a:solidFill>
              <a:miter lim="800000"/>
              <a:headEnd/>
              <a:tailEnd type="none" w="lg" len="lg"/>
            </a:ln>
          </p:spPr>
          <p:txBody>
            <a:bodyPr lIns="67500" tIns="35100" rIns="67500" bIns="35100">
              <a:spAutoFit/>
            </a:bodyPr>
            <a:lstStyle/>
            <a:p>
              <a:pPr eaLnBrk="1" hangingPunct="1">
                <a:lnSpc>
                  <a:spcPts val="1700"/>
                </a:lnSpc>
                <a:spcBef>
                  <a:spcPct val="50000"/>
                </a:spcBef>
                <a:defRPr/>
              </a:pPr>
              <a:r>
                <a:rPr kumimoji="1" lang="en-US" altLang="zh-CN" sz="1200" b="0" dirty="0">
                  <a:latin typeface="Times New Roman" pitchFamily="18" charset="0"/>
                  <a:ea typeface="楷体_GB2312" pitchFamily="49" charset="-122"/>
                  <a:cs typeface="Times New Roman" pitchFamily="18" charset="0"/>
                </a:rPr>
                <a:t>                 </a:t>
              </a:r>
              <a:r>
                <a:rPr kumimoji="1" lang="zh-CN" altLang="en-US" sz="2000" dirty="0">
                  <a:latin typeface="楷体" pitchFamily="49" charset="-122"/>
                  <a:ea typeface="楷体" pitchFamily="49" charset="-122"/>
                  <a:cs typeface="Times New Roman" pitchFamily="18" charset="0"/>
                </a:rPr>
                <a:t>产生式         语义规则</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(1)</a:t>
              </a:r>
              <a:r>
                <a:rPr kumimoji="1" lang="zh-CN" altLang="en-US"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D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T L	</a:t>
              </a:r>
              <a:r>
                <a:rPr kumimoji="1" lang="en-US" altLang="zh-CN" sz="2000" i="1" dirty="0">
                  <a:latin typeface="Times New Roman" pitchFamily="18" charset="0"/>
                  <a:ea typeface="楷体_GB2312" pitchFamily="49" charset="-122"/>
                  <a:cs typeface="Times New Roman" pitchFamily="18" charset="0"/>
                </a:rPr>
                <a:t>L</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rPr>
                <a:t>in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T</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rPr>
                <a:t>type</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(2)   </a:t>
              </a:r>
              <a:r>
                <a:rPr kumimoji="1" lang="en-US" altLang="zh-CN" sz="2000" i="1" dirty="0">
                  <a:latin typeface="Times New Roman" pitchFamily="18" charset="0"/>
                  <a:ea typeface="楷体_GB2312" pitchFamily="49" charset="-122"/>
                  <a:cs typeface="Times New Roman" pitchFamily="18" charset="0"/>
                </a:rPr>
                <a:t>T</a:t>
              </a:r>
              <a:r>
                <a:rPr kumimoji="1" lang="en-US" altLang="zh-CN" sz="2000"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dirty="0" err="1">
                  <a:latin typeface="Times New Roman" pitchFamily="18" charset="0"/>
                  <a:ea typeface="楷体_GB2312" pitchFamily="49" charset="-122"/>
                  <a:cs typeface="Times New Roman" pitchFamily="18" charset="0"/>
                  <a:sym typeface="Symbol" pitchFamily="18" charset="2"/>
                </a:rPr>
                <a:t>int</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T</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rPr>
                <a:t>type</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err="1">
                  <a:latin typeface="Times New Roman" pitchFamily="18" charset="0"/>
                  <a:ea typeface="楷体_GB2312" pitchFamily="49" charset="-122"/>
                  <a:cs typeface="Times New Roman" pitchFamily="18" charset="0"/>
                </a:rPr>
                <a:t>int</a:t>
              </a:r>
              <a:endParaRPr kumimoji="1" lang="en-US" altLang="zh-CN" sz="2000" i="1" dirty="0">
                <a:latin typeface="Times New Roman" pitchFamily="18" charset="0"/>
                <a:ea typeface="楷体_GB2312" pitchFamily="49" charset="-122"/>
                <a:cs typeface="Times New Roman" pitchFamily="18" charset="0"/>
              </a:endParaRP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(3)   </a:t>
              </a:r>
              <a:r>
                <a:rPr kumimoji="1" lang="en-US" altLang="zh-CN" sz="2000" i="1" dirty="0">
                  <a:latin typeface="Times New Roman" pitchFamily="18" charset="0"/>
                  <a:ea typeface="楷体_GB2312" pitchFamily="49" charset="-122"/>
                  <a:cs typeface="Times New Roman" pitchFamily="18" charset="0"/>
                </a:rPr>
                <a:t>T</a:t>
              </a:r>
              <a:r>
                <a:rPr kumimoji="1" lang="en-US" altLang="zh-CN" sz="2000"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sym typeface="Symbol" pitchFamily="18" charset="2"/>
                </a:rPr>
                <a:t> float</a:t>
              </a:r>
              <a:r>
                <a:rPr kumimoji="1" lang="en-US" altLang="zh-CN" sz="2000" i="1" dirty="0">
                  <a:latin typeface="Times New Roman" pitchFamily="18" charset="0"/>
                  <a:ea typeface="楷体_GB2312" pitchFamily="49" charset="-122"/>
                  <a:cs typeface="Times New Roman" pitchFamily="18" charset="0"/>
                  <a:sym typeface="Symbol" pitchFamily="18" charset="2"/>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T</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rPr>
                <a:t>type</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float</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(4)   </a:t>
              </a:r>
              <a:r>
                <a:rPr kumimoji="1" lang="en-US" altLang="zh-CN" sz="2000" i="1" dirty="0">
                  <a:latin typeface="Times New Roman" pitchFamily="18" charset="0"/>
                  <a:ea typeface="楷体_GB2312" pitchFamily="49" charset="-122"/>
                  <a:cs typeface="Times New Roman" pitchFamily="18" charset="0"/>
                </a:rPr>
                <a:t>L</a:t>
              </a:r>
              <a:r>
                <a:rPr kumimoji="1" lang="en-US" altLang="zh-CN" sz="2000"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kumimoji="1" lang="en-US" altLang="zh-CN" sz="2000" baseline="-25000" dirty="0">
                  <a:latin typeface="Times New Roman" pitchFamily="18" charset="0"/>
                  <a:ea typeface="楷体_GB2312" pitchFamily="49" charset="-122"/>
                  <a:cs typeface="Times New Roman" pitchFamily="18" charset="0"/>
                  <a:sym typeface="Symbol" pitchFamily="18" charset="2"/>
                </a:rPr>
                <a:t>1</a:t>
              </a:r>
              <a:r>
                <a:rPr kumimoji="1" lang="en-US" altLang="zh-CN" sz="2000" dirty="0">
                  <a:latin typeface="Times New Roman" pitchFamily="18" charset="0"/>
                  <a:ea typeface="楷体_GB2312" pitchFamily="49" charset="-122"/>
                  <a:cs typeface="Times New Roman" pitchFamily="18" charset="0"/>
                  <a:sym typeface="Symbol" pitchFamily="18" charset="2"/>
                </a:rPr>
                <a:t>, id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kumimoji="1" lang="en-US" altLang="zh-CN" sz="2000" baseline="-25000" dirty="0">
                  <a:latin typeface="Times New Roman" pitchFamily="18" charset="0"/>
                  <a:ea typeface="楷体_GB2312" pitchFamily="49" charset="-122"/>
                  <a:cs typeface="Times New Roman" pitchFamily="18" charset="0"/>
                  <a:sym typeface="Symbol" pitchFamily="18" charset="2"/>
                </a:rPr>
                <a:t>1</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in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in </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addtype</a:t>
              </a:r>
              <a:r>
                <a:rPr kumimoji="1" lang="en-US" altLang="zh-CN" sz="2000" dirty="0">
                  <a:latin typeface="Times New Roman" pitchFamily="18" charset="0"/>
                  <a:ea typeface="楷体_GB2312" pitchFamily="49" charset="-122"/>
                  <a:cs typeface="Times New Roman" pitchFamily="18" charset="0"/>
                  <a:sym typeface="Symbol" pitchFamily="18" charset="2"/>
                </a:rPr>
                <a:t>(</a:t>
              </a:r>
              <a:r>
                <a:rPr kumimoji="1" lang="en-US" altLang="zh-CN" sz="2000" dirty="0" err="1">
                  <a:latin typeface="Times New Roman" pitchFamily="18" charset="0"/>
                  <a:ea typeface="楷体_GB2312" pitchFamily="49" charset="-122"/>
                  <a:cs typeface="Times New Roman" pitchFamily="18" charset="0"/>
                  <a:sym typeface="Symbol" pitchFamily="18" charset="2"/>
                </a:rPr>
                <a:t>id</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lexeme</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in</a:t>
              </a:r>
              <a:r>
                <a:rPr kumimoji="1" lang="en-US" altLang="zh-CN" sz="2000" dirty="0">
                  <a:latin typeface="Times New Roman" pitchFamily="18" charset="0"/>
                  <a:ea typeface="楷体_GB2312" pitchFamily="49" charset="-122"/>
                  <a:cs typeface="Times New Roman" pitchFamily="18" charset="0"/>
                  <a:sym typeface="Symbol" pitchFamily="18" charset="2"/>
                </a:rPr>
                <a:t>)</a:t>
              </a:r>
            </a:p>
            <a:p>
              <a:pPr eaLnBrk="1" hangingPunct="1">
                <a:lnSpc>
                  <a:spcPts val="1700"/>
                </a:lnSpc>
                <a:spcBef>
                  <a:spcPct val="50000"/>
                </a:spcBef>
                <a:defRPr/>
              </a:pPr>
              <a:r>
                <a:rPr kumimoji="1" lang="en-US" altLang="zh-CN" sz="2000" dirty="0">
                  <a:latin typeface="Times New Roman" pitchFamily="18" charset="0"/>
                  <a:ea typeface="楷体_GB2312" pitchFamily="49" charset="-122"/>
                  <a:cs typeface="Times New Roman" pitchFamily="18" charset="0"/>
                </a:rPr>
                <a:t>(5)</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kumimoji="1" lang="en-US" altLang="zh-CN" sz="2000" dirty="0">
                  <a:latin typeface="Times New Roman" pitchFamily="18" charset="0"/>
                  <a:ea typeface="楷体_GB2312" pitchFamily="49" charset="-122"/>
                  <a:cs typeface="Times New Roman" pitchFamily="18" charset="0"/>
                  <a:sym typeface="Symbol" pitchFamily="18" charset="2"/>
                </a:rPr>
                <a:t>  id       	</a:t>
              </a:r>
              <a:r>
                <a:rPr kumimoji="1" lang="en-US" altLang="zh-CN" sz="2000" i="1" dirty="0" err="1">
                  <a:latin typeface="Times New Roman" pitchFamily="18" charset="0"/>
                  <a:ea typeface="楷体_GB2312" pitchFamily="49" charset="-122"/>
                  <a:cs typeface="Times New Roman" pitchFamily="18" charset="0"/>
                  <a:sym typeface="Symbol" pitchFamily="18" charset="2"/>
                </a:rPr>
                <a:t>addtype</a:t>
              </a:r>
              <a:r>
                <a:rPr kumimoji="1" lang="en-US" altLang="zh-CN" sz="2000" dirty="0">
                  <a:latin typeface="Times New Roman" pitchFamily="18" charset="0"/>
                  <a:ea typeface="楷体_GB2312" pitchFamily="49" charset="-122"/>
                  <a:cs typeface="Times New Roman" pitchFamily="18" charset="0"/>
                  <a:sym typeface="Symbol" pitchFamily="18" charset="2"/>
                </a:rPr>
                <a:t>(</a:t>
              </a:r>
              <a:r>
                <a:rPr kumimoji="1" lang="en-US" altLang="zh-CN" sz="2000" dirty="0" err="1">
                  <a:latin typeface="Times New Roman" pitchFamily="18" charset="0"/>
                  <a:ea typeface="楷体_GB2312" pitchFamily="49" charset="-122"/>
                  <a:cs typeface="Times New Roman" pitchFamily="18" charset="0"/>
                  <a:sym typeface="Symbol" pitchFamily="18" charset="2"/>
                </a:rPr>
                <a:t>id</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lexeme</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L</a:t>
              </a:r>
              <a:r>
                <a:rPr lang="en-US" altLang="zh-CN" sz="2000" i="1"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sym typeface="Symbol" pitchFamily="18" charset="2"/>
                </a:rPr>
                <a:t>in</a:t>
              </a:r>
              <a:r>
                <a:rPr kumimoji="1" lang="en-US" altLang="zh-CN" sz="2000" dirty="0">
                  <a:latin typeface="Times New Roman" pitchFamily="18" charset="0"/>
                  <a:ea typeface="楷体_GB2312" pitchFamily="49" charset="-122"/>
                  <a:cs typeface="Times New Roman" pitchFamily="18" charset="0"/>
                  <a:sym typeface="Symbol" pitchFamily="18" charset="2"/>
                </a:rPr>
                <a:t>)</a:t>
              </a:r>
            </a:p>
          </p:txBody>
        </p:sp>
        <p:sp>
          <p:nvSpPr>
            <p:cNvPr id="63519" name="Line 7">
              <a:extLst>
                <a:ext uri="{FF2B5EF4-FFF2-40B4-BE49-F238E27FC236}">
                  <a16:creationId xmlns:a16="http://schemas.microsoft.com/office/drawing/2014/main" id="{E4815AE2-27D7-490E-9A2D-4C76D48455D9}"/>
                </a:ext>
              </a:extLst>
            </p:cNvPr>
            <p:cNvSpPr>
              <a:spLocks noChangeShapeType="1"/>
            </p:cNvSpPr>
            <p:nvPr/>
          </p:nvSpPr>
          <p:spPr bwMode="auto">
            <a:xfrm>
              <a:off x="303213" y="1522413"/>
              <a:ext cx="4581525"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cxnSp>
          <p:nvCxnSpPr>
            <p:cNvPr id="63520" name="直接连接符 4">
              <a:extLst>
                <a:ext uri="{FF2B5EF4-FFF2-40B4-BE49-F238E27FC236}">
                  <a16:creationId xmlns:a16="http://schemas.microsoft.com/office/drawing/2014/main" id="{F0995025-2635-4038-90C3-AC3FEC7487D8}"/>
                </a:ext>
              </a:extLst>
            </p:cNvPr>
            <p:cNvCxnSpPr>
              <a:cxnSpLocks noChangeShapeType="1"/>
            </p:cNvCxnSpPr>
            <p:nvPr/>
          </p:nvCxnSpPr>
          <p:spPr bwMode="auto">
            <a:xfrm>
              <a:off x="2086261" y="1211262"/>
              <a:ext cx="0" cy="2524892"/>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sp>
        <p:nvSpPr>
          <p:cNvPr id="63516" name="矩形 76">
            <a:extLst>
              <a:ext uri="{FF2B5EF4-FFF2-40B4-BE49-F238E27FC236}">
                <a16:creationId xmlns:a16="http://schemas.microsoft.com/office/drawing/2014/main" id="{3F9C24EF-D0CC-427D-B328-0CC7E4B14076}"/>
              </a:ext>
            </a:extLst>
          </p:cNvPr>
          <p:cNvSpPr>
            <a:spLocks noChangeArrowheads="1"/>
          </p:cNvSpPr>
          <p:nvPr/>
        </p:nvSpPr>
        <p:spPr bwMode="auto">
          <a:xfrm>
            <a:off x="323850" y="4040188"/>
            <a:ext cx="23780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kumimoji="1" lang="zh-CN" altLang="en-US" sz="2000" dirty="0">
                <a:solidFill>
                  <a:srgbClr val="2D83F4"/>
                </a:solidFill>
                <a:latin typeface="华文楷体" panose="02010600040101010101" pitchFamily="2" charset="-122"/>
                <a:ea typeface="华文楷体" panose="02010600040101010101" pitchFamily="2" charset="-122"/>
              </a:rPr>
              <a:t>输入</a:t>
            </a:r>
            <a:r>
              <a:rPr kumimoji="1" lang="zh-CN" altLang="en-US" sz="2000" dirty="0">
                <a:solidFill>
                  <a:srgbClr val="2D83F4"/>
                </a:solidFill>
                <a:latin typeface="Times New Roman" panose="02020603050405020304" pitchFamily="18" charset="0"/>
              </a:rPr>
              <a:t>：</a:t>
            </a:r>
          </a:p>
          <a:p>
            <a:pPr eaLnBrk="1" hangingPunct="1">
              <a:spcBef>
                <a:spcPct val="20000"/>
              </a:spcBef>
            </a:pPr>
            <a:r>
              <a:rPr kumimoji="1" lang="en-US" altLang="zh-CN" sz="2000" dirty="0">
                <a:latin typeface="Times New Roman" pitchFamily="18" charset="0"/>
                <a:ea typeface="楷体_GB2312" pitchFamily="49" charset="-122"/>
                <a:cs typeface="Times New Roman" pitchFamily="18" charset="0"/>
                <a:sym typeface="Symbol" pitchFamily="18" charset="2"/>
              </a:rPr>
              <a:t>float</a:t>
            </a:r>
            <a:r>
              <a:rPr kumimoji="1" lang="en-US" altLang="zh-CN" sz="2000" i="1" dirty="0">
                <a:latin typeface="Times New Roman" panose="02020603050405020304" pitchFamily="18" charset="0"/>
                <a:ea typeface="楷体_GB2312" pitchFamily="49" charset="-122"/>
                <a:cs typeface="Times New Roman" panose="02020603050405020304" pitchFamily="18" charset="0"/>
              </a:rPr>
              <a:t> a</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b </a:t>
            </a:r>
            <a:r>
              <a:rPr kumimoji="1" lang="en-US" altLang="zh-CN" sz="2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c</a:t>
            </a:r>
            <a:endParaRPr kumimoji="1" lang="en-US" altLang="zh-CN" sz="2000" i="1" baseline="-25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cxnSp>
        <p:nvCxnSpPr>
          <p:cNvPr id="78" name="直接连接符 77">
            <a:extLst>
              <a:ext uri="{FF2B5EF4-FFF2-40B4-BE49-F238E27FC236}">
                <a16:creationId xmlns:a16="http://schemas.microsoft.com/office/drawing/2014/main" id="{BCD5BA5E-CE74-4692-820F-98CD6D52D1B9}"/>
              </a:ext>
            </a:extLst>
          </p:cNvPr>
          <p:cNvCxnSpPr/>
          <p:nvPr/>
        </p:nvCxnSpPr>
        <p:spPr>
          <a:xfrm>
            <a:off x="830263" y="1501775"/>
            <a:ext cx="0" cy="25098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77B9B825-C54F-4345-9D03-8F686D39E9DC}"/>
              </a:ext>
            </a:extLst>
          </p:cNvPr>
          <p:cNvSpPr>
            <a:spLocks noGrp="1"/>
          </p:cNvSpPr>
          <p:nvPr>
            <p:ph type="sldNum" sz="quarter" idx="10"/>
          </p:nvPr>
        </p:nvSpPr>
        <p:spPr/>
        <p:txBody>
          <a:bodyPr/>
          <a:lstStyle/>
          <a:p>
            <a:pPr>
              <a:defRPr/>
            </a:pPr>
            <a:fld id="{8E104948-B687-4A74-87EB-9097C047E113}" type="slidenum">
              <a:rPr lang="zh-CN" altLang="en-US" smtClean="0"/>
              <a:pPr>
                <a:defRPr/>
              </a:pPr>
              <a:t>21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0763">
                                            <p:bg/>
                                          </p:spTgt>
                                        </p:tgtEl>
                                        <p:attrNameLst>
                                          <p:attrName>style.visibility</p:attrName>
                                        </p:attrNameLst>
                                      </p:cBhvr>
                                      <p:to>
                                        <p:strVal val="visible"/>
                                      </p:to>
                                    </p:set>
                                    <p:anim calcmode="lin" valueType="num">
                                      <p:cBhvr>
                                        <p:cTn id="7" dur="500" fill="hold"/>
                                        <p:tgtEl>
                                          <p:spTgt spid="30763">
                                            <p:bg/>
                                          </p:spTgt>
                                        </p:tgtEl>
                                        <p:attrNameLst>
                                          <p:attrName>ppt_w</p:attrName>
                                        </p:attrNameLst>
                                      </p:cBhvr>
                                      <p:tavLst>
                                        <p:tav tm="0">
                                          <p:val>
                                            <p:fltVal val="0"/>
                                          </p:val>
                                        </p:tav>
                                        <p:tav tm="100000">
                                          <p:val>
                                            <p:strVal val="#ppt_w"/>
                                          </p:val>
                                        </p:tav>
                                      </p:tavLst>
                                    </p:anim>
                                    <p:anim calcmode="lin" valueType="num">
                                      <p:cBhvr>
                                        <p:cTn id="8" dur="500" fill="hold"/>
                                        <p:tgtEl>
                                          <p:spTgt spid="30763">
                                            <p:bg/>
                                          </p:spTgt>
                                        </p:tgtEl>
                                        <p:attrNameLst>
                                          <p:attrName>ppt_h</p:attrName>
                                        </p:attrNameLst>
                                      </p:cBhvr>
                                      <p:tavLst>
                                        <p:tav tm="0">
                                          <p:val>
                                            <p:fltVal val="0"/>
                                          </p:val>
                                        </p:tav>
                                        <p:tav tm="100000">
                                          <p:val>
                                            <p:strVal val="#ppt_h"/>
                                          </p:val>
                                        </p:tav>
                                      </p:tavLst>
                                    </p:anim>
                                    <p:animEffect transition="in" filter="fade">
                                      <p:cBhvr>
                                        <p:cTn id="9" dur="500"/>
                                        <p:tgtEl>
                                          <p:spTgt spid="30763">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0763">
                                            <p:txEl>
                                              <p:pRg st="0" end="0"/>
                                            </p:txEl>
                                          </p:spTgt>
                                        </p:tgtEl>
                                        <p:attrNameLst>
                                          <p:attrName>style.visibility</p:attrName>
                                        </p:attrNameLst>
                                      </p:cBhvr>
                                      <p:to>
                                        <p:strVal val="visible"/>
                                      </p:to>
                                    </p:set>
                                    <p:anim calcmode="lin" valueType="num">
                                      <p:cBhvr>
                                        <p:cTn id="12" dur="500" fill="hold"/>
                                        <p:tgtEl>
                                          <p:spTgt spid="3076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076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0763">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0763">
                                            <p:txEl>
                                              <p:pRg st="1" end="1"/>
                                            </p:txEl>
                                          </p:spTgt>
                                        </p:tgtEl>
                                        <p:attrNameLst>
                                          <p:attrName>style.visibility</p:attrName>
                                        </p:attrNameLst>
                                      </p:cBhvr>
                                      <p:to>
                                        <p:strVal val="visible"/>
                                      </p:to>
                                    </p:set>
                                    <p:anim calcmode="lin" valueType="num">
                                      <p:cBhvr>
                                        <p:cTn id="17" dur="500" fill="hold"/>
                                        <p:tgtEl>
                                          <p:spTgt spid="30763">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30763">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30763">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0" fill="hold" nodeType="click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p:cTn id="31" dur="500" fill="hold"/>
                                        <p:tgtEl>
                                          <p:spTgt spid="47"/>
                                        </p:tgtEl>
                                        <p:attrNameLst>
                                          <p:attrName>ppt_w</p:attrName>
                                        </p:attrNameLst>
                                      </p:cBhvr>
                                      <p:tavLst>
                                        <p:tav tm="0">
                                          <p:val>
                                            <p:fltVal val="0"/>
                                          </p:val>
                                        </p:tav>
                                        <p:tav tm="100000">
                                          <p:val>
                                            <p:strVal val="#ppt_w"/>
                                          </p:val>
                                        </p:tav>
                                      </p:tavLst>
                                    </p:anim>
                                    <p:anim calcmode="lin" valueType="num">
                                      <p:cBhvr>
                                        <p:cTn id="32" dur="500" fill="hold"/>
                                        <p:tgtEl>
                                          <p:spTgt spid="47"/>
                                        </p:tgtEl>
                                        <p:attrNameLst>
                                          <p:attrName>ppt_h</p:attrName>
                                        </p:attrNameLst>
                                      </p:cBhvr>
                                      <p:tavLst>
                                        <p:tav tm="0">
                                          <p:val>
                                            <p:fltVal val="0"/>
                                          </p:val>
                                        </p:tav>
                                        <p:tav tm="100000">
                                          <p:val>
                                            <p:strVal val="#ppt_h"/>
                                          </p:val>
                                        </p:tav>
                                      </p:tavLst>
                                    </p:anim>
                                    <p:animEffect transition="in" filter="fade">
                                      <p:cBhvr>
                                        <p:cTn id="33" dur="500"/>
                                        <p:tgtEl>
                                          <p:spTgt spid="4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0" fill="hold" nodeType="clickEffect">
                                  <p:stCondLst>
                                    <p:cond delay="0"/>
                                  </p:stCondLst>
                                  <p:childTnLst>
                                    <p:set>
                                      <p:cBhvr>
                                        <p:cTn id="37" dur="1" fill="hold">
                                          <p:stCondLst>
                                            <p:cond delay="0"/>
                                          </p:stCondLst>
                                        </p:cTn>
                                        <p:tgtEl>
                                          <p:spTgt spid="50"/>
                                        </p:tgtEl>
                                        <p:attrNameLst>
                                          <p:attrName>style.visibility</p:attrName>
                                        </p:attrNameLst>
                                      </p:cBhvr>
                                      <p:to>
                                        <p:strVal val="visible"/>
                                      </p:to>
                                    </p:set>
                                    <p:anim calcmode="lin" valueType="num">
                                      <p:cBhvr>
                                        <p:cTn id="38" dur="500" fill="hold"/>
                                        <p:tgtEl>
                                          <p:spTgt spid="50"/>
                                        </p:tgtEl>
                                        <p:attrNameLst>
                                          <p:attrName>ppt_w</p:attrName>
                                        </p:attrNameLst>
                                      </p:cBhvr>
                                      <p:tavLst>
                                        <p:tav tm="0">
                                          <p:val>
                                            <p:fltVal val="0"/>
                                          </p:val>
                                        </p:tav>
                                        <p:tav tm="100000">
                                          <p:val>
                                            <p:strVal val="#ppt_w"/>
                                          </p:val>
                                        </p:tav>
                                      </p:tavLst>
                                    </p:anim>
                                    <p:anim calcmode="lin" valueType="num">
                                      <p:cBhvr>
                                        <p:cTn id="39" dur="500" fill="hold"/>
                                        <p:tgtEl>
                                          <p:spTgt spid="50"/>
                                        </p:tgtEl>
                                        <p:attrNameLst>
                                          <p:attrName>ppt_h</p:attrName>
                                        </p:attrNameLst>
                                      </p:cBhvr>
                                      <p:tavLst>
                                        <p:tav tm="0">
                                          <p:val>
                                            <p:fltVal val="0"/>
                                          </p:val>
                                        </p:tav>
                                        <p:tav tm="100000">
                                          <p:val>
                                            <p:strVal val="#ppt_h"/>
                                          </p:val>
                                        </p:tav>
                                      </p:tavLst>
                                    </p:anim>
                                    <p:animEffect transition="in" filter="fade">
                                      <p:cBhvr>
                                        <p:cTn id="40" dur="500"/>
                                        <p:tgtEl>
                                          <p:spTgt spid="5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0" fill="hold" nodeType="clickEffect">
                                  <p:stCondLst>
                                    <p:cond delay="0"/>
                                  </p:stCondLst>
                                  <p:childTnLst>
                                    <p:set>
                                      <p:cBhvr>
                                        <p:cTn id="44" dur="1" fill="hold">
                                          <p:stCondLst>
                                            <p:cond delay="0"/>
                                          </p:stCondLst>
                                        </p:cTn>
                                        <p:tgtEl>
                                          <p:spTgt spid="30763">
                                            <p:txEl>
                                              <p:pRg st="2" end="2"/>
                                            </p:txEl>
                                          </p:spTgt>
                                        </p:tgtEl>
                                        <p:attrNameLst>
                                          <p:attrName>style.visibility</p:attrName>
                                        </p:attrNameLst>
                                      </p:cBhvr>
                                      <p:to>
                                        <p:strVal val="visible"/>
                                      </p:to>
                                    </p:set>
                                    <p:anim calcmode="lin" valueType="num">
                                      <p:cBhvr>
                                        <p:cTn id="45" dur="500" fill="hold"/>
                                        <p:tgtEl>
                                          <p:spTgt spid="30763">
                                            <p:txEl>
                                              <p:pRg st="2" end="2"/>
                                            </p:txEl>
                                          </p:spTgt>
                                        </p:tgtEl>
                                        <p:attrNameLst>
                                          <p:attrName>ppt_w</p:attrName>
                                        </p:attrNameLst>
                                      </p:cBhvr>
                                      <p:tavLst>
                                        <p:tav tm="0">
                                          <p:val>
                                            <p:fltVal val="0"/>
                                          </p:val>
                                        </p:tav>
                                        <p:tav tm="100000">
                                          <p:val>
                                            <p:strVal val="#ppt_w"/>
                                          </p:val>
                                        </p:tav>
                                      </p:tavLst>
                                    </p:anim>
                                    <p:anim calcmode="lin" valueType="num">
                                      <p:cBhvr>
                                        <p:cTn id="46" dur="500" fill="hold"/>
                                        <p:tgtEl>
                                          <p:spTgt spid="30763">
                                            <p:txEl>
                                              <p:pRg st="2" end="2"/>
                                            </p:txEl>
                                          </p:spTgt>
                                        </p:tgtEl>
                                        <p:attrNameLst>
                                          <p:attrName>ppt_h</p:attrName>
                                        </p:attrNameLst>
                                      </p:cBhvr>
                                      <p:tavLst>
                                        <p:tav tm="0">
                                          <p:val>
                                            <p:fltVal val="0"/>
                                          </p:val>
                                        </p:tav>
                                        <p:tav tm="100000">
                                          <p:val>
                                            <p:strVal val="#ppt_h"/>
                                          </p:val>
                                        </p:tav>
                                      </p:tavLst>
                                    </p:anim>
                                    <p:animEffect transition="in" filter="fade">
                                      <p:cBhvr>
                                        <p:cTn id="47" dur="500"/>
                                        <p:tgtEl>
                                          <p:spTgt spid="307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3" grpId="0" build="allAtOnce"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内容占位符 2">
            <a:extLst>
              <a:ext uri="{FF2B5EF4-FFF2-40B4-BE49-F238E27FC236}">
                <a16:creationId xmlns:a16="http://schemas.microsoft.com/office/drawing/2014/main" id="{F054759E-6649-444F-B9B9-8FACDB3BD703}"/>
              </a:ext>
            </a:extLst>
          </p:cNvPr>
          <p:cNvSpPr txBox="1">
            <a:spLocks/>
          </p:cNvSpPr>
          <p:nvPr/>
        </p:nvSpPr>
        <p:spPr bwMode="auto">
          <a:xfrm>
            <a:off x="468313" y="915988"/>
            <a:ext cx="5286375"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1427" tIns="25714" rIns="51427" bIns="25714"/>
          <a:lstStyle>
            <a:lvl1pPr marL="271463" indent="-271463">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20000"/>
              </a:spcBef>
              <a:buSzPct val="100000"/>
              <a:buFont typeface="Wingdings" panose="05000000000000000000" pitchFamily="2" charset="2"/>
              <a:buChar char="Ø"/>
            </a:pP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如果分析树的</a:t>
            </a:r>
            <a:r>
              <a:rPr lang="zh-CN" altLang="en-US"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依赖图有回路</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，表明属性间存在</a:t>
            </a:r>
            <a:r>
              <a:rPr lang="zh-CN" altLang="en-US"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循环依赖关系</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，就</a:t>
            </a:r>
            <a:r>
              <a:rPr lang="zh-CN" altLang="en-US"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不存在</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一个</a:t>
            </a:r>
            <a:r>
              <a:rPr lang="zh-CN" altLang="en-US"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拓扑排序</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来对所有属性进行求值。</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spcBef>
                <a:spcPts val="450"/>
              </a:spcBef>
              <a:buFont typeface="Wingdings" panose="05000000000000000000" pitchFamily="2" charset="2"/>
              <a:buChar char="Ø"/>
            </a:pP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从计算的角度看，给定一个</a:t>
            </a:r>
            <a:r>
              <a:rPr lang="en-US" altLang="zh-CN" sz="2400" b="0" i="1" dirty="0">
                <a:latin typeface="Times New Roman" panose="02020603050405020304" pitchFamily="18" charset="0"/>
                <a:ea typeface="华文楷体" panose="02010600040101010101" pitchFamily="2" charset="-122"/>
                <a:cs typeface="Times New Roman" panose="02020603050405020304" pitchFamily="18" charset="0"/>
              </a:rPr>
              <a:t>SDD</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很难确定是否存在</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某棵语法分析树使得属性间存在</a:t>
            </a:r>
            <a:r>
              <a:rPr lang="zh-CN" altLang="en-US"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循环依赖关系</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spcBef>
                <a:spcPts val="450"/>
              </a:spcBef>
              <a:buFont typeface="Wingdings" panose="05000000000000000000" pitchFamily="2" charset="2"/>
              <a:buChar char="Ø"/>
            </a:pP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幸运的是，存在</a:t>
            </a:r>
            <a:r>
              <a:rPr lang="en-US" altLang="zh-CN" sz="2400" b="0" i="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SDD</a:t>
            </a:r>
            <a:r>
              <a:rPr lang="zh-CN" altLang="en-US"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的有用子类</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，它们能够</a:t>
            </a:r>
            <a:r>
              <a:rPr lang="zh-CN" altLang="en-US"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保证</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对每棵语法分析树都</a:t>
            </a:r>
            <a:r>
              <a:rPr lang="zh-CN" altLang="en-US"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存在一个求值顺序</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，因为它们不允许产生带有回路的依赖图。</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5539" name="标题 20">
            <a:extLst>
              <a:ext uri="{FF2B5EF4-FFF2-40B4-BE49-F238E27FC236}">
                <a16:creationId xmlns:a16="http://schemas.microsoft.com/office/drawing/2014/main" id="{6565DA42-C2B6-44EB-ADBB-876E19E60AFB}"/>
              </a:ext>
            </a:extLst>
          </p:cNvPr>
          <p:cNvSpPr>
            <a:spLocks noGrp="1"/>
          </p:cNvSpPr>
          <p:nvPr>
            <p:ph type="title"/>
          </p:nvPr>
        </p:nvSpPr>
        <p:spPr>
          <a:xfrm>
            <a:off x="755650" y="268288"/>
            <a:ext cx="7931150" cy="358775"/>
          </a:xfrm>
        </p:spPr>
        <p:txBody>
          <a:bodyPr/>
          <a:lstStyle/>
          <a:p>
            <a:r>
              <a:rPr lang="zh-CN" altLang="en-US"/>
              <a:t>有回路的依赖图</a:t>
            </a:r>
          </a:p>
        </p:txBody>
      </p:sp>
      <p:grpSp>
        <p:nvGrpSpPr>
          <p:cNvPr id="3" name="组合 23">
            <a:extLst>
              <a:ext uri="{FF2B5EF4-FFF2-40B4-BE49-F238E27FC236}">
                <a16:creationId xmlns:a16="http://schemas.microsoft.com/office/drawing/2014/main" id="{0CB9BAEF-EABB-4576-9AA5-F7B80F4C81ED}"/>
              </a:ext>
            </a:extLst>
          </p:cNvPr>
          <p:cNvGrpSpPr>
            <a:grpSpLocks/>
          </p:cNvGrpSpPr>
          <p:nvPr/>
        </p:nvGrpSpPr>
        <p:grpSpPr bwMode="auto">
          <a:xfrm>
            <a:off x="5984875" y="987425"/>
            <a:ext cx="2690813" cy="1196975"/>
            <a:chOff x="1571634" y="2691944"/>
            <a:chExt cx="2857490" cy="1407050"/>
          </a:xfrm>
        </p:grpSpPr>
        <p:sp>
          <p:nvSpPr>
            <p:cNvPr id="17" name="Rectangle 6">
              <a:extLst>
                <a:ext uri="{FF2B5EF4-FFF2-40B4-BE49-F238E27FC236}">
                  <a16:creationId xmlns:a16="http://schemas.microsoft.com/office/drawing/2014/main" id="{6D513E96-8DF8-45BE-B69D-18169D96CE6A}"/>
                </a:ext>
              </a:extLst>
            </p:cNvPr>
            <p:cNvSpPr>
              <a:spLocks noChangeArrowheads="1"/>
            </p:cNvSpPr>
            <p:nvPr/>
          </p:nvSpPr>
          <p:spPr bwMode="auto">
            <a:xfrm>
              <a:off x="1571634" y="2691944"/>
              <a:ext cx="2857490" cy="1407050"/>
            </a:xfrm>
            <a:prstGeom prst="rect">
              <a:avLst/>
            </a:prstGeom>
            <a:solidFill>
              <a:schemeClr val="accent2">
                <a:lumMod val="40000"/>
                <a:lumOff val="60000"/>
              </a:schemeClr>
            </a:solidFill>
            <a:ln w="12700">
              <a:solidFill>
                <a:schemeClr val="tx1"/>
              </a:solidFill>
              <a:miter lim="800000"/>
              <a:headEnd/>
              <a:tailEnd type="none" w="lg" len="lg"/>
            </a:ln>
          </p:spPr>
          <p:txBody>
            <a:bodyPr lIns="50625" tIns="26325" rIns="50625" bIns="26325" anchor="b" anchorCtr="1">
              <a:spAutoFit/>
            </a:bodyPr>
            <a:lstStyle/>
            <a:p>
              <a:pPr eaLnBrk="1" hangingPunct="1">
                <a:lnSpc>
                  <a:spcPct val="150000"/>
                </a:lnSpc>
                <a:spcBef>
                  <a:spcPct val="50000"/>
                </a:spcBef>
                <a:defRPr/>
              </a:pPr>
              <a:r>
                <a:rPr kumimoji="1" lang="zh-CN" altLang="en-US" sz="2000" dirty="0">
                  <a:latin typeface="楷体" pitchFamily="49" charset="-122"/>
                  <a:ea typeface="楷体" pitchFamily="49" charset="-122"/>
                  <a:cs typeface="Times New Roman" pitchFamily="18" charset="0"/>
                </a:rPr>
                <a:t>产生式   语义规则</a:t>
              </a:r>
            </a:p>
            <a:p>
              <a:pPr eaLnBrk="1" hangingPunct="1">
                <a:lnSpc>
                  <a:spcPts val="1425"/>
                </a:lnSpc>
                <a:spcBef>
                  <a:spcPct val="50000"/>
                </a:spcBef>
                <a:defRPr/>
              </a:pPr>
              <a:r>
                <a:rPr kumimoji="1" lang="en-US" altLang="zh-CN" sz="2000" i="1" dirty="0">
                  <a:latin typeface="Times New Roman" pitchFamily="18" charset="0"/>
                  <a:ea typeface="楷体_GB2312" pitchFamily="49" charset="-122"/>
                  <a:cs typeface="Times New Roman" pitchFamily="18" charset="0"/>
                </a:rPr>
                <a:t> A</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B	</a:t>
              </a:r>
              <a:r>
                <a:rPr kumimoji="1" lang="en-US" altLang="zh-CN" sz="2000" i="1" dirty="0">
                  <a:latin typeface="Times New Roman" pitchFamily="18" charset="0"/>
                  <a:ea typeface="楷体_GB2312" pitchFamily="49" charset="-122"/>
                  <a:cs typeface="Times New Roman" pitchFamily="18" charset="0"/>
                </a:rPr>
                <a:t>     A</a:t>
              </a:r>
              <a:r>
                <a:rPr lang="en-US" altLang="zh-CN" sz="2000" i="1" dirty="0">
                  <a:latin typeface="Times New Roman" pitchFamily="18" charset="0"/>
                  <a:ea typeface="楷体_GB2312" pitchFamily="49" charset="-122"/>
                  <a:cs typeface="Times New Roman" pitchFamily="18" charset="0"/>
                </a:rPr>
                <a:t>.s</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err="1">
                  <a:latin typeface="Times New Roman" pitchFamily="18" charset="0"/>
                  <a:ea typeface="楷体_GB2312" pitchFamily="49" charset="-122"/>
                  <a:cs typeface="Times New Roman" pitchFamily="18" charset="0"/>
                </a:rPr>
                <a:t>B</a:t>
              </a:r>
              <a:r>
                <a:rPr lang="en-US" altLang="zh-CN" sz="2000" i="1" dirty="0" err="1">
                  <a:latin typeface="Times New Roman" pitchFamily="18" charset="0"/>
                  <a:ea typeface="楷体_GB2312" pitchFamily="49" charset="-122"/>
                  <a:cs typeface="Times New Roman" pitchFamily="18" charset="0"/>
                </a:rPr>
                <a:t>.</a:t>
              </a:r>
              <a:r>
                <a:rPr kumimoji="1" lang="en-US" altLang="zh-CN" sz="2000" i="1" dirty="0" err="1">
                  <a:latin typeface="Times New Roman" pitchFamily="18" charset="0"/>
                  <a:ea typeface="楷体_GB2312" pitchFamily="49" charset="-122"/>
                  <a:cs typeface="Times New Roman" pitchFamily="18" charset="0"/>
                  <a:sym typeface="Symbol" pitchFamily="18" charset="2"/>
                </a:rPr>
                <a:t>i</a:t>
              </a:r>
              <a:endParaRPr kumimoji="1" lang="en-US" altLang="zh-CN" sz="2000" dirty="0">
                <a:latin typeface="Times New Roman" pitchFamily="18" charset="0"/>
                <a:ea typeface="楷体_GB2312" pitchFamily="49" charset="-122"/>
                <a:cs typeface="Times New Roman" pitchFamily="18" charset="0"/>
                <a:sym typeface="Symbol" pitchFamily="18" charset="2"/>
              </a:endParaRPr>
            </a:p>
            <a:p>
              <a:pPr eaLnBrk="1" hangingPunct="1">
                <a:lnSpc>
                  <a:spcPts val="1425"/>
                </a:lnSpc>
                <a:spcBef>
                  <a:spcPct val="50000"/>
                </a:spcBef>
                <a:defRPr/>
              </a:pPr>
              <a:r>
                <a:rPr kumimoji="1" lang="en-US" altLang="zh-CN" sz="2000" i="1"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latin typeface="Times New Roman" pitchFamily="18" charset="0"/>
                  <a:ea typeface="楷体_GB2312" pitchFamily="49" charset="-122"/>
                  <a:cs typeface="Times New Roman" pitchFamily="18" charset="0"/>
                  <a:sym typeface="Symbol" pitchFamily="18" charset="2"/>
                </a:rPr>
                <a:t>B</a:t>
              </a:r>
              <a:r>
                <a:rPr lang="en-US" altLang="zh-CN" sz="2000" i="1" dirty="0" err="1">
                  <a:latin typeface="Times New Roman" pitchFamily="18" charset="0"/>
                  <a:ea typeface="楷体_GB2312" pitchFamily="49" charset="-122"/>
                  <a:cs typeface="Times New Roman" pitchFamily="18" charset="0"/>
                </a:rPr>
                <a:t>.i</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A</a:t>
              </a:r>
              <a:r>
                <a:rPr lang="en-US" altLang="zh-CN" sz="2000" i="1" dirty="0">
                  <a:latin typeface="Times New Roman" pitchFamily="18" charset="0"/>
                  <a:ea typeface="楷体_GB2312" pitchFamily="49" charset="-122"/>
                  <a:cs typeface="Times New Roman" pitchFamily="18" charset="0"/>
                </a:rPr>
                <a:t>.s</a:t>
              </a:r>
              <a:r>
                <a:rPr kumimoji="1" lang="en-US" altLang="zh-CN" sz="2000" i="1" dirty="0">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1</a:t>
              </a:r>
              <a:endParaRPr kumimoji="1" lang="en-US" altLang="zh-CN" sz="2000" i="1" dirty="0">
                <a:latin typeface="Times New Roman" pitchFamily="18" charset="0"/>
                <a:ea typeface="楷体_GB2312" pitchFamily="49" charset="-122"/>
                <a:cs typeface="Times New Roman" pitchFamily="18" charset="0"/>
                <a:sym typeface="Symbol" pitchFamily="18" charset="2"/>
              </a:endParaRPr>
            </a:p>
          </p:txBody>
        </p:sp>
        <p:sp>
          <p:nvSpPr>
            <p:cNvPr id="65556" name="Line 7">
              <a:extLst>
                <a:ext uri="{FF2B5EF4-FFF2-40B4-BE49-F238E27FC236}">
                  <a16:creationId xmlns:a16="http://schemas.microsoft.com/office/drawing/2014/main" id="{BF3D2CF5-A378-43FE-B4D6-7DDA84DC34AA}"/>
                </a:ext>
              </a:extLst>
            </p:cNvPr>
            <p:cNvSpPr>
              <a:spLocks noChangeShapeType="1"/>
            </p:cNvSpPr>
            <p:nvPr/>
          </p:nvSpPr>
          <p:spPr bwMode="auto">
            <a:xfrm flipV="1">
              <a:off x="1577012" y="3361375"/>
              <a:ext cx="2840027"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50625" tIns="26325" rIns="50625" bIns="26325" anchor="ctr">
              <a:spAutoFit/>
            </a:bodyPr>
            <a:lstStyle/>
            <a:p>
              <a:endParaRPr lang="zh-CN" altLang="en-US"/>
            </a:p>
          </p:txBody>
        </p:sp>
        <p:cxnSp>
          <p:nvCxnSpPr>
            <p:cNvPr id="65557" name="直接连接符 4">
              <a:extLst>
                <a:ext uri="{FF2B5EF4-FFF2-40B4-BE49-F238E27FC236}">
                  <a16:creationId xmlns:a16="http://schemas.microsoft.com/office/drawing/2014/main" id="{D1798E62-DA1B-4316-B46B-6FC2ED646AA6}"/>
                </a:ext>
              </a:extLst>
            </p:cNvPr>
            <p:cNvCxnSpPr>
              <a:cxnSpLocks noChangeShapeType="1"/>
            </p:cNvCxnSpPr>
            <p:nvPr/>
          </p:nvCxnSpPr>
          <p:spPr bwMode="auto">
            <a:xfrm>
              <a:off x="2643175" y="2691944"/>
              <a:ext cx="0" cy="1380003"/>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9" name="组合 18">
            <a:extLst>
              <a:ext uri="{FF2B5EF4-FFF2-40B4-BE49-F238E27FC236}">
                <a16:creationId xmlns:a16="http://schemas.microsoft.com/office/drawing/2014/main" id="{9FF14EF5-339F-4A81-90D8-6BA8E8F3E758}"/>
              </a:ext>
            </a:extLst>
          </p:cNvPr>
          <p:cNvGrpSpPr>
            <a:grpSpLocks/>
          </p:cNvGrpSpPr>
          <p:nvPr/>
        </p:nvGrpSpPr>
        <p:grpSpPr bwMode="auto">
          <a:xfrm>
            <a:off x="6269848" y="2454213"/>
            <a:ext cx="2114550" cy="2151187"/>
            <a:chOff x="6312162" y="2355050"/>
            <a:chExt cx="2114645" cy="2151759"/>
          </a:xfrm>
        </p:grpSpPr>
        <p:cxnSp>
          <p:nvCxnSpPr>
            <p:cNvPr id="15" name="直接连接符 14">
              <a:extLst>
                <a:ext uri="{FF2B5EF4-FFF2-40B4-BE49-F238E27FC236}">
                  <a16:creationId xmlns:a16="http://schemas.microsoft.com/office/drawing/2014/main" id="{5589D5DD-B5D2-4071-9F07-FE9F570831B7}"/>
                </a:ext>
              </a:extLst>
            </p:cNvPr>
            <p:cNvCxnSpPr>
              <a:cxnSpLocks/>
            </p:cNvCxnSpPr>
            <p:nvPr/>
          </p:nvCxnSpPr>
          <p:spPr bwMode="auto">
            <a:xfrm flipV="1">
              <a:off x="6917027" y="2355050"/>
              <a:ext cx="0" cy="121964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5544" name="矩形 10">
              <a:extLst>
                <a:ext uri="{FF2B5EF4-FFF2-40B4-BE49-F238E27FC236}">
                  <a16:creationId xmlns:a16="http://schemas.microsoft.com/office/drawing/2014/main" id="{B63EE2D7-5FE0-4FB8-B5D9-5229EA626569}"/>
                </a:ext>
              </a:extLst>
            </p:cNvPr>
            <p:cNvSpPr>
              <a:spLocks noChangeArrowheads="1"/>
            </p:cNvSpPr>
            <p:nvPr/>
          </p:nvSpPr>
          <p:spPr bwMode="auto">
            <a:xfrm>
              <a:off x="7519869" y="2567406"/>
              <a:ext cx="587020"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en-US" altLang="zh-CN" sz="2400" i="1" dirty="0">
                  <a:latin typeface="Times New Roman" panose="02020603050405020304" pitchFamily="18" charset="0"/>
                  <a:ea typeface="楷体_GB2312" pitchFamily="49" charset="-122"/>
                  <a:cs typeface="Times New Roman" panose="02020603050405020304" pitchFamily="18" charset="0"/>
                </a:rPr>
                <a:t>A</a:t>
              </a:r>
              <a:r>
                <a:rPr lang="en-US" altLang="zh-CN" sz="2400" i="1" dirty="0">
                  <a:latin typeface="Times New Roman" panose="02020603050405020304" pitchFamily="18" charset="0"/>
                  <a:ea typeface="楷体_GB2312" pitchFamily="49" charset="-122"/>
                  <a:cs typeface="Times New Roman" panose="02020603050405020304" pitchFamily="18" charset="0"/>
                </a:rPr>
                <a:t>.s</a:t>
              </a:r>
              <a:endParaRPr lang="zh-CN" altLang="en-US" sz="2400" dirty="0">
                <a:ea typeface="楷体_GB2312" pitchFamily="49" charset="-122"/>
                <a:cs typeface="Times New Roman" panose="02020603050405020304" pitchFamily="18" charset="0"/>
              </a:endParaRPr>
            </a:p>
          </p:txBody>
        </p:sp>
        <p:sp>
          <p:nvSpPr>
            <p:cNvPr id="65545" name="矩形 11">
              <a:extLst>
                <a:ext uri="{FF2B5EF4-FFF2-40B4-BE49-F238E27FC236}">
                  <a16:creationId xmlns:a16="http://schemas.microsoft.com/office/drawing/2014/main" id="{678F8925-766D-4C72-B5FA-7FCE2C0A2C00}"/>
                </a:ext>
              </a:extLst>
            </p:cNvPr>
            <p:cNvSpPr>
              <a:spLocks noChangeArrowheads="1"/>
            </p:cNvSpPr>
            <p:nvPr/>
          </p:nvSpPr>
          <p:spPr bwMode="auto">
            <a:xfrm>
              <a:off x="7617708" y="3574934"/>
              <a:ext cx="551754"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en-US" altLang="zh-CN" sz="2400" i="1" dirty="0" err="1">
                  <a:latin typeface="Times New Roman" panose="02020603050405020304" pitchFamily="18" charset="0"/>
                  <a:ea typeface="楷体_GB2312" pitchFamily="49" charset="-122"/>
                  <a:cs typeface="Times New Roman" panose="02020603050405020304" pitchFamily="18" charset="0"/>
                </a:rPr>
                <a:t>B</a:t>
              </a:r>
              <a:r>
                <a:rPr lang="en-US" altLang="zh-CN" sz="2400" i="1" dirty="0" err="1">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err="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a:t>
              </a:r>
              <a:endParaRPr lang="zh-CN" altLang="en-US" sz="2400" dirty="0">
                <a:ea typeface="楷体_GB2312" pitchFamily="49" charset="-122"/>
                <a:cs typeface="Times New Roman" panose="02020603050405020304" pitchFamily="18" charset="0"/>
              </a:endParaRPr>
            </a:p>
          </p:txBody>
        </p:sp>
        <p:grpSp>
          <p:nvGrpSpPr>
            <p:cNvPr id="65546" name="组合 10">
              <a:extLst>
                <a:ext uri="{FF2B5EF4-FFF2-40B4-BE49-F238E27FC236}">
                  <a16:creationId xmlns:a16="http://schemas.microsoft.com/office/drawing/2014/main" id="{DAB47CD2-AFFF-4391-B55E-8198AD0D2CB9}"/>
                </a:ext>
              </a:extLst>
            </p:cNvPr>
            <p:cNvGrpSpPr>
              <a:grpSpLocks/>
            </p:cNvGrpSpPr>
            <p:nvPr/>
          </p:nvGrpSpPr>
          <p:grpSpPr bwMode="auto">
            <a:xfrm>
              <a:off x="6312162" y="2595023"/>
              <a:ext cx="1186330" cy="1911786"/>
              <a:chOff x="6641830" y="2820204"/>
              <a:chExt cx="701872" cy="1178723"/>
            </a:xfrm>
          </p:grpSpPr>
          <p:sp>
            <p:nvSpPr>
              <p:cNvPr id="9" name="椭圆 8">
                <a:extLst>
                  <a:ext uri="{FF2B5EF4-FFF2-40B4-BE49-F238E27FC236}">
                    <a16:creationId xmlns:a16="http://schemas.microsoft.com/office/drawing/2014/main" id="{6621A910-110D-4847-B009-F10DC2028FCB}"/>
                  </a:ext>
                </a:extLst>
              </p:cNvPr>
              <p:cNvSpPr/>
              <p:nvPr/>
            </p:nvSpPr>
            <p:spPr bwMode="auto">
              <a:xfrm>
                <a:off x="6855981" y="2820160"/>
                <a:ext cx="267689" cy="268258"/>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10" name="椭圆 9">
                <a:extLst>
                  <a:ext uri="{FF2B5EF4-FFF2-40B4-BE49-F238E27FC236}">
                    <a16:creationId xmlns:a16="http://schemas.microsoft.com/office/drawing/2014/main" id="{9BC3CF29-219C-4288-B8E1-3AE26D579D0E}"/>
                  </a:ext>
                </a:extLst>
              </p:cNvPr>
              <p:cNvSpPr/>
              <p:nvPr/>
            </p:nvSpPr>
            <p:spPr bwMode="auto">
              <a:xfrm>
                <a:off x="6855981" y="3432061"/>
                <a:ext cx="267689" cy="268258"/>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cxnSp>
            <p:nvCxnSpPr>
              <p:cNvPr id="16" name="直接连接符 15">
                <a:extLst>
                  <a:ext uri="{FF2B5EF4-FFF2-40B4-BE49-F238E27FC236}">
                    <a16:creationId xmlns:a16="http://schemas.microsoft.com/office/drawing/2014/main" id="{80C704F9-F44E-4AE8-A176-899AAF09A139}"/>
                  </a:ext>
                </a:extLst>
              </p:cNvPr>
              <p:cNvCxnSpPr>
                <a:cxnSpLocks/>
              </p:cNvCxnSpPr>
              <p:nvPr/>
            </p:nvCxnSpPr>
            <p:spPr bwMode="auto">
              <a:xfrm flipV="1">
                <a:off x="6641830" y="3677801"/>
                <a:ext cx="268628" cy="32112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A67C84D-3142-4FD7-A1C5-DA3DDC5A13FF}"/>
                  </a:ext>
                </a:extLst>
              </p:cNvPr>
              <p:cNvCxnSpPr>
                <a:cxnSpLocks/>
              </p:cNvCxnSpPr>
              <p:nvPr/>
            </p:nvCxnSpPr>
            <p:spPr bwMode="auto">
              <a:xfrm flipH="1" flipV="1">
                <a:off x="7071072" y="3677801"/>
                <a:ext cx="269567" cy="32112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A3EECCC-6B90-44E2-9E6D-56B51021055E}"/>
                  </a:ext>
                </a:extLst>
              </p:cNvPr>
              <p:cNvCxnSpPr>
                <a:cxnSpLocks/>
              </p:cNvCxnSpPr>
              <p:nvPr/>
            </p:nvCxnSpPr>
            <p:spPr bwMode="auto">
              <a:xfrm flipH="1">
                <a:off x="6641830" y="3998927"/>
                <a:ext cx="701627"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6" name="弧形 25">
              <a:extLst>
                <a:ext uri="{FF2B5EF4-FFF2-40B4-BE49-F238E27FC236}">
                  <a16:creationId xmlns:a16="http://schemas.microsoft.com/office/drawing/2014/main" id="{4F14D78D-C2D8-4FBA-B3FC-F816621EAD58}"/>
                </a:ext>
              </a:extLst>
            </p:cNvPr>
            <p:cNvSpPr/>
            <p:nvPr/>
          </p:nvSpPr>
          <p:spPr bwMode="auto">
            <a:xfrm rot="2589569">
              <a:off x="7401236" y="3045921"/>
              <a:ext cx="757272" cy="663751"/>
            </a:xfrm>
            <a:prstGeom prst="arc">
              <a:avLst>
                <a:gd name="adj1" fmla="val 15120682"/>
                <a:gd name="adj2" fmla="val 753922"/>
              </a:avLst>
            </a:prstGeom>
            <a:ln w="19050">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400"/>
            </a:p>
          </p:txBody>
        </p:sp>
        <p:sp>
          <p:nvSpPr>
            <p:cNvPr id="27" name="弧形 26">
              <a:extLst>
                <a:ext uri="{FF2B5EF4-FFF2-40B4-BE49-F238E27FC236}">
                  <a16:creationId xmlns:a16="http://schemas.microsoft.com/office/drawing/2014/main" id="{A6C21C48-2F47-4A93-9693-0B8F443DBED5}"/>
                </a:ext>
              </a:extLst>
            </p:cNvPr>
            <p:cNvSpPr/>
            <p:nvPr/>
          </p:nvSpPr>
          <p:spPr bwMode="auto">
            <a:xfrm rot="13430130">
              <a:off x="7534592" y="3123728"/>
              <a:ext cx="892215" cy="662164"/>
            </a:xfrm>
            <a:prstGeom prst="arc">
              <a:avLst>
                <a:gd name="adj1" fmla="val 16200000"/>
                <a:gd name="adj2" fmla="val 753922"/>
              </a:avLst>
            </a:prstGeom>
            <a:ln w="19050">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400"/>
            </a:p>
          </p:txBody>
        </p:sp>
        <p:sp>
          <p:nvSpPr>
            <p:cNvPr id="65549" name="矩形 12">
              <a:extLst>
                <a:ext uri="{FF2B5EF4-FFF2-40B4-BE49-F238E27FC236}">
                  <a16:creationId xmlns:a16="http://schemas.microsoft.com/office/drawing/2014/main" id="{DB50D72B-F8D1-4BB9-B91C-142931E47DF8}"/>
                </a:ext>
              </a:extLst>
            </p:cNvPr>
            <p:cNvSpPr>
              <a:spLocks noChangeArrowheads="1"/>
            </p:cNvSpPr>
            <p:nvPr/>
          </p:nvSpPr>
          <p:spPr bwMode="auto">
            <a:xfrm>
              <a:off x="6720683" y="2528215"/>
              <a:ext cx="360227"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en-US" altLang="zh-CN" sz="2400" i="1" dirty="0">
                  <a:latin typeface="Times New Roman" panose="02020603050405020304" pitchFamily="18" charset="0"/>
                  <a:ea typeface="楷体_GB2312" pitchFamily="49" charset="-122"/>
                  <a:cs typeface="Times New Roman" panose="02020603050405020304" pitchFamily="18" charset="0"/>
                </a:rPr>
                <a:t>A</a:t>
              </a:r>
            </a:p>
            <a:p>
              <a:endParaRPr kumimoji="1" lang="en-US" altLang="zh-CN" sz="2000" i="1" dirty="0">
                <a:latin typeface="Times New Roman" panose="02020603050405020304" pitchFamily="18" charset="0"/>
                <a:ea typeface="楷体_GB2312" pitchFamily="49" charset="-122"/>
                <a:cs typeface="Times New Roman" panose="02020603050405020304" pitchFamily="18" charset="0"/>
              </a:endParaRPr>
            </a:p>
            <a:p>
              <a:endParaRPr kumimoji="1" lang="en-US" altLang="zh-CN" sz="2400" i="1" dirty="0">
                <a:latin typeface="Times New Roman" panose="02020603050405020304" pitchFamily="18" charset="0"/>
                <a:ea typeface="楷体_GB2312" pitchFamily="49" charset="-122"/>
                <a:cs typeface="Times New Roman" panose="02020603050405020304" pitchFamily="18" charset="0"/>
              </a:endParaRPr>
            </a:p>
            <a:p>
              <a:r>
                <a:rPr kumimoji="1" lang="en-US" altLang="zh-CN" sz="2400" i="1" dirty="0">
                  <a:latin typeface="Times New Roman" panose="02020603050405020304" pitchFamily="18" charset="0"/>
                  <a:ea typeface="楷体_GB2312" pitchFamily="49" charset="-122"/>
                  <a:cs typeface="Times New Roman" panose="02020603050405020304" pitchFamily="18" charset="0"/>
                </a:rPr>
                <a:t>B</a:t>
              </a:r>
              <a:endParaRPr lang="zh-CN" altLang="en-US" sz="2400" dirty="0">
                <a:ea typeface="楷体_GB2312" pitchFamily="49" charset="-122"/>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C0826964-AB3D-48D0-BAFF-059C8A55427F}"/>
              </a:ext>
            </a:extLst>
          </p:cNvPr>
          <p:cNvSpPr>
            <a:spLocks noGrp="1"/>
          </p:cNvSpPr>
          <p:nvPr>
            <p:ph type="sldNum" sz="quarter" idx="10"/>
          </p:nvPr>
        </p:nvSpPr>
        <p:spPr/>
        <p:txBody>
          <a:bodyPr/>
          <a:lstStyle/>
          <a:p>
            <a:pPr>
              <a:defRPr/>
            </a:pPr>
            <a:fld id="{8E104948-B687-4A74-87EB-9097C047E113}" type="slidenum">
              <a:rPr lang="zh-CN" altLang="en-US" smtClean="0"/>
              <a:pPr>
                <a:defRPr/>
              </a:pPr>
              <a:t>22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down)">
                                      <p:cBhvr>
                                        <p:cTn id="7" dur="500"/>
                                        <p:tgtEl>
                                          <p:spTgt spid="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down)">
                                      <p:cBhvr>
                                        <p:cTn id="19" dur="500"/>
                                        <p:tgtEl>
                                          <p:spTgt spid="1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5">
                                            <p:txEl>
                                              <p:pRg st="1" end="1"/>
                                            </p:txEl>
                                          </p:spTgt>
                                        </p:tgtEl>
                                        <p:attrNameLst>
                                          <p:attrName>style.visibility</p:attrName>
                                        </p:attrNameLst>
                                      </p:cBhvr>
                                      <p:to>
                                        <p:strVal val="visible"/>
                                      </p:to>
                                    </p:set>
                                    <p:animEffect transition="in" filter="wipe(down)">
                                      <p:cBhvr>
                                        <p:cTn id="24" dur="500"/>
                                        <p:tgtEl>
                                          <p:spTgt spid="25">
                                            <p:txEl>
                                              <p:pRg st="1" end="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5">
                                            <p:txEl>
                                              <p:pRg st="2" end="2"/>
                                            </p:txEl>
                                          </p:spTgt>
                                        </p:tgtEl>
                                        <p:attrNameLst>
                                          <p:attrName>style.visibility</p:attrName>
                                        </p:attrNameLst>
                                      </p:cBhvr>
                                      <p:to>
                                        <p:strVal val="visible"/>
                                      </p:to>
                                    </p:set>
                                    <p:animEffect transition="in" filter="wipe(down)">
                                      <p:cBhvr>
                                        <p:cTn id="29"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uiExpand="1" build="allAtOnce"/>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30D94E58-6E42-4544-B189-88E67051D92C}"/>
              </a:ext>
            </a:extLst>
          </p:cNvPr>
          <p:cNvSpPr>
            <a:spLocks noGrp="1" noChangeArrowheads="1"/>
          </p:cNvSpPr>
          <p:nvPr>
            <p:ph idx="1"/>
          </p:nvPr>
        </p:nvSpPr>
        <p:spPr>
          <a:xfrm>
            <a:off x="611188" y="915988"/>
            <a:ext cx="7931150" cy="3771900"/>
          </a:xfrm>
        </p:spPr>
        <p:txBody>
          <a:bodyPr/>
          <a:lstStyle/>
          <a:p>
            <a:pPr algn="ctr">
              <a:buSzPct val="80000"/>
              <a:buFont typeface="Wingdings" panose="05000000000000000000" pitchFamily="2" charset="2"/>
              <a:buChar char="n"/>
              <a:defRPr/>
            </a:pPr>
            <a:r>
              <a:rPr kumimoji="1" lang="en-US" altLang="zh-CN" i="1" dirty="0">
                <a:solidFill>
                  <a:srgbClr val="0070C0"/>
                </a:solidFill>
                <a:latin typeface="Times New Roman" panose="02020603050405020304" pitchFamily="18" charset="0"/>
                <a:cs typeface="Times New Roman" panose="02020603050405020304" pitchFamily="18" charset="0"/>
              </a:rPr>
              <a:t>S</a:t>
            </a:r>
            <a:r>
              <a:rPr kumimoji="1" lang="en-US" altLang="zh-CN" dirty="0">
                <a:solidFill>
                  <a:srgbClr val="0070C0"/>
                </a:solidFill>
                <a:latin typeface="Times New Roman" panose="02020603050405020304" pitchFamily="18" charset="0"/>
                <a:cs typeface="Times New Roman" panose="02020603050405020304" pitchFamily="18" charset="0"/>
              </a:rPr>
              <a:t>-</a:t>
            </a:r>
            <a:r>
              <a:rPr kumimoji="1" lang="zh-CN" altLang="en-US" dirty="0">
                <a:solidFill>
                  <a:srgbClr val="0070C0"/>
                </a:solidFill>
                <a:latin typeface="Times New Roman" panose="02020603050405020304" pitchFamily="18" charset="0"/>
                <a:cs typeface="Times New Roman" panose="02020603050405020304" pitchFamily="18" charset="0"/>
              </a:rPr>
              <a:t>属性定义</a:t>
            </a: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S-Attributed Definitions</a:t>
            </a:r>
            <a:r>
              <a:rPr kumimoji="1" lang="en-US" altLang="zh-CN" i="1" dirty="0">
                <a:latin typeface="Times New Roman" panose="02020603050405020304" pitchFamily="18" charset="0"/>
                <a:cs typeface="Times New Roman" panose="02020603050405020304" pitchFamily="18" charset="0"/>
              </a:rPr>
              <a:t>, </a:t>
            </a:r>
            <a:r>
              <a:rPr kumimoji="1" lang="en-US" altLang="zh-CN" i="1" dirty="0">
                <a:solidFill>
                  <a:srgbClr val="0070C0"/>
                </a:solidFill>
                <a:latin typeface="Times New Roman" panose="02020603050405020304" pitchFamily="18" charset="0"/>
                <a:cs typeface="Times New Roman" panose="02020603050405020304" pitchFamily="18" charset="0"/>
              </a:rPr>
              <a:t>S-SDD</a:t>
            </a:r>
            <a:r>
              <a:rPr lang="en-US" altLang="zh-CN" dirty="0">
                <a:latin typeface="Times New Roman" panose="02020603050405020304" pitchFamily="18" charset="0"/>
                <a:cs typeface="Times New Roman" panose="02020603050405020304" pitchFamily="18" charset="0"/>
              </a:rPr>
              <a:t>)</a:t>
            </a:r>
          </a:p>
          <a:p>
            <a:pPr algn="ctr">
              <a:buSzPct val="80000"/>
              <a:buFont typeface="Wingdings" panose="05000000000000000000" pitchFamily="2" charset="2"/>
              <a:buChar char="n"/>
              <a:defRPr/>
            </a:pPr>
            <a:r>
              <a:rPr kumimoji="1" lang="en-US" altLang="zh-CN" i="1" dirty="0">
                <a:solidFill>
                  <a:srgbClr val="0070C0"/>
                </a:solidFill>
                <a:latin typeface="Times New Roman" panose="02020603050405020304" pitchFamily="18" charset="0"/>
                <a:cs typeface="Times New Roman" panose="02020603050405020304" pitchFamily="18" charset="0"/>
              </a:rPr>
              <a:t>L</a:t>
            </a:r>
            <a:r>
              <a:rPr kumimoji="1" lang="en-US" altLang="zh-CN" dirty="0">
                <a:solidFill>
                  <a:srgbClr val="0070C0"/>
                </a:solidFill>
                <a:latin typeface="Times New Roman" panose="02020603050405020304" pitchFamily="18" charset="0"/>
                <a:cs typeface="Times New Roman" panose="02020603050405020304" pitchFamily="18" charset="0"/>
              </a:rPr>
              <a:t>-</a:t>
            </a:r>
            <a:r>
              <a:rPr kumimoji="1" lang="zh-CN" altLang="en-US" dirty="0">
                <a:solidFill>
                  <a:srgbClr val="0070C0"/>
                </a:solidFill>
                <a:latin typeface="Times New Roman" panose="02020603050405020304" pitchFamily="18" charset="0"/>
                <a:cs typeface="Times New Roman" panose="02020603050405020304" pitchFamily="18" charset="0"/>
              </a:rPr>
              <a:t>属性定义</a:t>
            </a: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L-Attributed Definitions</a:t>
            </a:r>
            <a:r>
              <a:rPr kumimoji="1" lang="en-US" altLang="zh-CN" i="1" dirty="0">
                <a:latin typeface="Times New Roman" panose="02020603050405020304" pitchFamily="18" charset="0"/>
                <a:cs typeface="Times New Roman" panose="02020603050405020304" pitchFamily="18" charset="0"/>
              </a:rPr>
              <a:t>, </a:t>
            </a:r>
            <a:r>
              <a:rPr kumimoji="1" lang="en-US" altLang="zh-CN" i="1" dirty="0">
                <a:solidFill>
                  <a:srgbClr val="0070C0"/>
                </a:solidFill>
                <a:latin typeface="Times New Roman" panose="02020603050405020304" pitchFamily="18" charset="0"/>
                <a:cs typeface="Times New Roman" panose="02020603050405020304" pitchFamily="18" charset="0"/>
              </a:rPr>
              <a:t>L-SDD</a:t>
            </a:r>
            <a:r>
              <a:rPr lang="en-US" altLang="zh-CN" dirty="0">
                <a:latin typeface="Times New Roman" panose="02020603050405020304" pitchFamily="18" charset="0"/>
                <a:cs typeface="Times New Roman" panose="02020603050405020304" pitchFamily="18" charset="0"/>
              </a:rPr>
              <a:t>)</a:t>
            </a:r>
          </a:p>
          <a:p>
            <a:pPr marL="204486" indent="-204486">
              <a:spcBef>
                <a:spcPts val="1200"/>
              </a:spcBef>
              <a:defRPr/>
            </a:pPr>
            <a:r>
              <a:rPr lang="zh-CN" altLang="en-US" dirty="0">
                <a:latin typeface="Times New Roman" panose="02020603050405020304" pitchFamily="18" charset="0"/>
                <a:cs typeface="Times New Roman" panose="02020603050405020304" pitchFamily="18" charset="0"/>
              </a:rPr>
              <a:t>首先，根据定义它们能够保证每棵注释分析树属性间都不会有循环依赖关系。        </a:t>
            </a:r>
            <a:r>
              <a:rPr lang="en-US" altLang="zh-CN" dirty="0">
                <a:solidFill>
                  <a:srgbClr val="0070C0"/>
                </a:solidFill>
                <a:latin typeface="Times New Roman" panose="02020603050405020304" pitchFamily="18" charset="0"/>
                <a:cs typeface="Times New Roman" panose="02020603050405020304" pitchFamily="18" charset="0"/>
              </a:rPr>
              <a:t>—— </a:t>
            </a:r>
            <a:r>
              <a:rPr lang="zh-CN" altLang="en-US" dirty="0">
                <a:solidFill>
                  <a:srgbClr val="0070C0"/>
                </a:solidFill>
                <a:latin typeface="Times New Roman" panose="02020603050405020304" pitchFamily="18" charset="0"/>
                <a:cs typeface="Times New Roman" panose="02020603050405020304" pitchFamily="18" charset="0"/>
              </a:rPr>
              <a:t>通用的</a:t>
            </a:r>
            <a:r>
              <a:rPr lang="zh-CN" altLang="en-US" dirty="0">
                <a:solidFill>
                  <a:srgbClr val="0070C0"/>
                </a:solidFill>
                <a:latin typeface="Times New Roman" panose="02020603050405020304" pitchFamily="18" charset="0"/>
                <a:ea typeface="楷体" pitchFamily="49" charset="-122"/>
                <a:cs typeface="Times New Roman" panose="02020603050405020304" pitchFamily="18" charset="0"/>
              </a:rPr>
              <a:t>基于树遍历计算</a:t>
            </a:r>
            <a:endParaRPr lang="en-US" altLang="zh-CN" dirty="0">
              <a:solidFill>
                <a:srgbClr val="0070C0"/>
              </a:solidFill>
              <a:latin typeface="Times New Roman" panose="02020603050405020304" pitchFamily="18" charset="0"/>
              <a:ea typeface="楷体" pitchFamily="49" charset="-122"/>
              <a:cs typeface="Times New Roman" panose="02020603050405020304" pitchFamily="18" charset="0"/>
            </a:endParaRPr>
          </a:p>
          <a:p>
            <a:pPr marL="204486" indent="-204486">
              <a:spcBef>
                <a:spcPts val="600"/>
              </a:spcBef>
              <a:defRPr/>
            </a:pPr>
            <a:r>
              <a:rPr lang="zh-CN" altLang="en-US" dirty="0">
                <a:latin typeface="Times New Roman" panose="02020603050405020304" pitchFamily="18" charset="0"/>
                <a:cs typeface="Times New Roman" panose="02020603050405020304" pitchFamily="18" charset="0"/>
              </a:rPr>
              <a:t>而且，不必显式地构造依赖图，只需要一次</a:t>
            </a:r>
            <a:r>
              <a:rPr lang="zh-CN" altLang="en-US" dirty="0">
                <a:solidFill>
                  <a:srgbClr val="0070C0"/>
                </a:solidFill>
                <a:latin typeface="Times New Roman" panose="02020603050405020304" pitchFamily="18" charset="0"/>
                <a:cs typeface="Times New Roman" panose="02020603050405020304" pitchFamily="18" charset="0"/>
              </a:rPr>
              <a:t>深度优先的分析树遍历</a:t>
            </a:r>
            <a:r>
              <a:rPr lang="zh-CN" altLang="en-US" dirty="0">
                <a:latin typeface="Times New Roman" panose="02020603050405020304" pitchFamily="18" charset="0"/>
                <a:cs typeface="Times New Roman" panose="02020603050405020304" pitchFamily="18" charset="0"/>
              </a:rPr>
              <a:t>就能计算出所有属性值。</a:t>
            </a:r>
            <a:endParaRPr lang="en-US" altLang="zh-CN" dirty="0">
              <a:latin typeface="Times New Roman" panose="02020603050405020304" pitchFamily="18" charset="0"/>
              <a:cs typeface="Times New Roman" panose="02020603050405020304" pitchFamily="18" charset="0"/>
            </a:endParaRPr>
          </a:p>
          <a:p>
            <a:pPr marL="204486" indent="-204486">
              <a:spcBef>
                <a:spcPts val="600"/>
              </a:spcBef>
              <a:defRPr/>
            </a:pPr>
            <a:r>
              <a:rPr lang="zh-CN" altLang="en-US" dirty="0">
                <a:solidFill>
                  <a:srgbClr val="0070C0"/>
                </a:solidFill>
                <a:latin typeface="Times New Roman" panose="02020603050405020304" pitchFamily="18" charset="0"/>
                <a:cs typeface="Times New Roman" panose="02020603050405020304" pitchFamily="18" charset="0"/>
              </a:rPr>
              <a:t>更重要的</a:t>
            </a:r>
            <a:r>
              <a:rPr lang="zh-CN" altLang="en-US" dirty="0">
                <a:latin typeface="Times New Roman" panose="02020603050405020304" pitchFamily="18" charset="0"/>
                <a:cs typeface="Times New Roman" panose="02020603050405020304" pitchFamily="18" charset="0"/>
              </a:rPr>
              <a:t>，它们能够与</a:t>
            </a:r>
            <a:r>
              <a:rPr lang="zh-CN" altLang="en-US" dirty="0">
                <a:solidFill>
                  <a:srgbClr val="0070C0"/>
                </a:solidFill>
                <a:latin typeface="Times New Roman" panose="02020603050405020304" pitchFamily="18" charset="0"/>
                <a:cs typeface="Times New Roman" panose="02020603050405020304" pitchFamily="18" charset="0"/>
              </a:rPr>
              <a:t>自顶向下</a:t>
            </a:r>
            <a:r>
              <a:rPr lang="zh-CN" altLang="en-US" dirty="0">
                <a:latin typeface="Times New Roman" panose="02020603050405020304" pitchFamily="18" charset="0"/>
                <a:cs typeface="Times New Roman" panose="02020603050405020304" pitchFamily="18" charset="0"/>
              </a:rPr>
              <a:t>或</a:t>
            </a:r>
            <a:r>
              <a:rPr lang="zh-CN" altLang="en-US" dirty="0">
                <a:solidFill>
                  <a:srgbClr val="0070C0"/>
                </a:solidFill>
                <a:latin typeface="Times New Roman" panose="02020603050405020304" pitchFamily="18" charset="0"/>
                <a:cs typeface="Times New Roman" panose="02020603050405020304" pitchFamily="18" charset="0"/>
              </a:rPr>
              <a:t>自底向上</a:t>
            </a:r>
            <a:r>
              <a:rPr lang="zh-CN" altLang="en-US" dirty="0">
                <a:latin typeface="Times New Roman" panose="02020603050405020304" pitchFamily="18" charset="0"/>
                <a:cs typeface="Times New Roman" panose="02020603050405020304" pitchFamily="18" charset="0"/>
              </a:rPr>
              <a:t>的语法分析过程一起高效地实现。</a:t>
            </a:r>
            <a:r>
              <a:rPr lang="en-US" altLang="zh-CN" dirty="0">
                <a:latin typeface="Times New Roman" panose="02020603050405020304" pitchFamily="18" charset="0"/>
                <a:cs typeface="Times New Roman" panose="02020603050405020304" pitchFamily="18" charset="0"/>
              </a:rPr>
              <a:t>         ——  </a:t>
            </a:r>
            <a:r>
              <a:rPr lang="zh-CN" altLang="en-US" dirty="0">
                <a:solidFill>
                  <a:srgbClr val="0070C0"/>
                </a:solidFill>
                <a:latin typeface="Times New Roman" panose="02020603050405020304" pitchFamily="18" charset="0"/>
                <a:ea typeface="楷体" pitchFamily="49" charset="-122"/>
                <a:cs typeface="Times New Roman" panose="02020603050405020304" pitchFamily="18" charset="0"/>
              </a:rPr>
              <a:t>一遍语法制导翻译</a:t>
            </a:r>
            <a:endParaRPr lang="en-US" altLang="zh-CN" dirty="0">
              <a:solidFill>
                <a:srgbClr val="0070C0"/>
              </a:solidFill>
              <a:latin typeface="Times New Roman" panose="02020603050405020304" pitchFamily="18" charset="0"/>
              <a:cs typeface="Times New Roman" panose="02020603050405020304" pitchFamily="18" charset="0"/>
            </a:endParaRPr>
          </a:p>
        </p:txBody>
      </p:sp>
      <p:sp>
        <p:nvSpPr>
          <p:cNvPr id="67587" name="标题 2">
            <a:extLst>
              <a:ext uri="{FF2B5EF4-FFF2-40B4-BE49-F238E27FC236}">
                <a16:creationId xmlns:a16="http://schemas.microsoft.com/office/drawing/2014/main" id="{4753BF61-F835-4628-AEE3-163FE4FE20DE}"/>
              </a:ext>
            </a:extLst>
          </p:cNvPr>
          <p:cNvSpPr>
            <a:spLocks noGrp="1"/>
          </p:cNvSpPr>
          <p:nvPr>
            <p:ph type="title"/>
          </p:nvPr>
        </p:nvSpPr>
        <p:spPr>
          <a:xfrm>
            <a:off x="755650" y="268288"/>
            <a:ext cx="7931150" cy="358775"/>
          </a:xfrm>
        </p:spPr>
        <p:txBody>
          <a:bodyPr/>
          <a:lstStyle/>
          <a:p>
            <a:r>
              <a:rPr lang="zh-CN" altLang="en-US"/>
              <a:t>两类重要无回路的语法制导定义</a:t>
            </a:r>
            <a:endParaRPr lang="zh-CN" altLang="en-US" i="1"/>
          </a:p>
        </p:txBody>
      </p:sp>
      <p:sp>
        <p:nvSpPr>
          <p:cNvPr id="2" name="灯片编号占位符 1">
            <a:extLst>
              <a:ext uri="{FF2B5EF4-FFF2-40B4-BE49-F238E27FC236}">
                <a16:creationId xmlns:a16="http://schemas.microsoft.com/office/drawing/2014/main" id="{CA3C087C-7180-4986-A926-0C282C39BB67}"/>
              </a:ext>
            </a:extLst>
          </p:cNvPr>
          <p:cNvSpPr>
            <a:spLocks noGrp="1"/>
          </p:cNvSpPr>
          <p:nvPr>
            <p:ph type="sldNum" sz="quarter" idx="10"/>
          </p:nvPr>
        </p:nvSpPr>
        <p:spPr/>
        <p:txBody>
          <a:bodyPr/>
          <a:lstStyle/>
          <a:p>
            <a:pPr>
              <a:defRPr/>
            </a:pPr>
            <a:fld id="{8E104948-B687-4A74-87EB-9097C047E113}" type="slidenum">
              <a:rPr lang="zh-CN" altLang="en-US" smtClean="0"/>
              <a:pPr>
                <a:defRPr/>
              </a:pPr>
              <a:t>23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p:cTn id="7" dur="500" fill="hold"/>
                                        <p:tgtEl>
                                          <p:spTgt spid="3174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174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174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31747">
                                            <p:txEl>
                                              <p:pRg st="1" end="1"/>
                                            </p:txEl>
                                          </p:spTgt>
                                        </p:tgtEl>
                                        <p:attrNameLst>
                                          <p:attrName>style.visibility</p:attrName>
                                        </p:attrNameLst>
                                      </p:cBhvr>
                                      <p:to>
                                        <p:strVal val="visible"/>
                                      </p:to>
                                    </p:set>
                                    <p:anim calcmode="lin" valueType="num">
                                      <p:cBhvr>
                                        <p:cTn id="14" dur="500" fill="hold"/>
                                        <p:tgtEl>
                                          <p:spTgt spid="3174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174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174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31747">
                                            <p:txEl>
                                              <p:pRg st="2" end="2"/>
                                            </p:txEl>
                                          </p:spTgt>
                                        </p:tgtEl>
                                        <p:attrNameLst>
                                          <p:attrName>style.visibility</p:attrName>
                                        </p:attrNameLst>
                                      </p:cBhvr>
                                      <p:to>
                                        <p:strVal val="visible"/>
                                      </p:to>
                                    </p:set>
                                    <p:anim calcmode="lin" valueType="num">
                                      <p:cBhvr>
                                        <p:cTn id="21" dur="500" fill="hold"/>
                                        <p:tgtEl>
                                          <p:spTgt spid="3174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174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1747">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1747">
                                            <p:txEl>
                                              <p:pRg st="3" end="3"/>
                                            </p:txEl>
                                          </p:spTgt>
                                        </p:tgtEl>
                                        <p:attrNameLst>
                                          <p:attrName>style.visibility</p:attrName>
                                        </p:attrNameLst>
                                      </p:cBhvr>
                                      <p:to>
                                        <p:strVal val="visible"/>
                                      </p:to>
                                    </p:set>
                                    <p:anim calcmode="lin" valueType="num">
                                      <p:cBhvr>
                                        <p:cTn id="28" dur="500" fill="hold"/>
                                        <p:tgtEl>
                                          <p:spTgt spid="3174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174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1747">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31747">
                                            <p:txEl>
                                              <p:pRg st="4" end="4"/>
                                            </p:txEl>
                                          </p:spTgt>
                                        </p:tgtEl>
                                        <p:attrNameLst>
                                          <p:attrName>style.visibility</p:attrName>
                                        </p:attrNameLst>
                                      </p:cBhvr>
                                      <p:to>
                                        <p:strVal val="visible"/>
                                      </p:to>
                                    </p:set>
                                    <p:anim calcmode="lin" valueType="num">
                                      <p:cBhvr>
                                        <p:cTn id="35" dur="500" fill="hold"/>
                                        <p:tgtEl>
                                          <p:spTgt spid="31747">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1747">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0857624-BB4A-4EA0-A949-6AA43BF68CB5}"/>
              </a:ext>
            </a:extLst>
          </p:cNvPr>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b="0" dirty="0">
              <a:solidFill>
                <a:prstClr val="black">
                  <a:lumMod val="85000"/>
                  <a:lumOff val="15000"/>
                </a:prstClr>
              </a:solidFill>
            </a:endParaRPr>
          </a:p>
        </p:txBody>
      </p:sp>
      <p:sp>
        <p:nvSpPr>
          <p:cNvPr id="8" name="矩形 7">
            <a:extLst>
              <a:ext uri="{FF2B5EF4-FFF2-40B4-BE49-F238E27FC236}">
                <a16:creationId xmlns:a16="http://schemas.microsoft.com/office/drawing/2014/main" id="{8D920D23-841E-40D7-8B10-56AA9BB8CFDC}"/>
              </a:ext>
            </a:extLst>
          </p:cNvPr>
          <p:cNvSpPr/>
          <p:nvPr/>
        </p:nvSpPr>
        <p:spPr>
          <a:xfrm>
            <a:off x="4500563" y="1357313"/>
            <a:ext cx="4357687" cy="2505075"/>
          </a:xfrm>
          <a:prstGeom prst="rect">
            <a:avLst/>
          </a:prstGeom>
          <a:ln w="12700">
            <a:noFill/>
          </a:ln>
        </p:spPr>
        <p:txBody>
          <a:bodyPr lIns="68580" tIns="34290" rIns="68580" bIns="34290">
            <a:spAutoFit/>
          </a:bodyPr>
          <a:lstStyle/>
          <a:p>
            <a:pPr>
              <a:lnSpc>
                <a:spcPts val="4000"/>
              </a:lnSpc>
              <a:defRPr/>
            </a:pPr>
            <a:r>
              <a:rPr lang="en-US" altLang="zh-CN"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5.1 </a:t>
            </a:r>
            <a:r>
              <a:rPr lang="zh-CN" altLang="en-US"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语法制导定义</a:t>
            </a:r>
            <a:r>
              <a:rPr lang="en-US" altLang="zh-CN"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SDD</a:t>
            </a:r>
          </a:p>
          <a:p>
            <a:pPr>
              <a:lnSpc>
                <a:spcPts val="3000"/>
              </a:lnSpc>
              <a:defRPr/>
            </a:pPr>
            <a:r>
              <a:rPr lang="en-US" altLang="zh-CN" sz="1900" dirty="0">
                <a:solidFill>
                  <a:schemeClr val="tx2">
                    <a:lumMod val="60000"/>
                    <a:lumOff val="40000"/>
                  </a:schemeClr>
                </a:solidFill>
                <a:latin typeface="Times New Roman" panose="02020603050405020304" pitchFamily="18" charset="0"/>
                <a:ea typeface="微软雅黑" pitchFamily="34" charset="-122"/>
                <a:cs typeface="Times New Roman" panose="02020603050405020304" pitchFamily="18" charset="0"/>
              </a:rPr>
              <a:t>5.2 S-</a:t>
            </a:r>
            <a:r>
              <a:rPr lang="zh-CN" altLang="en-US" sz="1900" dirty="0">
                <a:solidFill>
                  <a:schemeClr val="tx2">
                    <a:lumMod val="60000"/>
                    <a:lumOff val="40000"/>
                  </a:schemeClr>
                </a:solidFill>
                <a:latin typeface="Times New Roman" panose="02020603050405020304" pitchFamily="18" charset="0"/>
                <a:ea typeface="微软雅黑" pitchFamily="34" charset="-122"/>
                <a:cs typeface="Times New Roman" panose="02020603050405020304" pitchFamily="18" charset="0"/>
              </a:rPr>
              <a:t>属性定义与</a:t>
            </a:r>
            <a:r>
              <a:rPr lang="en-US" altLang="zh-CN" sz="1900" dirty="0">
                <a:solidFill>
                  <a:schemeClr val="tx2">
                    <a:lumMod val="60000"/>
                    <a:lumOff val="40000"/>
                  </a:schemeClr>
                </a:solidFill>
                <a:latin typeface="Times New Roman" panose="02020603050405020304" pitchFamily="18" charset="0"/>
                <a:ea typeface="微软雅黑" pitchFamily="34" charset="-122"/>
                <a:cs typeface="Times New Roman" panose="02020603050405020304" pitchFamily="18" charset="0"/>
              </a:rPr>
              <a:t>L-</a:t>
            </a:r>
            <a:r>
              <a:rPr lang="zh-CN" altLang="en-US" sz="1900" dirty="0">
                <a:solidFill>
                  <a:schemeClr val="tx2">
                    <a:lumMod val="60000"/>
                    <a:lumOff val="40000"/>
                  </a:schemeClr>
                </a:solidFill>
                <a:latin typeface="Times New Roman" panose="02020603050405020304" pitchFamily="18" charset="0"/>
                <a:ea typeface="微软雅黑" pitchFamily="34" charset="-122"/>
                <a:cs typeface="Times New Roman" panose="02020603050405020304" pitchFamily="18" charset="0"/>
              </a:rPr>
              <a:t>属性定义</a:t>
            </a:r>
          </a:p>
          <a:p>
            <a:pPr>
              <a:lnSpc>
                <a:spcPts val="4000"/>
              </a:lnSpc>
              <a:defRPr/>
            </a:pPr>
            <a:r>
              <a:rPr lang="en-US" altLang="zh-CN"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5.3 </a:t>
            </a:r>
            <a:r>
              <a:rPr lang="zh-CN" altLang="en-US"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语法制导翻译方案</a:t>
            </a:r>
            <a:r>
              <a:rPr lang="en-US" altLang="zh-CN"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SDT</a:t>
            </a:r>
          </a:p>
          <a:p>
            <a:pPr>
              <a:lnSpc>
                <a:spcPts val="4000"/>
              </a:lnSpc>
              <a:defRPr/>
            </a:pPr>
            <a:r>
              <a:rPr lang="en-US" altLang="zh-CN"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5.4 L-</a:t>
            </a:r>
            <a:r>
              <a:rPr lang="zh-CN" altLang="en-US"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属性定义的自顶向下翻译</a:t>
            </a:r>
          </a:p>
          <a:p>
            <a:pPr>
              <a:lnSpc>
                <a:spcPts val="4000"/>
              </a:lnSpc>
              <a:defRPr/>
            </a:pPr>
            <a:r>
              <a:rPr lang="en-US" altLang="zh-CN"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5.5 L-</a:t>
            </a:r>
            <a:r>
              <a:rPr lang="zh-CN" altLang="en-US" sz="1900" b="0" dirty="0">
                <a:solidFill>
                  <a:prstClr val="white">
                    <a:lumMod val="50000"/>
                  </a:prstClr>
                </a:solidFill>
                <a:latin typeface="Times New Roman" panose="02020603050405020304" pitchFamily="18" charset="0"/>
                <a:ea typeface="微软雅黑" pitchFamily="34" charset="-122"/>
                <a:cs typeface="Times New Roman" panose="02020603050405020304" pitchFamily="18" charset="0"/>
              </a:rPr>
              <a:t>属性定义的自底向上翻译 </a:t>
            </a:r>
          </a:p>
        </p:txBody>
      </p:sp>
      <p:pic>
        <p:nvPicPr>
          <p:cNvPr id="70660" name="Picture 7" descr="E:\工大编译\ppt\制作\0330e9c554c768200000158fc50d53d.jpg">
            <a:extLst>
              <a:ext uri="{FF2B5EF4-FFF2-40B4-BE49-F238E27FC236}">
                <a16:creationId xmlns:a16="http://schemas.microsoft.com/office/drawing/2014/main" id="{818EF8FD-FB8A-4D6C-BA23-EC83AA127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F194FDA2-582F-439E-B8B4-8EB4FD65DC3F}"/>
              </a:ext>
            </a:extLst>
          </p:cNvPr>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spc="600" dirty="0">
                <a:solidFill>
                  <a:prstClr val="white"/>
                </a:solidFill>
                <a:latin typeface="微软雅黑" pitchFamily="34" charset="-122"/>
                <a:ea typeface="微软雅黑" pitchFamily="34" charset="-122"/>
              </a:rPr>
              <a:t>提纲</a:t>
            </a:r>
            <a:endParaRPr lang="zh-CN" altLang="en-US" sz="1600" b="0" dirty="0">
              <a:solidFill>
                <a:prstClr val="black">
                  <a:lumMod val="85000"/>
                  <a:lumOff val="15000"/>
                </a:prstClr>
              </a:solidFill>
            </a:endParaRPr>
          </a:p>
        </p:txBody>
      </p:sp>
      <p:sp>
        <p:nvSpPr>
          <p:cNvPr id="2" name="灯片编号占位符 1">
            <a:extLst>
              <a:ext uri="{FF2B5EF4-FFF2-40B4-BE49-F238E27FC236}">
                <a16:creationId xmlns:a16="http://schemas.microsoft.com/office/drawing/2014/main" id="{4D87D009-49BF-4A6B-B20F-53F28C475B06}"/>
              </a:ext>
            </a:extLst>
          </p:cNvPr>
          <p:cNvSpPr>
            <a:spLocks noGrp="1"/>
          </p:cNvSpPr>
          <p:nvPr>
            <p:ph type="sldNum" sz="quarter" idx="10"/>
          </p:nvPr>
        </p:nvSpPr>
        <p:spPr/>
        <p:txBody>
          <a:bodyPr/>
          <a:lstStyle/>
          <a:p>
            <a:pPr>
              <a:defRPr/>
            </a:pPr>
            <a:fld id="{8E104948-B687-4A74-87EB-9097C047E113}" type="slidenum">
              <a:rPr lang="zh-CN" altLang="en-US" smtClean="0"/>
              <a:pPr>
                <a:defRPr/>
              </a:pPr>
              <a:t>24</a:t>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a:extLst>
              <a:ext uri="{FF2B5EF4-FFF2-40B4-BE49-F238E27FC236}">
                <a16:creationId xmlns:a16="http://schemas.microsoft.com/office/drawing/2014/main" id="{4724162F-2D31-4044-ACB8-7BFD885E43AC}"/>
              </a:ext>
            </a:extLst>
          </p:cNvPr>
          <p:cNvSpPr>
            <a:spLocks noGrp="1" noChangeArrowheads="1"/>
          </p:cNvSpPr>
          <p:nvPr>
            <p:ph idx="1"/>
          </p:nvPr>
        </p:nvSpPr>
        <p:spPr>
          <a:xfrm>
            <a:off x="71438" y="785813"/>
            <a:ext cx="8715375" cy="4357687"/>
          </a:xfrm>
        </p:spPr>
        <p:txBody>
          <a:bodyPr/>
          <a:lstStyle/>
          <a:p>
            <a:pPr marL="575072" lvl="1" indent="-272654" eaLnBrk="1" hangingPunct="1">
              <a:lnSpc>
                <a:spcPts val="3000"/>
              </a:lnSpc>
              <a:defRPr/>
            </a:pPr>
            <a:r>
              <a:rPr lang="zh-CN" altLang="en-US" sz="2400" dirty="0">
                <a:latin typeface="Times New Roman" panose="02020603050405020304" pitchFamily="18" charset="0"/>
                <a:cs typeface="Times New Roman" panose="02020603050405020304" pitchFamily="18" charset="0"/>
              </a:rPr>
              <a:t>只使用</a:t>
            </a:r>
            <a:r>
              <a:rPr lang="zh-CN" altLang="en-US" sz="2400" dirty="0">
                <a:solidFill>
                  <a:schemeClr val="tx2">
                    <a:lumMod val="60000"/>
                    <a:lumOff val="40000"/>
                  </a:schemeClr>
                </a:solidFill>
                <a:latin typeface="Times New Roman" panose="02020603050405020304" pitchFamily="18" charset="0"/>
                <a:cs typeface="Times New Roman" panose="02020603050405020304" pitchFamily="18" charset="0"/>
              </a:rPr>
              <a:t>综合属性</a:t>
            </a:r>
            <a:r>
              <a:rPr lang="zh-CN" altLang="en-US" sz="2400" dirty="0">
                <a:latin typeface="Times New Roman" panose="02020603050405020304" pitchFamily="18" charset="0"/>
                <a:cs typeface="Times New Roman" panose="02020603050405020304" pitchFamily="18" charset="0"/>
              </a:rPr>
              <a:t>的</a:t>
            </a:r>
            <a:r>
              <a:rPr lang="en-US" altLang="zh-CN" sz="2400" i="1" dirty="0">
                <a:latin typeface="Times New Roman" panose="02020603050405020304" pitchFamily="18" charset="0"/>
                <a:cs typeface="Times New Roman" panose="02020603050405020304" pitchFamily="18" charset="0"/>
              </a:rPr>
              <a:t>SDD</a:t>
            </a:r>
            <a:r>
              <a:rPr lang="zh-CN" altLang="en-US" sz="2400" dirty="0">
                <a:latin typeface="Times New Roman" panose="02020603050405020304" pitchFamily="18" charset="0"/>
                <a:cs typeface="Times New Roman" panose="02020603050405020304" pitchFamily="18" charset="0"/>
              </a:rPr>
              <a:t>称为</a:t>
            </a:r>
            <a:r>
              <a:rPr lang="en-US" altLang="zh-CN" sz="2400" i="1" dirty="0">
                <a:solidFill>
                  <a:srgbClr val="FF0000"/>
                </a:solidFill>
                <a:latin typeface="Times New Roman" panose="02020603050405020304" pitchFamily="18" charset="0"/>
                <a:cs typeface="Times New Roman" panose="02020603050405020304" pitchFamily="18" charset="0"/>
              </a:rPr>
              <a:t>S</a:t>
            </a:r>
            <a:r>
              <a:rPr lang="zh-CN" altLang="en-US" sz="2400" dirty="0">
                <a:solidFill>
                  <a:srgbClr val="FF0000"/>
                </a:solidFill>
                <a:latin typeface="Times New Roman" panose="02020603050405020304" pitchFamily="18" charset="0"/>
                <a:cs typeface="Times New Roman" panose="02020603050405020304" pitchFamily="18" charset="0"/>
              </a:rPr>
              <a:t>属性的</a:t>
            </a:r>
            <a:r>
              <a:rPr lang="en-US" altLang="zh-CN" sz="2400" i="1" dirty="0">
                <a:solidFill>
                  <a:srgbClr val="FF0000"/>
                </a:solidFill>
                <a:latin typeface="Times New Roman" panose="02020603050405020304" pitchFamily="18" charset="0"/>
                <a:cs typeface="Times New Roman" panose="02020603050405020304" pitchFamily="18" charset="0"/>
              </a:rPr>
              <a:t>SDD</a:t>
            </a:r>
            <a:r>
              <a:rPr lang="zh-CN" altLang="en-US" sz="2400" dirty="0">
                <a:latin typeface="Times New Roman" panose="02020603050405020304" pitchFamily="18" charset="0"/>
                <a:cs typeface="Times New Roman" panose="02020603050405020304" pitchFamily="18" charset="0"/>
              </a:rPr>
              <a:t>，或</a:t>
            </a:r>
            <a:r>
              <a:rPr lang="en-US" altLang="zh-CN" sz="2400" i="1" dirty="0">
                <a:solidFill>
                  <a:srgbClr val="FF0000"/>
                </a:solidFill>
                <a:latin typeface="Times New Roman" panose="02020603050405020304" pitchFamily="18" charset="0"/>
                <a:cs typeface="Times New Roman" panose="02020603050405020304" pitchFamily="18" charset="0"/>
              </a:rPr>
              <a:t>S-</a:t>
            </a:r>
            <a:r>
              <a:rPr lang="zh-CN" altLang="en-US" sz="2400" dirty="0">
                <a:solidFill>
                  <a:srgbClr val="FF0000"/>
                </a:solidFill>
                <a:latin typeface="Times New Roman" panose="02020603050405020304" pitchFamily="18" charset="0"/>
                <a:cs typeface="Times New Roman" panose="02020603050405020304" pitchFamily="18" charset="0"/>
              </a:rPr>
              <a:t>属性定义</a:t>
            </a:r>
            <a:r>
              <a:rPr lang="zh-CN" altLang="en-US" sz="2400" dirty="0">
                <a:latin typeface="Times New Roman" panose="02020603050405020304" pitchFamily="18" charset="0"/>
                <a:cs typeface="Times New Roman" panose="02020603050405020304" pitchFamily="18" charset="0"/>
              </a:rPr>
              <a:t>、</a:t>
            </a:r>
            <a:r>
              <a:rPr lang="en-US" altLang="zh-CN" sz="2400" i="1" dirty="0">
                <a:solidFill>
                  <a:srgbClr val="FF0000"/>
                </a:solidFill>
                <a:latin typeface="Times New Roman" panose="02020603050405020304" pitchFamily="18" charset="0"/>
                <a:cs typeface="Times New Roman" panose="02020603050405020304" pitchFamily="18" charset="0"/>
              </a:rPr>
              <a:t>S-SDD</a:t>
            </a:r>
            <a:endParaRPr kumimoji="1" lang="zh-CN" altLang="en-US" sz="2400" i="1" dirty="0">
              <a:solidFill>
                <a:srgbClr val="FF0000"/>
              </a:solidFill>
              <a:latin typeface="Times New Roman" panose="02020603050405020304" pitchFamily="18" charset="0"/>
              <a:cs typeface="Times New Roman" panose="02020603050405020304" pitchFamily="18" charset="0"/>
            </a:endParaRPr>
          </a:p>
          <a:p>
            <a:pPr marL="854869" lvl="2" indent="-227410" eaLnBrk="1" hangingPunct="1">
              <a:lnSpc>
                <a:spcPts val="3000"/>
              </a:lnSpc>
              <a:defRPr/>
            </a:pPr>
            <a:r>
              <a:rPr lang="zh-CN" altLang="en-US" sz="2400" dirty="0">
                <a:latin typeface="Times New Roman" panose="02020603050405020304" pitchFamily="18" charset="0"/>
                <a:cs typeface="Times New Roman" panose="02020603050405020304" pitchFamily="18" charset="0"/>
              </a:rPr>
              <a:t>例</a:t>
            </a:r>
            <a:endParaRPr lang="en-US" altLang="zh-CN" sz="2400" dirty="0">
              <a:latin typeface="Times New Roman" panose="02020603050405020304" pitchFamily="18" charset="0"/>
              <a:cs typeface="Times New Roman" panose="02020603050405020304" pitchFamily="18" charset="0"/>
            </a:endParaRPr>
          </a:p>
          <a:p>
            <a:pPr marL="854869" lvl="2" indent="-227410" eaLnBrk="1" hangingPunct="1">
              <a:lnSpc>
                <a:spcPts val="3000"/>
              </a:lnSpc>
              <a:buFont typeface="Symbol" panose="05050102010706020507" pitchFamily="18" charset="2"/>
              <a:buNone/>
              <a:defRPr/>
            </a:pPr>
            <a:endParaRPr lang="en-US" altLang="zh-CN" sz="2400" dirty="0">
              <a:latin typeface="Times New Roman" panose="02020603050405020304" pitchFamily="18" charset="0"/>
              <a:cs typeface="Times New Roman" panose="02020603050405020304" pitchFamily="18" charset="0"/>
            </a:endParaRPr>
          </a:p>
          <a:p>
            <a:pPr marL="575072" lvl="1" indent="-272654">
              <a:lnSpc>
                <a:spcPts val="4000"/>
              </a:lnSpc>
              <a:buFont typeface="Symbol" panose="05050102010706020507" pitchFamily="18" charset="2"/>
              <a:buNone/>
              <a:defRPr/>
            </a:pPr>
            <a:endParaRPr lang="en-US" altLang="zh-CN" sz="2400" dirty="0">
              <a:latin typeface="Times New Roman" panose="02020603050405020304" pitchFamily="18" charset="0"/>
              <a:cs typeface="Times New Roman" panose="02020603050405020304" pitchFamily="18" charset="0"/>
            </a:endParaRPr>
          </a:p>
          <a:p>
            <a:pPr marL="575072" lvl="1" indent="-272654">
              <a:lnSpc>
                <a:spcPts val="4000"/>
              </a:lnSpc>
              <a:defRPr/>
            </a:pPr>
            <a:endParaRPr lang="en-US" altLang="zh-CN" sz="2400" dirty="0">
              <a:latin typeface="Times New Roman" panose="02020603050405020304" pitchFamily="18" charset="0"/>
              <a:cs typeface="Times New Roman" panose="02020603050405020304" pitchFamily="18" charset="0"/>
            </a:endParaRPr>
          </a:p>
          <a:p>
            <a:pPr marL="575072" lvl="1" indent="-272654">
              <a:lnSpc>
                <a:spcPts val="3000"/>
              </a:lnSpc>
              <a:defRPr/>
            </a:pPr>
            <a:r>
              <a:rPr lang="zh-CN" altLang="en-US" sz="2400" dirty="0">
                <a:latin typeface="Times New Roman" panose="02020603050405020304" pitchFamily="18" charset="0"/>
                <a:cs typeface="Times New Roman" panose="02020603050405020304" pitchFamily="18" charset="0"/>
              </a:rPr>
              <a:t>如果一个</a:t>
            </a:r>
            <a:r>
              <a:rPr lang="en-US" altLang="zh-CN" sz="2400" i="1" dirty="0">
                <a:latin typeface="Times New Roman" panose="02020603050405020304" pitchFamily="18" charset="0"/>
                <a:cs typeface="Times New Roman" panose="02020603050405020304" pitchFamily="18" charset="0"/>
              </a:rPr>
              <a:t>SDD</a:t>
            </a:r>
            <a:r>
              <a:rPr lang="zh-CN" altLang="en-US" sz="2400" dirty="0">
                <a:latin typeface="Times New Roman" panose="02020603050405020304" pitchFamily="18" charset="0"/>
                <a:cs typeface="Times New Roman" panose="02020603050405020304" pitchFamily="18" charset="0"/>
              </a:rPr>
              <a:t>是</a:t>
            </a:r>
            <a:r>
              <a:rPr lang="en-US" altLang="zh-CN" sz="2400" i="1"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属性的，可以按照语法分析树节点的任何</a:t>
            </a:r>
            <a:r>
              <a:rPr lang="zh-CN" altLang="en-US" sz="2400" dirty="0">
                <a:solidFill>
                  <a:schemeClr val="tx2">
                    <a:lumMod val="60000"/>
                    <a:lumOff val="40000"/>
                  </a:schemeClr>
                </a:solidFill>
                <a:latin typeface="Times New Roman" panose="02020603050405020304" pitchFamily="18" charset="0"/>
                <a:cs typeface="Times New Roman" panose="02020603050405020304" pitchFamily="18" charset="0"/>
              </a:rPr>
              <a:t>自底向上</a:t>
            </a:r>
            <a:r>
              <a:rPr lang="zh-CN" altLang="en-US" sz="2400" dirty="0">
                <a:latin typeface="Times New Roman" panose="02020603050405020304" pitchFamily="18" charset="0"/>
                <a:cs typeface="Times New Roman" panose="02020603050405020304" pitchFamily="18" charset="0"/>
              </a:rPr>
              <a:t>顺序来计算它的各个属性值</a:t>
            </a:r>
            <a:endParaRPr lang="en-US" altLang="zh-CN" sz="2400" dirty="0">
              <a:latin typeface="Times New Roman" panose="02020603050405020304" pitchFamily="18" charset="0"/>
              <a:cs typeface="Times New Roman" panose="02020603050405020304" pitchFamily="18" charset="0"/>
            </a:endParaRPr>
          </a:p>
          <a:p>
            <a:pPr marL="575072" lvl="1" indent="-272654">
              <a:lnSpc>
                <a:spcPts val="3000"/>
              </a:lnSpc>
              <a:defRPr/>
            </a:pP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属性定义可以在</a:t>
            </a:r>
            <a:r>
              <a:rPr lang="zh-CN" altLang="en-US" sz="2400" dirty="0">
                <a:solidFill>
                  <a:schemeClr val="tx2">
                    <a:lumMod val="60000"/>
                    <a:lumOff val="40000"/>
                  </a:schemeClr>
                </a:solidFill>
                <a:latin typeface="Times New Roman" panose="02020603050405020304" pitchFamily="18" charset="0"/>
                <a:cs typeface="Times New Roman" panose="02020603050405020304" pitchFamily="18" charset="0"/>
              </a:rPr>
              <a:t>自底向上的语法分析</a:t>
            </a:r>
            <a:r>
              <a:rPr lang="zh-CN" altLang="en-US" sz="2400" dirty="0">
                <a:latin typeface="Times New Roman" panose="02020603050405020304" pitchFamily="18" charset="0"/>
                <a:cs typeface="Times New Roman" panose="02020603050405020304" pitchFamily="18" charset="0"/>
              </a:rPr>
              <a:t>过程中实现</a:t>
            </a:r>
          </a:p>
        </p:txBody>
      </p:sp>
      <p:sp>
        <p:nvSpPr>
          <p:cNvPr id="31746" name="Rectangle 2">
            <a:extLst>
              <a:ext uri="{FF2B5EF4-FFF2-40B4-BE49-F238E27FC236}">
                <a16:creationId xmlns:a16="http://schemas.microsoft.com/office/drawing/2014/main" id="{0D60EAE7-3786-44E6-A521-02EAD4456A97}"/>
              </a:ext>
            </a:extLst>
          </p:cNvPr>
          <p:cNvSpPr>
            <a:spLocks noGrp="1" noChangeArrowheads="1"/>
          </p:cNvSpPr>
          <p:nvPr>
            <p:ph type="title"/>
          </p:nvPr>
        </p:nvSpPr>
        <p:spPr>
          <a:xfrm>
            <a:off x="755650" y="268288"/>
            <a:ext cx="7931150" cy="358775"/>
          </a:xfrm>
        </p:spPr>
        <p:txBody>
          <a:bodyPr/>
          <a:lstStyle/>
          <a:p>
            <a:pPr eaLnBrk="1" hangingPunct="1">
              <a:defRPr/>
            </a:pPr>
            <a:r>
              <a:rPr lang="en-US" altLang="zh-CN" spc="300" dirty="0">
                <a:latin typeface="Times New Roman" panose="02020603050405020304" pitchFamily="18" charset="0"/>
                <a:cs typeface="Times New Roman" panose="02020603050405020304" pitchFamily="18" charset="0"/>
              </a:rPr>
              <a:t>5.2 </a:t>
            </a:r>
            <a:r>
              <a:rPr lang="en-US" altLang="zh-CN" i="1" spc="300" dirty="0">
                <a:latin typeface="Times New Roman" panose="02020603050405020304" pitchFamily="18" charset="0"/>
                <a:cs typeface="Times New Roman" panose="02020603050405020304" pitchFamily="18" charset="0"/>
              </a:rPr>
              <a:t>S</a:t>
            </a:r>
            <a:r>
              <a:rPr lang="en-US" altLang="zh-CN" spc="300" dirty="0">
                <a:latin typeface="Times New Roman" panose="02020603050405020304" pitchFamily="18" charset="0"/>
                <a:cs typeface="Times New Roman" panose="02020603050405020304" pitchFamily="18" charset="0"/>
              </a:rPr>
              <a:t>-</a:t>
            </a:r>
            <a:r>
              <a:rPr lang="zh-CN" altLang="en-US" spc="300" dirty="0">
                <a:latin typeface="Times New Roman" panose="02020603050405020304" pitchFamily="18" charset="0"/>
                <a:cs typeface="Times New Roman" panose="02020603050405020304" pitchFamily="18" charset="0"/>
              </a:rPr>
              <a:t>属性定义与</a:t>
            </a:r>
            <a:r>
              <a:rPr lang="en-US" altLang="zh-CN" i="1" spc="300" dirty="0">
                <a:latin typeface="Times New Roman" panose="02020603050405020304" pitchFamily="18" charset="0"/>
                <a:cs typeface="Times New Roman" panose="02020603050405020304" pitchFamily="18" charset="0"/>
              </a:rPr>
              <a:t>L</a:t>
            </a:r>
            <a:r>
              <a:rPr lang="en-US" altLang="zh-CN" spc="300" dirty="0">
                <a:latin typeface="Times New Roman" panose="02020603050405020304" pitchFamily="18" charset="0"/>
                <a:cs typeface="Times New Roman" panose="02020603050405020304" pitchFamily="18" charset="0"/>
              </a:rPr>
              <a:t>-</a:t>
            </a:r>
            <a:r>
              <a:rPr lang="zh-CN" altLang="en-US" spc="300" dirty="0">
                <a:latin typeface="Times New Roman" panose="02020603050405020304" pitchFamily="18" charset="0"/>
                <a:cs typeface="Times New Roman" panose="02020603050405020304" pitchFamily="18" charset="0"/>
              </a:rPr>
              <a:t>属性定义</a:t>
            </a:r>
            <a:endParaRPr kumimoji="1" lang="zh-CN" altLang="en-US" spc="300" dirty="0">
              <a:latin typeface="Times New Roman" panose="02020603050405020304" pitchFamily="18" charset="0"/>
              <a:cs typeface="Times New Roman" panose="02020603050405020304" pitchFamily="18" charset="0"/>
            </a:endParaRPr>
          </a:p>
        </p:txBody>
      </p:sp>
      <p:grpSp>
        <p:nvGrpSpPr>
          <p:cNvPr id="2" name="组合 3">
            <a:extLst>
              <a:ext uri="{FF2B5EF4-FFF2-40B4-BE49-F238E27FC236}">
                <a16:creationId xmlns:a16="http://schemas.microsoft.com/office/drawing/2014/main" id="{C4662B28-C2CB-4C4D-B476-9BF796A67205}"/>
              </a:ext>
            </a:extLst>
          </p:cNvPr>
          <p:cNvGrpSpPr>
            <a:grpSpLocks/>
          </p:cNvGrpSpPr>
          <p:nvPr/>
        </p:nvGrpSpPr>
        <p:grpSpPr bwMode="auto">
          <a:xfrm>
            <a:off x="2054225" y="1285875"/>
            <a:ext cx="4232275" cy="2338388"/>
            <a:chOff x="3359696" y="3284984"/>
            <a:chExt cx="3367020" cy="2339200"/>
          </a:xfrm>
        </p:grpSpPr>
        <p:sp>
          <p:nvSpPr>
            <p:cNvPr id="5" name="矩形 4">
              <a:extLst>
                <a:ext uri="{FF2B5EF4-FFF2-40B4-BE49-F238E27FC236}">
                  <a16:creationId xmlns:a16="http://schemas.microsoft.com/office/drawing/2014/main" id="{8E29E5B3-18C0-4588-BB79-2C2F8C0E813F}"/>
                </a:ext>
              </a:extLst>
            </p:cNvPr>
            <p:cNvSpPr/>
            <p:nvPr/>
          </p:nvSpPr>
          <p:spPr>
            <a:xfrm>
              <a:off x="3359696" y="3284984"/>
              <a:ext cx="3367020" cy="2339200"/>
            </a:xfrm>
            <a:prstGeom prst="rect">
              <a:avLst/>
            </a:prstGeom>
            <a:solidFill>
              <a:schemeClr val="accent2">
                <a:lumMod val="40000"/>
                <a:lumOff val="60000"/>
              </a:schemeClr>
            </a:solidFill>
            <a:ln>
              <a:solidFill>
                <a:schemeClr val="tx1"/>
              </a:solidFill>
            </a:ln>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30000"/>
                </a:spcBef>
                <a:defRPr/>
              </a:pPr>
              <a:r>
                <a:rPr lang="zh-CN" altLang="en-US" b="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产生式</a:t>
              </a:r>
              <a:r>
                <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语义规则</a:t>
              </a:r>
              <a:endPar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n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L</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endPar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	E</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E</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(3)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(4)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(5)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(6)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(7)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digit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digit</a:t>
              </a:r>
              <a:r>
                <a:rPr lang="en-US" altLang="zh-CN" i="1" dirty="0" err="1">
                  <a:latin typeface="Times New Roman" pitchFamily="18" charset="0"/>
                  <a:ea typeface="楷体_GB2312" pitchFamily="49" charset="-122"/>
                  <a:cs typeface="Times New Roman" pitchFamily="18" charset="0"/>
                </a:rPr>
                <a:t>.</a:t>
              </a:r>
              <a:r>
                <a:rPr kumimoji="1" lang="en-US" altLang="zh-CN"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lexval</a:t>
              </a:r>
              <a:endPar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cxnSp>
          <p:nvCxnSpPr>
            <p:cNvPr id="6" name="直接连接符 5">
              <a:extLst>
                <a:ext uri="{FF2B5EF4-FFF2-40B4-BE49-F238E27FC236}">
                  <a16:creationId xmlns:a16="http://schemas.microsoft.com/office/drawing/2014/main" id="{E3B78D5C-1DBE-4EE1-91E0-D448A9521908}"/>
                </a:ext>
              </a:extLst>
            </p:cNvPr>
            <p:cNvCxnSpPr/>
            <p:nvPr/>
          </p:nvCxnSpPr>
          <p:spPr>
            <a:xfrm>
              <a:off x="3359696" y="3572422"/>
              <a:ext cx="33670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324F2F85-ACB4-4DD4-87DB-1EF64FB6F810}"/>
                </a:ext>
              </a:extLst>
            </p:cNvPr>
            <p:cNvCxnSpPr/>
            <p:nvPr/>
          </p:nvCxnSpPr>
          <p:spPr>
            <a:xfrm>
              <a:off x="4632748" y="3284984"/>
              <a:ext cx="0" cy="2339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a:extLst>
              <a:ext uri="{FF2B5EF4-FFF2-40B4-BE49-F238E27FC236}">
                <a16:creationId xmlns:a16="http://schemas.microsoft.com/office/drawing/2014/main" id="{EF16F98E-4033-4C6F-AFA4-F71B6170E439}"/>
              </a:ext>
            </a:extLst>
          </p:cNvPr>
          <p:cNvSpPr>
            <a:spLocks noGrp="1"/>
          </p:cNvSpPr>
          <p:nvPr>
            <p:ph type="sldNum" sz="quarter" idx="10"/>
          </p:nvPr>
        </p:nvSpPr>
        <p:spPr/>
        <p:txBody>
          <a:bodyPr/>
          <a:lstStyle/>
          <a:p>
            <a:pPr>
              <a:defRPr/>
            </a:pPr>
            <a:fld id="{8E104948-B687-4A74-87EB-9097C047E113}" type="slidenum">
              <a:rPr lang="zh-CN" altLang="en-US" smtClean="0"/>
              <a:pPr>
                <a:defRPr/>
              </a:pPr>
              <a:t>25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 calcmode="lin" valueType="num">
                                      <p:cBhvr>
                                        <p:cTn id="7" dur="500" fill="hold"/>
                                        <p:tgtEl>
                                          <p:spTgt spid="3789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7891">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7891">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nodeType="clickEffect">
                                  <p:stCondLst>
                                    <p:cond delay="0"/>
                                  </p:stCondLst>
                                  <p:childTnLst>
                                    <p:set>
                                      <p:cBhvr>
                                        <p:cTn id="18" dur="1" fill="hold">
                                          <p:stCondLst>
                                            <p:cond delay="0"/>
                                          </p:stCondLst>
                                        </p:cTn>
                                        <p:tgtEl>
                                          <p:spTgt spid="37891">
                                            <p:txEl>
                                              <p:pRg st="5" end="5"/>
                                            </p:txEl>
                                          </p:spTgt>
                                        </p:tgtEl>
                                        <p:attrNameLst>
                                          <p:attrName>style.visibility</p:attrName>
                                        </p:attrNameLst>
                                      </p:cBhvr>
                                      <p:to>
                                        <p:strVal val="visible"/>
                                      </p:to>
                                    </p:set>
                                    <p:anim calcmode="lin" valueType="num">
                                      <p:cBhvr>
                                        <p:cTn id="19" dur="500" fill="hold"/>
                                        <p:tgtEl>
                                          <p:spTgt spid="37891">
                                            <p:txEl>
                                              <p:pRg st="5" end="5"/>
                                            </p:txEl>
                                          </p:spTgt>
                                        </p:tgtEl>
                                        <p:attrNameLst>
                                          <p:attrName>ppt_w</p:attrName>
                                        </p:attrNameLst>
                                      </p:cBhvr>
                                      <p:tavLst>
                                        <p:tav tm="0">
                                          <p:val>
                                            <p:fltVal val="0"/>
                                          </p:val>
                                        </p:tav>
                                        <p:tav tm="100000">
                                          <p:val>
                                            <p:strVal val="#ppt_w"/>
                                          </p:val>
                                        </p:tav>
                                      </p:tavLst>
                                    </p:anim>
                                    <p:anim calcmode="lin" valueType="num">
                                      <p:cBhvr>
                                        <p:cTn id="20" dur="500" fill="hold"/>
                                        <p:tgtEl>
                                          <p:spTgt spid="37891">
                                            <p:txEl>
                                              <p:pRg st="5" end="5"/>
                                            </p:txEl>
                                          </p:spTgt>
                                        </p:tgtEl>
                                        <p:attrNameLst>
                                          <p:attrName>ppt_h</p:attrName>
                                        </p:attrNameLst>
                                      </p:cBhvr>
                                      <p:tavLst>
                                        <p:tav tm="0">
                                          <p:val>
                                            <p:fltVal val="0"/>
                                          </p:val>
                                        </p:tav>
                                        <p:tav tm="100000">
                                          <p:val>
                                            <p:strVal val="#ppt_h"/>
                                          </p:val>
                                        </p:tav>
                                      </p:tavLst>
                                    </p:anim>
                                    <p:animEffect transition="in" filter="fade">
                                      <p:cBhvr>
                                        <p:cTn id="21" dur="500"/>
                                        <p:tgtEl>
                                          <p:spTgt spid="37891">
                                            <p:txEl>
                                              <p:pRg st="5" end="5"/>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0" fill="hold" nodeType="clickEffect">
                                  <p:stCondLst>
                                    <p:cond delay="0"/>
                                  </p:stCondLst>
                                  <p:childTnLst>
                                    <p:set>
                                      <p:cBhvr>
                                        <p:cTn id="25" dur="1" fill="hold">
                                          <p:stCondLst>
                                            <p:cond delay="0"/>
                                          </p:stCondLst>
                                        </p:cTn>
                                        <p:tgtEl>
                                          <p:spTgt spid="37891">
                                            <p:txEl>
                                              <p:pRg st="6" end="6"/>
                                            </p:txEl>
                                          </p:spTgt>
                                        </p:tgtEl>
                                        <p:attrNameLst>
                                          <p:attrName>style.visibility</p:attrName>
                                        </p:attrNameLst>
                                      </p:cBhvr>
                                      <p:to>
                                        <p:strVal val="visible"/>
                                      </p:to>
                                    </p:set>
                                    <p:anim calcmode="lin" valueType="num">
                                      <p:cBhvr>
                                        <p:cTn id="26" dur="500" fill="hold"/>
                                        <p:tgtEl>
                                          <p:spTgt spid="37891">
                                            <p:txEl>
                                              <p:pRg st="6" end="6"/>
                                            </p:txEl>
                                          </p:spTgt>
                                        </p:tgtEl>
                                        <p:attrNameLst>
                                          <p:attrName>ppt_w</p:attrName>
                                        </p:attrNameLst>
                                      </p:cBhvr>
                                      <p:tavLst>
                                        <p:tav tm="0">
                                          <p:val>
                                            <p:fltVal val="0"/>
                                          </p:val>
                                        </p:tav>
                                        <p:tav tm="100000">
                                          <p:val>
                                            <p:strVal val="#ppt_w"/>
                                          </p:val>
                                        </p:tav>
                                      </p:tavLst>
                                    </p:anim>
                                    <p:anim calcmode="lin" valueType="num">
                                      <p:cBhvr>
                                        <p:cTn id="27" dur="500" fill="hold"/>
                                        <p:tgtEl>
                                          <p:spTgt spid="37891">
                                            <p:txEl>
                                              <p:pRg st="6" end="6"/>
                                            </p:txEl>
                                          </p:spTgt>
                                        </p:tgtEl>
                                        <p:attrNameLst>
                                          <p:attrName>ppt_h</p:attrName>
                                        </p:attrNameLst>
                                      </p:cBhvr>
                                      <p:tavLst>
                                        <p:tav tm="0">
                                          <p:val>
                                            <p:fltVal val="0"/>
                                          </p:val>
                                        </p:tav>
                                        <p:tav tm="100000">
                                          <p:val>
                                            <p:strVal val="#ppt_h"/>
                                          </p:val>
                                        </p:tav>
                                      </p:tavLst>
                                    </p:anim>
                                    <p:animEffect transition="in" filter="fade">
                                      <p:cBhvr>
                                        <p:cTn id="28" dur="500"/>
                                        <p:tgtEl>
                                          <p:spTgt spid="378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1358E86D-0DE2-41DD-9328-EC56AF90B202}"/>
              </a:ext>
            </a:extLst>
          </p:cNvPr>
          <p:cNvSpPr>
            <a:spLocks noGrp="1" noChangeArrowheads="1"/>
          </p:cNvSpPr>
          <p:nvPr>
            <p:ph idx="1"/>
          </p:nvPr>
        </p:nvSpPr>
        <p:spPr>
          <a:xfrm>
            <a:off x="501650" y="846138"/>
            <a:ext cx="7642225" cy="3225800"/>
          </a:xfrm>
        </p:spPr>
        <p:txBody>
          <a:bodyPr/>
          <a:lstStyle/>
          <a:p>
            <a:pPr marL="272654" lvl="1" indent="-272654" eaLnBrk="1" hangingPunct="1">
              <a:lnSpc>
                <a:spcPts val="4000"/>
              </a:lnSpc>
              <a:defRPr/>
            </a:pPr>
            <a:r>
              <a:rPr kumimoji="1" lang="en-US" altLang="zh-CN" sz="2800" i="1" dirty="0">
                <a:latin typeface="Times New Roman" panose="02020603050405020304" pitchFamily="18" charset="0"/>
                <a:cs typeface="Times New Roman" panose="02020603050405020304" pitchFamily="18" charset="0"/>
              </a:rPr>
              <a:t>L</a:t>
            </a:r>
            <a:r>
              <a:rPr kumimoji="1" lang="en-US" altLang="zh-CN"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属性定义</a:t>
            </a:r>
            <a:r>
              <a:rPr kumimoji="1" lang="en-US" altLang="zh-CN" sz="2800" spc="300" dirty="0">
                <a:latin typeface="Times New Roman" panose="02020603050405020304" pitchFamily="18" charset="0"/>
                <a:ea typeface="微软雅黑" pitchFamily="34" charset="-122"/>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也称为</a:t>
            </a:r>
            <a:r>
              <a:rPr lang="en-US" altLang="zh-CN" sz="2800" i="1" dirty="0">
                <a:solidFill>
                  <a:srgbClr val="FF0000"/>
                </a:solidFill>
                <a:latin typeface="Times New Roman" panose="02020603050405020304" pitchFamily="18" charset="0"/>
                <a:cs typeface="Times New Roman" panose="02020603050405020304" pitchFamily="18" charset="0"/>
              </a:rPr>
              <a:t>L</a:t>
            </a:r>
            <a:r>
              <a:rPr lang="zh-CN" altLang="en-US" sz="2800" dirty="0">
                <a:solidFill>
                  <a:srgbClr val="FF0000"/>
                </a:solidFill>
                <a:latin typeface="Times New Roman" panose="02020603050405020304" pitchFamily="18" charset="0"/>
                <a:cs typeface="Times New Roman" panose="02020603050405020304" pitchFamily="18" charset="0"/>
              </a:rPr>
              <a:t>属性的</a:t>
            </a:r>
            <a:r>
              <a:rPr lang="en-US" altLang="zh-CN" sz="2800" i="1" dirty="0">
                <a:solidFill>
                  <a:srgbClr val="FF0000"/>
                </a:solidFill>
                <a:latin typeface="Times New Roman" panose="02020603050405020304" pitchFamily="18" charset="0"/>
                <a:cs typeface="Times New Roman" panose="02020603050405020304" pitchFamily="18" charset="0"/>
              </a:rPr>
              <a:t>SDD</a:t>
            </a:r>
            <a:r>
              <a:rPr lang="zh-CN" altLang="en-US" sz="2800" dirty="0">
                <a:latin typeface="Times New Roman" panose="02020603050405020304" pitchFamily="18" charset="0"/>
                <a:cs typeface="Times New Roman" panose="02020603050405020304" pitchFamily="18" charset="0"/>
              </a:rPr>
              <a:t>或</a:t>
            </a:r>
            <a:r>
              <a:rPr lang="en-US" altLang="zh-CN" sz="2800" i="1" dirty="0">
                <a:solidFill>
                  <a:srgbClr val="FF0000"/>
                </a:solidFill>
                <a:latin typeface="Times New Roman" panose="02020603050405020304" pitchFamily="18" charset="0"/>
                <a:cs typeface="Times New Roman" panose="02020603050405020304" pitchFamily="18" charset="0"/>
              </a:rPr>
              <a:t>L-SDD</a:t>
            </a:r>
            <a:r>
              <a:rPr kumimoji="1" lang="en-US" altLang="zh-CN" sz="2800" spc="300" dirty="0">
                <a:latin typeface="Times New Roman" panose="02020603050405020304" pitchFamily="18" charset="0"/>
                <a:ea typeface="微软雅黑" pitchFamily="34" charset="-122"/>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的直观含义：在一个产生式所关联的各属性之间，依赖图的边</a:t>
            </a:r>
            <a:r>
              <a:rPr kumimoji="1" lang="zh-CN" altLang="en-US" sz="2800" dirty="0">
                <a:solidFill>
                  <a:schemeClr val="tx2">
                    <a:lumMod val="60000"/>
                    <a:lumOff val="40000"/>
                  </a:schemeClr>
                </a:solidFill>
                <a:latin typeface="Times New Roman" panose="02020603050405020304" pitchFamily="18" charset="0"/>
                <a:cs typeface="Times New Roman" panose="02020603050405020304" pitchFamily="18" charset="0"/>
              </a:rPr>
              <a:t>可以从左到右</a:t>
            </a:r>
            <a:r>
              <a:rPr kumimoji="1" lang="zh-CN" altLang="en-US" sz="2800" dirty="0">
                <a:latin typeface="Times New Roman" panose="02020603050405020304" pitchFamily="18" charset="0"/>
                <a:cs typeface="Times New Roman" panose="02020603050405020304" pitchFamily="18" charset="0"/>
              </a:rPr>
              <a:t>，但</a:t>
            </a:r>
            <a:r>
              <a:rPr kumimoji="1" lang="zh-CN" altLang="en-US" sz="2800" dirty="0">
                <a:solidFill>
                  <a:schemeClr val="tx2">
                    <a:lumMod val="60000"/>
                    <a:lumOff val="40000"/>
                  </a:schemeClr>
                </a:solidFill>
                <a:latin typeface="Times New Roman" panose="02020603050405020304" pitchFamily="18" charset="0"/>
                <a:cs typeface="Times New Roman" panose="02020603050405020304" pitchFamily="18" charset="0"/>
              </a:rPr>
              <a:t>不能从右到左</a:t>
            </a:r>
            <a:r>
              <a:rPr kumimoji="1" lang="en-US" altLang="zh-CN" sz="2800" spc="300" dirty="0">
                <a:latin typeface="Times New Roman" panose="02020603050405020304" pitchFamily="18" charset="0"/>
                <a:ea typeface="微软雅黑" pitchFamily="34" charset="-122"/>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因此称为</a:t>
            </a:r>
            <a:r>
              <a:rPr kumimoji="1" lang="en-US" altLang="zh-CN" sz="2800" i="1" dirty="0">
                <a:latin typeface="Times New Roman" panose="02020603050405020304" pitchFamily="18" charset="0"/>
                <a:cs typeface="Times New Roman" panose="02020603050405020304" pitchFamily="18" charset="0"/>
              </a:rPr>
              <a:t>L</a:t>
            </a:r>
            <a:r>
              <a:rPr kumimoji="1" lang="zh-CN" altLang="en-US" sz="2800" dirty="0">
                <a:latin typeface="Times New Roman" panose="02020603050405020304" pitchFamily="18" charset="0"/>
                <a:cs typeface="Times New Roman" panose="02020603050405020304" pitchFamily="18" charset="0"/>
              </a:rPr>
              <a:t>属性的，</a:t>
            </a:r>
            <a:r>
              <a:rPr kumimoji="1" lang="en-US" altLang="zh-CN" sz="2800" i="1" dirty="0">
                <a:latin typeface="Times New Roman" panose="02020603050405020304" pitchFamily="18" charset="0"/>
                <a:cs typeface="Times New Roman" panose="02020603050405020304" pitchFamily="18" charset="0"/>
              </a:rPr>
              <a:t>L</a:t>
            </a:r>
            <a:r>
              <a:rPr kumimoji="1" lang="zh-CN" altLang="en-US" sz="2800" dirty="0">
                <a:latin typeface="Times New Roman" panose="02020603050405020304" pitchFamily="18" charset="0"/>
                <a:cs typeface="Times New Roman" panose="02020603050405020304" pitchFamily="18" charset="0"/>
              </a:rPr>
              <a:t>是</a:t>
            </a:r>
            <a:r>
              <a:rPr kumimoji="1" lang="en-US" altLang="zh-CN" sz="2800" i="1" dirty="0">
                <a:latin typeface="Times New Roman" panose="02020603050405020304" pitchFamily="18" charset="0"/>
                <a:cs typeface="Times New Roman" panose="02020603050405020304" pitchFamily="18" charset="0"/>
              </a:rPr>
              <a:t>Left</a:t>
            </a:r>
            <a:r>
              <a:rPr kumimoji="1" lang="zh-CN" altLang="en-US" sz="2800" dirty="0">
                <a:latin typeface="Times New Roman" panose="02020603050405020304" pitchFamily="18" charset="0"/>
                <a:cs typeface="Times New Roman" panose="02020603050405020304" pitchFamily="18" charset="0"/>
              </a:rPr>
              <a:t>的首字母</a:t>
            </a:r>
            <a:r>
              <a:rPr kumimoji="1" lang="en-US" altLang="zh-CN" sz="2800" spc="300" dirty="0">
                <a:latin typeface="Times New Roman" panose="02020603050405020304" pitchFamily="18" charset="0"/>
                <a:ea typeface="微软雅黑" pitchFamily="34" charset="-122"/>
                <a:cs typeface="Times New Roman" panose="02020603050405020304" pitchFamily="18" charset="0"/>
              </a:rPr>
              <a:t>)</a:t>
            </a:r>
            <a:endParaRPr lang="en-US" altLang="zh-CN" sz="2500"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32770" name="Rectangle 2">
            <a:extLst>
              <a:ext uri="{FF2B5EF4-FFF2-40B4-BE49-F238E27FC236}">
                <a16:creationId xmlns:a16="http://schemas.microsoft.com/office/drawing/2014/main" id="{A9969872-EDB6-4557-B9B5-DA52C00FBB2F}"/>
              </a:ext>
            </a:extLst>
          </p:cNvPr>
          <p:cNvSpPr>
            <a:spLocks noGrp="1" noChangeArrowheads="1"/>
          </p:cNvSpPr>
          <p:nvPr>
            <p:ph type="title"/>
          </p:nvPr>
        </p:nvSpPr>
        <p:spPr>
          <a:xfrm>
            <a:off x="755650" y="268288"/>
            <a:ext cx="7931150" cy="358775"/>
          </a:xfrm>
        </p:spPr>
        <p:txBody>
          <a:bodyPr/>
          <a:lstStyle/>
          <a:p>
            <a:pPr>
              <a:defRPr/>
            </a:pPr>
            <a:r>
              <a:rPr lang="en-US" altLang="zh-CN" i="1" dirty="0">
                <a:latin typeface="Times New Roman" panose="02020603050405020304" pitchFamily="18" charset="0"/>
                <a:ea typeface="楷体_GB2312" pitchFamily="49" charset="-122"/>
                <a:cs typeface="Times New Roman" panose="02020603050405020304" pitchFamily="18" charset="0"/>
              </a:rPr>
              <a:t>L</a:t>
            </a:r>
            <a:r>
              <a:rPr lang="en-US" altLang="zh-CN" spc="300" dirty="0">
                <a:latin typeface="Times New Roman" panose="02020603050405020304" pitchFamily="18" charset="0"/>
                <a:cs typeface="Times New Roman" panose="02020603050405020304" pitchFamily="18" charset="0"/>
              </a:rPr>
              <a:t>-</a:t>
            </a:r>
            <a:r>
              <a:rPr lang="zh-CN" altLang="en-US" spc="300" dirty="0">
                <a:latin typeface="Times New Roman" panose="02020603050405020304" pitchFamily="18" charset="0"/>
                <a:cs typeface="Times New Roman" panose="02020603050405020304" pitchFamily="18" charset="0"/>
              </a:rPr>
              <a:t>属性定义</a:t>
            </a:r>
            <a:endParaRPr lang="en-US" altLang="zh-CN" spc="3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59E61159-A790-489D-B9E2-B5463B382C07}"/>
              </a:ext>
            </a:extLst>
          </p:cNvPr>
          <p:cNvSpPr>
            <a:spLocks noGrp="1"/>
          </p:cNvSpPr>
          <p:nvPr>
            <p:ph type="sldNum" sz="quarter" idx="10"/>
          </p:nvPr>
        </p:nvSpPr>
        <p:spPr/>
        <p:txBody>
          <a:bodyPr/>
          <a:lstStyle/>
          <a:p>
            <a:pPr>
              <a:defRPr/>
            </a:pPr>
            <a:fld id="{8E104948-B687-4A74-87EB-9097C047E113}" type="slidenum">
              <a:rPr lang="zh-CN" altLang="en-US" smtClean="0"/>
              <a:pPr>
                <a:defRPr/>
              </a:pPr>
              <a:t>26</a:t>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06C77AAF-A666-448C-845D-C731EBE41915}"/>
              </a:ext>
            </a:extLst>
          </p:cNvPr>
          <p:cNvSpPr>
            <a:spLocks noGrp="1" noChangeArrowheads="1"/>
          </p:cNvSpPr>
          <p:nvPr>
            <p:ph idx="1"/>
          </p:nvPr>
        </p:nvSpPr>
        <p:spPr>
          <a:xfrm>
            <a:off x="501650" y="846138"/>
            <a:ext cx="8462963" cy="3662362"/>
          </a:xfrm>
        </p:spPr>
        <p:txBody>
          <a:bodyPr/>
          <a:lstStyle/>
          <a:p>
            <a:pPr marL="272654" indent="-272654" eaLnBrk="1" hangingPunct="1">
              <a:lnSpc>
                <a:spcPts val="4000"/>
              </a:lnSpc>
              <a:defRPr/>
            </a:pPr>
            <a:r>
              <a:rPr kumimoji="1" lang="zh-CN" altLang="en-US" sz="2800" dirty="0">
                <a:latin typeface="Times New Roman" panose="02020603050405020304" pitchFamily="18" charset="0"/>
                <a:cs typeface="Times New Roman" panose="02020603050405020304" pitchFamily="18" charset="0"/>
              </a:rPr>
              <a:t>一个</a:t>
            </a:r>
            <a:r>
              <a:rPr kumimoji="1" lang="en-US" altLang="zh-CN" sz="2800" i="1" dirty="0">
                <a:latin typeface="Times New Roman" panose="02020603050405020304" pitchFamily="18" charset="0"/>
                <a:cs typeface="Times New Roman" panose="02020603050405020304" pitchFamily="18" charset="0"/>
              </a:rPr>
              <a:t>SDD</a:t>
            </a:r>
            <a:r>
              <a:rPr kumimoji="1" lang="zh-CN" altLang="en-US" sz="2800" dirty="0">
                <a:latin typeface="Times New Roman" panose="02020603050405020304" pitchFamily="18" charset="0"/>
                <a:cs typeface="Times New Roman" panose="02020603050405020304" pitchFamily="18" charset="0"/>
              </a:rPr>
              <a:t>是</a:t>
            </a:r>
            <a:r>
              <a:rPr kumimoji="1" lang="en-US" altLang="zh-CN" sz="2800" i="1" dirty="0">
                <a:solidFill>
                  <a:srgbClr val="FF0000"/>
                </a:solidFill>
                <a:latin typeface="Times New Roman" panose="02020603050405020304" pitchFamily="18" charset="0"/>
                <a:cs typeface="Times New Roman" panose="02020603050405020304" pitchFamily="18" charset="0"/>
              </a:rPr>
              <a:t>L</a:t>
            </a:r>
            <a:r>
              <a:rPr kumimoji="1" lang="en-US" altLang="zh-CN" sz="2800" dirty="0">
                <a:solidFill>
                  <a:srgbClr val="FF0000"/>
                </a:solidFill>
                <a:latin typeface="Times New Roman" panose="02020603050405020304" pitchFamily="18" charset="0"/>
                <a:cs typeface="Times New Roman" panose="02020603050405020304" pitchFamily="18" charset="0"/>
              </a:rPr>
              <a:t>-</a:t>
            </a:r>
            <a:r>
              <a:rPr kumimoji="1" lang="zh-CN" altLang="en-US" sz="2800" dirty="0">
                <a:solidFill>
                  <a:srgbClr val="FF0000"/>
                </a:solidFill>
                <a:latin typeface="Times New Roman" panose="02020603050405020304" pitchFamily="18" charset="0"/>
                <a:cs typeface="Times New Roman" panose="02020603050405020304" pitchFamily="18" charset="0"/>
              </a:rPr>
              <a:t>属性定义</a:t>
            </a:r>
            <a:r>
              <a:rPr kumimoji="1" lang="zh-CN" altLang="en-US" sz="2800" dirty="0">
                <a:latin typeface="Times New Roman" panose="02020603050405020304" pitchFamily="18" charset="0"/>
                <a:cs typeface="Times New Roman" panose="02020603050405020304" pitchFamily="18" charset="0"/>
              </a:rPr>
              <a:t>，当且仅当它的每个属性要么是一个</a:t>
            </a:r>
            <a:r>
              <a:rPr kumimoji="1" lang="zh-CN" altLang="en-US" sz="2800" dirty="0">
                <a:solidFill>
                  <a:srgbClr val="0070C0"/>
                </a:solidFill>
                <a:latin typeface="Times New Roman" panose="02020603050405020304" pitchFamily="18" charset="0"/>
                <a:cs typeface="Times New Roman" panose="02020603050405020304" pitchFamily="18" charset="0"/>
              </a:rPr>
              <a:t>综合属性</a:t>
            </a:r>
            <a:r>
              <a:rPr kumimoji="1" lang="zh-CN" altLang="en-US" sz="2800" dirty="0">
                <a:latin typeface="Times New Roman" panose="02020603050405020304" pitchFamily="18" charset="0"/>
                <a:cs typeface="Times New Roman" panose="02020603050405020304" pitchFamily="18" charset="0"/>
              </a:rPr>
              <a:t>，要么是满足如下条件的</a:t>
            </a:r>
            <a:r>
              <a:rPr kumimoji="1" lang="zh-CN" altLang="en-US" sz="2800" dirty="0">
                <a:solidFill>
                  <a:srgbClr val="0070C0"/>
                </a:solidFill>
                <a:latin typeface="Times New Roman" panose="02020603050405020304" pitchFamily="18" charset="0"/>
                <a:cs typeface="Times New Roman" panose="02020603050405020304" pitchFamily="18" charset="0"/>
              </a:rPr>
              <a:t>继承属性</a:t>
            </a:r>
            <a:r>
              <a:rPr kumimoji="1" lang="zh-CN" altLang="en-US" sz="2800" dirty="0">
                <a:latin typeface="Times New Roman" panose="02020603050405020304" pitchFamily="18" charset="0"/>
                <a:cs typeface="Times New Roman" panose="02020603050405020304" pitchFamily="18" charset="0"/>
              </a:rPr>
              <a:t>：假设存在一个产生式</a:t>
            </a:r>
            <a:r>
              <a:rPr kumimoji="1" lang="en-US" altLang="zh-CN" sz="2800" i="1" dirty="0">
                <a:latin typeface="Times New Roman" panose="02020603050405020304" pitchFamily="18" charset="0"/>
                <a:cs typeface="Times New Roman" panose="02020603050405020304" pitchFamily="18" charset="0"/>
              </a:rPr>
              <a:t>A</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baseline="-25000" dirty="0">
                <a:latin typeface="Times New Roman" panose="02020603050405020304" pitchFamily="18" charset="0"/>
                <a:cs typeface="Times New Roman" panose="02020603050405020304" pitchFamily="18" charset="0"/>
              </a:rPr>
              <a:t>1</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baseline="-25000" dirty="0">
                <a:latin typeface="Times New Roman" panose="02020603050405020304" pitchFamily="18" charset="0"/>
                <a:cs typeface="Times New Roman" panose="02020603050405020304" pitchFamily="18" charset="0"/>
              </a:rPr>
              <a:t>2</a:t>
            </a:r>
            <a:r>
              <a:rPr kumimoji="1" lang="en-US" altLang="zh-CN" sz="2800" i="1" dirty="0">
                <a:latin typeface="Times New Roman" panose="02020603050405020304" pitchFamily="18" charset="0"/>
                <a:cs typeface="Times New Roman" panose="02020603050405020304" pitchFamily="18" charset="0"/>
              </a:rPr>
              <a:t>…</a:t>
            </a:r>
            <a:r>
              <a:rPr kumimoji="1" lang="en-US" altLang="zh-CN" sz="2800" i="1" dirty="0" err="1">
                <a:latin typeface="Times New Roman" panose="02020603050405020304" pitchFamily="18" charset="0"/>
                <a:cs typeface="Times New Roman" panose="02020603050405020304" pitchFamily="18" charset="0"/>
              </a:rPr>
              <a:t>X</a:t>
            </a:r>
            <a:r>
              <a:rPr kumimoji="1" lang="en-US" altLang="zh-CN" sz="2800" i="1" baseline="-25000" dirty="0" err="1">
                <a:latin typeface="Times New Roman" panose="02020603050405020304" pitchFamily="18" charset="0"/>
                <a:cs typeface="Times New Roman" panose="02020603050405020304" pitchFamily="18" charset="0"/>
              </a:rPr>
              <a:t>n</a:t>
            </a:r>
            <a:r>
              <a:rPr kumimoji="1" lang="zh-CN" altLang="en-US" sz="2800" dirty="0">
                <a:latin typeface="Times New Roman" panose="02020603050405020304" pitchFamily="18" charset="0"/>
                <a:cs typeface="Times New Roman" panose="02020603050405020304" pitchFamily="18" charset="0"/>
              </a:rPr>
              <a:t>，其右部符号</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i="1" baseline="-25000" dirty="0">
                <a:latin typeface="Times New Roman" panose="02020603050405020304" pitchFamily="18" charset="0"/>
                <a:cs typeface="Times New Roman" panose="02020603050405020304" pitchFamily="18" charset="0"/>
              </a:rPr>
              <a:t>i </a:t>
            </a:r>
            <a:r>
              <a:rPr kumimoji="1" lang="en-US" altLang="zh-CN" sz="2800" dirty="0">
                <a:latin typeface="Times New Roman" panose="02020603050405020304" pitchFamily="18" charset="0"/>
                <a:cs typeface="Times New Roman" panose="02020603050405020304" pitchFamily="18" charset="0"/>
              </a:rPr>
              <a:t>(1</a:t>
            </a:r>
            <a:r>
              <a:rPr kumimoji="1"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i="1" dirty="0">
                <a:latin typeface="Times New Roman" panose="02020603050405020304" pitchFamily="18" charset="0"/>
                <a:cs typeface="Times New Roman" panose="02020603050405020304" pitchFamily="18" charset="0"/>
                <a:sym typeface="Symbol" pitchFamily="18" charset="2"/>
              </a:rPr>
              <a:t> </a:t>
            </a:r>
            <a:r>
              <a:rPr kumimoji="1" lang="en-US" altLang="zh-CN" sz="2800" i="1" dirty="0" err="1">
                <a:latin typeface="Times New Roman" panose="02020603050405020304" pitchFamily="18" charset="0"/>
                <a:cs typeface="Times New Roman" panose="02020603050405020304" pitchFamily="18" charset="0"/>
              </a:rPr>
              <a:t>i</a:t>
            </a:r>
            <a:r>
              <a:rPr kumimoji="1" lang="en-US" altLang="zh-CN" sz="2800" i="1" dirty="0">
                <a:latin typeface="Times New Roman" panose="02020603050405020304" pitchFamily="18" charset="0"/>
                <a:cs typeface="Times New Roman" panose="02020603050405020304" pitchFamily="18" charset="0"/>
              </a:rPr>
              <a:t> </a:t>
            </a:r>
            <a:r>
              <a:rPr kumimoji="1"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 </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的</a:t>
            </a:r>
            <a:r>
              <a:rPr kumimoji="1" lang="zh-CN" altLang="en-US" sz="2800" dirty="0">
                <a:solidFill>
                  <a:srgbClr val="0070C0"/>
                </a:solidFill>
                <a:latin typeface="Times New Roman" panose="02020603050405020304" pitchFamily="18" charset="0"/>
                <a:cs typeface="Times New Roman" panose="02020603050405020304" pitchFamily="18" charset="0"/>
              </a:rPr>
              <a:t>继承属性</a:t>
            </a:r>
            <a:r>
              <a:rPr kumimoji="1" lang="zh-CN" altLang="en-US" sz="2800" dirty="0">
                <a:latin typeface="Times New Roman" panose="02020603050405020304" pitchFamily="18" charset="0"/>
                <a:cs typeface="Times New Roman" panose="02020603050405020304" pitchFamily="18" charset="0"/>
              </a:rPr>
              <a:t>仅依赖于下列属性：</a:t>
            </a:r>
          </a:p>
          <a:p>
            <a:pPr marL="575072" lvl="1" indent="-272654">
              <a:lnSpc>
                <a:spcPts val="3500"/>
              </a:lnSpc>
              <a:defRPr/>
            </a:pPr>
            <a:r>
              <a:rPr lang="en-US" altLang="zh-CN" sz="2400" i="1" dirty="0">
                <a:solidFill>
                  <a:prstClr val="black"/>
                </a:solidFill>
                <a:latin typeface="Times New Roman" panose="02020603050405020304" pitchFamily="18" charset="0"/>
                <a:cs typeface="Times New Roman" panose="02020603050405020304" pitchFamily="18" charset="0"/>
              </a:rPr>
              <a:t>A</a:t>
            </a:r>
            <a:r>
              <a:rPr lang="zh-CN" altLang="en-US" sz="2400" dirty="0">
                <a:solidFill>
                  <a:prstClr val="black"/>
                </a:solidFill>
                <a:latin typeface="Times New Roman" panose="02020603050405020304" pitchFamily="18" charset="0"/>
                <a:cs typeface="Times New Roman" panose="02020603050405020304" pitchFamily="18" charset="0"/>
              </a:rPr>
              <a:t>的</a:t>
            </a:r>
            <a:r>
              <a:rPr lang="zh-CN" altLang="en-US" sz="2400" dirty="0">
                <a:solidFill>
                  <a:srgbClr val="0070C0"/>
                </a:solidFill>
                <a:latin typeface="Times New Roman" panose="02020603050405020304" pitchFamily="18" charset="0"/>
                <a:cs typeface="Times New Roman" panose="02020603050405020304" pitchFamily="18" charset="0"/>
              </a:rPr>
              <a:t>继承属性</a:t>
            </a:r>
            <a:endParaRPr lang="en-US" altLang="zh-CN" sz="2400" dirty="0">
              <a:solidFill>
                <a:srgbClr val="0070C0"/>
              </a:solidFill>
              <a:latin typeface="Times New Roman" panose="02020603050405020304" pitchFamily="18" charset="0"/>
              <a:cs typeface="Times New Roman" panose="02020603050405020304" pitchFamily="18" charset="0"/>
            </a:endParaRPr>
          </a:p>
          <a:p>
            <a:pPr marL="575072" lvl="1" indent="-272654">
              <a:lnSpc>
                <a:spcPts val="3500"/>
              </a:lnSpc>
              <a:defRPr/>
            </a:pPr>
            <a:r>
              <a:rPr kumimoji="1" lang="zh-CN" altLang="en-US" sz="2400" dirty="0">
                <a:solidFill>
                  <a:prstClr val="black"/>
                </a:solidFill>
                <a:latin typeface="Times New Roman" panose="02020603050405020304" pitchFamily="18" charset="0"/>
                <a:cs typeface="Times New Roman" panose="02020603050405020304" pitchFamily="18" charset="0"/>
              </a:rPr>
              <a:t>产生式中</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a:t>
            </a:r>
            <a:r>
              <a:rPr kumimoji="1" lang="zh-CN" altLang="en-US" sz="2400" dirty="0">
                <a:solidFill>
                  <a:srgbClr val="0070C0"/>
                </a:solidFill>
                <a:latin typeface="Times New Roman" panose="02020603050405020304" pitchFamily="18" charset="0"/>
                <a:cs typeface="Times New Roman" panose="02020603050405020304" pitchFamily="18" charset="0"/>
              </a:rPr>
              <a:t>左边</a:t>
            </a:r>
            <a:r>
              <a:rPr kumimoji="1" lang="zh-CN" altLang="en-US" sz="2400" dirty="0">
                <a:solidFill>
                  <a:prstClr val="black"/>
                </a:solidFill>
                <a:latin typeface="Times New Roman" panose="02020603050405020304" pitchFamily="18" charset="0"/>
                <a:cs typeface="Times New Roman" panose="02020603050405020304" pitchFamily="18" charset="0"/>
              </a:rPr>
              <a:t>的符号</a:t>
            </a:r>
            <a:r>
              <a:rPr lang="en-US" altLang="zh-CN" sz="2400" dirty="0">
                <a:solidFill>
                  <a:prstClr val="black"/>
                </a:solidFill>
                <a:latin typeface="Times New Roman" panose="02020603050405020304" pitchFamily="18" charset="0"/>
                <a:cs typeface="Times New Roman" panose="02020603050405020304" pitchFamily="18" charset="0"/>
              </a:rPr>
              <a:t> </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baseline="-25000" dirty="0">
                <a:solidFill>
                  <a:prstClr val="black"/>
                </a:solidFill>
                <a:latin typeface="Times New Roman" panose="02020603050405020304" pitchFamily="18" charset="0"/>
                <a:cs typeface="Times New Roman" panose="02020603050405020304" pitchFamily="18" charset="0"/>
              </a:rPr>
              <a:t>1</a:t>
            </a:r>
            <a:r>
              <a:rPr kumimoji="1" lang="en-US" altLang="zh-CN" sz="2400" dirty="0">
                <a:solidFill>
                  <a:prstClr val="black"/>
                </a:solidFill>
                <a:latin typeface="Times New Roman" panose="02020603050405020304" pitchFamily="18" charset="0"/>
                <a:cs typeface="Times New Roman" panose="02020603050405020304" pitchFamily="18" charset="0"/>
              </a:rPr>
              <a:t>, </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baseline="-25000" dirty="0">
                <a:solidFill>
                  <a:prstClr val="black"/>
                </a:solidFill>
                <a:latin typeface="Times New Roman" panose="02020603050405020304" pitchFamily="18" charset="0"/>
                <a:cs typeface="Times New Roman" panose="02020603050405020304" pitchFamily="18" charset="0"/>
              </a:rPr>
              <a:t>2</a:t>
            </a:r>
            <a:r>
              <a:rPr kumimoji="1" lang="en-US" altLang="zh-CN" sz="2400" dirty="0">
                <a:solidFill>
                  <a:prstClr val="black"/>
                </a:solidFill>
                <a:latin typeface="Times New Roman" panose="02020603050405020304" pitchFamily="18" charset="0"/>
                <a:cs typeface="Times New Roman" panose="02020603050405020304" pitchFamily="18" charset="0"/>
              </a:rPr>
              <a:t>, … , </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a:t>
            </a:r>
            <a:r>
              <a:rPr kumimoji="1" lang="en-US" altLang="zh-CN" sz="2400" baseline="-25000" dirty="0">
                <a:solidFill>
                  <a:prstClr val="black"/>
                </a:solidFill>
                <a:latin typeface="Times New Roman" panose="02020603050405020304" pitchFamily="18" charset="0"/>
                <a:cs typeface="Times New Roman" panose="02020603050405020304" pitchFamily="18" charset="0"/>
              </a:rPr>
              <a:t>1</a:t>
            </a:r>
            <a:r>
              <a:rPr lang="en-US" altLang="zh-CN" sz="2400" dirty="0">
                <a:solidFill>
                  <a:prstClr val="black"/>
                </a:solidFill>
                <a:latin typeface="Times New Roman" panose="02020603050405020304" pitchFamily="18" charset="0"/>
                <a:cs typeface="Times New Roman" panose="02020603050405020304" pitchFamily="18" charset="0"/>
              </a:rPr>
              <a:t> </a:t>
            </a:r>
            <a:r>
              <a:rPr lang="zh-CN" altLang="en-US" sz="2400" dirty="0">
                <a:solidFill>
                  <a:prstClr val="black"/>
                </a:solidFill>
                <a:latin typeface="Times New Roman" panose="02020603050405020304" pitchFamily="18" charset="0"/>
                <a:cs typeface="Times New Roman" panose="02020603050405020304" pitchFamily="18" charset="0"/>
              </a:rPr>
              <a:t>的属性</a:t>
            </a:r>
            <a:endParaRPr lang="en-US" altLang="zh-CN" sz="2400" dirty="0">
              <a:solidFill>
                <a:prstClr val="black"/>
              </a:solidFill>
              <a:latin typeface="Times New Roman" panose="02020603050405020304" pitchFamily="18" charset="0"/>
              <a:cs typeface="Times New Roman" panose="02020603050405020304" pitchFamily="18" charset="0"/>
            </a:endParaRPr>
          </a:p>
          <a:p>
            <a:pPr marL="575072" lvl="1" indent="-272654">
              <a:lnSpc>
                <a:spcPts val="3500"/>
              </a:lnSpc>
              <a:defRPr/>
            </a:pP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a:t>
            </a:r>
            <a:r>
              <a:rPr lang="zh-CN" altLang="en-US" sz="2400" dirty="0">
                <a:solidFill>
                  <a:prstClr val="black"/>
                </a:solidFill>
                <a:latin typeface="Times New Roman" panose="02020603050405020304" pitchFamily="18" charset="0"/>
                <a:cs typeface="Times New Roman" panose="02020603050405020304" pitchFamily="18" charset="0"/>
              </a:rPr>
              <a:t>本身的属性，但</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 </a:t>
            </a:r>
            <a:r>
              <a:rPr lang="zh-CN" altLang="en-US" sz="2400" dirty="0">
                <a:solidFill>
                  <a:prstClr val="black"/>
                </a:solidFill>
                <a:latin typeface="Times New Roman" panose="02020603050405020304" pitchFamily="18" charset="0"/>
                <a:cs typeface="Times New Roman" panose="02020603050405020304" pitchFamily="18" charset="0"/>
              </a:rPr>
              <a:t>的全部属性不能在依赖图中形成环路</a:t>
            </a:r>
          </a:p>
        </p:txBody>
      </p:sp>
      <p:sp>
        <p:nvSpPr>
          <p:cNvPr id="32770" name="Rectangle 2">
            <a:extLst>
              <a:ext uri="{FF2B5EF4-FFF2-40B4-BE49-F238E27FC236}">
                <a16:creationId xmlns:a16="http://schemas.microsoft.com/office/drawing/2014/main" id="{882A1791-F045-45F4-BBCF-D59B9A130535}"/>
              </a:ext>
            </a:extLst>
          </p:cNvPr>
          <p:cNvSpPr>
            <a:spLocks noGrp="1" noChangeArrowheads="1"/>
          </p:cNvSpPr>
          <p:nvPr>
            <p:ph type="title"/>
          </p:nvPr>
        </p:nvSpPr>
        <p:spPr>
          <a:xfrm>
            <a:off x="755650" y="268288"/>
            <a:ext cx="7931150" cy="358775"/>
          </a:xfrm>
        </p:spPr>
        <p:txBody>
          <a:bodyPr/>
          <a:lstStyle/>
          <a:p>
            <a:pPr>
              <a:defRPr/>
            </a:pPr>
            <a:r>
              <a:rPr lang="en-US" altLang="zh-CN" i="1" dirty="0">
                <a:latin typeface="Times New Roman" panose="02020603050405020304" pitchFamily="18" charset="0"/>
                <a:ea typeface="楷体_GB2312" pitchFamily="49" charset="-122"/>
                <a:cs typeface="Times New Roman" panose="02020603050405020304" pitchFamily="18" charset="0"/>
              </a:rPr>
              <a:t>L</a:t>
            </a:r>
            <a:r>
              <a:rPr lang="en-US" altLang="zh-CN" spc="300"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ea typeface="楷体_GB2312" pitchFamily="49" charset="-122"/>
                <a:cs typeface="Times New Roman" panose="02020603050405020304" pitchFamily="18" charset="0"/>
              </a:rPr>
              <a:t>SDD</a:t>
            </a:r>
            <a:r>
              <a:rPr lang="zh-CN" altLang="en-US" spc="300" dirty="0">
                <a:latin typeface="Times New Roman" panose="02020603050405020304" pitchFamily="18" charset="0"/>
                <a:cs typeface="Times New Roman" panose="02020603050405020304" pitchFamily="18" charset="0"/>
              </a:rPr>
              <a:t>的正式定义</a:t>
            </a:r>
            <a:endParaRPr lang="en-US" altLang="zh-CN" spc="300"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3847C915-9626-49DD-B507-3904C02108F4}"/>
              </a:ext>
            </a:extLst>
          </p:cNvPr>
          <p:cNvSpPr>
            <a:spLocks noChangeArrowheads="1"/>
          </p:cNvSpPr>
          <p:nvPr/>
        </p:nvSpPr>
        <p:spPr bwMode="auto">
          <a:xfrm>
            <a:off x="1979613" y="4508500"/>
            <a:ext cx="4537075" cy="439738"/>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spAutoFit/>
          </a:bodyPr>
          <a:lstStyle/>
          <a:p>
            <a:pPr algn="ctr" eaLnBrk="1" hangingPunct="1">
              <a:spcBef>
                <a:spcPct val="20000"/>
              </a:spcBef>
              <a:buClr>
                <a:schemeClr val="folHlink"/>
              </a:buClr>
              <a:buSzPct val="60000"/>
              <a:buFont typeface="Wingdings" pitchFamily="2" charset="2"/>
              <a:buNone/>
              <a:defRPr/>
            </a:pPr>
            <a:r>
              <a:rPr kumimoji="1" lang="zh-CN" altLang="en-US" sz="2400" dirty="0">
                <a:latin typeface="Times New Roman" pitchFamily="18" charset="0"/>
                <a:ea typeface="楷体" pitchFamily="49" charset="-122"/>
                <a:cs typeface="Times New Roman" pitchFamily="18" charset="0"/>
              </a:rPr>
              <a:t>每个</a:t>
            </a:r>
            <a:r>
              <a:rPr lang="en-US" altLang="zh-CN" sz="2400" i="1" dirty="0">
                <a:latin typeface="Times New Roman" pitchFamily="18" charset="0"/>
                <a:ea typeface="楷体" pitchFamily="49" charset="-122"/>
                <a:cs typeface="Times New Roman" pitchFamily="18" charset="0"/>
              </a:rPr>
              <a:t>S</a:t>
            </a:r>
            <a:r>
              <a:rPr lang="en-US" altLang="zh-CN" sz="2400" dirty="0">
                <a:latin typeface="Times New Roman" pitchFamily="18" charset="0"/>
                <a:ea typeface="楷体" pitchFamily="49" charset="-122"/>
                <a:cs typeface="Times New Roman" pitchFamily="18" charset="0"/>
              </a:rPr>
              <a:t>-</a:t>
            </a:r>
            <a:r>
              <a:rPr lang="zh-CN" altLang="en-US" sz="2400" dirty="0">
                <a:latin typeface="Times New Roman" pitchFamily="18" charset="0"/>
                <a:ea typeface="楷体" pitchFamily="49" charset="-122"/>
                <a:cs typeface="Times New Roman" pitchFamily="18" charset="0"/>
              </a:rPr>
              <a:t>属性定义都是</a:t>
            </a:r>
            <a:r>
              <a:rPr lang="en-US" altLang="zh-CN" sz="2400" i="1" dirty="0">
                <a:latin typeface="Times New Roman" pitchFamily="18" charset="0"/>
                <a:ea typeface="楷体" pitchFamily="49" charset="-122"/>
                <a:cs typeface="Times New Roman" pitchFamily="18" charset="0"/>
              </a:rPr>
              <a:t>L</a:t>
            </a:r>
            <a:r>
              <a:rPr lang="en-US" altLang="zh-CN" sz="2400" dirty="0">
                <a:latin typeface="Times New Roman" pitchFamily="18" charset="0"/>
                <a:ea typeface="楷体" pitchFamily="49" charset="-122"/>
                <a:cs typeface="Times New Roman" pitchFamily="18" charset="0"/>
              </a:rPr>
              <a:t>-</a:t>
            </a:r>
            <a:r>
              <a:rPr lang="zh-CN" altLang="en-US" sz="2400" dirty="0">
                <a:latin typeface="Times New Roman" pitchFamily="18" charset="0"/>
                <a:ea typeface="楷体" pitchFamily="49" charset="-122"/>
                <a:cs typeface="Times New Roman" pitchFamily="18" charset="0"/>
              </a:rPr>
              <a:t>属性定义</a:t>
            </a:r>
            <a:endParaRPr kumimoji="1" lang="en-US" altLang="zh-CN" sz="2400" dirty="0">
              <a:latin typeface="Times New Roman" pitchFamily="18" charset="0"/>
              <a:ea typeface="楷体" pitchFamily="49" charset="-122"/>
              <a:cs typeface="Times New Roman" pitchFamily="18" charset="0"/>
            </a:endParaRPr>
          </a:p>
        </p:txBody>
      </p:sp>
      <p:sp>
        <p:nvSpPr>
          <p:cNvPr id="2" name="灯片编号占位符 1">
            <a:extLst>
              <a:ext uri="{FF2B5EF4-FFF2-40B4-BE49-F238E27FC236}">
                <a16:creationId xmlns:a16="http://schemas.microsoft.com/office/drawing/2014/main" id="{B3FD3E4B-F05D-4C66-9E2A-4217C2F4800F}"/>
              </a:ext>
            </a:extLst>
          </p:cNvPr>
          <p:cNvSpPr>
            <a:spLocks noGrp="1"/>
          </p:cNvSpPr>
          <p:nvPr>
            <p:ph type="sldNum" sz="quarter" idx="10"/>
          </p:nvPr>
        </p:nvSpPr>
        <p:spPr/>
        <p:txBody>
          <a:bodyPr/>
          <a:lstStyle/>
          <a:p>
            <a:pPr>
              <a:defRPr/>
            </a:pPr>
            <a:fld id="{8E104948-B687-4A74-87EB-9097C047E113}" type="slidenum">
              <a:rPr lang="zh-CN" altLang="en-US" smtClean="0"/>
              <a:pPr>
                <a:defRPr/>
              </a:pPr>
              <a:t>27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0" fill="hold" grpId="1" nodeType="clickEffect">
                                  <p:stCondLst>
                                    <p:cond delay="0"/>
                                  </p:stCondLst>
                                  <p:childTnLst>
                                    <p:anim calcmode="lin" valueType="num">
                                      <p:cBhvr>
                                        <p:cTn id="13" dur="500"/>
                                        <p:tgtEl>
                                          <p:spTgt spid="7"/>
                                        </p:tgtEl>
                                        <p:attrNameLst>
                                          <p:attrName>ppt_w</p:attrName>
                                        </p:attrNameLst>
                                      </p:cBhvr>
                                      <p:tavLst>
                                        <p:tav tm="0">
                                          <p:val>
                                            <p:strVal val="ppt_w"/>
                                          </p:val>
                                        </p:tav>
                                        <p:tav tm="100000">
                                          <p:val>
                                            <p:fltVal val="0"/>
                                          </p:val>
                                        </p:tav>
                                      </p:tavLst>
                                    </p:anim>
                                    <p:anim calcmode="lin" valueType="num">
                                      <p:cBhvr>
                                        <p:cTn id="14" dur="500"/>
                                        <p:tgtEl>
                                          <p:spTgt spid="7"/>
                                        </p:tgtEl>
                                        <p:attrNameLst>
                                          <p:attrName>ppt_h</p:attrName>
                                        </p:attrNameLst>
                                      </p:cBhvr>
                                      <p:tavLst>
                                        <p:tav tm="0">
                                          <p:val>
                                            <p:strVal val="ppt_h"/>
                                          </p:val>
                                        </p:tav>
                                        <p:tav tm="100000">
                                          <p:val>
                                            <p:fltVal val="0"/>
                                          </p:val>
                                        </p:tav>
                                      </p:tavLst>
                                    </p:anim>
                                    <p:animEffect transition="out" filter="fade">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50476440-4D7C-4008-9239-7861C4C9BC7F}"/>
              </a:ext>
            </a:extLst>
          </p:cNvPr>
          <p:cNvSpPr>
            <a:spLocks noGrp="1" noChangeArrowheads="1"/>
          </p:cNvSpPr>
          <p:nvPr>
            <p:ph idx="1"/>
          </p:nvPr>
        </p:nvSpPr>
        <p:spPr>
          <a:xfrm>
            <a:off x="501650" y="846138"/>
            <a:ext cx="8462963" cy="3813175"/>
          </a:xfrm>
        </p:spPr>
        <p:txBody>
          <a:bodyPr/>
          <a:lstStyle/>
          <a:p>
            <a:pPr marL="272654" indent="-272654" eaLnBrk="1" hangingPunct="1">
              <a:lnSpc>
                <a:spcPts val="4000"/>
              </a:lnSpc>
              <a:spcBef>
                <a:spcPts val="0"/>
              </a:spcBef>
              <a:defRPr/>
            </a:pPr>
            <a:r>
              <a:rPr kumimoji="1" lang="zh-CN" altLang="en-US" sz="2800" dirty="0">
                <a:latin typeface="Times New Roman" panose="02020603050405020304" pitchFamily="18" charset="0"/>
                <a:cs typeface="Times New Roman" panose="02020603050405020304" pitchFamily="18" charset="0"/>
              </a:rPr>
              <a:t>一个</a:t>
            </a:r>
            <a:r>
              <a:rPr kumimoji="1" lang="en-US" altLang="zh-CN" sz="2800" i="1" dirty="0">
                <a:latin typeface="Times New Roman" panose="02020603050405020304" pitchFamily="18" charset="0"/>
                <a:cs typeface="Times New Roman" panose="02020603050405020304" pitchFamily="18" charset="0"/>
              </a:rPr>
              <a:t>SDD</a:t>
            </a:r>
            <a:r>
              <a:rPr kumimoji="1" lang="zh-CN" altLang="en-US" sz="2800" dirty="0">
                <a:latin typeface="Times New Roman" panose="02020603050405020304" pitchFamily="18" charset="0"/>
                <a:cs typeface="Times New Roman" panose="02020603050405020304" pitchFamily="18" charset="0"/>
              </a:rPr>
              <a:t>是</a:t>
            </a:r>
            <a:r>
              <a:rPr kumimoji="1" lang="en-US" altLang="zh-CN" sz="2800" i="1" dirty="0">
                <a:solidFill>
                  <a:srgbClr val="FF0000"/>
                </a:solidFill>
                <a:latin typeface="Times New Roman" panose="02020603050405020304" pitchFamily="18" charset="0"/>
                <a:cs typeface="Times New Roman" panose="02020603050405020304" pitchFamily="18" charset="0"/>
              </a:rPr>
              <a:t>L</a:t>
            </a:r>
            <a:r>
              <a:rPr kumimoji="1" lang="en-US" altLang="zh-CN" sz="2800" dirty="0">
                <a:solidFill>
                  <a:srgbClr val="FF0000"/>
                </a:solidFill>
                <a:latin typeface="Times New Roman" panose="02020603050405020304" pitchFamily="18" charset="0"/>
                <a:cs typeface="Times New Roman" panose="02020603050405020304" pitchFamily="18" charset="0"/>
              </a:rPr>
              <a:t>-</a:t>
            </a:r>
            <a:r>
              <a:rPr kumimoji="1" lang="zh-CN" altLang="en-US" sz="2800" dirty="0">
                <a:solidFill>
                  <a:srgbClr val="FF0000"/>
                </a:solidFill>
                <a:latin typeface="Times New Roman" panose="02020603050405020304" pitchFamily="18" charset="0"/>
                <a:cs typeface="Times New Roman" panose="02020603050405020304" pitchFamily="18" charset="0"/>
              </a:rPr>
              <a:t>属性定义</a:t>
            </a:r>
            <a:r>
              <a:rPr kumimoji="1" lang="zh-CN" altLang="en-US" sz="2800" dirty="0">
                <a:latin typeface="Times New Roman" panose="02020603050405020304" pitchFamily="18" charset="0"/>
                <a:cs typeface="Times New Roman" panose="02020603050405020304" pitchFamily="18" charset="0"/>
              </a:rPr>
              <a:t>，当且仅当它的每个属性要么是一个</a:t>
            </a:r>
            <a:r>
              <a:rPr kumimoji="1" lang="zh-CN" altLang="en-US" sz="2800" dirty="0">
                <a:solidFill>
                  <a:schemeClr val="tx2">
                    <a:lumMod val="60000"/>
                    <a:lumOff val="40000"/>
                  </a:schemeClr>
                </a:solidFill>
                <a:latin typeface="Times New Roman" panose="02020603050405020304" pitchFamily="18" charset="0"/>
                <a:cs typeface="Times New Roman" panose="02020603050405020304" pitchFamily="18" charset="0"/>
              </a:rPr>
              <a:t>综合属性</a:t>
            </a:r>
            <a:r>
              <a:rPr kumimoji="1" lang="zh-CN" altLang="en-US" sz="2800" dirty="0">
                <a:latin typeface="Times New Roman" panose="02020603050405020304" pitchFamily="18" charset="0"/>
                <a:cs typeface="Times New Roman" panose="02020603050405020304" pitchFamily="18" charset="0"/>
              </a:rPr>
              <a:t>，要么是满足如下条件的继承属性：假设存在一个产生式</a:t>
            </a:r>
            <a:r>
              <a:rPr kumimoji="1" lang="en-US" altLang="zh-CN" sz="2800" i="1" dirty="0">
                <a:latin typeface="Times New Roman" panose="02020603050405020304" pitchFamily="18" charset="0"/>
                <a:cs typeface="Times New Roman" panose="02020603050405020304" pitchFamily="18" charset="0"/>
              </a:rPr>
              <a:t>A</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baseline="-25000" dirty="0">
                <a:latin typeface="Times New Roman" panose="02020603050405020304" pitchFamily="18" charset="0"/>
                <a:cs typeface="Times New Roman" panose="02020603050405020304" pitchFamily="18" charset="0"/>
              </a:rPr>
              <a:t>1</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baseline="-25000" dirty="0">
                <a:latin typeface="Times New Roman" panose="02020603050405020304" pitchFamily="18" charset="0"/>
                <a:cs typeface="Times New Roman" panose="02020603050405020304" pitchFamily="18" charset="0"/>
              </a:rPr>
              <a:t>2</a:t>
            </a:r>
            <a:r>
              <a:rPr kumimoji="1" lang="en-US" altLang="zh-CN" sz="2800" i="1" dirty="0">
                <a:latin typeface="Times New Roman" panose="02020603050405020304" pitchFamily="18" charset="0"/>
                <a:cs typeface="Times New Roman" panose="02020603050405020304" pitchFamily="18" charset="0"/>
              </a:rPr>
              <a:t>…</a:t>
            </a:r>
            <a:r>
              <a:rPr kumimoji="1" lang="en-US" altLang="zh-CN" sz="2800" i="1" dirty="0" err="1">
                <a:latin typeface="Times New Roman" panose="02020603050405020304" pitchFamily="18" charset="0"/>
                <a:cs typeface="Times New Roman" panose="02020603050405020304" pitchFamily="18" charset="0"/>
              </a:rPr>
              <a:t>X</a:t>
            </a:r>
            <a:r>
              <a:rPr kumimoji="1" lang="en-US" altLang="zh-CN" sz="2800" i="1" baseline="-25000" dirty="0" err="1">
                <a:latin typeface="Times New Roman" panose="02020603050405020304" pitchFamily="18" charset="0"/>
                <a:cs typeface="Times New Roman" panose="02020603050405020304" pitchFamily="18" charset="0"/>
              </a:rPr>
              <a:t>n</a:t>
            </a:r>
            <a:r>
              <a:rPr kumimoji="1" lang="zh-CN" altLang="en-US" sz="2800" dirty="0">
                <a:latin typeface="Times New Roman" panose="02020603050405020304" pitchFamily="18" charset="0"/>
                <a:cs typeface="Times New Roman" panose="02020603050405020304" pitchFamily="18" charset="0"/>
              </a:rPr>
              <a:t>，其右部符号</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i="1" baseline="-25000" dirty="0">
                <a:latin typeface="Times New Roman" panose="02020603050405020304" pitchFamily="18" charset="0"/>
                <a:cs typeface="Times New Roman" panose="02020603050405020304" pitchFamily="18" charset="0"/>
              </a:rPr>
              <a:t>i </a:t>
            </a:r>
            <a:r>
              <a:rPr kumimoji="1" lang="en-US" altLang="zh-CN" sz="2800" dirty="0">
                <a:latin typeface="Times New Roman" panose="02020603050405020304" pitchFamily="18" charset="0"/>
                <a:cs typeface="Times New Roman" panose="02020603050405020304" pitchFamily="18" charset="0"/>
              </a:rPr>
              <a:t>(1</a:t>
            </a:r>
            <a:r>
              <a:rPr kumimoji="1"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i="1" dirty="0">
                <a:latin typeface="Times New Roman" panose="02020603050405020304" pitchFamily="18" charset="0"/>
                <a:cs typeface="Times New Roman" panose="02020603050405020304" pitchFamily="18" charset="0"/>
                <a:sym typeface="Symbol" pitchFamily="18" charset="2"/>
              </a:rPr>
              <a:t> </a:t>
            </a:r>
            <a:r>
              <a:rPr kumimoji="1" lang="en-US" altLang="zh-CN" sz="2800" i="1" dirty="0" err="1">
                <a:latin typeface="Times New Roman" panose="02020603050405020304" pitchFamily="18" charset="0"/>
                <a:cs typeface="Times New Roman" panose="02020603050405020304" pitchFamily="18" charset="0"/>
              </a:rPr>
              <a:t>i</a:t>
            </a:r>
            <a:r>
              <a:rPr kumimoji="1" lang="en-US" altLang="zh-CN" sz="2800" i="1" dirty="0">
                <a:latin typeface="Times New Roman" panose="02020603050405020304" pitchFamily="18" charset="0"/>
                <a:cs typeface="Times New Roman" panose="02020603050405020304" pitchFamily="18" charset="0"/>
              </a:rPr>
              <a:t> </a:t>
            </a:r>
            <a:r>
              <a:rPr kumimoji="1"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 </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的</a:t>
            </a:r>
            <a:r>
              <a:rPr kumimoji="1" lang="zh-CN" altLang="en-US" sz="2800" dirty="0">
                <a:solidFill>
                  <a:schemeClr val="tx2">
                    <a:lumMod val="60000"/>
                    <a:lumOff val="40000"/>
                  </a:schemeClr>
                </a:solidFill>
                <a:latin typeface="Times New Roman" panose="02020603050405020304" pitchFamily="18" charset="0"/>
                <a:cs typeface="Times New Roman" panose="02020603050405020304" pitchFamily="18" charset="0"/>
              </a:rPr>
              <a:t>继承属性</a:t>
            </a:r>
            <a:r>
              <a:rPr kumimoji="1" lang="zh-CN" altLang="en-US" sz="2800" dirty="0">
                <a:latin typeface="Times New Roman" panose="02020603050405020304" pitchFamily="18" charset="0"/>
                <a:cs typeface="Times New Roman" panose="02020603050405020304" pitchFamily="18" charset="0"/>
              </a:rPr>
              <a:t>仅依赖于下列属性：</a:t>
            </a:r>
          </a:p>
          <a:p>
            <a:pPr marL="575072" lvl="1" indent="-272654">
              <a:lnSpc>
                <a:spcPts val="3500"/>
              </a:lnSpc>
              <a:defRPr/>
            </a:pPr>
            <a:r>
              <a:rPr lang="en-US" altLang="zh-CN" sz="2400" i="1" dirty="0">
                <a:solidFill>
                  <a:prstClr val="black"/>
                </a:solidFill>
                <a:latin typeface="Times New Roman" panose="02020603050405020304" pitchFamily="18" charset="0"/>
                <a:cs typeface="Times New Roman" panose="02020603050405020304" pitchFamily="18" charset="0"/>
              </a:rPr>
              <a:t>A</a:t>
            </a:r>
            <a:r>
              <a:rPr lang="zh-CN" altLang="en-US" sz="2400" dirty="0">
                <a:solidFill>
                  <a:prstClr val="black"/>
                </a:solidFill>
                <a:latin typeface="Times New Roman" panose="02020603050405020304" pitchFamily="18" charset="0"/>
                <a:cs typeface="Times New Roman" panose="02020603050405020304" pitchFamily="18" charset="0"/>
              </a:rPr>
              <a:t>的</a:t>
            </a:r>
            <a:r>
              <a:rPr lang="zh-CN" altLang="en-US" sz="2400" dirty="0">
                <a:solidFill>
                  <a:srgbClr val="073E87">
                    <a:lumMod val="60000"/>
                    <a:lumOff val="40000"/>
                  </a:srgbClr>
                </a:solidFill>
                <a:latin typeface="Times New Roman" panose="02020603050405020304" pitchFamily="18" charset="0"/>
                <a:cs typeface="Times New Roman" panose="02020603050405020304" pitchFamily="18" charset="0"/>
              </a:rPr>
              <a:t>继承属性</a:t>
            </a:r>
            <a:endParaRPr lang="en-US" altLang="zh-CN" sz="2400" dirty="0">
              <a:solidFill>
                <a:srgbClr val="073E87">
                  <a:lumMod val="60000"/>
                  <a:lumOff val="40000"/>
                </a:srgbClr>
              </a:solidFill>
              <a:latin typeface="Times New Roman" panose="02020603050405020304" pitchFamily="18" charset="0"/>
              <a:cs typeface="Times New Roman" panose="02020603050405020304" pitchFamily="18" charset="0"/>
            </a:endParaRPr>
          </a:p>
          <a:p>
            <a:pPr marL="575072" lvl="1" indent="-272654">
              <a:lnSpc>
                <a:spcPts val="3500"/>
              </a:lnSpc>
              <a:defRPr/>
            </a:pPr>
            <a:r>
              <a:rPr kumimoji="1" lang="zh-CN" altLang="en-US" sz="2400" dirty="0">
                <a:solidFill>
                  <a:prstClr val="black"/>
                </a:solidFill>
                <a:latin typeface="Times New Roman" panose="02020603050405020304" pitchFamily="18" charset="0"/>
                <a:cs typeface="Times New Roman" panose="02020603050405020304" pitchFamily="18" charset="0"/>
              </a:rPr>
              <a:t>产生式中</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a:t>
            </a:r>
            <a:r>
              <a:rPr kumimoji="1" lang="zh-CN" altLang="en-US" sz="2400" dirty="0">
                <a:solidFill>
                  <a:srgbClr val="073E87">
                    <a:lumMod val="60000"/>
                    <a:lumOff val="40000"/>
                  </a:srgbClr>
                </a:solidFill>
                <a:latin typeface="Times New Roman" panose="02020603050405020304" pitchFamily="18" charset="0"/>
                <a:cs typeface="Times New Roman" panose="02020603050405020304" pitchFamily="18" charset="0"/>
              </a:rPr>
              <a:t>左边</a:t>
            </a:r>
            <a:r>
              <a:rPr kumimoji="1" lang="zh-CN" altLang="en-US" sz="2400" dirty="0">
                <a:solidFill>
                  <a:prstClr val="black"/>
                </a:solidFill>
                <a:latin typeface="Times New Roman" panose="02020603050405020304" pitchFamily="18" charset="0"/>
                <a:cs typeface="Times New Roman" panose="02020603050405020304" pitchFamily="18" charset="0"/>
              </a:rPr>
              <a:t>的符号</a:t>
            </a:r>
            <a:r>
              <a:rPr lang="en-US" altLang="zh-CN" sz="2400" dirty="0">
                <a:solidFill>
                  <a:prstClr val="black"/>
                </a:solidFill>
                <a:latin typeface="Times New Roman" panose="02020603050405020304" pitchFamily="18" charset="0"/>
                <a:cs typeface="Times New Roman" panose="02020603050405020304" pitchFamily="18" charset="0"/>
              </a:rPr>
              <a:t> </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baseline="-25000" dirty="0">
                <a:solidFill>
                  <a:prstClr val="black"/>
                </a:solidFill>
                <a:latin typeface="Times New Roman" panose="02020603050405020304" pitchFamily="18" charset="0"/>
                <a:cs typeface="Times New Roman" panose="02020603050405020304" pitchFamily="18" charset="0"/>
              </a:rPr>
              <a:t>1</a:t>
            </a:r>
            <a:r>
              <a:rPr kumimoji="1" lang="en-US" altLang="zh-CN" sz="2400" dirty="0">
                <a:solidFill>
                  <a:prstClr val="black"/>
                </a:solidFill>
                <a:latin typeface="Times New Roman" panose="02020603050405020304" pitchFamily="18" charset="0"/>
                <a:cs typeface="Times New Roman" panose="02020603050405020304" pitchFamily="18" charset="0"/>
              </a:rPr>
              <a:t>, </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baseline="-25000" dirty="0">
                <a:solidFill>
                  <a:prstClr val="black"/>
                </a:solidFill>
                <a:latin typeface="Times New Roman" panose="02020603050405020304" pitchFamily="18" charset="0"/>
                <a:cs typeface="Times New Roman" panose="02020603050405020304" pitchFamily="18" charset="0"/>
              </a:rPr>
              <a:t>2</a:t>
            </a:r>
            <a:r>
              <a:rPr kumimoji="1" lang="en-US" altLang="zh-CN" sz="2400" dirty="0">
                <a:solidFill>
                  <a:prstClr val="black"/>
                </a:solidFill>
                <a:latin typeface="Times New Roman" panose="02020603050405020304" pitchFamily="18" charset="0"/>
                <a:cs typeface="Times New Roman" panose="02020603050405020304" pitchFamily="18" charset="0"/>
              </a:rPr>
              <a:t>, … , </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a:t>
            </a:r>
            <a:r>
              <a:rPr kumimoji="1" lang="en-US" altLang="zh-CN" sz="2400" baseline="-25000" dirty="0">
                <a:solidFill>
                  <a:prstClr val="black"/>
                </a:solidFill>
                <a:latin typeface="Times New Roman" panose="02020603050405020304" pitchFamily="18" charset="0"/>
                <a:cs typeface="Times New Roman" panose="02020603050405020304" pitchFamily="18" charset="0"/>
              </a:rPr>
              <a:t>1</a:t>
            </a:r>
            <a:r>
              <a:rPr lang="en-US" altLang="zh-CN" sz="2400" dirty="0">
                <a:solidFill>
                  <a:prstClr val="black"/>
                </a:solidFill>
                <a:latin typeface="Times New Roman" panose="02020603050405020304" pitchFamily="18" charset="0"/>
                <a:cs typeface="Times New Roman" panose="02020603050405020304" pitchFamily="18" charset="0"/>
              </a:rPr>
              <a:t> </a:t>
            </a:r>
            <a:r>
              <a:rPr lang="zh-CN" altLang="en-US" sz="2400" dirty="0">
                <a:solidFill>
                  <a:prstClr val="black"/>
                </a:solidFill>
                <a:latin typeface="Times New Roman" panose="02020603050405020304" pitchFamily="18" charset="0"/>
                <a:cs typeface="Times New Roman" panose="02020603050405020304" pitchFamily="18" charset="0"/>
              </a:rPr>
              <a:t>的属性</a:t>
            </a:r>
            <a:endParaRPr lang="en-US" altLang="zh-CN" sz="2400" dirty="0">
              <a:solidFill>
                <a:prstClr val="black"/>
              </a:solidFill>
              <a:latin typeface="Times New Roman" panose="02020603050405020304" pitchFamily="18" charset="0"/>
              <a:cs typeface="Times New Roman" panose="02020603050405020304" pitchFamily="18" charset="0"/>
            </a:endParaRPr>
          </a:p>
          <a:p>
            <a:pPr marL="575072" lvl="1" indent="-272654">
              <a:lnSpc>
                <a:spcPts val="3500"/>
              </a:lnSpc>
              <a:defRPr/>
            </a:pP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a:t>
            </a:r>
            <a:r>
              <a:rPr lang="zh-CN" altLang="en-US" sz="2400" dirty="0">
                <a:solidFill>
                  <a:prstClr val="black"/>
                </a:solidFill>
                <a:latin typeface="Times New Roman" panose="02020603050405020304" pitchFamily="18" charset="0"/>
                <a:cs typeface="Times New Roman" panose="02020603050405020304" pitchFamily="18" charset="0"/>
              </a:rPr>
              <a:t>本身的属性，但</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 </a:t>
            </a:r>
            <a:r>
              <a:rPr lang="zh-CN" altLang="en-US" sz="2400" dirty="0">
                <a:solidFill>
                  <a:prstClr val="black"/>
                </a:solidFill>
                <a:latin typeface="Times New Roman" panose="02020603050405020304" pitchFamily="18" charset="0"/>
                <a:cs typeface="Times New Roman" panose="02020603050405020304" pitchFamily="18" charset="0"/>
              </a:rPr>
              <a:t>的全部属性不能在依赖图中形成环路</a:t>
            </a:r>
          </a:p>
        </p:txBody>
      </p:sp>
      <p:sp>
        <p:nvSpPr>
          <p:cNvPr id="32770" name="Rectangle 2">
            <a:extLst>
              <a:ext uri="{FF2B5EF4-FFF2-40B4-BE49-F238E27FC236}">
                <a16:creationId xmlns:a16="http://schemas.microsoft.com/office/drawing/2014/main" id="{218348DC-08F5-4B08-9482-FA79649DE5AA}"/>
              </a:ext>
            </a:extLst>
          </p:cNvPr>
          <p:cNvSpPr>
            <a:spLocks noGrp="1" noChangeArrowheads="1"/>
          </p:cNvSpPr>
          <p:nvPr>
            <p:ph type="title"/>
          </p:nvPr>
        </p:nvSpPr>
        <p:spPr>
          <a:xfrm>
            <a:off x="755650" y="268288"/>
            <a:ext cx="7931150" cy="358775"/>
          </a:xfrm>
        </p:spPr>
        <p:txBody>
          <a:bodyPr/>
          <a:lstStyle/>
          <a:p>
            <a:pPr>
              <a:defRPr/>
            </a:pPr>
            <a:r>
              <a:rPr lang="en-US" altLang="zh-CN" i="1" dirty="0">
                <a:latin typeface="Times New Roman" panose="02020603050405020304" pitchFamily="18" charset="0"/>
                <a:ea typeface="楷体_GB2312" pitchFamily="49" charset="-122"/>
                <a:cs typeface="Times New Roman" panose="02020603050405020304" pitchFamily="18" charset="0"/>
              </a:rPr>
              <a:t>L</a:t>
            </a:r>
            <a:r>
              <a:rPr lang="en-US" altLang="zh-CN" spc="300"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ea typeface="楷体_GB2312" pitchFamily="49" charset="-122"/>
                <a:cs typeface="Times New Roman" panose="02020603050405020304" pitchFamily="18" charset="0"/>
              </a:rPr>
              <a:t>SDD</a:t>
            </a:r>
            <a:r>
              <a:rPr lang="zh-CN" altLang="en-US" spc="300" dirty="0">
                <a:latin typeface="Times New Roman" panose="02020603050405020304" pitchFamily="18" charset="0"/>
                <a:cs typeface="Times New Roman" panose="02020603050405020304" pitchFamily="18" charset="0"/>
              </a:rPr>
              <a:t>的正式定义</a:t>
            </a:r>
            <a:endParaRPr lang="en-US" altLang="zh-CN" spc="300" dirty="0">
              <a:latin typeface="Times New Roman" panose="02020603050405020304" pitchFamily="18" charset="0"/>
              <a:cs typeface="Times New Roman" panose="02020603050405020304" pitchFamily="18" charset="0"/>
            </a:endParaRPr>
          </a:p>
        </p:txBody>
      </p:sp>
      <p:sp>
        <p:nvSpPr>
          <p:cNvPr id="9" name="云形标注 8">
            <a:extLst>
              <a:ext uri="{FF2B5EF4-FFF2-40B4-BE49-F238E27FC236}">
                <a16:creationId xmlns:a16="http://schemas.microsoft.com/office/drawing/2014/main" id="{C7AEDC68-78C9-4D4F-AF6E-ECF144DF5FA0}"/>
              </a:ext>
            </a:extLst>
          </p:cNvPr>
          <p:cNvSpPr>
            <a:spLocks noChangeArrowheads="1"/>
          </p:cNvSpPr>
          <p:nvPr/>
        </p:nvSpPr>
        <p:spPr bwMode="auto">
          <a:xfrm>
            <a:off x="3635375" y="2878138"/>
            <a:ext cx="5329238" cy="674687"/>
          </a:xfrm>
          <a:prstGeom prst="cloudCallout">
            <a:avLst>
              <a:gd name="adj1" fmla="val -63602"/>
              <a:gd name="adj2" fmla="val 20971"/>
            </a:avLst>
          </a:prstGeom>
          <a:solidFill>
            <a:schemeClr val="accent2">
              <a:lumMod val="20000"/>
              <a:lumOff val="80000"/>
            </a:schemeClr>
          </a:solidFill>
          <a:ln w="12700" algn="ctr">
            <a:solidFill>
              <a:schemeClr val="tx1"/>
            </a:solidFill>
            <a:round/>
            <a:headEnd/>
            <a:tailEnd/>
          </a:ln>
        </p:spPr>
        <p:txBody>
          <a:bodyPr lIns="68580" tIns="81000" rIns="68580" bIns="34290"/>
          <a:lstStyle/>
          <a:p>
            <a:pPr eaLnBrk="1" hangingPunct="1">
              <a:defRPr/>
            </a:pPr>
            <a:r>
              <a:rPr lang="zh-CN" altLang="en-US" sz="2000" dirty="0">
                <a:latin typeface="+mn-ea"/>
                <a:ea typeface="+mn-ea"/>
                <a:cs typeface="Times New Roman" pitchFamily="18" charset="0"/>
              </a:rPr>
              <a:t>为什么不能依赖</a:t>
            </a:r>
            <a:r>
              <a:rPr lang="en-US" altLang="zh-CN" sz="2000" dirty="0">
                <a:latin typeface="+mn-ea"/>
                <a:ea typeface="+mn-ea"/>
                <a:cs typeface="Times New Roman" pitchFamily="18" charset="0"/>
              </a:rPr>
              <a:t>A</a:t>
            </a:r>
            <a:r>
              <a:rPr lang="zh-CN" altLang="en-US" sz="2000" dirty="0">
                <a:latin typeface="+mn-ea"/>
                <a:ea typeface="+mn-ea"/>
                <a:cs typeface="Times New Roman" pitchFamily="18" charset="0"/>
              </a:rPr>
              <a:t>的综合属性？</a:t>
            </a:r>
          </a:p>
        </p:txBody>
      </p:sp>
      <p:sp>
        <p:nvSpPr>
          <p:cNvPr id="10" name="矩形 9">
            <a:extLst>
              <a:ext uri="{FF2B5EF4-FFF2-40B4-BE49-F238E27FC236}">
                <a16:creationId xmlns:a16="http://schemas.microsoft.com/office/drawing/2014/main" id="{3AACD4A1-03FB-4BBC-8626-0C952585544D}"/>
              </a:ext>
            </a:extLst>
          </p:cNvPr>
          <p:cNvSpPr>
            <a:spLocks noChangeArrowheads="1"/>
          </p:cNvSpPr>
          <p:nvPr/>
        </p:nvSpPr>
        <p:spPr bwMode="auto">
          <a:xfrm>
            <a:off x="1616075" y="3036888"/>
            <a:ext cx="1357313" cy="357187"/>
          </a:xfrm>
          <a:prstGeom prst="rect">
            <a:avLst/>
          </a:prstGeom>
          <a:noFill/>
          <a:ln w="25400" algn="ctr">
            <a:solidFill>
              <a:srgbClr val="FF0000"/>
            </a:solidFill>
            <a:prstDash val="lgDash"/>
            <a:round/>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 name="灯片编号占位符 1">
            <a:extLst>
              <a:ext uri="{FF2B5EF4-FFF2-40B4-BE49-F238E27FC236}">
                <a16:creationId xmlns:a16="http://schemas.microsoft.com/office/drawing/2014/main" id="{6470042C-DCF3-4ADF-95A0-5C89DE8EED39}"/>
              </a:ext>
            </a:extLst>
          </p:cNvPr>
          <p:cNvSpPr>
            <a:spLocks noGrp="1"/>
          </p:cNvSpPr>
          <p:nvPr>
            <p:ph type="sldNum" sz="quarter" idx="10"/>
          </p:nvPr>
        </p:nvSpPr>
        <p:spPr/>
        <p:txBody>
          <a:bodyPr/>
          <a:lstStyle/>
          <a:p>
            <a:pPr>
              <a:defRPr/>
            </a:pPr>
            <a:fld id="{8E104948-B687-4A74-87EB-9097C047E113}" type="slidenum">
              <a:rPr lang="zh-CN" altLang="en-US" smtClean="0"/>
              <a:pPr>
                <a:defRPr/>
              </a:pPr>
              <a:t>28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xit" presetSubtype="0" fill="hold" grpId="1" nodeType="clickEffect">
                                  <p:stCondLst>
                                    <p:cond delay="0"/>
                                  </p:stCondLst>
                                  <p:childTnLst>
                                    <p:anim calcmode="lin" valueType="num">
                                      <p:cBhvr>
                                        <p:cTn id="18" dur="500"/>
                                        <p:tgtEl>
                                          <p:spTgt spid="9"/>
                                        </p:tgtEl>
                                        <p:attrNameLst>
                                          <p:attrName>ppt_w</p:attrName>
                                        </p:attrNameLst>
                                      </p:cBhvr>
                                      <p:tavLst>
                                        <p:tav tm="0">
                                          <p:val>
                                            <p:strVal val="ppt_w"/>
                                          </p:val>
                                        </p:tav>
                                        <p:tav tm="100000">
                                          <p:val>
                                            <p:fltVal val="0"/>
                                          </p:val>
                                        </p:tav>
                                      </p:tavLst>
                                    </p:anim>
                                    <p:anim calcmode="lin" valueType="num">
                                      <p:cBhvr>
                                        <p:cTn id="19" dur="500"/>
                                        <p:tgtEl>
                                          <p:spTgt spid="9"/>
                                        </p:tgtEl>
                                        <p:attrNameLst>
                                          <p:attrName>ppt_h</p:attrName>
                                        </p:attrNameLst>
                                      </p:cBhvr>
                                      <p:tavLst>
                                        <p:tav tm="0">
                                          <p:val>
                                            <p:strVal val="ppt_h"/>
                                          </p:val>
                                        </p:tav>
                                        <p:tav tm="100000">
                                          <p:val>
                                            <p:fltVal val="0"/>
                                          </p:val>
                                        </p:tav>
                                      </p:tavLst>
                                    </p:anim>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810E3155-20FA-4D3F-8958-2B53808D2031}"/>
              </a:ext>
            </a:extLst>
          </p:cNvPr>
          <p:cNvSpPr>
            <a:spLocks noGrp="1" noChangeArrowheads="1"/>
          </p:cNvSpPr>
          <p:nvPr>
            <p:ph idx="1"/>
          </p:nvPr>
        </p:nvSpPr>
        <p:spPr>
          <a:xfrm>
            <a:off x="501650" y="846138"/>
            <a:ext cx="8462963" cy="3670300"/>
          </a:xfrm>
        </p:spPr>
        <p:txBody>
          <a:bodyPr/>
          <a:lstStyle/>
          <a:p>
            <a:pPr marL="272654" indent="-272654" eaLnBrk="1" hangingPunct="1">
              <a:lnSpc>
                <a:spcPts val="4000"/>
              </a:lnSpc>
              <a:defRPr/>
            </a:pPr>
            <a:r>
              <a:rPr kumimoji="1" lang="zh-CN" altLang="en-US" sz="2800" dirty="0">
                <a:latin typeface="Times New Roman" panose="02020603050405020304" pitchFamily="18" charset="0"/>
                <a:cs typeface="Times New Roman" panose="02020603050405020304" pitchFamily="18" charset="0"/>
              </a:rPr>
              <a:t>一个</a:t>
            </a:r>
            <a:r>
              <a:rPr kumimoji="1" lang="en-US" altLang="zh-CN" sz="2800" i="1" dirty="0">
                <a:latin typeface="Times New Roman" panose="02020603050405020304" pitchFamily="18" charset="0"/>
                <a:cs typeface="Times New Roman" panose="02020603050405020304" pitchFamily="18" charset="0"/>
              </a:rPr>
              <a:t>SDD</a:t>
            </a:r>
            <a:r>
              <a:rPr kumimoji="1" lang="zh-CN" altLang="en-US" sz="2800" dirty="0">
                <a:latin typeface="Times New Roman" panose="02020603050405020304" pitchFamily="18" charset="0"/>
                <a:cs typeface="Times New Roman" panose="02020603050405020304" pitchFamily="18" charset="0"/>
              </a:rPr>
              <a:t>是</a:t>
            </a:r>
            <a:r>
              <a:rPr kumimoji="1" lang="en-US" altLang="zh-CN" sz="2800" i="1" dirty="0">
                <a:solidFill>
                  <a:srgbClr val="FF0000"/>
                </a:solidFill>
                <a:latin typeface="Times New Roman" panose="02020603050405020304" pitchFamily="18" charset="0"/>
                <a:cs typeface="Times New Roman" panose="02020603050405020304" pitchFamily="18" charset="0"/>
              </a:rPr>
              <a:t>L</a:t>
            </a:r>
            <a:r>
              <a:rPr kumimoji="1" lang="en-US" altLang="zh-CN" sz="2800" dirty="0">
                <a:solidFill>
                  <a:srgbClr val="FF0000"/>
                </a:solidFill>
                <a:latin typeface="Times New Roman" panose="02020603050405020304" pitchFamily="18" charset="0"/>
                <a:cs typeface="Times New Roman" panose="02020603050405020304" pitchFamily="18" charset="0"/>
              </a:rPr>
              <a:t>-</a:t>
            </a:r>
            <a:r>
              <a:rPr kumimoji="1" lang="zh-CN" altLang="en-US" sz="2800" dirty="0">
                <a:solidFill>
                  <a:srgbClr val="FF0000"/>
                </a:solidFill>
                <a:latin typeface="Times New Roman" panose="02020603050405020304" pitchFamily="18" charset="0"/>
                <a:cs typeface="Times New Roman" panose="02020603050405020304" pitchFamily="18" charset="0"/>
              </a:rPr>
              <a:t>属性定义</a:t>
            </a:r>
            <a:r>
              <a:rPr kumimoji="1" lang="zh-CN" altLang="en-US" sz="2800" dirty="0">
                <a:latin typeface="Times New Roman" panose="02020603050405020304" pitchFamily="18" charset="0"/>
                <a:cs typeface="Times New Roman" panose="02020603050405020304" pitchFamily="18" charset="0"/>
              </a:rPr>
              <a:t>，当且仅当它的每个属性要么是一个</a:t>
            </a:r>
            <a:r>
              <a:rPr kumimoji="1" lang="zh-CN" altLang="en-US" sz="2800" dirty="0">
                <a:solidFill>
                  <a:schemeClr val="tx2">
                    <a:lumMod val="60000"/>
                    <a:lumOff val="40000"/>
                  </a:schemeClr>
                </a:solidFill>
                <a:latin typeface="Times New Roman" panose="02020603050405020304" pitchFamily="18" charset="0"/>
                <a:cs typeface="Times New Roman" panose="02020603050405020304" pitchFamily="18" charset="0"/>
              </a:rPr>
              <a:t>综合属性</a:t>
            </a:r>
            <a:r>
              <a:rPr kumimoji="1" lang="zh-CN" altLang="en-US" sz="2800" dirty="0">
                <a:latin typeface="Times New Roman" panose="02020603050405020304" pitchFamily="18" charset="0"/>
                <a:cs typeface="Times New Roman" panose="02020603050405020304" pitchFamily="18" charset="0"/>
              </a:rPr>
              <a:t>，要么是满足如下条件的继承属性：假设存在一个产生式</a:t>
            </a:r>
            <a:r>
              <a:rPr kumimoji="1" lang="en-US" altLang="zh-CN" sz="2800" i="1" dirty="0">
                <a:latin typeface="Times New Roman" panose="02020603050405020304" pitchFamily="18" charset="0"/>
                <a:cs typeface="Times New Roman" panose="02020603050405020304" pitchFamily="18" charset="0"/>
              </a:rPr>
              <a:t>A</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baseline="-25000" dirty="0">
                <a:latin typeface="Times New Roman" panose="02020603050405020304" pitchFamily="18" charset="0"/>
                <a:cs typeface="Times New Roman" panose="02020603050405020304" pitchFamily="18" charset="0"/>
              </a:rPr>
              <a:t>1</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baseline="-25000" dirty="0">
                <a:latin typeface="Times New Roman" panose="02020603050405020304" pitchFamily="18" charset="0"/>
                <a:cs typeface="Times New Roman" panose="02020603050405020304" pitchFamily="18" charset="0"/>
              </a:rPr>
              <a:t>2</a:t>
            </a:r>
            <a:r>
              <a:rPr kumimoji="1" lang="en-US" altLang="zh-CN" sz="2800" i="1" dirty="0">
                <a:latin typeface="Times New Roman" panose="02020603050405020304" pitchFamily="18" charset="0"/>
                <a:cs typeface="Times New Roman" panose="02020603050405020304" pitchFamily="18" charset="0"/>
              </a:rPr>
              <a:t>…</a:t>
            </a:r>
            <a:r>
              <a:rPr kumimoji="1" lang="en-US" altLang="zh-CN" sz="2800" i="1" dirty="0" err="1">
                <a:latin typeface="Times New Roman" panose="02020603050405020304" pitchFamily="18" charset="0"/>
                <a:cs typeface="Times New Roman" panose="02020603050405020304" pitchFamily="18" charset="0"/>
              </a:rPr>
              <a:t>X</a:t>
            </a:r>
            <a:r>
              <a:rPr kumimoji="1" lang="en-US" altLang="zh-CN" sz="2800" i="1" baseline="-25000" dirty="0" err="1">
                <a:latin typeface="Times New Roman" panose="02020603050405020304" pitchFamily="18" charset="0"/>
                <a:cs typeface="Times New Roman" panose="02020603050405020304" pitchFamily="18" charset="0"/>
              </a:rPr>
              <a:t>n</a:t>
            </a:r>
            <a:r>
              <a:rPr kumimoji="1" lang="zh-CN" altLang="en-US" sz="2800" dirty="0">
                <a:latin typeface="Times New Roman" panose="02020603050405020304" pitchFamily="18" charset="0"/>
                <a:cs typeface="Times New Roman" panose="02020603050405020304" pitchFamily="18" charset="0"/>
              </a:rPr>
              <a:t>，其右部符号</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i="1" baseline="-25000" dirty="0">
                <a:latin typeface="Times New Roman" panose="02020603050405020304" pitchFamily="18" charset="0"/>
                <a:cs typeface="Times New Roman" panose="02020603050405020304" pitchFamily="18" charset="0"/>
              </a:rPr>
              <a:t>i </a:t>
            </a:r>
            <a:r>
              <a:rPr kumimoji="1" lang="en-US" altLang="zh-CN" sz="2800" dirty="0">
                <a:latin typeface="Times New Roman" panose="02020603050405020304" pitchFamily="18" charset="0"/>
                <a:cs typeface="Times New Roman" panose="02020603050405020304" pitchFamily="18" charset="0"/>
              </a:rPr>
              <a:t>(1</a:t>
            </a:r>
            <a:r>
              <a:rPr kumimoji="1"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i="1" dirty="0">
                <a:latin typeface="Times New Roman" panose="02020603050405020304" pitchFamily="18" charset="0"/>
                <a:cs typeface="Times New Roman" panose="02020603050405020304" pitchFamily="18" charset="0"/>
                <a:sym typeface="Symbol" pitchFamily="18" charset="2"/>
              </a:rPr>
              <a:t> </a:t>
            </a:r>
            <a:r>
              <a:rPr kumimoji="1" lang="en-US" altLang="zh-CN" sz="2800" i="1" dirty="0" err="1">
                <a:latin typeface="Times New Roman" panose="02020603050405020304" pitchFamily="18" charset="0"/>
                <a:cs typeface="Times New Roman" panose="02020603050405020304" pitchFamily="18" charset="0"/>
              </a:rPr>
              <a:t>i</a:t>
            </a:r>
            <a:r>
              <a:rPr kumimoji="1" lang="en-US" altLang="zh-CN" sz="2800" i="1" dirty="0">
                <a:latin typeface="Times New Roman" panose="02020603050405020304" pitchFamily="18" charset="0"/>
                <a:cs typeface="Times New Roman" panose="02020603050405020304" pitchFamily="18" charset="0"/>
              </a:rPr>
              <a:t> </a:t>
            </a:r>
            <a:r>
              <a:rPr kumimoji="1" lang="en-US" altLang="zh-CN" sz="2800" dirty="0">
                <a:latin typeface="Times New Roman" panose="02020603050405020304" pitchFamily="18" charset="0"/>
                <a:cs typeface="Times New Roman" panose="02020603050405020304" pitchFamily="18" charset="0"/>
                <a:sym typeface="Symbol" pitchFamily="18" charset="2"/>
              </a:rPr>
              <a:t></a:t>
            </a:r>
            <a:r>
              <a:rPr kumimoji="1" lang="en-US" altLang="zh-CN" sz="2800" dirty="0">
                <a:latin typeface="Times New Roman" panose="02020603050405020304" pitchFamily="18" charset="0"/>
                <a:cs typeface="Times New Roman" panose="02020603050405020304" pitchFamily="18" charset="0"/>
              </a:rPr>
              <a:t> </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的</a:t>
            </a:r>
            <a:r>
              <a:rPr kumimoji="1" lang="zh-CN" altLang="en-US" sz="2800" dirty="0">
                <a:solidFill>
                  <a:schemeClr val="tx2">
                    <a:lumMod val="60000"/>
                    <a:lumOff val="40000"/>
                  </a:schemeClr>
                </a:solidFill>
                <a:latin typeface="Times New Roman" panose="02020603050405020304" pitchFamily="18" charset="0"/>
                <a:cs typeface="Times New Roman" panose="02020603050405020304" pitchFamily="18" charset="0"/>
              </a:rPr>
              <a:t>继承属性</a:t>
            </a:r>
            <a:r>
              <a:rPr kumimoji="1" lang="zh-CN" altLang="en-US" sz="2800" dirty="0">
                <a:latin typeface="Times New Roman" panose="02020603050405020304" pitchFamily="18" charset="0"/>
                <a:cs typeface="Times New Roman" panose="02020603050405020304" pitchFamily="18" charset="0"/>
              </a:rPr>
              <a:t>仅依赖于下列属性：</a:t>
            </a:r>
          </a:p>
          <a:p>
            <a:pPr marL="575072" lvl="1" indent="-272654">
              <a:lnSpc>
                <a:spcPts val="3500"/>
              </a:lnSpc>
              <a:defRPr/>
            </a:pPr>
            <a:r>
              <a:rPr lang="en-US" altLang="zh-CN" sz="2400" i="1" dirty="0">
                <a:solidFill>
                  <a:prstClr val="black"/>
                </a:solidFill>
                <a:latin typeface="Times New Roman" panose="02020603050405020304" pitchFamily="18" charset="0"/>
                <a:cs typeface="Times New Roman" panose="02020603050405020304" pitchFamily="18" charset="0"/>
              </a:rPr>
              <a:t>A</a:t>
            </a:r>
            <a:r>
              <a:rPr lang="zh-CN" altLang="en-US" sz="2400" dirty="0">
                <a:solidFill>
                  <a:prstClr val="black"/>
                </a:solidFill>
                <a:latin typeface="Times New Roman" panose="02020603050405020304" pitchFamily="18" charset="0"/>
                <a:cs typeface="Times New Roman" panose="02020603050405020304" pitchFamily="18" charset="0"/>
              </a:rPr>
              <a:t>的</a:t>
            </a:r>
            <a:r>
              <a:rPr lang="zh-CN" altLang="en-US" sz="2400" dirty="0">
                <a:solidFill>
                  <a:srgbClr val="073E87">
                    <a:lumMod val="60000"/>
                    <a:lumOff val="40000"/>
                  </a:srgbClr>
                </a:solidFill>
                <a:latin typeface="Times New Roman" panose="02020603050405020304" pitchFamily="18" charset="0"/>
                <a:cs typeface="Times New Roman" panose="02020603050405020304" pitchFamily="18" charset="0"/>
              </a:rPr>
              <a:t>继承属性</a:t>
            </a:r>
            <a:endParaRPr lang="en-US" altLang="zh-CN" sz="2400" dirty="0">
              <a:solidFill>
                <a:srgbClr val="073E87">
                  <a:lumMod val="60000"/>
                  <a:lumOff val="40000"/>
                </a:srgbClr>
              </a:solidFill>
              <a:latin typeface="Times New Roman" panose="02020603050405020304" pitchFamily="18" charset="0"/>
              <a:cs typeface="Times New Roman" panose="02020603050405020304" pitchFamily="18" charset="0"/>
            </a:endParaRPr>
          </a:p>
          <a:p>
            <a:pPr marL="575072" lvl="1" indent="-272654">
              <a:lnSpc>
                <a:spcPts val="3500"/>
              </a:lnSpc>
              <a:defRPr/>
            </a:pPr>
            <a:r>
              <a:rPr kumimoji="1" lang="zh-CN" altLang="en-US" sz="2400" dirty="0">
                <a:solidFill>
                  <a:prstClr val="black"/>
                </a:solidFill>
                <a:latin typeface="Times New Roman" panose="02020603050405020304" pitchFamily="18" charset="0"/>
                <a:cs typeface="Times New Roman" panose="02020603050405020304" pitchFamily="18" charset="0"/>
              </a:rPr>
              <a:t>产生式中</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a:t>
            </a:r>
            <a:r>
              <a:rPr kumimoji="1" lang="zh-CN" altLang="en-US" sz="2400" dirty="0">
                <a:solidFill>
                  <a:srgbClr val="073E87">
                    <a:lumMod val="60000"/>
                    <a:lumOff val="40000"/>
                  </a:srgbClr>
                </a:solidFill>
                <a:latin typeface="Times New Roman" panose="02020603050405020304" pitchFamily="18" charset="0"/>
                <a:cs typeface="Times New Roman" panose="02020603050405020304" pitchFamily="18" charset="0"/>
              </a:rPr>
              <a:t>左边</a:t>
            </a:r>
            <a:r>
              <a:rPr kumimoji="1" lang="zh-CN" altLang="en-US" sz="2400" dirty="0">
                <a:solidFill>
                  <a:prstClr val="black"/>
                </a:solidFill>
                <a:latin typeface="Times New Roman" panose="02020603050405020304" pitchFamily="18" charset="0"/>
                <a:cs typeface="Times New Roman" panose="02020603050405020304" pitchFamily="18" charset="0"/>
              </a:rPr>
              <a:t>的符号</a:t>
            </a:r>
            <a:r>
              <a:rPr lang="en-US" altLang="zh-CN" sz="2400" dirty="0">
                <a:solidFill>
                  <a:prstClr val="black"/>
                </a:solidFill>
                <a:latin typeface="Times New Roman" panose="02020603050405020304" pitchFamily="18" charset="0"/>
                <a:cs typeface="Times New Roman" panose="02020603050405020304" pitchFamily="18" charset="0"/>
              </a:rPr>
              <a:t> </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baseline="-25000" dirty="0">
                <a:solidFill>
                  <a:prstClr val="black"/>
                </a:solidFill>
                <a:latin typeface="Times New Roman" panose="02020603050405020304" pitchFamily="18" charset="0"/>
                <a:cs typeface="Times New Roman" panose="02020603050405020304" pitchFamily="18" charset="0"/>
              </a:rPr>
              <a:t>1</a:t>
            </a:r>
            <a:r>
              <a:rPr kumimoji="1" lang="en-US" altLang="zh-CN" sz="2400" dirty="0">
                <a:solidFill>
                  <a:prstClr val="black"/>
                </a:solidFill>
                <a:latin typeface="Times New Roman" panose="02020603050405020304" pitchFamily="18" charset="0"/>
                <a:cs typeface="Times New Roman" panose="02020603050405020304" pitchFamily="18" charset="0"/>
              </a:rPr>
              <a:t>, </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baseline="-25000" dirty="0">
                <a:solidFill>
                  <a:prstClr val="black"/>
                </a:solidFill>
                <a:latin typeface="Times New Roman" panose="02020603050405020304" pitchFamily="18" charset="0"/>
                <a:cs typeface="Times New Roman" panose="02020603050405020304" pitchFamily="18" charset="0"/>
              </a:rPr>
              <a:t>2</a:t>
            </a:r>
            <a:r>
              <a:rPr kumimoji="1" lang="en-US" altLang="zh-CN" sz="2400" dirty="0">
                <a:solidFill>
                  <a:prstClr val="black"/>
                </a:solidFill>
                <a:latin typeface="Times New Roman" panose="02020603050405020304" pitchFamily="18" charset="0"/>
                <a:cs typeface="Times New Roman" panose="02020603050405020304" pitchFamily="18" charset="0"/>
              </a:rPr>
              <a:t>, … , </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a:t>
            </a:r>
            <a:r>
              <a:rPr kumimoji="1" lang="en-US" altLang="zh-CN" sz="2400" baseline="-25000" dirty="0">
                <a:solidFill>
                  <a:prstClr val="black"/>
                </a:solidFill>
                <a:latin typeface="Times New Roman" panose="02020603050405020304" pitchFamily="18" charset="0"/>
                <a:cs typeface="Times New Roman" panose="02020603050405020304" pitchFamily="18" charset="0"/>
              </a:rPr>
              <a:t>1</a:t>
            </a:r>
            <a:r>
              <a:rPr lang="en-US" altLang="zh-CN" sz="2400" dirty="0">
                <a:solidFill>
                  <a:prstClr val="black"/>
                </a:solidFill>
                <a:latin typeface="Times New Roman" panose="02020603050405020304" pitchFamily="18" charset="0"/>
                <a:cs typeface="Times New Roman" panose="02020603050405020304" pitchFamily="18" charset="0"/>
              </a:rPr>
              <a:t> </a:t>
            </a:r>
            <a:r>
              <a:rPr lang="zh-CN" altLang="en-US" sz="2400" dirty="0">
                <a:solidFill>
                  <a:prstClr val="black"/>
                </a:solidFill>
                <a:latin typeface="Times New Roman" panose="02020603050405020304" pitchFamily="18" charset="0"/>
                <a:cs typeface="Times New Roman" panose="02020603050405020304" pitchFamily="18" charset="0"/>
              </a:rPr>
              <a:t>的属性</a:t>
            </a:r>
            <a:endParaRPr lang="en-US" altLang="zh-CN" sz="2400" dirty="0">
              <a:solidFill>
                <a:prstClr val="black"/>
              </a:solidFill>
              <a:latin typeface="Times New Roman" panose="02020603050405020304" pitchFamily="18" charset="0"/>
              <a:cs typeface="Times New Roman" panose="02020603050405020304" pitchFamily="18" charset="0"/>
            </a:endParaRPr>
          </a:p>
          <a:p>
            <a:pPr marL="575072" lvl="1" indent="-272654">
              <a:lnSpc>
                <a:spcPts val="3500"/>
              </a:lnSpc>
              <a:defRPr/>
            </a:pP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a:t>
            </a:r>
            <a:r>
              <a:rPr lang="zh-CN" altLang="en-US" sz="2400" dirty="0">
                <a:solidFill>
                  <a:prstClr val="black"/>
                </a:solidFill>
                <a:latin typeface="Times New Roman" panose="02020603050405020304" pitchFamily="18" charset="0"/>
                <a:cs typeface="Times New Roman" panose="02020603050405020304" pitchFamily="18" charset="0"/>
              </a:rPr>
              <a:t>本身的属性，但</a:t>
            </a:r>
            <a:r>
              <a:rPr kumimoji="1" lang="en-US" altLang="zh-CN" sz="2400" i="1" dirty="0">
                <a:solidFill>
                  <a:prstClr val="black"/>
                </a:solidFill>
                <a:latin typeface="Times New Roman" panose="02020603050405020304" pitchFamily="18" charset="0"/>
                <a:cs typeface="Times New Roman" panose="02020603050405020304" pitchFamily="18" charset="0"/>
              </a:rPr>
              <a:t>X</a:t>
            </a:r>
            <a:r>
              <a:rPr kumimoji="1" lang="en-US" altLang="zh-CN" sz="2400" i="1" baseline="-25000" dirty="0">
                <a:solidFill>
                  <a:prstClr val="black"/>
                </a:solidFill>
                <a:latin typeface="Times New Roman" panose="02020603050405020304" pitchFamily="18" charset="0"/>
                <a:cs typeface="Times New Roman" panose="02020603050405020304" pitchFamily="18" charset="0"/>
              </a:rPr>
              <a:t>i </a:t>
            </a:r>
            <a:r>
              <a:rPr lang="zh-CN" altLang="en-US" sz="2400" dirty="0">
                <a:solidFill>
                  <a:prstClr val="black"/>
                </a:solidFill>
                <a:latin typeface="Times New Roman" panose="02020603050405020304" pitchFamily="18" charset="0"/>
                <a:cs typeface="Times New Roman" panose="02020603050405020304" pitchFamily="18" charset="0"/>
              </a:rPr>
              <a:t>的全部属性不能在依赖图中形成环路</a:t>
            </a:r>
          </a:p>
        </p:txBody>
      </p:sp>
      <p:sp>
        <p:nvSpPr>
          <p:cNvPr id="32770" name="Rectangle 2">
            <a:extLst>
              <a:ext uri="{FF2B5EF4-FFF2-40B4-BE49-F238E27FC236}">
                <a16:creationId xmlns:a16="http://schemas.microsoft.com/office/drawing/2014/main" id="{1B50D7A7-CB1E-402F-B2DB-2E4C3F210D8D}"/>
              </a:ext>
            </a:extLst>
          </p:cNvPr>
          <p:cNvSpPr>
            <a:spLocks noGrp="1" noChangeArrowheads="1"/>
          </p:cNvSpPr>
          <p:nvPr>
            <p:ph type="title"/>
          </p:nvPr>
        </p:nvSpPr>
        <p:spPr>
          <a:xfrm>
            <a:off x="755650" y="268288"/>
            <a:ext cx="7931150" cy="358775"/>
          </a:xfrm>
        </p:spPr>
        <p:txBody>
          <a:bodyPr/>
          <a:lstStyle/>
          <a:p>
            <a:pPr>
              <a:defRPr/>
            </a:pPr>
            <a:r>
              <a:rPr lang="en-US" altLang="zh-CN" i="1" dirty="0">
                <a:latin typeface="Times New Roman" panose="02020603050405020304" pitchFamily="18" charset="0"/>
                <a:ea typeface="楷体_GB2312" pitchFamily="49" charset="-122"/>
                <a:cs typeface="Times New Roman" panose="02020603050405020304" pitchFamily="18" charset="0"/>
              </a:rPr>
              <a:t>L</a:t>
            </a:r>
            <a:r>
              <a:rPr lang="en-US" altLang="zh-CN" spc="300"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ea typeface="楷体_GB2312" pitchFamily="49" charset="-122"/>
                <a:cs typeface="Times New Roman" panose="02020603050405020304" pitchFamily="18" charset="0"/>
              </a:rPr>
              <a:t>SDD</a:t>
            </a:r>
            <a:r>
              <a:rPr lang="zh-CN" altLang="en-US" spc="300" dirty="0">
                <a:latin typeface="Times New Roman" panose="02020603050405020304" pitchFamily="18" charset="0"/>
                <a:cs typeface="Times New Roman" panose="02020603050405020304" pitchFamily="18" charset="0"/>
              </a:rPr>
              <a:t>的正式定义</a:t>
            </a:r>
            <a:endParaRPr lang="en-US" altLang="zh-CN" spc="300" dirty="0">
              <a:latin typeface="Times New Roman" panose="02020603050405020304" pitchFamily="18" charset="0"/>
              <a:cs typeface="Times New Roman" panose="02020603050405020304" pitchFamily="18" charset="0"/>
            </a:endParaRPr>
          </a:p>
        </p:txBody>
      </p:sp>
      <p:sp>
        <p:nvSpPr>
          <p:cNvPr id="6" name="Text Box 2">
            <a:extLst>
              <a:ext uri="{FF2B5EF4-FFF2-40B4-BE49-F238E27FC236}">
                <a16:creationId xmlns:a16="http://schemas.microsoft.com/office/drawing/2014/main" id="{3749C1B4-BB26-430B-BEAA-F902987369DC}"/>
              </a:ext>
            </a:extLst>
          </p:cNvPr>
          <p:cNvSpPr txBox="1">
            <a:spLocks noChangeArrowheads="1"/>
          </p:cNvSpPr>
          <p:nvPr/>
        </p:nvSpPr>
        <p:spPr bwMode="auto">
          <a:xfrm>
            <a:off x="7891463" y="3475038"/>
            <a:ext cx="488950" cy="377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000" i="1">
                <a:latin typeface="Times New Roman" panose="02020603050405020304" pitchFamily="18" charset="0"/>
                <a:ea typeface="楷体_GB2312" pitchFamily="49" charset="-122"/>
                <a:cs typeface="Times New Roman" panose="02020603050405020304" pitchFamily="18" charset="0"/>
              </a:rPr>
              <a:t>X</a:t>
            </a:r>
            <a:r>
              <a:rPr kumimoji="1" lang="en-US" altLang="zh-CN" sz="2000" i="1" baseline="-25000">
                <a:latin typeface="Times New Roman" panose="02020603050405020304" pitchFamily="18" charset="0"/>
                <a:ea typeface="楷体_GB2312" pitchFamily="49" charset="-122"/>
                <a:cs typeface="Times New Roman" panose="02020603050405020304" pitchFamily="18" charset="0"/>
              </a:rPr>
              <a:t>i</a:t>
            </a:r>
          </a:p>
        </p:txBody>
      </p:sp>
      <p:sp>
        <p:nvSpPr>
          <p:cNvPr id="7" name="Rectangle 4">
            <a:extLst>
              <a:ext uri="{FF2B5EF4-FFF2-40B4-BE49-F238E27FC236}">
                <a16:creationId xmlns:a16="http://schemas.microsoft.com/office/drawing/2014/main" id="{1FEF521A-9B26-4ABF-ACA3-18658609F722}"/>
              </a:ext>
            </a:extLst>
          </p:cNvPr>
          <p:cNvSpPr>
            <a:spLocks noChangeArrowheads="1"/>
          </p:cNvSpPr>
          <p:nvPr/>
        </p:nvSpPr>
        <p:spPr bwMode="auto">
          <a:xfrm>
            <a:off x="7835900" y="2500313"/>
            <a:ext cx="431800" cy="379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latin typeface="Times New Roman" panose="02020603050405020304" pitchFamily="18" charset="0"/>
                <a:cs typeface="Times New Roman" panose="02020603050405020304" pitchFamily="18" charset="0"/>
              </a:rPr>
              <a:t>A</a:t>
            </a:r>
          </a:p>
        </p:txBody>
      </p:sp>
      <p:sp>
        <p:nvSpPr>
          <p:cNvPr id="8" name="Line 5">
            <a:extLst>
              <a:ext uri="{FF2B5EF4-FFF2-40B4-BE49-F238E27FC236}">
                <a16:creationId xmlns:a16="http://schemas.microsoft.com/office/drawing/2014/main" id="{764EFB82-E62D-44BE-8D49-D60C7E88A3A5}"/>
              </a:ext>
            </a:extLst>
          </p:cNvPr>
          <p:cNvSpPr>
            <a:spLocks noChangeShapeType="1"/>
          </p:cNvSpPr>
          <p:nvPr/>
        </p:nvSpPr>
        <p:spPr bwMode="auto">
          <a:xfrm>
            <a:off x="8053388" y="2879725"/>
            <a:ext cx="0" cy="595313"/>
          </a:xfrm>
          <a:prstGeom prst="line">
            <a:avLst/>
          </a:prstGeom>
          <a:noFill/>
          <a:ln w="381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11" name="Rectangle 15">
            <a:extLst>
              <a:ext uri="{FF2B5EF4-FFF2-40B4-BE49-F238E27FC236}">
                <a16:creationId xmlns:a16="http://schemas.microsoft.com/office/drawing/2014/main" id="{63F826D6-F534-48F8-93A3-8F30FE5DAF6B}"/>
              </a:ext>
            </a:extLst>
          </p:cNvPr>
          <p:cNvSpPr>
            <a:spLocks noChangeArrowheads="1"/>
          </p:cNvSpPr>
          <p:nvPr/>
        </p:nvSpPr>
        <p:spPr bwMode="auto">
          <a:xfrm>
            <a:off x="7567613" y="2554288"/>
            <a:ext cx="214312" cy="377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2D83F4"/>
                </a:solidFill>
                <a:latin typeface="Times New Roman" panose="02020603050405020304" pitchFamily="18" charset="0"/>
                <a:cs typeface="Times New Roman" panose="02020603050405020304" pitchFamily="18" charset="0"/>
              </a:rPr>
              <a:t>i</a:t>
            </a:r>
          </a:p>
        </p:txBody>
      </p:sp>
      <p:sp>
        <p:nvSpPr>
          <p:cNvPr id="12" name="Rectangle 19">
            <a:extLst>
              <a:ext uri="{FF2B5EF4-FFF2-40B4-BE49-F238E27FC236}">
                <a16:creationId xmlns:a16="http://schemas.microsoft.com/office/drawing/2014/main" id="{D19D01D9-B75D-49F1-8091-E18426844359}"/>
              </a:ext>
            </a:extLst>
          </p:cNvPr>
          <p:cNvSpPr>
            <a:spLocks noChangeArrowheads="1"/>
          </p:cNvSpPr>
          <p:nvPr/>
        </p:nvSpPr>
        <p:spPr bwMode="auto">
          <a:xfrm>
            <a:off x="8377238" y="2514600"/>
            <a:ext cx="217487" cy="379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2D83F4"/>
                </a:solidFill>
                <a:latin typeface="Times New Roman" panose="02020603050405020304" pitchFamily="18" charset="0"/>
                <a:cs typeface="Times New Roman" panose="02020603050405020304" pitchFamily="18" charset="0"/>
              </a:rPr>
              <a:t>s</a:t>
            </a:r>
          </a:p>
        </p:txBody>
      </p:sp>
      <p:sp>
        <p:nvSpPr>
          <p:cNvPr id="13" name="Rectangle 15">
            <a:extLst>
              <a:ext uri="{FF2B5EF4-FFF2-40B4-BE49-F238E27FC236}">
                <a16:creationId xmlns:a16="http://schemas.microsoft.com/office/drawing/2014/main" id="{B4D9CB10-E416-4FC2-AA30-25128CA97998}"/>
              </a:ext>
            </a:extLst>
          </p:cNvPr>
          <p:cNvSpPr>
            <a:spLocks noChangeArrowheads="1"/>
          </p:cNvSpPr>
          <p:nvPr/>
        </p:nvSpPr>
        <p:spPr bwMode="auto">
          <a:xfrm>
            <a:off x="7523163" y="3492500"/>
            <a:ext cx="215900" cy="377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2D83F4"/>
                </a:solidFill>
                <a:latin typeface="Times New Roman" panose="02020603050405020304" pitchFamily="18" charset="0"/>
                <a:cs typeface="Times New Roman" panose="02020603050405020304" pitchFamily="18" charset="0"/>
              </a:rPr>
              <a:t>i</a:t>
            </a:r>
          </a:p>
        </p:txBody>
      </p:sp>
      <p:sp>
        <p:nvSpPr>
          <p:cNvPr id="14" name="Rectangle 19">
            <a:extLst>
              <a:ext uri="{FF2B5EF4-FFF2-40B4-BE49-F238E27FC236}">
                <a16:creationId xmlns:a16="http://schemas.microsoft.com/office/drawing/2014/main" id="{769FA079-67CF-4BEC-8907-404E861169BB}"/>
              </a:ext>
            </a:extLst>
          </p:cNvPr>
          <p:cNvSpPr>
            <a:spLocks noChangeArrowheads="1"/>
          </p:cNvSpPr>
          <p:nvPr/>
        </p:nvSpPr>
        <p:spPr bwMode="auto">
          <a:xfrm>
            <a:off x="8386763" y="3492500"/>
            <a:ext cx="217487" cy="377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000" i="1">
                <a:solidFill>
                  <a:srgbClr val="2D83F4"/>
                </a:solidFill>
                <a:latin typeface="Times New Roman" panose="02020603050405020304" pitchFamily="18" charset="0"/>
                <a:cs typeface="Times New Roman" panose="02020603050405020304" pitchFamily="18" charset="0"/>
              </a:rPr>
              <a:t>s</a:t>
            </a:r>
          </a:p>
        </p:txBody>
      </p:sp>
      <p:sp>
        <p:nvSpPr>
          <p:cNvPr id="15" name="Line 33">
            <a:extLst>
              <a:ext uri="{FF2B5EF4-FFF2-40B4-BE49-F238E27FC236}">
                <a16:creationId xmlns:a16="http://schemas.microsoft.com/office/drawing/2014/main" id="{DBA95198-3B7B-4635-8626-BC5E1220F88A}"/>
              </a:ext>
            </a:extLst>
          </p:cNvPr>
          <p:cNvSpPr>
            <a:spLocks noChangeShapeType="1"/>
          </p:cNvSpPr>
          <p:nvPr/>
        </p:nvSpPr>
        <p:spPr bwMode="auto">
          <a:xfrm flipH="1" flipV="1">
            <a:off x="8485188" y="2879725"/>
            <a:ext cx="0" cy="541338"/>
          </a:xfrm>
          <a:prstGeom prst="line">
            <a:avLst/>
          </a:prstGeom>
          <a:noFill/>
          <a:ln w="38100">
            <a:solidFill>
              <a:srgbClr val="FF99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6" name="Line 33">
            <a:extLst>
              <a:ext uri="{FF2B5EF4-FFF2-40B4-BE49-F238E27FC236}">
                <a16:creationId xmlns:a16="http://schemas.microsoft.com/office/drawing/2014/main" id="{1E27382D-318C-4A6F-9979-F7F8FB91D6D8}"/>
              </a:ext>
            </a:extLst>
          </p:cNvPr>
          <p:cNvSpPr>
            <a:spLocks noChangeShapeType="1"/>
          </p:cNvSpPr>
          <p:nvPr/>
        </p:nvSpPr>
        <p:spPr bwMode="auto">
          <a:xfrm>
            <a:off x="7673975" y="2879725"/>
            <a:ext cx="0" cy="595313"/>
          </a:xfrm>
          <a:prstGeom prst="line">
            <a:avLst/>
          </a:prstGeom>
          <a:noFill/>
          <a:ln w="38100">
            <a:solidFill>
              <a:schemeClr val="hlink"/>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7" name="Line 33">
            <a:extLst>
              <a:ext uri="{FF2B5EF4-FFF2-40B4-BE49-F238E27FC236}">
                <a16:creationId xmlns:a16="http://schemas.microsoft.com/office/drawing/2014/main" id="{255233EB-BC0B-4897-90F1-6D2775D7AE3B}"/>
              </a:ext>
            </a:extLst>
          </p:cNvPr>
          <p:cNvSpPr>
            <a:spLocks noChangeShapeType="1"/>
          </p:cNvSpPr>
          <p:nvPr/>
        </p:nvSpPr>
        <p:spPr bwMode="auto">
          <a:xfrm flipH="1">
            <a:off x="7729538" y="2827338"/>
            <a:ext cx="592137" cy="647700"/>
          </a:xfrm>
          <a:prstGeom prst="line">
            <a:avLst/>
          </a:prstGeom>
          <a:noFill/>
          <a:ln w="38100">
            <a:solidFill>
              <a:schemeClr val="hlink"/>
            </a:solidFill>
            <a:prstDash val="lgDash"/>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8" name="Line 33">
            <a:extLst>
              <a:ext uri="{FF2B5EF4-FFF2-40B4-BE49-F238E27FC236}">
                <a16:creationId xmlns:a16="http://schemas.microsoft.com/office/drawing/2014/main" id="{E3029402-C219-44C0-9694-C7F4702F7BDB}"/>
              </a:ext>
            </a:extLst>
          </p:cNvPr>
          <p:cNvSpPr>
            <a:spLocks noChangeShapeType="1"/>
          </p:cNvSpPr>
          <p:nvPr/>
        </p:nvSpPr>
        <p:spPr bwMode="auto">
          <a:xfrm>
            <a:off x="7673975" y="3800475"/>
            <a:ext cx="754064" cy="1587"/>
          </a:xfrm>
          <a:prstGeom prst="line">
            <a:avLst/>
          </a:prstGeom>
          <a:noFill/>
          <a:ln w="38100">
            <a:solidFill>
              <a:srgbClr val="FF99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80911" name="矩形 18">
            <a:extLst>
              <a:ext uri="{FF2B5EF4-FFF2-40B4-BE49-F238E27FC236}">
                <a16:creationId xmlns:a16="http://schemas.microsoft.com/office/drawing/2014/main" id="{75FF2D3C-C643-4903-99A4-ED0E27DB5C3B}"/>
              </a:ext>
            </a:extLst>
          </p:cNvPr>
          <p:cNvSpPr>
            <a:spLocks noChangeArrowheads="1"/>
          </p:cNvSpPr>
          <p:nvPr/>
        </p:nvSpPr>
        <p:spPr bwMode="auto">
          <a:xfrm>
            <a:off x="1619250" y="3041650"/>
            <a:ext cx="1357313" cy="357188"/>
          </a:xfrm>
          <a:prstGeom prst="rect">
            <a:avLst/>
          </a:prstGeom>
          <a:noFill/>
          <a:ln w="25400" algn="ctr">
            <a:solidFill>
              <a:srgbClr val="FF0000"/>
            </a:solidFill>
            <a:prstDash val="lgDash"/>
            <a:round/>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 name="矩形 1">
            <a:extLst>
              <a:ext uri="{FF2B5EF4-FFF2-40B4-BE49-F238E27FC236}">
                <a16:creationId xmlns:a16="http://schemas.microsoft.com/office/drawing/2014/main" id="{EA56F10F-A58B-428B-B0C7-26A15C7A3D65}"/>
              </a:ext>
            </a:extLst>
          </p:cNvPr>
          <p:cNvSpPr/>
          <p:nvPr/>
        </p:nvSpPr>
        <p:spPr>
          <a:xfrm>
            <a:off x="3779912" y="3041650"/>
            <a:ext cx="3096339" cy="43338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为了避免依赖图出现回路</a:t>
            </a:r>
          </a:p>
        </p:txBody>
      </p:sp>
      <p:sp>
        <p:nvSpPr>
          <p:cNvPr id="3" name="灯片编号占位符 2">
            <a:extLst>
              <a:ext uri="{FF2B5EF4-FFF2-40B4-BE49-F238E27FC236}">
                <a16:creationId xmlns:a16="http://schemas.microsoft.com/office/drawing/2014/main" id="{8FA93F51-108E-4774-AC9B-62A3822AC2A4}"/>
              </a:ext>
            </a:extLst>
          </p:cNvPr>
          <p:cNvSpPr>
            <a:spLocks noGrp="1"/>
          </p:cNvSpPr>
          <p:nvPr>
            <p:ph type="sldNum" sz="quarter" idx="10"/>
          </p:nvPr>
        </p:nvSpPr>
        <p:spPr/>
        <p:txBody>
          <a:bodyPr/>
          <a:lstStyle/>
          <a:p>
            <a:pPr>
              <a:defRPr/>
            </a:pPr>
            <a:fld id="{8E104948-B687-4A74-87EB-9097C047E113}" type="slidenum">
              <a:rPr lang="zh-CN" altLang="en-US" smtClean="0"/>
              <a:pPr>
                <a:defRPr/>
              </a:pPr>
              <a:t>29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3" presetClass="entr" presetSubtype="0"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par>
                                <p:cTn id="47" presetID="53"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p:cTn id="49" dur="500" fill="hold"/>
                                        <p:tgtEl>
                                          <p:spTgt spid="18"/>
                                        </p:tgtEl>
                                        <p:attrNameLst>
                                          <p:attrName>ppt_w</p:attrName>
                                        </p:attrNameLst>
                                      </p:cBhvr>
                                      <p:tavLst>
                                        <p:tav tm="0">
                                          <p:val>
                                            <p:fltVal val="0"/>
                                          </p:val>
                                        </p:tav>
                                        <p:tav tm="100000">
                                          <p:val>
                                            <p:strVal val="#ppt_w"/>
                                          </p:val>
                                        </p:tav>
                                      </p:tavLst>
                                    </p:anim>
                                    <p:anim calcmode="lin" valueType="num">
                                      <p:cBhvr>
                                        <p:cTn id="50" dur="500" fill="hold"/>
                                        <p:tgtEl>
                                          <p:spTgt spid="18"/>
                                        </p:tgtEl>
                                        <p:attrNameLst>
                                          <p:attrName>ppt_h</p:attrName>
                                        </p:attrNameLst>
                                      </p:cBhvr>
                                      <p:tavLst>
                                        <p:tav tm="0">
                                          <p:val>
                                            <p:fltVal val="0"/>
                                          </p:val>
                                        </p:tav>
                                        <p:tav tm="100000">
                                          <p:val>
                                            <p:strVal val="#ppt_h"/>
                                          </p:val>
                                        </p:tav>
                                      </p:tavLst>
                                    </p:anim>
                                    <p:animEffect transition="in" filter="fade">
                                      <p:cBhvr>
                                        <p:cTn id="51" dur="500"/>
                                        <p:tgtEl>
                                          <p:spTgt spid="1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nodeType="clickEffect">
                                  <p:stCondLst>
                                    <p:cond delay="0"/>
                                  </p:stCondLst>
                                  <p:childTnLst>
                                    <p:set>
                                      <p:cBhvr>
                                        <p:cTn id="55" dur="1" fill="hold">
                                          <p:stCondLst>
                                            <p:cond delay="0"/>
                                          </p:stCondLst>
                                        </p:cTn>
                                        <p:tgtEl>
                                          <p:spTgt spid="17"/>
                                        </p:tgtEl>
                                        <p:attrNameLst>
                                          <p:attrName>style.visibility</p:attrName>
                                        </p:attrNameLst>
                                      </p:cBhvr>
                                      <p:to>
                                        <p:strVal val="visible"/>
                                      </p:to>
                                    </p:set>
                                    <p:anim calcmode="lin" valueType="num">
                                      <p:cBhvr>
                                        <p:cTn id="56" dur="500" fill="hold"/>
                                        <p:tgtEl>
                                          <p:spTgt spid="17"/>
                                        </p:tgtEl>
                                        <p:attrNameLst>
                                          <p:attrName>ppt_w</p:attrName>
                                        </p:attrNameLst>
                                      </p:cBhvr>
                                      <p:tavLst>
                                        <p:tav tm="0">
                                          <p:val>
                                            <p:fltVal val="0"/>
                                          </p:val>
                                        </p:tav>
                                        <p:tav tm="100000">
                                          <p:val>
                                            <p:strVal val="#ppt_w"/>
                                          </p:val>
                                        </p:tav>
                                      </p:tavLst>
                                    </p:anim>
                                    <p:anim calcmode="lin" valueType="num">
                                      <p:cBhvr>
                                        <p:cTn id="57" dur="500" fill="hold"/>
                                        <p:tgtEl>
                                          <p:spTgt spid="17"/>
                                        </p:tgtEl>
                                        <p:attrNameLst>
                                          <p:attrName>ppt_h</p:attrName>
                                        </p:attrNameLst>
                                      </p:cBhvr>
                                      <p:tavLst>
                                        <p:tav tm="0">
                                          <p:val>
                                            <p:fltVal val="0"/>
                                          </p:val>
                                        </p:tav>
                                        <p:tav tm="100000">
                                          <p:val>
                                            <p:strVal val="#ppt_h"/>
                                          </p:val>
                                        </p:tav>
                                      </p:tavLst>
                                    </p:anim>
                                    <p:animEffect transition="in" filter="fade">
                                      <p:cBhvr>
                                        <p:cTn id="58" dur="500"/>
                                        <p:tgtEl>
                                          <p:spTgt spid="17"/>
                                        </p:tgtEl>
                                      </p:cBhvr>
                                    </p:animEffect>
                                  </p:childTnLst>
                                </p:cTn>
                              </p:par>
                              <p:par>
                                <p:cTn id="59" presetID="53" presetClass="entr" presetSubtype="0"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p:cTn id="61" dur="500" fill="hold"/>
                                        <p:tgtEl>
                                          <p:spTgt spid="16"/>
                                        </p:tgtEl>
                                        <p:attrNameLst>
                                          <p:attrName>ppt_w</p:attrName>
                                        </p:attrNameLst>
                                      </p:cBhvr>
                                      <p:tavLst>
                                        <p:tav tm="0">
                                          <p:val>
                                            <p:fltVal val="0"/>
                                          </p:val>
                                        </p:tav>
                                        <p:tav tm="100000">
                                          <p:val>
                                            <p:strVal val="#ppt_w"/>
                                          </p:val>
                                        </p:tav>
                                      </p:tavLst>
                                    </p:anim>
                                    <p:anim calcmode="lin" valueType="num">
                                      <p:cBhvr>
                                        <p:cTn id="62" dur="500" fill="hold"/>
                                        <p:tgtEl>
                                          <p:spTgt spid="16"/>
                                        </p:tgtEl>
                                        <p:attrNameLst>
                                          <p:attrName>ppt_h</p:attrName>
                                        </p:attrNameLst>
                                      </p:cBhvr>
                                      <p:tavLst>
                                        <p:tav tm="0">
                                          <p:val>
                                            <p:fltVal val="0"/>
                                          </p:val>
                                        </p:tav>
                                        <p:tav tm="100000">
                                          <p:val>
                                            <p:strVal val="#ppt_h"/>
                                          </p:val>
                                        </p:tav>
                                      </p:tavLst>
                                    </p:anim>
                                    <p:animEffect transition="in" filter="fade">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wipe(down)">
                                      <p:cBhvr>
                                        <p:cTn id="6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P spid="13" grpId="0" animBg="1"/>
      <p:bldP spid="14" grpId="0" animBg="1"/>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46480C31-3661-414C-BB6D-DE968E933ADD}"/>
              </a:ext>
            </a:extLst>
          </p:cNvPr>
          <p:cNvSpPr>
            <a:spLocks noChangeArrowheads="1"/>
          </p:cNvSpPr>
          <p:nvPr/>
        </p:nvSpPr>
        <p:spPr bwMode="auto">
          <a:xfrm>
            <a:off x="2006600" y="160338"/>
            <a:ext cx="584517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b"/>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kumimoji="1" lang="zh-CN" altLang="en-US" sz="2400">
              <a:solidFill>
                <a:srgbClr val="5EAEFF"/>
              </a:solidFill>
              <a:latin typeface="楷体_GB2312" pitchFamily="49" charset="-122"/>
              <a:ea typeface="楷体_GB2312" pitchFamily="49" charset="-122"/>
            </a:endParaRPr>
          </a:p>
        </p:txBody>
      </p:sp>
      <p:sp>
        <p:nvSpPr>
          <p:cNvPr id="134150" name="矩形 7">
            <a:extLst>
              <a:ext uri="{FF2B5EF4-FFF2-40B4-BE49-F238E27FC236}">
                <a16:creationId xmlns:a16="http://schemas.microsoft.com/office/drawing/2014/main" id="{6325F9F2-A9C1-470D-A712-42E46A1C8270}"/>
              </a:ext>
            </a:extLst>
          </p:cNvPr>
          <p:cNvSpPr>
            <a:spLocks noChangeArrowheads="1"/>
          </p:cNvSpPr>
          <p:nvPr/>
        </p:nvSpPr>
        <p:spPr bwMode="auto">
          <a:xfrm>
            <a:off x="5319713" y="822184"/>
            <a:ext cx="3367081" cy="103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kumimoji="1" lang="zh-CN" altLang="en-US" dirty="0">
                <a:solidFill>
                  <a:srgbClr val="2D83F4"/>
                </a:solidFill>
                <a:latin typeface="华文楷体" panose="02010600040101010101" pitchFamily="2" charset="-122"/>
                <a:ea typeface="华文楷体" panose="02010600040101010101" pitchFamily="2" charset="-122"/>
              </a:rPr>
              <a:t>输入</a:t>
            </a:r>
            <a:r>
              <a:rPr kumimoji="1" lang="zh-CN" altLang="en-US" dirty="0">
                <a:solidFill>
                  <a:srgbClr val="2D83F4"/>
                </a:solidFill>
                <a:latin typeface="Times New Roman" panose="02020603050405020304" pitchFamily="18" charset="0"/>
              </a:rPr>
              <a:t>：  </a:t>
            </a:r>
            <a:r>
              <a:rPr kumimoji="1" lang="en-US" altLang="zh-CN" dirty="0">
                <a:solidFill>
                  <a:srgbClr val="000000"/>
                </a:solidFill>
                <a:latin typeface="Times New Roman" panose="02020603050405020304" pitchFamily="18" charset="0"/>
              </a:rPr>
              <a:t> 3   *   5  $</a:t>
            </a:r>
          </a:p>
          <a:p>
            <a:pPr eaLnBrk="1" hangingPunct="1">
              <a:spcBef>
                <a:spcPct val="20000"/>
              </a:spcBef>
            </a:pPr>
            <a:r>
              <a:rPr lang="en-US" altLang="zh-CN" dirty="0">
                <a:latin typeface="Times New Roman" panose="02020603050405020304" pitchFamily="18" charset="0"/>
                <a:cs typeface="Times New Roman" panose="02020603050405020304" pitchFamily="18" charset="0"/>
                <a:sym typeface="Arial" panose="020B0604020202020204" pitchFamily="34" charset="0"/>
              </a:rPr>
              <a:t>            digit * digit  $ </a:t>
            </a:r>
            <a:endParaRPr kumimoji="1" lang="en-US" altLang="zh-CN" dirty="0">
              <a:solidFill>
                <a:srgbClr val="000000"/>
              </a:solidFill>
              <a:latin typeface="Times New Roman" panose="02020603050405020304" pitchFamily="18" charset="0"/>
            </a:endParaRPr>
          </a:p>
          <a:p>
            <a:pPr eaLnBrk="1" hangingPunct="1">
              <a:spcBef>
                <a:spcPct val="20000"/>
              </a:spcBef>
            </a:pPr>
            <a:endParaRPr kumimoji="1" lang="en-US" altLang="zh-CN" dirty="0">
              <a:solidFill>
                <a:srgbClr val="000000"/>
              </a:solidFill>
              <a:latin typeface="Times New Roman" panose="02020603050405020304" pitchFamily="18" charset="0"/>
              <a:sym typeface="Symbol" panose="05050102010706020507" pitchFamily="18" charset="2"/>
            </a:endParaRPr>
          </a:p>
        </p:txBody>
      </p:sp>
      <p:grpSp>
        <p:nvGrpSpPr>
          <p:cNvPr id="63" name="组合 62">
            <a:extLst>
              <a:ext uri="{FF2B5EF4-FFF2-40B4-BE49-F238E27FC236}">
                <a16:creationId xmlns:a16="http://schemas.microsoft.com/office/drawing/2014/main" id="{90360C6D-FCB1-43D0-A90F-EFA61F40617E}"/>
              </a:ext>
            </a:extLst>
          </p:cNvPr>
          <p:cNvGrpSpPr>
            <a:grpSpLocks/>
          </p:cNvGrpSpPr>
          <p:nvPr/>
        </p:nvGrpSpPr>
        <p:grpSpPr bwMode="auto">
          <a:xfrm>
            <a:off x="5138985" y="1906810"/>
            <a:ext cx="2154238" cy="1227138"/>
            <a:chOff x="5921910" y="720546"/>
            <a:chExt cx="2154773" cy="1228143"/>
          </a:xfrm>
        </p:grpSpPr>
        <p:sp>
          <p:nvSpPr>
            <p:cNvPr id="134196" name="Rectangle 6">
              <a:extLst>
                <a:ext uri="{FF2B5EF4-FFF2-40B4-BE49-F238E27FC236}">
                  <a16:creationId xmlns:a16="http://schemas.microsoft.com/office/drawing/2014/main" id="{884677F8-536C-499D-846D-D6D3036183DF}"/>
                </a:ext>
              </a:extLst>
            </p:cNvPr>
            <p:cNvSpPr>
              <a:spLocks noChangeArrowheads="1"/>
            </p:cNvSpPr>
            <p:nvPr/>
          </p:nvSpPr>
          <p:spPr bwMode="auto">
            <a:xfrm>
              <a:off x="5921910" y="1593412"/>
              <a:ext cx="271077" cy="3478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i="1">
                  <a:solidFill>
                    <a:srgbClr val="FF0000"/>
                  </a:solidFill>
                  <a:latin typeface="Times New Roman" panose="02020603050405020304" pitchFamily="18" charset="0"/>
                </a:rPr>
                <a:t>F</a:t>
              </a:r>
              <a:endParaRPr kumimoji="1" lang="en-US" altLang="zh-CN">
                <a:solidFill>
                  <a:srgbClr val="000000"/>
                </a:solidFill>
                <a:latin typeface="Times New Roman" panose="02020603050405020304" pitchFamily="18" charset="0"/>
              </a:endParaRPr>
            </a:p>
          </p:txBody>
        </p:sp>
        <p:sp>
          <p:nvSpPr>
            <p:cNvPr id="134197" name="Rectangle 9">
              <a:extLst>
                <a:ext uri="{FF2B5EF4-FFF2-40B4-BE49-F238E27FC236}">
                  <a16:creationId xmlns:a16="http://schemas.microsoft.com/office/drawing/2014/main" id="{D6E385FF-A332-4AE2-A66A-83B2B61A29D7}"/>
                </a:ext>
              </a:extLst>
            </p:cNvPr>
            <p:cNvSpPr>
              <a:spLocks noChangeArrowheads="1"/>
            </p:cNvSpPr>
            <p:nvPr/>
          </p:nvSpPr>
          <p:spPr bwMode="auto">
            <a:xfrm>
              <a:off x="7698658" y="1600805"/>
              <a:ext cx="378025" cy="3478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i="1">
                  <a:solidFill>
                    <a:srgbClr val="FF0000"/>
                  </a:solidFill>
                  <a:latin typeface="Times New Roman" panose="02020603050405020304" pitchFamily="18" charset="0"/>
                </a:rPr>
                <a:t>T’</a:t>
              </a:r>
              <a:endParaRPr kumimoji="1" lang="en-US" altLang="zh-CN">
                <a:solidFill>
                  <a:srgbClr val="000000"/>
                </a:solidFill>
                <a:latin typeface="Times New Roman" panose="02020603050405020304" pitchFamily="18" charset="0"/>
              </a:endParaRPr>
            </a:p>
          </p:txBody>
        </p:sp>
        <p:sp>
          <p:nvSpPr>
            <p:cNvPr id="134198" name="Rectangle 10">
              <a:extLst>
                <a:ext uri="{FF2B5EF4-FFF2-40B4-BE49-F238E27FC236}">
                  <a16:creationId xmlns:a16="http://schemas.microsoft.com/office/drawing/2014/main" id="{4757DA87-DD19-41F4-AE2E-67F9F42F9CCC}"/>
                </a:ext>
              </a:extLst>
            </p:cNvPr>
            <p:cNvSpPr>
              <a:spLocks noChangeArrowheads="1"/>
            </p:cNvSpPr>
            <p:nvPr/>
          </p:nvSpPr>
          <p:spPr bwMode="auto">
            <a:xfrm>
              <a:off x="6988832" y="720546"/>
              <a:ext cx="417513" cy="3478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i="1">
                  <a:solidFill>
                    <a:srgbClr val="FF0000"/>
                  </a:solidFill>
                  <a:latin typeface="Times New Roman" panose="02020603050405020304" pitchFamily="18" charset="0"/>
                </a:rPr>
                <a:t>T</a:t>
              </a:r>
              <a:endParaRPr kumimoji="1" lang="en-US" altLang="zh-CN">
                <a:solidFill>
                  <a:srgbClr val="000000"/>
                </a:solidFill>
                <a:latin typeface="Times New Roman" panose="02020603050405020304" pitchFamily="18" charset="0"/>
              </a:endParaRPr>
            </a:p>
          </p:txBody>
        </p:sp>
        <p:sp>
          <p:nvSpPr>
            <p:cNvPr id="134199" name="Line 11">
              <a:extLst>
                <a:ext uri="{FF2B5EF4-FFF2-40B4-BE49-F238E27FC236}">
                  <a16:creationId xmlns:a16="http://schemas.microsoft.com/office/drawing/2014/main" id="{5C085081-D440-4345-A9EA-DD21B31F1E9E}"/>
                </a:ext>
              </a:extLst>
            </p:cNvPr>
            <p:cNvSpPr>
              <a:spLocks noChangeShapeType="1"/>
            </p:cNvSpPr>
            <p:nvPr/>
          </p:nvSpPr>
          <p:spPr bwMode="auto">
            <a:xfrm flipH="1">
              <a:off x="6210013" y="1213340"/>
              <a:ext cx="987576" cy="39566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134200" name="Line 12">
              <a:extLst>
                <a:ext uri="{FF2B5EF4-FFF2-40B4-BE49-F238E27FC236}">
                  <a16:creationId xmlns:a16="http://schemas.microsoft.com/office/drawing/2014/main" id="{C3D08AAA-D7E1-4FAE-9B5B-4EB7840FB391}"/>
                </a:ext>
              </a:extLst>
            </p:cNvPr>
            <p:cNvSpPr>
              <a:spLocks noChangeShapeType="1"/>
            </p:cNvSpPr>
            <p:nvPr/>
          </p:nvSpPr>
          <p:spPr bwMode="auto">
            <a:xfrm>
              <a:off x="7205526" y="1219689"/>
              <a:ext cx="701675" cy="3778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grpSp>
      <p:grpSp>
        <p:nvGrpSpPr>
          <p:cNvPr id="2" name="组合 124933">
            <a:extLst>
              <a:ext uri="{FF2B5EF4-FFF2-40B4-BE49-F238E27FC236}">
                <a16:creationId xmlns:a16="http://schemas.microsoft.com/office/drawing/2014/main" id="{1D651C82-F1F0-4BA3-9D7B-9A0F79F8A4E8}"/>
              </a:ext>
            </a:extLst>
          </p:cNvPr>
          <p:cNvGrpSpPr>
            <a:grpSpLocks/>
          </p:cNvGrpSpPr>
          <p:nvPr/>
        </p:nvGrpSpPr>
        <p:grpSpPr bwMode="auto">
          <a:xfrm>
            <a:off x="6156573" y="3199035"/>
            <a:ext cx="2090737" cy="787400"/>
            <a:chOff x="6938648" y="2013704"/>
            <a:chExt cx="2091871" cy="786049"/>
          </a:xfrm>
        </p:grpSpPr>
        <p:sp>
          <p:nvSpPr>
            <p:cNvPr id="134190" name="Line 8">
              <a:extLst>
                <a:ext uri="{FF2B5EF4-FFF2-40B4-BE49-F238E27FC236}">
                  <a16:creationId xmlns:a16="http://schemas.microsoft.com/office/drawing/2014/main" id="{24779A07-E6D0-4931-B4BB-E8F9E6523959}"/>
                </a:ext>
              </a:extLst>
            </p:cNvPr>
            <p:cNvSpPr>
              <a:spLocks noChangeShapeType="1"/>
            </p:cNvSpPr>
            <p:nvPr/>
          </p:nvSpPr>
          <p:spPr bwMode="auto">
            <a:xfrm flipV="1">
              <a:off x="7540792" y="2030902"/>
              <a:ext cx="262473" cy="45032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134191" name="Text Box 13">
              <a:extLst>
                <a:ext uri="{FF2B5EF4-FFF2-40B4-BE49-F238E27FC236}">
                  <a16:creationId xmlns:a16="http://schemas.microsoft.com/office/drawing/2014/main" id="{9C5D8460-9C2B-42A3-A2FC-51B2615346E1}"/>
                </a:ext>
              </a:extLst>
            </p:cNvPr>
            <p:cNvSpPr txBox="1">
              <a:spLocks noChangeArrowheads="1"/>
            </p:cNvSpPr>
            <p:nvPr/>
          </p:nvSpPr>
          <p:spPr bwMode="auto">
            <a:xfrm>
              <a:off x="6938648" y="2451869"/>
              <a:ext cx="269875" cy="3478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a:solidFill>
                    <a:srgbClr val="FF0000"/>
                  </a:solidFill>
                  <a:latin typeface="Times New Roman" panose="02020603050405020304" pitchFamily="18" charset="0"/>
                </a:rPr>
                <a:t>*</a:t>
              </a:r>
            </a:p>
          </p:txBody>
        </p:sp>
        <p:sp>
          <p:nvSpPr>
            <p:cNvPr id="134192" name="Line 11">
              <a:extLst>
                <a:ext uri="{FF2B5EF4-FFF2-40B4-BE49-F238E27FC236}">
                  <a16:creationId xmlns:a16="http://schemas.microsoft.com/office/drawing/2014/main" id="{9E6340EA-F3D7-4CCA-8467-FDC62A9C07F9}"/>
                </a:ext>
              </a:extLst>
            </p:cNvPr>
            <p:cNvSpPr>
              <a:spLocks noChangeShapeType="1"/>
            </p:cNvSpPr>
            <p:nvPr/>
          </p:nvSpPr>
          <p:spPr bwMode="auto">
            <a:xfrm flipH="1">
              <a:off x="7151886" y="2013704"/>
              <a:ext cx="669775" cy="482616"/>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134193" name="Line 12">
              <a:extLst>
                <a:ext uri="{FF2B5EF4-FFF2-40B4-BE49-F238E27FC236}">
                  <a16:creationId xmlns:a16="http://schemas.microsoft.com/office/drawing/2014/main" id="{2F9255CE-BC6B-423B-935A-427B1FEB7EF0}"/>
                </a:ext>
              </a:extLst>
            </p:cNvPr>
            <p:cNvSpPr>
              <a:spLocks noChangeShapeType="1"/>
            </p:cNvSpPr>
            <p:nvPr/>
          </p:nvSpPr>
          <p:spPr bwMode="auto">
            <a:xfrm>
              <a:off x="7803265" y="2016342"/>
              <a:ext cx="801183" cy="435527"/>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endParaRPr lang="zh-CN" altLang="en-US"/>
            </a:p>
          </p:txBody>
        </p:sp>
        <p:sp>
          <p:nvSpPr>
            <p:cNvPr id="134194" name="Rectangle 6">
              <a:extLst>
                <a:ext uri="{FF2B5EF4-FFF2-40B4-BE49-F238E27FC236}">
                  <a16:creationId xmlns:a16="http://schemas.microsoft.com/office/drawing/2014/main" id="{A4832D15-2DBA-4243-A994-9856C304A2CD}"/>
                </a:ext>
              </a:extLst>
            </p:cNvPr>
            <p:cNvSpPr>
              <a:spLocks noChangeArrowheads="1"/>
            </p:cNvSpPr>
            <p:nvPr/>
          </p:nvSpPr>
          <p:spPr bwMode="auto">
            <a:xfrm>
              <a:off x="7299099" y="2430952"/>
              <a:ext cx="314446" cy="3478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i="1">
                  <a:solidFill>
                    <a:srgbClr val="FF0000"/>
                  </a:solidFill>
                  <a:latin typeface="Times New Roman" panose="02020603050405020304" pitchFamily="18" charset="0"/>
                </a:rPr>
                <a:t>F</a:t>
              </a:r>
              <a:endParaRPr kumimoji="1" lang="en-US" altLang="zh-CN">
                <a:solidFill>
                  <a:srgbClr val="000000"/>
                </a:solidFill>
                <a:latin typeface="Times New Roman" panose="02020603050405020304" pitchFamily="18" charset="0"/>
              </a:endParaRPr>
            </a:p>
          </p:txBody>
        </p:sp>
        <p:sp>
          <p:nvSpPr>
            <p:cNvPr id="134195" name="Rectangle 9">
              <a:extLst>
                <a:ext uri="{FF2B5EF4-FFF2-40B4-BE49-F238E27FC236}">
                  <a16:creationId xmlns:a16="http://schemas.microsoft.com/office/drawing/2014/main" id="{8DC57C3D-43D2-4685-86BC-D0A102E71688}"/>
                </a:ext>
              </a:extLst>
            </p:cNvPr>
            <p:cNvSpPr>
              <a:spLocks noChangeArrowheads="1"/>
            </p:cNvSpPr>
            <p:nvPr/>
          </p:nvSpPr>
          <p:spPr bwMode="auto">
            <a:xfrm>
              <a:off x="8667361" y="2439890"/>
              <a:ext cx="363158" cy="3478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i="1">
                  <a:solidFill>
                    <a:srgbClr val="FF0000"/>
                  </a:solidFill>
                  <a:latin typeface="Times New Roman" panose="02020603050405020304" pitchFamily="18" charset="0"/>
                </a:rPr>
                <a:t>T’</a:t>
              </a:r>
              <a:endParaRPr kumimoji="1" lang="en-US" altLang="zh-CN">
                <a:solidFill>
                  <a:srgbClr val="000000"/>
                </a:solidFill>
                <a:latin typeface="Times New Roman" panose="02020603050405020304" pitchFamily="18" charset="0"/>
              </a:endParaRPr>
            </a:p>
          </p:txBody>
        </p:sp>
      </p:grpSp>
      <p:grpSp>
        <p:nvGrpSpPr>
          <p:cNvPr id="124938" name="组合 124937">
            <a:extLst>
              <a:ext uri="{FF2B5EF4-FFF2-40B4-BE49-F238E27FC236}">
                <a16:creationId xmlns:a16="http://schemas.microsoft.com/office/drawing/2014/main" id="{8DE2AE44-67B9-4652-BD9B-2F6CB46D8405}"/>
              </a:ext>
            </a:extLst>
          </p:cNvPr>
          <p:cNvGrpSpPr>
            <a:grpSpLocks/>
          </p:cNvGrpSpPr>
          <p:nvPr/>
        </p:nvGrpSpPr>
        <p:grpSpPr bwMode="auto">
          <a:xfrm>
            <a:off x="7875835" y="4045173"/>
            <a:ext cx="269875" cy="700087"/>
            <a:chOff x="8658440" y="2859782"/>
            <a:chExt cx="269626" cy="698953"/>
          </a:xfrm>
        </p:grpSpPr>
        <p:sp>
          <p:nvSpPr>
            <p:cNvPr id="134188" name="Line 5">
              <a:extLst>
                <a:ext uri="{FF2B5EF4-FFF2-40B4-BE49-F238E27FC236}">
                  <a16:creationId xmlns:a16="http://schemas.microsoft.com/office/drawing/2014/main" id="{F5276223-023A-4844-9124-06A456ABF0D4}"/>
                </a:ext>
              </a:extLst>
            </p:cNvPr>
            <p:cNvSpPr>
              <a:spLocks noChangeShapeType="1"/>
            </p:cNvSpPr>
            <p:nvPr/>
          </p:nvSpPr>
          <p:spPr bwMode="auto">
            <a:xfrm flipV="1">
              <a:off x="8820472"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134189" name="矩形 3">
              <a:extLst>
                <a:ext uri="{FF2B5EF4-FFF2-40B4-BE49-F238E27FC236}">
                  <a16:creationId xmlns:a16="http://schemas.microsoft.com/office/drawing/2014/main" id="{D0BBA586-B1C8-4608-B28A-DF2BB8162731}"/>
                </a:ext>
              </a:extLst>
            </p:cNvPr>
            <p:cNvSpPr>
              <a:spLocks noChangeArrowheads="1"/>
            </p:cNvSpPr>
            <p:nvPr/>
          </p:nvSpPr>
          <p:spPr bwMode="auto">
            <a:xfrm>
              <a:off x="8658440" y="3220181"/>
              <a:ext cx="2696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l-GR" altLang="zh-CN" sz="16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endParaRPr lang="zh-CN" altLang="en-US" dirty="0"/>
            </a:p>
          </p:txBody>
        </p:sp>
      </p:grpSp>
      <p:grpSp>
        <p:nvGrpSpPr>
          <p:cNvPr id="124931" name="组合 124930">
            <a:extLst>
              <a:ext uri="{FF2B5EF4-FFF2-40B4-BE49-F238E27FC236}">
                <a16:creationId xmlns:a16="http://schemas.microsoft.com/office/drawing/2014/main" id="{984A0A69-084B-4D22-A83E-CA123E738C28}"/>
              </a:ext>
            </a:extLst>
          </p:cNvPr>
          <p:cNvGrpSpPr>
            <a:grpSpLocks/>
          </p:cNvGrpSpPr>
          <p:nvPr/>
        </p:nvGrpSpPr>
        <p:grpSpPr bwMode="auto">
          <a:xfrm>
            <a:off x="5272335" y="2827560"/>
            <a:ext cx="596900" cy="731838"/>
            <a:chOff x="6054749" y="1641620"/>
            <a:chExt cx="596638" cy="732182"/>
          </a:xfrm>
        </p:grpSpPr>
        <p:sp>
          <p:nvSpPr>
            <p:cNvPr id="38" name="Line 32">
              <a:extLst>
                <a:ext uri="{FF2B5EF4-FFF2-40B4-BE49-F238E27FC236}">
                  <a16:creationId xmlns:a16="http://schemas.microsoft.com/office/drawing/2014/main" id="{F8175437-972F-464D-A0CB-894168024ACE}"/>
                </a:ext>
              </a:extLst>
            </p:cNvPr>
            <p:cNvSpPr>
              <a:spLocks noChangeShapeType="1"/>
            </p:cNvSpPr>
            <p:nvPr/>
          </p:nvSpPr>
          <p:spPr bwMode="auto">
            <a:xfrm flipV="1">
              <a:off x="6275315" y="2030741"/>
              <a:ext cx="0" cy="343061"/>
            </a:xfrm>
            <a:prstGeom prst="line">
              <a:avLst/>
            </a:prstGeom>
            <a:noFill/>
            <a:ln w="38100">
              <a:solidFill>
                <a:schemeClr val="tx2">
                  <a:lumMod val="60000"/>
                  <a:lumOff val="40000"/>
                </a:schemeClr>
              </a:solidFill>
              <a:prstDash val="dash"/>
              <a:round/>
              <a:headEnd/>
              <a:tailEnd type="stealth" w="lg" len="lg"/>
            </a:ln>
          </p:spPr>
          <p:txBody>
            <a:bodyPr wrap="none" lIns="67500" tIns="35100" rIns="67500" bIns="35100" anchor="ctr">
              <a:spAutoFit/>
            </a:bodyPr>
            <a:lstStyle/>
            <a:p>
              <a:pPr>
                <a:defRPr/>
              </a:pPr>
              <a:endParaRPr lang="zh-CN" altLang="en-US" sz="1600">
                <a:solidFill>
                  <a:prstClr val="black"/>
                </a:solidFill>
              </a:endParaRPr>
            </a:p>
          </p:txBody>
        </p:sp>
        <p:sp>
          <p:nvSpPr>
            <p:cNvPr id="134187" name="矩形 56">
              <a:extLst>
                <a:ext uri="{FF2B5EF4-FFF2-40B4-BE49-F238E27FC236}">
                  <a16:creationId xmlns:a16="http://schemas.microsoft.com/office/drawing/2014/main" id="{720878F4-67EC-4496-816F-6E3C7CE76F01}"/>
                </a:ext>
              </a:extLst>
            </p:cNvPr>
            <p:cNvSpPr>
              <a:spLocks noChangeArrowheads="1"/>
            </p:cNvSpPr>
            <p:nvPr/>
          </p:nvSpPr>
          <p:spPr bwMode="auto">
            <a:xfrm>
              <a:off x="6054749" y="1641620"/>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1400" i="1">
                  <a:solidFill>
                    <a:srgbClr val="000000"/>
                  </a:solidFill>
                  <a:latin typeface="Times New Roman" panose="02020603050405020304" pitchFamily="18" charset="0"/>
                  <a:sym typeface="Symbol" panose="05050102010706020507" pitchFamily="18" charset="2"/>
                </a:rPr>
                <a:t>val</a:t>
              </a:r>
              <a:r>
                <a:rPr kumimoji="1" lang="en-US" altLang="zh-CN" sz="1400">
                  <a:solidFill>
                    <a:srgbClr val="000000"/>
                  </a:solidFill>
                  <a:latin typeface="Times New Roman" panose="02020603050405020304" pitchFamily="18" charset="0"/>
                  <a:sym typeface="Symbol" panose="05050102010706020507" pitchFamily="18" charset="2"/>
                </a:rPr>
                <a:t>=3</a:t>
              </a:r>
              <a:endParaRPr lang="zh-CN" altLang="en-US" sz="1400"/>
            </a:p>
          </p:txBody>
        </p:sp>
      </p:grpSp>
      <p:grpSp>
        <p:nvGrpSpPr>
          <p:cNvPr id="124929" name="组合 124928">
            <a:extLst>
              <a:ext uri="{FF2B5EF4-FFF2-40B4-BE49-F238E27FC236}">
                <a16:creationId xmlns:a16="http://schemas.microsoft.com/office/drawing/2014/main" id="{E03014EB-293E-4DEC-8D79-EEE8DA22B098}"/>
              </a:ext>
            </a:extLst>
          </p:cNvPr>
          <p:cNvGrpSpPr>
            <a:grpSpLocks/>
          </p:cNvGrpSpPr>
          <p:nvPr/>
        </p:nvGrpSpPr>
        <p:grpSpPr bwMode="auto">
          <a:xfrm>
            <a:off x="5004048" y="3216498"/>
            <a:ext cx="1239837" cy="815975"/>
            <a:chOff x="5787041" y="2030902"/>
            <a:chExt cx="1239221" cy="815744"/>
          </a:xfrm>
        </p:grpSpPr>
        <p:sp>
          <p:nvSpPr>
            <p:cNvPr id="134183" name="Rectangle 2">
              <a:extLst>
                <a:ext uri="{FF2B5EF4-FFF2-40B4-BE49-F238E27FC236}">
                  <a16:creationId xmlns:a16="http://schemas.microsoft.com/office/drawing/2014/main" id="{B3ACDFD3-0AF5-46A8-8758-AE018087DA4D}"/>
                </a:ext>
              </a:extLst>
            </p:cNvPr>
            <p:cNvSpPr>
              <a:spLocks noChangeArrowheads="1"/>
            </p:cNvSpPr>
            <p:nvPr/>
          </p:nvSpPr>
          <p:spPr bwMode="auto">
            <a:xfrm>
              <a:off x="5787041" y="2409268"/>
              <a:ext cx="585159" cy="3478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a:solidFill>
                    <a:srgbClr val="FF0000"/>
                  </a:solidFill>
                  <a:latin typeface="Times New Roman" panose="02020603050405020304" pitchFamily="18" charset="0"/>
                </a:rPr>
                <a:t>digit</a:t>
              </a:r>
              <a:endParaRPr kumimoji="1" lang="en-US" altLang="zh-CN">
                <a:solidFill>
                  <a:srgbClr val="000000"/>
                </a:solidFill>
                <a:latin typeface="Times New Roman" panose="02020603050405020304" pitchFamily="18" charset="0"/>
              </a:endParaRPr>
            </a:p>
          </p:txBody>
        </p:sp>
        <p:sp>
          <p:nvSpPr>
            <p:cNvPr id="134184" name="Line 5">
              <a:extLst>
                <a:ext uri="{FF2B5EF4-FFF2-40B4-BE49-F238E27FC236}">
                  <a16:creationId xmlns:a16="http://schemas.microsoft.com/office/drawing/2014/main" id="{438382A2-52E0-478D-B471-4A138025B833}"/>
                </a:ext>
              </a:extLst>
            </p:cNvPr>
            <p:cNvSpPr>
              <a:spLocks noChangeShapeType="1"/>
            </p:cNvSpPr>
            <p:nvPr/>
          </p:nvSpPr>
          <p:spPr bwMode="auto">
            <a:xfrm flipV="1">
              <a:off x="6103416" y="203090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134185" name="矩形 57">
              <a:extLst>
                <a:ext uri="{FF2B5EF4-FFF2-40B4-BE49-F238E27FC236}">
                  <a16:creationId xmlns:a16="http://schemas.microsoft.com/office/drawing/2014/main" id="{689F5751-459D-486D-9425-ABC10336AF75}"/>
                </a:ext>
              </a:extLst>
            </p:cNvPr>
            <p:cNvSpPr>
              <a:spLocks noChangeArrowheads="1"/>
            </p:cNvSpPr>
            <p:nvPr/>
          </p:nvSpPr>
          <p:spPr bwMode="auto">
            <a:xfrm>
              <a:off x="6210013" y="2538869"/>
              <a:ext cx="8162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1400" i="1">
                  <a:solidFill>
                    <a:srgbClr val="000000"/>
                  </a:solidFill>
                  <a:latin typeface="Times New Roman" panose="02020603050405020304" pitchFamily="18" charset="0"/>
                  <a:sym typeface="Symbol" panose="05050102010706020507" pitchFamily="18" charset="2"/>
                </a:rPr>
                <a:t>lexval</a:t>
              </a:r>
              <a:r>
                <a:rPr kumimoji="1" lang="en-US" altLang="zh-CN" sz="1400">
                  <a:solidFill>
                    <a:srgbClr val="000000"/>
                  </a:solidFill>
                  <a:latin typeface="Times New Roman" panose="02020603050405020304" pitchFamily="18" charset="0"/>
                  <a:sym typeface="Symbol" panose="05050102010706020507" pitchFamily="18" charset="2"/>
                </a:rPr>
                <a:t>=3</a:t>
              </a:r>
              <a:endParaRPr lang="zh-CN" altLang="en-US" sz="1400"/>
            </a:p>
          </p:txBody>
        </p:sp>
      </p:grpSp>
      <p:grpSp>
        <p:nvGrpSpPr>
          <p:cNvPr id="124936" name="组合 124935">
            <a:extLst>
              <a:ext uri="{FF2B5EF4-FFF2-40B4-BE49-F238E27FC236}">
                <a16:creationId xmlns:a16="http://schemas.microsoft.com/office/drawing/2014/main" id="{28D73B99-D302-4883-ACC2-8EA802DEEF7A}"/>
              </a:ext>
            </a:extLst>
          </p:cNvPr>
          <p:cNvGrpSpPr>
            <a:grpSpLocks/>
          </p:cNvGrpSpPr>
          <p:nvPr/>
        </p:nvGrpSpPr>
        <p:grpSpPr bwMode="auto">
          <a:xfrm>
            <a:off x="6667748" y="3732435"/>
            <a:ext cx="596900" cy="655638"/>
            <a:chOff x="7450607" y="2546238"/>
            <a:chExt cx="596638" cy="656444"/>
          </a:xfrm>
        </p:grpSpPr>
        <p:sp>
          <p:nvSpPr>
            <p:cNvPr id="55" name="Line 32">
              <a:extLst>
                <a:ext uri="{FF2B5EF4-FFF2-40B4-BE49-F238E27FC236}">
                  <a16:creationId xmlns:a16="http://schemas.microsoft.com/office/drawing/2014/main" id="{2CDA3374-CDD7-40A0-B553-F3210E2F53B7}"/>
                </a:ext>
              </a:extLst>
            </p:cNvPr>
            <p:cNvSpPr>
              <a:spLocks noChangeShapeType="1"/>
            </p:cNvSpPr>
            <p:nvPr/>
          </p:nvSpPr>
          <p:spPr bwMode="auto">
            <a:xfrm flipV="1">
              <a:off x="7836200" y="2859360"/>
              <a:ext cx="0" cy="343322"/>
            </a:xfrm>
            <a:prstGeom prst="line">
              <a:avLst/>
            </a:prstGeom>
            <a:noFill/>
            <a:ln w="38100">
              <a:solidFill>
                <a:schemeClr val="tx2">
                  <a:lumMod val="60000"/>
                  <a:lumOff val="40000"/>
                </a:schemeClr>
              </a:solidFill>
              <a:prstDash val="dash"/>
              <a:round/>
              <a:headEnd/>
              <a:tailEnd type="stealth" w="lg" len="lg"/>
            </a:ln>
          </p:spPr>
          <p:txBody>
            <a:bodyPr wrap="none" lIns="67500" tIns="35100" rIns="67500" bIns="35100" anchor="ctr">
              <a:spAutoFit/>
            </a:bodyPr>
            <a:lstStyle/>
            <a:p>
              <a:pPr>
                <a:defRPr/>
              </a:pPr>
              <a:endParaRPr lang="zh-CN" altLang="en-US" sz="1600">
                <a:solidFill>
                  <a:prstClr val="black"/>
                </a:solidFill>
              </a:endParaRPr>
            </a:p>
          </p:txBody>
        </p:sp>
        <p:sp>
          <p:nvSpPr>
            <p:cNvPr id="134182" name="矩形 59">
              <a:extLst>
                <a:ext uri="{FF2B5EF4-FFF2-40B4-BE49-F238E27FC236}">
                  <a16:creationId xmlns:a16="http://schemas.microsoft.com/office/drawing/2014/main" id="{1BA245FA-7C61-4056-8326-E634F6360BEE}"/>
                </a:ext>
              </a:extLst>
            </p:cNvPr>
            <p:cNvSpPr>
              <a:spLocks noChangeArrowheads="1"/>
            </p:cNvSpPr>
            <p:nvPr/>
          </p:nvSpPr>
          <p:spPr bwMode="auto">
            <a:xfrm>
              <a:off x="7450607" y="2546238"/>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kumimoji="1" lang="en-US" altLang="zh-CN" sz="1400" i="1">
                  <a:solidFill>
                    <a:srgbClr val="000000"/>
                  </a:solidFill>
                  <a:latin typeface="Times New Roman" panose="02020603050405020304" pitchFamily="18" charset="0"/>
                  <a:sym typeface="Symbol" panose="05050102010706020507" pitchFamily="18" charset="2"/>
                </a:rPr>
                <a:t>val</a:t>
              </a:r>
              <a:r>
                <a:rPr kumimoji="1" lang="en-US" altLang="zh-CN" sz="1400">
                  <a:solidFill>
                    <a:srgbClr val="000000"/>
                  </a:solidFill>
                  <a:latin typeface="Times New Roman" panose="02020603050405020304" pitchFamily="18" charset="0"/>
                  <a:sym typeface="Symbol" panose="05050102010706020507" pitchFamily="18" charset="2"/>
                </a:rPr>
                <a:t>=5</a:t>
              </a:r>
              <a:endParaRPr kumimoji="1" lang="en-US" altLang="zh-CN" sz="1400">
                <a:solidFill>
                  <a:srgbClr val="000000"/>
                </a:solidFill>
                <a:latin typeface="Times New Roman" panose="02020603050405020304" pitchFamily="18" charset="0"/>
              </a:endParaRPr>
            </a:p>
          </p:txBody>
        </p:sp>
      </p:grpSp>
      <p:grpSp>
        <p:nvGrpSpPr>
          <p:cNvPr id="124937" name="组合 124936">
            <a:extLst>
              <a:ext uri="{FF2B5EF4-FFF2-40B4-BE49-F238E27FC236}">
                <a16:creationId xmlns:a16="http://schemas.microsoft.com/office/drawing/2014/main" id="{574A7321-9C97-4DE8-B06B-2036BAC20270}"/>
              </a:ext>
            </a:extLst>
          </p:cNvPr>
          <p:cNvGrpSpPr>
            <a:grpSpLocks/>
          </p:cNvGrpSpPr>
          <p:nvPr/>
        </p:nvGrpSpPr>
        <p:grpSpPr bwMode="auto">
          <a:xfrm>
            <a:off x="6828085" y="3149823"/>
            <a:ext cx="1258888" cy="895350"/>
            <a:chOff x="7610180" y="1964437"/>
            <a:chExt cx="1258949" cy="895345"/>
          </a:xfrm>
        </p:grpSpPr>
        <p:sp>
          <p:nvSpPr>
            <p:cNvPr id="39" name="Line 33">
              <a:extLst>
                <a:ext uri="{FF2B5EF4-FFF2-40B4-BE49-F238E27FC236}">
                  <a16:creationId xmlns:a16="http://schemas.microsoft.com/office/drawing/2014/main" id="{3AE986F9-6942-49A6-A5B0-DFA8B815AD33}"/>
                </a:ext>
              </a:extLst>
            </p:cNvPr>
            <p:cNvSpPr>
              <a:spLocks noChangeShapeType="1"/>
            </p:cNvSpPr>
            <p:nvPr/>
          </p:nvSpPr>
          <p:spPr bwMode="auto">
            <a:xfrm flipV="1">
              <a:off x="8011837" y="2697858"/>
              <a:ext cx="293701" cy="1587"/>
            </a:xfrm>
            <a:prstGeom prst="line">
              <a:avLst/>
            </a:prstGeom>
            <a:noFill/>
            <a:ln w="38100">
              <a:solidFill>
                <a:schemeClr val="tx2">
                  <a:lumMod val="60000"/>
                  <a:lumOff val="40000"/>
                </a:schemeClr>
              </a:solidFill>
              <a:prstDash val="dash"/>
              <a:round/>
              <a:headEnd/>
              <a:tailEnd type="stealth" w="lg" len="lg"/>
            </a:ln>
          </p:spPr>
          <p:txBody>
            <a:bodyPr lIns="67500" tIns="35100" rIns="67500" bIns="35100" anchor="ctr">
              <a:spAutoFit/>
            </a:bodyPr>
            <a:lstStyle/>
            <a:p>
              <a:pPr>
                <a:defRPr/>
              </a:pPr>
              <a:endParaRPr lang="zh-CN" altLang="en-US" sz="1600">
                <a:solidFill>
                  <a:prstClr val="black"/>
                </a:solidFill>
              </a:endParaRPr>
            </a:p>
          </p:txBody>
        </p:sp>
        <p:sp>
          <p:nvSpPr>
            <p:cNvPr id="40" name="Line 34">
              <a:extLst>
                <a:ext uri="{FF2B5EF4-FFF2-40B4-BE49-F238E27FC236}">
                  <a16:creationId xmlns:a16="http://schemas.microsoft.com/office/drawing/2014/main" id="{2B034A85-63F9-4330-A54C-86689934C583}"/>
                </a:ext>
              </a:extLst>
            </p:cNvPr>
            <p:cNvSpPr>
              <a:spLocks noChangeShapeType="1"/>
            </p:cNvSpPr>
            <p:nvPr/>
          </p:nvSpPr>
          <p:spPr bwMode="auto">
            <a:xfrm>
              <a:off x="7610180" y="1964437"/>
              <a:ext cx="790613" cy="623884"/>
            </a:xfrm>
            <a:prstGeom prst="line">
              <a:avLst/>
            </a:prstGeom>
            <a:noFill/>
            <a:ln w="38100">
              <a:solidFill>
                <a:schemeClr val="tx2">
                  <a:lumMod val="60000"/>
                  <a:lumOff val="40000"/>
                </a:schemeClr>
              </a:solidFill>
              <a:prstDash val="dash"/>
              <a:round/>
              <a:headEnd/>
              <a:tailEnd type="stealth" w="lg" len="lg"/>
            </a:ln>
          </p:spPr>
          <p:txBody>
            <a:bodyPr lIns="67500" tIns="35100" rIns="67500" bIns="35100" anchor="ctr">
              <a:spAutoFit/>
            </a:bodyPr>
            <a:lstStyle/>
            <a:p>
              <a:pPr>
                <a:defRPr/>
              </a:pPr>
              <a:endParaRPr lang="zh-CN" altLang="en-US" sz="1600">
                <a:solidFill>
                  <a:prstClr val="black"/>
                </a:solidFill>
              </a:endParaRPr>
            </a:p>
          </p:txBody>
        </p:sp>
        <p:sp>
          <p:nvSpPr>
            <p:cNvPr id="134180" name="矩形 60">
              <a:extLst>
                <a:ext uri="{FF2B5EF4-FFF2-40B4-BE49-F238E27FC236}">
                  <a16:creationId xmlns:a16="http://schemas.microsoft.com/office/drawing/2014/main" id="{1886D0A2-AF43-47D1-9135-11DE7C8E3B3D}"/>
                </a:ext>
              </a:extLst>
            </p:cNvPr>
            <p:cNvSpPr>
              <a:spLocks noChangeArrowheads="1"/>
            </p:cNvSpPr>
            <p:nvPr/>
          </p:nvSpPr>
          <p:spPr bwMode="auto">
            <a:xfrm>
              <a:off x="8153869" y="2552005"/>
              <a:ext cx="7152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kumimoji="1" lang="en-US" altLang="zh-CN" sz="1400" i="1">
                  <a:solidFill>
                    <a:srgbClr val="000000"/>
                  </a:solidFill>
                  <a:latin typeface="Times New Roman" panose="02020603050405020304" pitchFamily="18" charset="0"/>
                  <a:sym typeface="Symbol" panose="05050102010706020507" pitchFamily="18" charset="2"/>
                </a:rPr>
                <a:t>inh</a:t>
              </a:r>
              <a:r>
                <a:rPr kumimoji="1" lang="en-US" altLang="zh-CN" sz="1400">
                  <a:solidFill>
                    <a:srgbClr val="000000"/>
                  </a:solidFill>
                  <a:latin typeface="Times New Roman" panose="02020603050405020304" pitchFamily="18" charset="0"/>
                  <a:sym typeface="Symbol" panose="05050102010706020507" pitchFamily="18" charset="2"/>
                </a:rPr>
                <a:t>=15</a:t>
              </a:r>
              <a:endParaRPr kumimoji="1" lang="en-US" altLang="zh-CN" sz="1400">
                <a:solidFill>
                  <a:srgbClr val="000000"/>
                </a:solidFill>
                <a:latin typeface="Times New Roman" panose="02020603050405020304" pitchFamily="18" charset="0"/>
              </a:endParaRPr>
            </a:p>
          </p:txBody>
        </p:sp>
      </p:grpSp>
      <p:grpSp>
        <p:nvGrpSpPr>
          <p:cNvPr id="124935" name="组合 124934">
            <a:extLst>
              <a:ext uri="{FF2B5EF4-FFF2-40B4-BE49-F238E27FC236}">
                <a16:creationId xmlns:a16="http://schemas.microsoft.com/office/drawing/2014/main" id="{38E80224-5F51-4B9C-81FD-B30E37984F93}"/>
              </a:ext>
            </a:extLst>
          </p:cNvPr>
          <p:cNvGrpSpPr>
            <a:grpSpLocks/>
          </p:cNvGrpSpPr>
          <p:nvPr/>
        </p:nvGrpSpPr>
        <p:grpSpPr bwMode="auto">
          <a:xfrm>
            <a:off x="6372473" y="4045173"/>
            <a:ext cx="1223962" cy="758825"/>
            <a:chOff x="7361617" y="2859782"/>
            <a:chExt cx="1224136" cy="758687"/>
          </a:xfrm>
        </p:grpSpPr>
        <p:sp>
          <p:nvSpPr>
            <p:cNvPr id="134175" name="Rectangle 7">
              <a:extLst>
                <a:ext uri="{FF2B5EF4-FFF2-40B4-BE49-F238E27FC236}">
                  <a16:creationId xmlns:a16="http://schemas.microsoft.com/office/drawing/2014/main" id="{BFF8B23A-1A9E-416F-8B99-132B3AFEF423}"/>
                </a:ext>
              </a:extLst>
            </p:cNvPr>
            <p:cNvSpPr>
              <a:spLocks noChangeArrowheads="1"/>
            </p:cNvSpPr>
            <p:nvPr/>
          </p:nvSpPr>
          <p:spPr bwMode="auto">
            <a:xfrm>
              <a:off x="7361617" y="3166676"/>
              <a:ext cx="585159" cy="3478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a:solidFill>
                    <a:srgbClr val="FF0000"/>
                  </a:solidFill>
                  <a:latin typeface="Times New Roman" panose="02020603050405020304" pitchFamily="18" charset="0"/>
                </a:rPr>
                <a:t>digit</a:t>
              </a:r>
              <a:endParaRPr kumimoji="1" lang="en-US" altLang="zh-CN">
                <a:solidFill>
                  <a:srgbClr val="000000"/>
                </a:solidFill>
                <a:latin typeface="Times New Roman" panose="02020603050405020304" pitchFamily="18" charset="0"/>
              </a:endParaRPr>
            </a:p>
          </p:txBody>
        </p:sp>
        <p:sp>
          <p:nvSpPr>
            <p:cNvPr id="134176" name="Line 5">
              <a:extLst>
                <a:ext uri="{FF2B5EF4-FFF2-40B4-BE49-F238E27FC236}">
                  <a16:creationId xmlns:a16="http://schemas.microsoft.com/office/drawing/2014/main" id="{1C612211-1A0C-4EFD-908E-9EB19EF30750}"/>
                </a:ext>
              </a:extLst>
            </p:cNvPr>
            <p:cNvSpPr>
              <a:spLocks noChangeShapeType="1"/>
            </p:cNvSpPr>
            <p:nvPr/>
          </p:nvSpPr>
          <p:spPr bwMode="auto">
            <a:xfrm flipV="1">
              <a:off x="7664313"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endParaRPr lang="zh-CN" altLang="en-US"/>
            </a:p>
          </p:txBody>
        </p:sp>
        <p:sp>
          <p:nvSpPr>
            <p:cNvPr id="134177" name="矩形 61">
              <a:extLst>
                <a:ext uri="{FF2B5EF4-FFF2-40B4-BE49-F238E27FC236}">
                  <a16:creationId xmlns:a16="http://schemas.microsoft.com/office/drawing/2014/main" id="{88B68F2E-D293-41CA-8A67-CB079E5EC0B8}"/>
                </a:ext>
              </a:extLst>
            </p:cNvPr>
            <p:cNvSpPr>
              <a:spLocks noChangeArrowheads="1"/>
            </p:cNvSpPr>
            <p:nvPr/>
          </p:nvSpPr>
          <p:spPr bwMode="auto">
            <a:xfrm>
              <a:off x="7769504" y="3310692"/>
              <a:ext cx="8162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kumimoji="1" lang="en-US" altLang="zh-CN" sz="1400" i="1">
                  <a:solidFill>
                    <a:srgbClr val="000000"/>
                  </a:solidFill>
                  <a:latin typeface="Times New Roman" panose="02020603050405020304" pitchFamily="18" charset="0"/>
                  <a:sym typeface="Symbol" panose="05050102010706020507" pitchFamily="18" charset="2"/>
                </a:rPr>
                <a:t>lexval</a:t>
              </a:r>
              <a:r>
                <a:rPr kumimoji="1" lang="en-US" altLang="zh-CN" sz="1400">
                  <a:solidFill>
                    <a:srgbClr val="000000"/>
                  </a:solidFill>
                  <a:latin typeface="Times New Roman" panose="02020603050405020304" pitchFamily="18" charset="0"/>
                  <a:sym typeface="Symbol" panose="05050102010706020507" pitchFamily="18" charset="2"/>
                </a:rPr>
                <a:t>=5</a:t>
              </a:r>
              <a:endParaRPr kumimoji="1" lang="en-US" altLang="zh-CN" sz="1400">
                <a:solidFill>
                  <a:srgbClr val="000000"/>
                </a:solidFill>
                <a:latin typeface="Times New Roman" panose="02020603050405020304" pitchFamily="18" charset="0"/>
              </a:endParaRPr>
            </a:p>
          </p:txBody>
        </p:sp>
      </p:grpSp>
      <p:grpSp>
        <p:nvGrpSpPr>
          <p:cNvPr id="4" name="组合 124932">
            <a:extLst>
              <a:ext uri="{FF2B5EF4-FFF2-40B4-BE49-F238E27FC236}">
                <a16:creationId xmlns:a16="http://schemas.microsoft.com/office/drawing/2014/main" id="{064BD07A-3E1D-4EDF-9BA1-3B0B4E2BF5ED}"/>
              </a:ext>
            </a:extLst>
          </p:cNvPr>
          <p:cNvGrpSpPr>
            <a:grpSpLocks/>
          </p:cNvGrpSpPr>
          <p:nvPr/>
        </p:nvGrpSpPr>
        <p:grpSpPr bwMode="auto">
          <a:xfrm>
            <a:off x="5791448" y="2778348"/>
            <a:ext cx="1266825" cy="387350"/>
            <a:chOff x="6574591" y="1592407"/>
            <a:chExt cx="1266775" cy="387519"/>
          </a:xfrm>
        </p:grpSpPr>
        <p:sp>
          <p:nvSpPr>
            <p:cNvPr id="134173" name="矩形 58">
              <a:extLst>
                <a:ext uri="{FF2B5EF4-FFF2-40B4-BE49-F238E27FC236}">
                  <a16:creationId xmlns:a16="http://schemas.microsoft.com/office/drawing/2014/main" id="{B0696F81-B165-47B1-9B13-575D772FF5C2}"/>
                </a:ext>
              </a:extLst>
            </p:cNvPr>
            <p:cNvSpPr>
              <a:spLocks noChangeArrowheads="1"/>
            </p:cNvSpPr>
            <p:nvPr/>
          </p:nvSpPr>
          <p:spPr bwMode="auto">
            <a:xfrm>
              <a:off x="7215874" y="1672149"/>
              <a:ext cx="6254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kumimoji="1" lang="en-US" altLang="zh-CN" sz="1400" i="1">
                  <a:solidFill>
                    <a:srgbClr val="000000"/>
                  </a:solidFill>
                  <a:latin typeface="Times New Roman" panose="02020603050405020304" pitchFamily="18" charset="0"/>
                  <a:sym typeface="Symbol" panose="05050102010706020507" pitchFamily="18" charset="2"/>
                </a:rPr>
                <a:t>inh</a:t>
              </a:r>
              <a:r>
                <a:rPr kumimoji="1" lang="en-US" altLang="zh-CN" sz="1400">
                  <a:solidFill>
                    <a:srgbClr val="000000"/>
                  </a:solidFill>
                  <a:latin typeface="Times New Roman" panose="02020603050405020304" pitchFamily="18" charset="0"/>
                  <a:sym typeface="Symbol" panose="05050102010706020507" pitchFamily="18" charset="2"/>
                </a:rPr>
                <a:t>=3</a:t>
              </a:r>
              <a:endParaRPr kumimoji="1" lang="en-US" altLang="zh-CN" sz="1400">
                <a:solidFill>
                  <a:srgbClr val="000000"/>
                </a:solidFill>
                <a:latin typeface="Times New Roman" panose="02020603050405020304" pitchFamily="18" charset="0"/>
              </a:endParaRPr>
            </a:p>
          </p:txBody>
        </p:sp>
        <p:sp>
          <p:nvSpPr>
            <p:cNvPr id="69" name="Freeform 60">
              <a:extLst>
                <a:ext uri="{FF2B5EF4-FFF2-40B4-BE49-F238E27FC236}">
                  <a16:creationId xmlns:a16="http://schemas.microsoft.com/office/drawing/2014/main" id="{027CEE7D-ABF0-4093-9435-3F07483F77A5}"/>
                </a:ext>
              </a:extLst>
            </p:cNvPr>
            <p:cNvSpPr>
              <a:spLocks/>
            </p:cNvSpPr>
            <p:nvPr/>
          </p:nvSpPr>
          <p:spPr bwMode="auto">
            <a:xfrm>
              <a:off x="6574591" y="1592407"/>
              <a:ext cx="922301" cy="115938"/>
            </a:xfrm>
            <a:custGeom>
              <a:avLst/>
              <a:gdLst>
                <a:gd name="T0" fmla="*/ 0 w 453"/>
                <a:gd name="T1" fmla="*/ 2147483646 h 136"/>
                <a:gd name="T2" fmla="*/ 2147483646 w 453"/>
                <a:gd name="T3" fmla="*/ 0 h 136"/>
                <a:gd name="T4" fmla="*/ 2147483646 w 453"/>
                <a:gd name="T5" fmla="*/ 2147483646 h 136"/>
                <a:gd name="T6" fmla="*/ 0 60000 65536"/>
                <a:gd name="T7" fmla="*/ 0 60000 65536"/>
                <a:gd name="T8" fmla="*/ 0 60000 65536"/>
                <a:gd name="T9" fmla="*/ 0 w 453"/>
                <a:gd name="T10" fmla="*/ 0 h 136"/>
                <a:gd name="T11" fmla="*/ 453 w 453"/>
                <a:gd name="T12" fmla="*/ 136 h 136"/>
              </a:gdLst>
              <a:ahLst/>
              <a:cxnLst>
                <a:cxn ang="T6">
                  <a:pos x="T0" y="T1"/>
                </a:cxn>
                <a:cxn ang="T7">
                  <a:pos x="T2" y="T3"/>
                </a:cxn>
                <a:cxn ang="T8">
                  <a:pos x="T4" y="T5"/>
                </a:cxn>
              </a:cxnLst>
              <a:rect l="T9" t="T10" r="T11" b="T12"/>
              <a:pathLst>
                <a:path w="453" h="136">
                  <a:moveTo>
                    <a:pt x="0" y="136"/>
                  </a:moveTo>
                  <a:cubicBezTo>
                    <a:pt x="53" y="68"/>
                    <a:pt x="106" y="0"/>
                    <a:pt x="181" y="0"/>
                  </a:cubicBezTo>
                  <a:cubicBezTo>
                    <a:pt x="256" y="0"/>
                    <a:pt x="354" y="68"/>
                    <a:pt x="453" y="136"/>
                  </a:cubicBezTo>
                </a:path>
              </a:pathLst>
            </a:custGeom>
            <a:noFill/>
            <a:ln w="38100">
              <a:solidFill>
                <a:schemeClr val="tx2">
                  <a:lumMod val="60000"/>
                  <a:lumOff val="40000"/>
                </a:schemeClr>
              </a:solidFill>
              <a:prstDash val="dash"/>
              <a:round/>
              <a:headEnd/>
              <a:tailEnd type="stealth" w="med" len="med"/>
            </a:ln>
          </p:spPr>
          <p:txBody>
            <a:bodyPr lIns="68580" tIns="34290" rIns="68580" bIns="34290"/>
            <a:lstStyle/>
            <a:p>
              <a:pPr>
                <a:defRPr/>
              </a:pPr>
              <a:endParaRPr lang="zh-CN" altLang="en-US"/>
            </a:p>
          </p:txBody>
        </p:sp>
      </p:grpSp>
      <p:grpSp>
        <p:nvGrpSpPr>
          <p:cNvPr id="124940" name="组合 124939">
            <a:extLst>
              <a:ext uri="{FF2B5EF4-FFF2-40B4-BE49-F238E27FC236}">
                <a16:creationId xmlns:a16="http://schemas.microsoft.com/office/drawing/2014/main" id="{6745A413-06DA-4498-905A-3A1EB430D569}"/>
              </a:ext>
            </a:extLst>
          </p:cNvPr>
          <p:cNvGrpSpPr>
            <a:grpSpLocks/>
          </p:cNvGrpSpPr>
          <p:nvPr/>
        </p:nvGrpSpPr>
        <p:grpSpPr bwMode="auto">
          <a:xfrm>
            <a:off x="7124948" y="2856135"/>
            <a:ext cx="1279525" cy="900113"/>
            <a:chOff x="6620346" y="3019772"/>
            <a:chExt cx="1279837" cy="899021"/>
          </a:xfrm>
        </p:grpSpPr>
        <p:sp>
          <p:nvSpPr>
            <p:cNvPr id="41" name="Line 35">
              <a:extLst>
                <a:ext uri="{FF2B5EF4-FFF2-40B4-BE49-F238E27FC236}">
                  <a16:creationId xmlns:a16="http://schemas.microsoft.com/office/drawing/2014/main" id="{48A3A3B8-0AE0-4D33-A0B7-8CB0B334AB0F}"/>
                </a:ext>
              </a:extLst>
            </p:cNvPr>
            <p:cNvSpPr>
              <a:spLocks noChangeShapeType="1"/>
            </p:cNvSpPr>
            <p:nvPr/>
          </p:nvSpPr>
          <p:spPr bwMode="auto">
            <a:xfrm flipH="1" flipV="1">
              <a:off x="7180870" y="3327373"/>
              <a:ext cx="719313" cy="591420"/>
            </a:xfrm>
            <a:prstGeom prst="line">
              <a:avLst/>
            </a:prstGeom>
            <a:noFill/>
            <a:ln w="38100">
              <a:solidFill>
                <a:schemeClr val="tx2">
                  <a:lumMod val="60000"/>
                  <a:lumOff val="40000"/>
                </a:schemeClr>
              </a:solidFill>
              <a:prstDash val="dash"/>
              <a:round/>
              <a:headEnd/>
              <a:tailEnd type="stealth" w="lg" len="lg"/>
            </a:ln>
          </p:spPr>
          <p:txBody>
            <a:bodyPr lIns="67500" tIns="35100" rIns="67500" bIns="35100" anchor="ctr">
              <a:spAutoFit/>
            </a:bodyPr>
            <a:lstStyle/>
            <a:p>
              <a:pPr>
                <a:defRPr/>
              </a:pPr>
              <a:endParaRPr lang="zh-CN" altLang="en-US" sz="1600">
                <a:solidFill>
                  <a:prstClr val="black"/>
                </a:solidFill>
              </a:endParaRPr>
            </a:p>
          </p:txBody>
        </p:sp>
        <p:sp>
          <p:nvSpPr>
            <p:cNvPr id="134172" name="矩形 79">
              <a:extLst>
                <a:ext uri="{FF2B5EF4-FFF2-40B4-BE49-F238E27FC236}">
                  <a16:creationId xmlns:a16="http://schemas.microsoft.com/office/drawing/2014/main" id="{40C88C8E-F65A-4D8E-A216-F332A9FCCB4F}"/>
                </a:ext>
              </a:extLst>
            </p:cNvPr>
            <p:cNvSpPr>
              <a:spLocks noChangeArrowheads="1"/>
            </p:cNvSpPr>
            <p:nvPr/>
          </p:nvSpPr>
          <p:spPr bwMode="auto">
            <a:xfrm>
              <a:off x="6620346" y="3019772"/>
              <a:ext cx="7168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kumimoji="1" lang="en-US" altLang="zh-CN" sz="1400" i="1">
                  <a:solidFill>
                    <a:srgbClr val="000000"/>
                  </a:solidFill>
                  <a:latin typeface="Times New Roman" panose="02020603050405020304" pitchFamily="18" charset="0"/>
                  <a:sym typeface="Symbol" panose="05050102010706020507" pitchFamily="18" charset="2"/>
                </a:rPr>
                <a:t>syn</a:t>
              </a:r>
              <a:r>
                <a:rPr kumimoji="1" lang="en-US" altLang="zh-CN" sz="1400">
                  <a:solidFill>
                    <a:srgbClr val="000000"/>
                  </a:solidFill>
                  <a:latin typeface="Times New Roman" panose="02020603050405020304" pitchFamily="18" charset="0"/>
                  <a:sym typeface="Symbol" panose="05050102010706020507" pitchFamily="18" charset="2"/>
                </a:rPr>
                <a:t>=15</a:t>
              </a:r>
              <a:endParaRPr kumimoji="1" lang="en-US" altLang="zh-CN" sz="1400">
                <a:solidFill>
                  <a:srgbClr val="000000"/>
                </a:solidFill>
                <a:latin typeface="Times New Roman" panose="02020603050405020304" pitchFamily="18" charset="0"/>
              </a:endParaRPr>
            </a:p>
          </p:txBody>
        </p:sp>
      </p:grpSp>
      <p:grpSp>
        <p:nvGrpSpPr>
          <p:cNvPr id="124941" name="组合 124940">
            <a:extLst>
              <a:ext uri="{FF2B5EF4-FFF2-40B4-BE49-F238E27FC236}">
                <a16:creationId xmlns:a16="http://schemas.microsoft.com/office/drawing/2014/main" id="{491C6275-D8EB-49F2-909C-87129815CAA8}"/>
              </a:ext>
            </a:extLst>
          </p:cNvPr>
          <p:cNvGrpSpPr>
            <a:grpSpLocks/>
          </p:cNvGrpSpPr>
          <p:nvPr/>
        </p:nvGrpSpPr>
        <p:grpSpPr bwMode="auto">
          <a:xfrm>
            <a:off x="6415335" y="1954435"/>
            <a:ext cx="1077913" cy="998538"/>
            <a:chOff x="5910540" y="2117977"/>
            <a:chExt cx="1078256" cy="998667"/>
          </a:xfrm>
        </p:grpSpPr>
        <p:sp>
          <p:nvSpPr>
            <p:cNvPr id="134169" name="矩形 4">
              <a:extLst>
                <a:ext uri="{FF2B5EF4-FFF2-40B4-BE49-F238E27FC236}">
                  <a16:creationId xmlns:a16="http://schemas.microsoft.com/office/drawing/2014/main" id="{0F17560C-7205-4757-9557-466D41677BCD}"/>
                </a:ext>
              </a:extLst>
            </p:cNvPr>
            <p:cNvSpPr>
              <a:spLocks noChangeArrowheads="1"/>
            </p:cNvSpPr>
            <p:nvPr/>
          </p:nvSpPr>
          <p:spPr bwMode="auto">
            <a:xfrm>
              <a:off x="5910540" y="2117977"/>
              <a:ext cx="686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1400" i="1">
                  <a:solidFill>
                    <a:srgbClr val="000000"/>
                  </a:solidFill>
                  <a:latin typeface="Times New Roman" panose="02020603050405020304" pitchFamily="18" charset="0"/>
                  <a:sym typeface="Symbol" panose="05050102010706020507" pitchFamily="18" charset="2"/>
                </a:rPr>
                <a:t>val</a:t>
              </a:r>
              <a:r>
                <a:rPr kumimoji="1" lang="en-US" altLang="zh-CN" sz="1400">
                  <a:solidFill>
                    <a:srgbClr val="000000"/>
                  </a:solidFill>
                  <a:latin typeface="Times New Roman" panose="02020603050405020304" pitchFamily="18" charset="0"/>
                  <a:sym typeface="Symbol" panose="05050102010706020507" pitchFamily="18" charset="2"/>
                </a:rPr>
                <a:t>=15</a:t>
              </a:r>
              <a:endParaRPr lang="zh-CN" altLang="en-US" sz="1400"/>
            </a:p>
          </p:txBody>
        </p:sp>
        <p:sp>
          <p:nvSpPr>
            <p:cNvPr id="82" name="Line 35">
              <a:extLst>
                <a:ext uri="{FF2B5EF4-FFF2-40B4-BE49-F238E27FC236}">
                  <a16:creationId xmlns:a16="http://schemas.microsoft.com/office/drawing/2014/main" id="{6344E4CA-CC02-4168-BF96-53B5CC1DCCB9}"/>
                </a:ext>
              </a:extLst>
            </p:cNvPr>
            <p:cNvSpPr>
              <a:spLocks noChangeShapeType="1"/>
            </p:cNvSpPr>
            <p:nvPr/>
          </p:nvSpPr>
          <p:spPr bwMode="auto">
            <a:xfrm flipH="1" flipV="1">
              <a:off x="6264666" y="2473623"/>
              <a:ext cx="724130" cy="643021"/>
            </a:xfrm>
            <a:prstGeom prst="line">
              <a:avLst/>
            </a:prstGeom>
            <a:noFill/>
            <a:ln w="38100">
              <a:solidFill>
                <a:schemeClr val="tx2">
                  <a:lumMod val="60000"/>
                  <a:lumOff val="40000"/>
                </a:schemeClr>
              </a:solidFill>
              <a:prstDash val="dash"/>
              <a:round/>
              <a:headEnd/>
              <a:tailEnd type="stealth" w="lg" len="lg"/>
            </a:ln>
          </p:spPr>
          <p:txBody>
            <a:bodyPr lIns="67500" tIns="35100" rIns="67500" bIns="35100" anchor="ctr">
              <a:spAutoFit/>
            </a:bodyPr>
            <a:lstStyle/>
            <a:p>
              <a:pPr>
                <a:defRPr/>
              </a:pPr>
              <a:endParaRPr lang="zh-CN" altLang="en-US" sz="1600">
                <a:solidFill>
                  <a:prstClr val="black"/>
                </a:solidFill>
              </a:endParaRPr>
            </a:p>
          </p:txBody>
        </p:sp>
      </p:grpSp>
      <p:grpSp>
        <p:nvGrpSpPr>
          <p:cNvPr id="124945" name="组合 124944">
            <a:extLst>
              <a:ext uri="{FF2B5EF4-FFF2-40B4-BE49-F238E27FC236}">
                <a16:creationId xmlns:a16="http://schemas.microsoft.com/office/drawing/2014/main" id="{ABE9725B-AE1F-4439-A46B-0A96FF6C5256}"/>
              </a:ext>
            </a:extLst>
          </p:cNvPr>
          <p:cNvGrpSpPr>
            <a:grpSpLocks/>
          </p:cNvGrpSpPr>
          <p:nvPr/>
        </p:nvGrpSpPr>
        <p:grpSpPr bwMode="auto">
          <a:xfrm>
            <a:off x="7785348" y="3703860"/>
            <a:ext cx="1058862" cy="442913"/>
            <a:chOff x="7977352" y="3867894"/>
            <a:chExt cx="1059144" cy="441422"/>
          </a:xfrm>
        </p:grpSpPr>
        <p:sp>
          <p:nvSpPr>
            <p:cNvPr id="134167" name="矩形 76">
              <a:extLst>
                <a:ext uri="{FF2B5EF4-FFF2-40B4-BE49-F238E27FC236}">
                  <a16:creationId xmlns:a16="http://schemas.microsoft.com/office/drawing/2014/main" id="{C61C8A29-703E-40DA-BF32-8233189D9B4A}"/>
                </a:ext>
              </a:extLst>
            </p:cNvPr>
            <p:cNvSpPr>
              <a:spLocks noChangeArrowheads="1"/>
            </p:cNvSpPr>
            <p:nvPr/>
          </p:nvSpPr>
          <p:spPr bwMode="auto">
            <a:xfrm>
              <a:off x="8319633" y="3867894"/>
              <a:ext cx="7168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kumimoji="1" lang="en-US" altLang="zh-CN" sz="1400" i="1">
                  <a:solidFill>
                    <a:srgbClr val="000000"/>
                  </a:solidFill>
                  <a:latin typeface="Times New Roman" panose="02020603050405020304" pitchFamily="18" charset="0"/>
                  <a:sym typeface="Symbol" panose="05050102010706020507" pitchFamily="18" charset="2"/>
                </a:rPr>
                <a:t>syn</a:t>
              </a:r>
              <a:r>
                <a:rPr kumimoji="1" lang="en-US" altLang="zh-CN" sz="1400">
                  <a:solidFill>
                    <a:srgbClr val="000000"/>
                  </a:solidFill>
                  <a:latin typeface="Times New Roman" panose="02020603050405020304" pitchFamily="18" charset="0"/>
                  <a:sym typeface="Symbol" panose="05050102010706020507" pitchFamily="18" charset="2"/>
                </a:rPr>
                <a:t>=15</a:t>
              </a:r>
              <a:endParaRPr kumimoji="1" lang="en-US" altLang="zh-CN" sz="1400">
                <a:solidFill>
                  <a:srgbClr val="000000"/>
                </a:solidFill>
                <a:latin typeface="Times New Roman" panose="02020603050405020304" pitchFamily="18" charset="0"/>
              </a:endParaRPr>
            </a:p>
          </p:txBody>
        </p:sp>
        <p:sp>
          <p:nvSpPr>
            <p:cNvPr id="124944" name="任意多边形 124943">
              <a:extLst>
                <a:ext uri="{FF2B5EF4-FFF2-40B4-BE49-F238E27FC236}">
                  <a16:creationId xmlns:a16="http://schemas.microsoft.com/office/drawing/2014/main" id="{14518CB9-EE10-4D4E-963F-F3F60961C627}"/>
                </a:ext>
              </a:extLst>
            </p:cNvPr>
            <p:cNvSpPr/>
            <p:nvPr/>
          </p:nvSpPr>
          <p:spPr>
            <a:xfrm>
              <a:off x="7977352" y="4173251"/>
              <a:ext cx="493843" cy="136065"/>
            </a:xfrm>
            <a:custGeom>
              <a:avLst/>
              <a:gdLst>
                <a:gd name="connsiteX0" fmla="*/ 0 w 493986"/>
                <a:gd name="connsiteY0" fmla="*/ 0 h 136709"/>
                <a:gd name="connsiteX1" fmla="*/ 220717 w 493986"/>
                <a:gd name="connsiteY1" fmla="*/ 136634 h 136709"/>
                <a:gd name="connsiteX2" fmla="*/ 483476 w 493986"/>
                <a:gd name="connsiteY2" fmla="*/ 21021 h 136709"/>
                <a:gd name="connsiteX3" fmla="*/ 483476 w 493986"/>
                <a:gd name="connsiteY3" fmla="*/ 21021 h 136709"/>
                <a:gd name="connsiteX4" fmla="*/ 493986 w 493986"/>
                <a:gd name="connsiteY4" fmla="*/ 10510 h 136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986" h="136709">
                  <a:moveTo>
                    <a:pt x="0" y="0"/>
                  </a:moveTo>
                  <a:cubicBezTo>
                    <a:pt x="70069" y="66565"/>
                    <a:pt x="140138" y="133131"/>
                    <a:pt x="220717" y="136634"/>
                  </a:cubicBezTo>
                  <a:cubicBezTo>
                    <a:pt x="301296" y="140137"/>
                    <a:pt x="483476" y="21021"/>
                    <a:pt x="483476" y="21021"/>
                  </a:cubicBezTo>
                  <a:lnTo>
                    <a:pt x="483476" y="21021"/>
                  </a:lnTo>
                  <a:lnTo>
                    <a:pt x="493986" y="10510"/>
                  </a:lnTo>
                </a:path>
              </a:pathLst>
            </a:custGeom>
            <a:noFill/>
            <a:ln w="38100">
              <a:solidFill>
                <a:schemeClr val="tx2">
                  <a:lumMod val="60000"/>
                  <a:lumOff val="4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53" name="Line 41">
            <a:extLst>
              <a:ext uri="{FF2B5EF4-FFF2-40B4-BE49-F238E27FC236}">
                <a16:creationId xmlns:a16="http://schemas.microsoft.com/office/drawing/2014/main" id="{5691E342-6ADE-4A58-8A7E-EB85D20C4ACB}"/>
              </a:ext>
            </a:extLst>
          </p:cNvPr>
          <p:cNvSpPr>
            <a:spLocks noChangeShapeType="1"/>
          </p:cNvSpPr>
          <p:nvPr/>
        </p:nvSpPr>
        <p:spPr bwMode="auto">
          <a:xfrm flipV="1">
            <a:off x="6372419" y="1485280"/>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56" name="Line 41">
            <a:extLst>
              <a:ext uri="{FF2B5EF4-FFF2-40B4-BE49-F238E27FC236}">
                <a16:creationId xmlns:a16="http://schemas.microsoft.com/office/drawing/2014/main" id="{74E37AA7-ED8F-48A2-B4AD-5239F21AE817}"/>
              </a:ext>
            </a:extLst>
          </p:cNvPr>
          <p:cNvSpPr>
            <a:spLocks noChangeShapeType="1"/>
          </p:cNvSpPr>
          <p:nvPr/>
        </p:nvSpPr>
        <p:spPr bwMode="auto">
          <a:xfrm flipV="1">
            <a:off x="6659756" y="1491630"/>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57" name="Line 41">
            <a:extLst>
              <a:ext uri="{FF2B5EF4-FFF2-40B4-BE49-F238E27FC236}">
                <a16:creationId xmlns:a16="http://schemas.microsoft.com/office/drawing/2014/main" id="{2E2E0B5A-AC2B-42C6-AB04-FFF5C77EE877}"/>
              </a:ext>
            </a:extLst>
          </p:cNvPr>
          <p:cNvSpPr>
            <a:spLocks noChangeShapeType="1"/>
          </p:cNvSpPr>
          <p:nvPr/>
        </p:nvSpPr>
        <p:spPr bwMode="auto">
          <a:xfrm flipV="1">
            <a:off x="7020119" y="1491630"/>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58" name="Line 41">
            <a:extLst>
              <a:ext uri="{FF2B5EF4-FFF2-40B4-BE49-F238E27FC236}">
                <a16:creationId xmlns:a16="http://schemas.microsoft.com/office/drawing/2014/main" id="{8889775F-6526-4E31-A745-A494C5DBAB54}"/>
              </a:ext>
            </a:extLst>
          </p:cNvPr>
          <p:cNvSpPr>
            <a:spLocks noChangeShapeType="1"/>
          </p:cNvSpPr>
          <p:nvPr/>
        </p:nvSpPr>
        <p:spPr bwMode="auto">
          <a:xfrm flipV="1">
            <a:off x="7380312" y="1491630"/>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5" name="灯片编号占位符 4">
            <a:extLst>
              <a:ext uri="{FF2B5EF4-FFF2-40B4-BE49-F238E27FC236}">
                <a16:creationId xmlns:a16="http://schemas.microsoft.com/office/drawing/2014/main" id="{984296B2-BC65-4BE8-BDCE-6E861E47086B}"/>
              </a:ext>
            </a:extLst>
          </p:cNvPr>
          <p:cNvSpPr>
            <a:spLocks noGrp="1"/>
          </p:cNvSpPr>
          <p:nvPr>
            <p:ph type="sldNum" sz="quarter" idx="10"/>
          </p:nvPr>
        </p:nvSpPr>
        <p:spPr/>
        <p:txBody>
          <a:bodyPr/>
          <a:lstStyle/>
          <a:p>
            <a:pPr>
              <a:defRPr/>
            </a:pPr>
            <a:fld id="{8E104948-B687-4A74-87EB-9097C047E113}" type="slidenum">
              <a:rPr lang="zh-CN" altLang="en-US" smtClean="0"/>
              <a:pPr>
                <a:defRPr/>
              </a:pPr>
              <a:t>30</a:t>
            </a:fld>
            <a:endParaRPr lang="en-US" altLang="zh-CN"/>
          </a:p>
        </p:txBody>
      </p:sp>
      <p:grpSp>
        <p:nvGrpSpPr>
          <p:cNvPr id="59" name="组合 58">
            <a:extLst>
              <a:ext uri="{FF2B5EF4-FFF2-40B4-BE49-F238E27FC236}">
                <a16:creationId xmlns:a16="http://schemas.microsoft.com/office/drawing/2014/main" id="{167AAC3B-CA7E-403C-889D-A8B53ACE86C1}"/>
              </a:ext>
            </a:extLst>
          </p:cNvPr>
          <p:cNvGrpSpPr/>
          <p:nvPr/>
        </p:nvGrpSpPr>
        <p:grpSpPr>
          <a:xfrm>
            <a:off x="389369" y="1707654"/>
            <a:ext cx="4542671" cy="2840875"/>
            <a:chOff x="214313" y="1211263"/>
            <a:chExt cx="3064314" cy="2840875"/>
          </a:xfrm>
          <a:solidFill>
            <a:schemeClr val="accent5">
              <a:lumMod val="60000"/>
              <a:lumOff val="40000"/>
            </a:schemeClr>
          </a:solidFill>
        </p:grpSpPr>
        <p:sp>
          <p:nvSpPr>
            <p:cNvPr id="60" name="Rectangle 6">
              <a:extLst>
                <a:ext uri="{FF2B5EF4-FFF2-40B4-BE49-F238E27FC236}">
                  <a16:creationId xmlns:a16="http://schemas.microsoft.com/office/drawing/2014/main" id="{650C709A-F99D-4336-B52D-0D3E09317E44}"/>
                </a:ext>
              </a:extLst>
            </p:cNvPr>
            <p:cNvSpPr>
              <a:spLocks noChangeArrowheads="1"/>
            </p:cNvSpPr>
            <p:nvPr/>
          </p:nvSpPr>
          <p:spPr bwMode="auto">
            <a:xfrm>
              <a:off x="214313" y="1211263"/>
              <a:ext cx="3064314" cy="2840875"/>
            </a:xfrm>
            <a:prstGeom prst="rect">
              <a:avLst/>
            </a:prstGeom>
            <a:grpFill/>
            <a:ln w="12700">
              <a:solidFill>
                <a:schemeClr val="tx1"/>
              </a:solidFill>
              <a:miter lim="800000"/>
              <a:headEnd/>
              <a:tailEnd type="none" w="lg" len="lg"/>
            </a:ln>
          </p:spPr>
          <p:txBody>
            <a:bodyPr wrap="square" lIns="67500" tIns="35100" rIns="67500" bIns="35100">
              <a:spAutoFit/>
            </a:bodyPr>
            <a:lstStyle/>
            <a:p>
              <a:pPr eaLnBrk="1" hangingPunct="1">
                <a:spcBef>
                  <a:spcPct val="50000"/>
                </a:spcBef>
                <a:defRPr/>
              </a:pPr>
              <a:r>
                <a:rPr kumimoji="1" lang="en-US" altLang="zh-CN" sz="1100" b="0" dirty="0">
                  <a:latin typeface="Times New Roman" pitchFamily="18" charset="0"/>
                  <a:ea typeface="楷体_GB2312" pitchFamily="49" charset="-122"/>
                  <a:cs typeface="Times New Roman" pitchFamily="18" charset="0"/>
                </a:rPr>
                <a:t>                 </a:t>
              </a:r>
              <a:r>
                <a:rPr kumimoji="1" lang="zh-CN" altLang="en-US" dirty="0">
                  <a:latin typeface="楷体" pitchFamily="49" charset="-122"/>
                  <a:ea typeface="楷体" pitchFamily="49" charset="-122"/>
                  <a:cs typeface="Times New Roman" pitchFamily="18" charset="0"/>
                </a:rPr>
                <a:t>产生式         语义规则</a:t>
              </a:r>
            </a:p>
            <a:p>
              <a:pPr eaLnBrk="1" hangingPunct="1">
                <a:spcBef>
                  <a:spcPct val="50000"/>
                </a:spcBef>
                <a:defRPr/>
              </a:pPr>
              <a:r>
                <a:rPr kumimoji="1" lang="en-US" altLang="zh-CN" dirty="0">
                  <a:latin typeface="Times New Roman" pitchFamily="18" charset="0"/>
                  <a:ea typeface="楷体_GB2312" pitchFamily="49" charset="-122"/>
                  <a:cs typeface="Times New Roman" pitchFamily="18" charset="0"/>
                </a:rPr>
                <a:t>(1)</a:t>
              </a:r>
              <a:r>
                <a:rPr kumimoji="1" lang="zh-CN" altLang="en-US" dirty="0">
                  <a:latin typeface="Times New Roman" pitchFamily="18" charset="0"/>
                  <a:ea typeface="楷体_GB2312" pitchFamily="49" charset="-122"/>
                  <a:cs typeface="Times New Roman" pitchFamily="18" charset="0"/>
                </a:rPr>
                <a:t>  </a:t>
              </a:r>
              <a:r>
                <a:rPr kumimoji="1" lang="en-US" altLang="zh-CN" i="1" dirty="0">
                  <a:latin typeface="Times New Roman" pitchFamily="18" charset="0"/>
                  <a:ea typeface="楷体_GB2312" pitchFamily="49" charset="-122"/>
                  <a:cs typeface="Times New Roman" pitchFamily="18" charset="0"/>
                </a:rPr>
                <a:t>T </a:t>
              </a:r>
              <a:r>
                <a:rPr kumimoji="1" lang="en-US" altLang="zh-CN" dirty="0">
                  <a:latin typeface="Times New Roman" pitchFamily="18" charset="0"/>
                  <a:ea typeface="楷体_GB2312" pitchFamily="49" charset="-122"/>
                  <a:cs typeface="Times New Roman" pitchFamily="18" charset="0"/>
                  <a:sym typeface="Symbol" pitchFamily="18" charset="2"/>
                </a:rPr>
                <a:t></a:t>
              </a:r>
              <a:r>
                <a:rPr kumimoji="1" lang="en-US" altLang="zh-CN" i="1" dirty="0">
                  <a:latin typeface="Times New Roman" pitchFamily="18" charset="0"/>
                  <a:ea typeface="楷体_GB2312" pitchFamily="49" charset="-122"/>
                  <a:cs typeface="Times New Roman" pitchFamily="18" charset="0"/>
                  <a:sym typeface="Symbol" pitchFamily="18" charset="2"/>
                </a:rPr>
                <a:t> F T</a:t>
              </a:r>
              <a:r>
                <a:rPr lang="en-US" altLang="zh-CN" i="1" dirty="0">
                  <a:latin typeface="Times New Roman" pitchFamily="18" charset="0"/>
                  <a:ea typeface="楷体" pitchFamily="49" charset="-122"/>
                  <a:cs typeface="Times New Roman" pitchFamily="18" charset="0"/>
                </a:rPr>
                <a:t>′ </a:t>
              </a:r>
              <a:r>
                <a:rPr kumimoji="1" lang="en-US" altLang="zh-CN" i="1" dirty="0">
                  <a:latin typeface="Times New Roman" pitchFamily="18" charset="0"/>
                  <a:ea typeface="楷体_GB2312" pitchFamily="49" charset="-122"/>
                  <a:cs typeface="Times New Roman" pitchFamily="18" charset="0"/>
                  <a:sym typeface="Symbol" pitchFamily="18" charset="2"/>
                </a:rPr>
                <a:t>           </a:t>
              </a:r>
              <a:r>
                <a:rPr kumimoji="1" lang="en-US" altLang="zh-CN" i="1" dirty="0">
                  <a:latin typeface="Times New Roman" pitchFamily="18" charset="0"/>
                  <a:ea typeface="楷体_GB2312" pitchFamily="49" charset="-122"/>
                  <a:cs typeface="Times New Roman" pitchFamily="18" charset="0"/>
                </a:rPr>
                <a:t>T</a:t>
              </a:r>
              <a:r>
                <a:rPr lang="en-US" altLang="zh-CN" i="1" dirty="0">
                  <a:latin typeface="Times New Roman" pitchFamily="18" charset="0"/>
                  <a:ea typeface="楷体" pitchFamily="49" charset="-122"/>
                  <a:cs typeface="Times New Roman" pitchFamily="18" charset="0"/>
                </a:rPr>
                <a:t>′</a:t>
              </a:r>
              <a:r>
                <a:rPr lang="en-US" altLang="zh-CN" i="1" dirty="0">
                  <a:latin typeface="Times New Roman" pitchFamily="18" charset="0"/>
                  <a:ea typeface="楷体_GB2312" pitchFamily="49" charset="-122"/>
                  <a:cs typeface="Times New Roman" pitchFamily="18" charset="0"/>
                </a:rPr>
                <a:t>.</a:t>
              </a:r>
              <a:r>
                <a:rPr kumimoji="1" lang="en-US" altLang="zh-CN" i="1" dirty="0" err="1">
                  <a:solidFill>
                    <a:srgbClr val="FF0000"/>
                  </a:solidFill>
                  <a:latin typeface="Times New Roman" pitchFamily="18" charset="0"/>
                  <a:ea typeface="楷体_GB2312" pitchFamily="49" charset="-122"/>
                  <a:cs typeface="Times New Roman" pitchFamily="18" charset="0"/>
                  <a:sym typeface="Symbol" pitchFamily="18" charset="2"/>
                </a:rPr>
                <a:t>inh</a:t>
              </a:r>
              <a:r>
                <a:rPr kumimoji="1" lang="en-US" altLang="zh-CN" i="1" dirty="0">
                  <a:latin typeface="Times New Roman" pitchFamily="18" charset="0"/>
                  <a:ea typeface="楷体_GB2312" pitchFamily="49" charset="-122"/>
                  <a:cs typeface="Times New Roman" pitchFamily="18" charset="0"/>
                  <a:sym typeface="Symbol" pitchFamily="18" charset="2"/>
                </a:rPr>
                <a:t> = F</a:t>
              </a:r>
              <a:r>
                <a:rPr lang="en-US" altLang="zh-CN" i="1" dirty="0">
                  <a:latin typeface="Times New Roman" pitchFamily="18" charset="0"/>
                  <a:ea typeface="楷体_GB2312" pitchFamily="49" charset="-122"/>
                  <a:cs typeface="Times New Roman" pitchFamily="18" charset="0"/>
                </a:rPr>
                <a:t>.val</a:t>
              </a:r>
              <a:endParaRPr kumimoji="1" lang="en-US" altLang="zh-CN" i="1" dirty="0">
                <a:latin typeface="Times New Roman" pitchFamily="18" charset="0"/>
                <a:ea typeface="楷体_GB2312" pitchFamily="49" charset="-122"/>
                <a:cs typeface="Times New Roman" pitchFamily="18" charset="0"/>
              </a:endParaRPr>
            </a:p>
            <a:p>
              <a:pPr eaLnBrk="1" hangingPunct="1">
                <a:spcBef>
                  <a:spcPct val="50000"/>
                </a:spcBef>
                <a:defRPr/>
              </a:pPr>
              <a:r>
                <a:rPr kumimoji="1" lang="en-US" altLang="zh-CN" dirty="0">
                  <a:latin typeface="Times New Roman" pitchFamily="18" charset="0"/>
                  <a:ea typeface="楷体_GB2312" pitchFamily="49" charset="-122"/>
                  <a:cs typeface="Times New Roman" pitchFamily="18" charset="0"/>
                </a:rPr>
                <a:t>              </a:t>
              </a:r>
              <a:r>
                <a:rPr kumimoji="1" lang="en-US" altLang="zh-CN" dirty="0">
                  <a:latin typeface="Times New Roman" pitchFamily="18" charset="0"/>
                  <a:ea typeface="楷体_GB2312" pitchFamily="49" charset="-122"/>
                  <a:cs typeface="Times New Roman" pitchFamily="18" charset="0"/>
                  <a:sym typeface="Symbol" pitchFamily="18" charset="2"/>
                </a:rPr>
                <a:t>	                  </a:t>
              </a:r>
              <a:r>
                <a:rPr kumimoji="1" lang="en-US" altLang="zh-CN" i="1" dirty="0" err="1">
                  <a:latin typeface="Times New Roman" pitchFamily="18" charset="0"/>
                  <a:ea typeface="楷体_GB2312" pitchFamily="49" charset="-122"/>
                  <a:cs typeface="Times New Roman" pitchFamily="18" charset="0"/>
                  <a:sym typeface="Symbol" pitchFamily="18" charset="2"/>
                </a:rPr>
                <a:t>T</a:t>
              </a:r>
              <a:r>
                <a:rPr lang="en-US" altLang="zh-CN" i="1" dirty="0" err="1">
                  <a:latin typeface="Times New Roman" pitchFamily="18" charset="0"/>
                  <a:ea typeface="楷体_GB2312" pitchFamily="49" charset="-122"/>
                  <a:cs typeface="Times New Roman" pitchFamily="18" charset="0"/>
                </a:rPr>
                <a:t>.val</a:t>
              </a:r>
              <a:r>
                <a:rPr kumimoji="1" lang="en-US" altLang="zh-CN" i="1" dirty="0">
                  <a:latin typeface="Times New Roman" pitchFamily="18" charset="0"/>
                  <a:ea typeface="楷体_GB2312" pitchFamily="49" charset="-122"/>
                  <a:cs typeface="Times New Roman" pitchFamily="18" charset="0"/>
                </a:rPr>
                <a:t> </a:t>
              </a:r>
              <a:r>
                <a:rPr kumimoji="1" lang="en-US" altLang="zh-CN" dirty="0">
                  <a:latin typeface="Times New Roman" pitchFamily="18" charset="0"/>
                  <a:ea typeface="楷体_GB2312" pitchFamily="49" charset="-122"/>
                  <a:cs typeface="Times New Roman" pitchFamily="18" charset="0"/>
                </a:rPr>
                <a:t>= </a:t>
              </a:r>
              <a:r>
                <a:rPr kumimoji="1" lang="en-US" altLang="zh-CN" i="1" dirty="0" err="1">
                  <a:latin typeface="Times New Roman" pitchFamily="18" charset="0"/>
                  <a:ea typeface="楷体_GB2312" pitchFamily="49" charset="-122"/>
                  <a:cs typeface="Times New Roman" pitchFamily="18" charset="0"/>
                </a:rPr>
                <a:t>T</a:t>
              </a:r>
              <a:r>
                <a:rPr lang="en-US" altLang="zh-CN" i="1" dirty="0" err="1">
                  <a:latin typeface="Times New Roman" pitchFamily="18" charset="0"/>
                  <a:ea typeface="楷体" pitchFamily="49" charset="-122"/>
                  <a:cs typeface="Times New Roman" pitchFamily="18" charset="0"/>
                </a:rPr>
                <a:t>′</a:t>
              </a:r>
              <a:r>
                <a:rPr lang="en-US" altLang="zh-CN" i="1" dirty="0" err="1">
                  <a:latin typeface="Times New Roman" pitchFamily="18" charset="0"/>
                  <a:ea typeface="楷体_GB2312" pitchFamily="49" charset="-122"/>
                  <a:cs typeface="Times New Roman" pitchFamily="18" charset="0"/>
                </a:rPr>
                <a:t>.syn</a:t>
              </a:r>
              <a:endParaRPr kumimoji="1" lang="en-US" altLang="zh-CN" i="1" dirty="0">
                <a:latin typeface="Times New Roman" pitchFamily="18" charset="0"/>
                <a:ea typeface="楷体_GB2312" pitchFamily="49" charset="-122"/>
                <a:cs typeface="Times New Roman" pitchFamily="18" charset="0"/>
              </a:endParaRPr>
            </a:p>
            <a:p>
              <a:pPr marL="457200" indent="-457200" eaLnBrk="1" hangingPunct="1">
                <a:spcBef>
                  <a:spcPct val="50000"/>
                </a:spcBef>
                <a:defRPr/>
              </a:pPr>
              <a:r>
                <a:rPr kumimoji="1" lang="en-US" altLang="zh-CN" dirty="0">
                  <a:latin typeface="Times New Roman" pitchFamily="18" charset="0"/>
                  <a:ea typeface="楷体_GB2312" pitchFamily="49" charset="-122"/>
                  <a:cs typeface="Times New Roman" pitchFamily="18" charset="0"/>
                </a:rPr>
                <a:t>(2)  </a:t>
              </a:r>
              <a:r>
                <a:rPr kumimoji="1" lang="en-US" altLang="zh-CN" i="1" dirty="0">
                  <a:latin typeface="Times New Roman" pitchFamily="18" charset="0"/>
                  <a:ea typeface="楷体_GB2312" pitchFamily="49" charset="-122"/>
                  <a:cs typeface="Times New Roman" pitchFamily="18" charset="0"/>
                </a:rPr>
                <a:t>T</a:t>
              </a:r>
              <a:r>
                <a:rPr lang="en-US" altLang="zh-CN" i="1" dirty="0">
                  <a:latin typeface="Times New Roman" pitchFamily="18" charset="0"/>
                  <a:ea typeface="楷体" pitchFamily="49" charset="-122"/>
                  <a:cs typeface="Times New Roman" pitchFamily="18" charset="0"/>
                </a:rPr>
                <a:t>′</a:t>
              </a:r>
              <a:r>
                <a:rPr kumimoji="1" lang="en-US" altLang="zh-CN" dirty="0">
                  <a:latin typeface="Times New Roman" pitchFamily="18" charset="0"/>
                  <a:ea typeface="楷体_GB2312" pitchFamily="49" charset="-122"/>
                  <a:cs typeface="Times New Roman" pitchFamily="18" charset="0"/>
                </a:rPr>
                <a:t> </a:t>
              </a:r>
              <a:r>
                <a:rPr kumimoji="1" lang="en-US" altLang="zh-CN" dirty="0">
                  <a:latin typeface="Times New Roman" pitchFamily="18" charset="0"/>
                  <a:ea typeface="楷体_GB2312" pitchFamily="49" charset="-122"/>
                  <a:cs typeface="Times New Roman" pitchFamily="18" charset="0"/>
                  <a:sym typeface="Symbol" pitchFamily="18" charset="2"/>
                </a:rPr>
                <a:t> </a:t>
              </a:r>
              <a:r>
                <a:rPr kumimoji="1" lang="en-US" altLang="zh-CN" dirty="0">
                  <a:latin typeface="Times New Roman" pitchFamily="18" charset="0"/>
                  <a:cs typeface="Times New Roman" pitchFamily="18" charset="0"/>
                </a:rPr>
                <a:t>*</a:t>
              </a:r>
              <a:r>
                <a:rPr kumimoji="1" lang="en-US" altLang="zh-CN" i="1" dirty="0">
                  <a:latin typeface="Times New Roman" pitchFamily="18" charset="0"/>
                  <a:ea typeface="楷体_GB2312" pitchFamily="49" charset="-122"/>
                  <a:cs typeface="Times New Roman" pitchFamily="18" charset="0"/>
                  <a:sym typeface="Symbol" pitchFamily="18" charset="2"/>
                </a:rPr>
                <a:t> F T</a:t>
              </a:r>
              <a:r>
                <a:rPr kumimoji="1" lang="en-US" altLang="zh-CN" i="1" baseline="-25000" dirty="0">
                  <a:latin typeface="Times New Roman" pitchFamily="18" charset="0"/>
                  <a:ea typeface="楷体_GB2312" pitchFamily="49" charset="-122"/>
                  <a:cs typeface="Times New Roman" pitchFamily="18" charset="0"/>
                  <a:sym typeface="Symbol" pitchFamily="18" charset="2"/>
                </a:rPr>
                <a:t>1</a:t>
              </a:r>
              <a:r>
                <a:rPr lang="en-US" altLang="zh-CN" i="1" dirty="0">
                  <a:latin typeface="Times New Roman" pitchFamily="18" charset="0"/>
                  <a:ea typeface="楷体" pitchFamily="49" charset="-122"/>
                  <a:cs typeface="Times New Roman" pitchFamily="18" charset="0"/>
                </a:rPr>
                <a:t>′</a:t>
              </a:r>
              <a:r>
                <a:rPr kumimoji="1" lang="en-US" altLang="zh-CN" i="1" dirty="0">
                  <a:latin typeface="Times New Roman" pitchFamily="18" charset="0"/>
                  <a:ea typeface="楷体_GB2312" pitchFamily="49" charset="-122"/>
                  <a:cs typeface="Times New Roman" pitchFamily="18" charset="0"/>
                  <a:sym typeface="Symbol" pitchFamily="18" charset="2"/>
                </a:rPr>
                <a:t>       </a:t>
              </a:r>
              <a:r>
                <a:rPr kumimoji="1" lang="en-US" altLang="zh-CN" i="1" dirty="0">
                  <a:latin typeface="Times New Roman" pitchFamily="18" charset="0"/>
                  <a:ea typeface="楷体_GB2312" pitchFamily="49" charset="-122"/>
                  <a:cs typeface="Times New Roman" pitchFamily="18" charset="0"/>
                </a:rPr>
                <a:t>T</a:t>
              </a:r>
              <a:r>
                <a:rPr kumimoji="1" lang="en-US" altLang="zh-CN" i="1" baseline="-25000" dirty="0">
                  <a:latin typeface="Times New Roman" pitchFamily="18" charset="0"/>
                  <a:ea typeface="楷体_GB2312" pitchFamily="49" charset="-122"/>
                  <a:cs typeface="Times New Roman" pitchFamily="18" charset="0"/>
                  <a:sym typeface="Symbol" pitchFamily="18" charset="2"/>
                </a:rPr>
                <a:t>1</a:t>
              </a:r>
              <a:r>
                <a:rPr lang="en-US" altLang="zh-CN" i="1" dirty="0">
                  <a:latin typeface="Times New Roman" pitchFamily="18" charset="0"/>
                  <a:ea typeface="楷体" pitchFamily="49" charset="-122"/>
                  <a:cs typeface="Times New Roman" pitchFamily="18" charset="0"/>
                </a:rPr>
                <a:t>′</a:t>
              </a:r>
              <a:r>
                <a:rPr lang="en-US" altLang="zh-CN" i="1" dirty="0">
                  <a:latin typeface="Times New Roman" pitchFamily="18" charset="0"/>
                  <a:ea typeface="楷体_GB2312" pitchFamily="49" charset="-122"/>
                  <a:cs typeface="Times New Roman" pitchFamily="18" charset="0"/>
                </a:rPr>
                <a:t>.</a:t>
              </a:r>
              <a:r>
                <a:rPr kumimoji="1" lang="en-US" altLang="zh-CN" i="1" dirty="0">
                  <a:solidFill>
                    <a:srgbClr val="FF0000"/>
                  </a:solidFill>
                  <a:latin typeface="Times New Roman" pitchFamily="18" charset="0"/>
                  <a:ea typeface="楷体_GB2312" pitchFamily="49" charset="-122"/>
                  <a:cs typeface="Times New Roman" pitchFamily="18" charset="0"/>
                  <a:sym typeface="Symbol" pitchFamily="18" charset="2"/>
                </a:rPr>
                <a:t>inh</a:t>
              </a:r>
              <a:r>
                <a:rPr kumimoji="1" lang="en-US" altLang="zh-CN" i="1" dirty="0">
                  <a:latin typeface="Times New Roman" pitchFamily="18" charset="0"/>
                  <a:ea typeface="楷体_GB2312" pitchFamily="49" charset="-122"/>
                  <a:cs typeface="Times New Roman" pitchFamily="18" charset="0"/>
                  <a:sym typeface="Symbol" pitchFamily="18" charset="2"/>
                </a:rPr>
                <a:t> = </a:t>
              </a:r>
              <a:r>
                <a:rPr kumimoji="1" lang="en-US" altLang="zh-CN" i="1" dirty="0">
                  <a:latin typeface="Times New Roman" pitchFamily="18" charset="0"/>
                  <a:ea typeface="楷体_GB2312" pitchFamily="49" charset="-122"/>
                  <a:cs typeface="Times New Roman" pitchFamily="18" charset="0"/>
                </a:rPr>
                <a:t>T</a:t>
              </a:r>
              <a:r>
                <a:rPr lang="en-US" altLang="zh-CN" i="1" dirty="0">
                  <a:latin typeface="Times New Roman" pitchFamily="18" charset="0"/>
                  <a:ea typeface="楷体" pitchFamily="49" charset="-122"/>
                  <a:cs typeface="Times New Roman" pitchFamily="18" charset="0"/>
                </a:rPr>
                <a:t>′</a:t>
              </a:r>
              <a:r>
                <a:rPr lang="en-US" altLang="zh-CN" i="1" dirty="0">
                  <a:latin typeface="Times New Roman" pitchFamily="18" charset="0"/>
                  <a:ea typeface="楷体_GB2312" pitchFamily="49" charset="-122"/>
                  <a:cs typeface="Times New Roman" pitchFamily="18" charset="0"/>
                </a:rPr>
                <a:t>.</a:t>
              </a:r>
              <a:r>
                <a:rPr kumimoji="1" lang="en-US" altLang="zh-CN" i="1" dirty="0" err="1">
                  <a:latin typeface="Times New Roman" pitchFamily="18" charset="0"/>
                  <a:ea typeface="楷体_GB2312" pitchFamily="49" charset="-122"/>
                  <a:cs typeface="Times New Roman" pitchFamily="18" charset="0"/>
                  <a:sym typeface="Symbol" pitchFamily="18" charset="2"/>
                </a:rPr>
                <a:t>inh</a:t>
              </a:r>
              <a:r>
                <a:rPr kumimoji="1" lang="en-US" altLang="zh-CN" dirty="0">
                  <a:solidFill>
                    <a:srgbClr val="000000"/>
                  </a:solidFill>
                  <a:latin typeface="Times New Roman" pitchFamily="18" charset="0"/>
                  <a:sym typeface="Symbol" pitchFamily="18" charset="2"/>
                </a:rPr>
                <a:t> × </a:t>
              </a:r>
              <a:r>
                <a:rPr kumimoji="1" lang="en-US" altLang="zh-CN" i="1" dirty="0" err="1">
                  <a:latin typeface="Times New Roman" pitchFamily="18" charset="0"/>
                  <a:ea typeface="楷体_GB2312" pitchFamily="49" charset="-122"/>
                  <a:cs typeface="Times New Roman" pitchFamily="18" charset="0"/>
                  <a:sym typeface="Symbol" pitchFamily="18" charset="2"/>
                </a:rPr>
                <a:t>F</a:t>
              </a:r>
              <a:r>
                <a:rPr lang="en-US" altLang="zh-CN" i="1" dirty="0" err="1">
                  <a:latin typeface="Times New Roman" pitchFamily="18" charset="0"/>
                  <a:ea typeface="楷体_GB2312" pitchFamily="49" charset="-122"/>
                  <a:cs typeface="Times New Roman" pitchFamily="18" charset="0"/>
                </a:rPr>
                <a:t>.val</a:t>
              </a:r>
              <a:endParaRPr kumimoji="1" lang="en-US" altLang="zh-CN" i="1" dirty="0">
                <a:latin typeface="Times New Roman" pitchFamily="18" charset="0"/>
                <a:ea typeface="楷体_GB2312" pitchFamily="49" charset="-122"/>
                <a:cs typeface="Times New Roman" pitchFamily="18" charset="0"/>
                <a:sym typeface="Symbol" pitchFamily="18" charset="2"/>
              </a:endParaRPr>
            </a:p>
            <a:p>
              <a:pPr marL="457200" indent="-457200" eaLnBrk="1" hangingPunct="1">
                <a:spcBef>
                  <a:spcPct val="50000"/>
                </a:spcBef>
                <a:defRPr/>
              </a:pPr>
              <a:r>
                <a:rPr kumimoji="1" lang="en-US" altLang="zh-CN" dirty="0">
                  <a:latin typeface="Times New Roman" pitchFamily="18" charset="0"/>
                  <a:ea typeface="楷体_GB2312" pitchFamily="49" charset="-122"/>
                  <a:cs typeface="Times New Roman" pitchFamily="18" charset="0"/>
                  <a:sym typeface="Symbol" pitchFamily="18" charset="2"/>
                </a:rPr>
                <a:t>                                  </a:t>
              </a:r>
              <a:r>
                <a:rPr kumimoji="1" lang="en-US" altLang="zh-CN" i="1" dirty="0" err="1">
                  <a:latin typeface="Times New Roman" pitchFamily="18" charset="0"/>
                  <a:ea typeface="楷体_GB2312" pitchFamily="49" charset="-122"/>
                  <a:cs typeface="Times New Roman" pitchFamily="18" charset="0"/>
                </a:rPr>
                <a:t>T</a:t>
              </a:r>
              <a:r>
                <a:rPr lang="en-US" altLang="zh-CN" i="1" dirty="0" err="1">
                  <a:latin typeface="Times New Roman" pitchFamily="18" charset="0"/>
                  <a:ea typeface="楷体" pitchFamily="49" charset="-122"/>
                  <a:cs typeface="Times New Roman" pitchFamily="18" charset="0"/>
                </a:rPr>
                <a:t>′</a:t>
              </a:r>
              <a:r>
                <a:rPr lang="en-US" altLang="zh-CN" i="1" dirty="0" err="1">
                  <a:latin typeface="Times New Roman" pitchFamily="18" charset="0"/>
                  <a:ea typeface="楷体_GB2312" pitchFamily="49" charset="-122"/>
                  <a:cs typeface="Times New Roman" pitchFamily="18" charset="0"/>
                </a:rPr>
                <a:t>.syn</a:t>
              </a:r>
              <a:r>
                <a:rPr lang="en-US" altLang="zh-CN" i="1" dirty="0">
                  <a:latin typeface="Times New Roman" pitchFamily="18" charset="0"/>
                  <a:ea typeface="楷体_GB2312" pitchFamily="49" charset="-122"/>
                  <a:cs typeface="Times New Roman" pitchFamily="18" charset="0"/>
                </a:rPr>
                <a:t> </a:t>
              </a:r>
              <a:r>
                <a:rPr kumimoji="1" lang="en-US" altLang="zh-CN" i="1" dirty="0">
                  <a:latin typeface="Times New Roman" pitchFamily="18" charset="0"/>
                  <a:ea typeface="楷体_GB2312" pitchFamily="49" charset="-122"/>
                  <a:cs typeface="Times New Roman" pitchFamily="18" charset="0"/>
                  <a:sym typeface="Symbol" pitchFamily="18" charset="2"/>
                </a:rPr>
                <a:t>=</a:t>
              </a:r>
              <a:r>
                <a:rPr kumimoji="1" lang="en-US" altLang="zh-CN" dirty="0">
                  <a:latin typeface="Times New Roman" pitchFamily="18" charset="0"/>
                  <a:ea typeface="楷体_GB2312" pitchFamily="49" charset="-122"/>
                  <a:cs typeface="Times New Roman" pitchFamily="18" charset="0"/>
                  <a:sym typeface="Symbol" pitchFamily="18" charset="2"/>
                </a:rPr>
                <a:t> </a:t>
              </a:r>
              <a:r>
                <a:rPr kumimoji="1" lang="en-US" altLang="zh-CN" i="1" dirty="0">
                  <a:latin typeface="Times New Roman" pitchFamily="18" charset="0"/>
                  <a:ea typeface="楷体_GB2312" pitchFamily="49" charset="-122"/>
                  <a:cs typeface="Times New Roman" pitchFamily="18" charset="0"/>
                  <a:sym typeface="Symbol" pitchFamily="18" charset="2"/>
                </a:rPr>
                <a:t>T</a:t>
              </a:r>
              <a:r>
                <a:rPr kumimoji="1" lang="en-US" altLang="zh-CN" i="1" baseline="-25000" dirty="0">
                  <a:latin typeface="Times New Roman" pitchFamily="18" charset="0"/>
                  <a:ea typeface="楷体_GB2312" pitchFamily="49" charset="-122"/>
                  <a:cs typeface="Times New Roman" pitchFamily="18" charset="0"/>
                  <a:sym typeface="Symbol" pitchFamily="18" charset="2"/>
                </a:rPr>
                <a:t>1</a:t>
              </a:r>
              <a:r>
                <a:rPr lang="en-US" altLang="zh-CN" i="1" dirty="0">
                  <a:latin typeface="Times New Roman" pitchFamily="18" charset="0"/>
                  <a:ea typeface="楷体" pitchFamily="49" charset="-122"/>
                  <a:cs typeface="Times New Roman" pitchFamily="18" charset="0"/>
                </a:rPr>
                <a:t>′</a:t>
              </a:r>
              <a:r>
                <a:rPr lang="en-US" altLang="zh-CN" i="1" dirty="0">
                  <a:latin typeface="Times New Roman" pitchFamily="18" charset="0"/>
                  <a:ea typeface="楷体_GB2312" pitchFamily="49" charset="-122"/>
                  <a:cs typeface="Times New Roman" pitchFamily="18" charset="0"/>
                </a:rPr>
                <a:t>.syn</a:t>
              </a:r>
              <a:r>
                <a:rPr kumimoji="1" lang="en-US" altLang="zh-CN" dirty="0">
                  <a:latin typeface="Times New Roman" pitchFamily="18" charset="0"/>
                  <a:ea typeface="楷体_GB2312" pitchFamily="49" charset="-122"/>
                  <a:cs typeface="Times New Roman" pitchFamily="18" charset="0"/>
                  <a:sym typeface="Symbol" pitchFamily="18" charset="2"/>
                </a:rPr>
                <a:t>                </a:t>
              </a:r>
              <a:endParaRPr kumimoji="1" lang="en-US" altLang="zh-CN" i="1" dirty="0">
                <a:latin typeface="Times New Roman" pitchFamily="18" charset="0"/>
                <a:ea typeface="楷体_GB2312" pitchFamily="49" charset="-122"/>
                <a:cs typeface="Times New Roman" pitchFamily="18" charset="0"/>
              </a:endParaRPr>
            </a:p>
            <a:p>
              <a:pPr eaLnBrk="1" hangingPunct="1">
                <a:spcBef>
                  <a:spcPct val="50000"/>
                </a:spcBef>
                <a:defRPr/>
              </a:pPr>
              <a:r>
                <a:rPr kumimoji="1" lang="en-US" altLang="zh-CN" dirty="0">
                  <a:latin typeface="Times New Roman" pitchFamily="18" charset="0"/>
                  <a:ea typeface="楷体_GB2312" pitchFamily="49" charset="-122"/>
                  <a:cs typeface="Times New Roman" pitchFamily="18" charset="0"/>
                </a:rPr>
                <a:t>(3)  </a:t>
              </a:r>
              <a:r>
                <a:rPr kumimoji="1" lang="en-US" altLang="zh-CN" i="1" dirty="0">
                  <a:latin typeface="Times New Roman" pitchFamily="18" charset="0"/>
                  <a:ea typeface="楷体_GB2312" pitchFamily="49" charset="-122"/>
                  <a:cs typeface="Times New Roman" pitchFamily="18" charset="0"/>
                  <a:sym typeface="Symbol" pitchFamily="18" charset="2"/>
                </a:rPr>
                <a:t>T</a:t>
              </a:r>
              <a:r>
                <a:rPr lang="en-US" altLang="zh-CN" i="1" dirty="0">
                  <a:latin typeface="Times New Roman" pitchFamily="18" charset="0"/>
                  <a:ea typeface="楷体" pitchFamily="49" charset="-122"/>
                  <a:cs typeface="Times New Roman" pitchFamily="18" charset="0"/>
                </a:rPr>
                <a:t>′</a:t>
              </a:r>
              <a:r>
                <a:rPr kumimoji="1" lang="en-US" altLang="zh-CN" dirty="0">
                  <a:latin typeface="Times New Roman" pitchFamily="18" charset="0"/>
                  <a:ea typeface="楷体_GB2312" pitchFamily="49" charset="-122"/>
                  <a:cs typeface="Times New Roman" pitchFamily="18" charset="0"/>
                </a:rPr>
                <a:t> </a:t>
              </a:r>
              <a:r>
                <a:rPr kumimoji="1" lang="en-US" altLang="zh-CN" dirty="0">
                  <a:latin typeface="Times New Roman" pitchFamily="18" charset="0"/>
                  <a:ea typeface="楷体_GB2312" pitchFamily="49" charset="-122"/>
                  <a:cs typeface="Times New Roman" pitchFamily="18" charset="0"/>
                  <a:sym typeface="Symbol" pitchFamily="18" charset="2"/>
                </a:rPr>
                <a:t> </a:t>
              </a:r>
              <a:r>
                <a:rPr lang="en-US" altLang="zh-CN" i="1" dirty="0">
                  <a:latin typeface="Times New Roman" pitchFamily="18" charset="0"/>
                  <a:ea typeface="楷体_GB2312" pitchFamily="49" charset="-122"/>
                  <a:cs typeface="Times New Roman" pitchFamily="18" charset="0"/>
                </a:rPr>
                <a:t>ε</a:t>
              </a:r>
              <a:r>
                <a:rPr kumimoji="1" lang="en-US" altLang="zh-CN" dirty="0">
                  <a:latin typeface="Times New Roman" pitchFamily="18" charset="0"/>
                  <a:ea typeface="楷体_GB2312" pitchFamily="49" charset="-122"/>
                  <a:cs typeface="Times New Roman" pitchFamily="18" charset="0"/>
                  <a:sym typeface="Symbol" pitchFamily="18" charset="2"/>
                </a:rPr>
                <a:t>           </a:t>
              </a:r>
              <a:r>
                <a:rPr kumimoji="1" lang="en-US" altLang="zh-CN" i="1" dirty="0">
                  <a:latin typeface="Times New Roman" pitchFamily="18" charset="0"/>
                  <a:ea typeface="楷体_GB2312" pitchFamily="49" charset="-122"/>
                  <a:cs typeface="Times New Roman" pitchFamily="18" charset="0"/>
                  <a:sym typeface="Symbol" pitchFamily="18" charset="2"/>
                </a:rPr>
                <a:t>     </a:t>
              </a:r>
              <a:r>
                <a:rPr kumimoji="1" lang="en-US" altLang="zh-CN" i="1" dirty="0" err="1">
                  <a:latin typeface="Times New Roman" pitchFamily="18" charset="0"/>
                  <a:ea typeface="楷体_GB2312" pitchFamily="49" charset="-122"/>
                  <a:cs typeface="Times New Roman" pitchFamily="18" charset="0"/>
                </a:rPr>
                <a:t>T</a:t>
              </a:r>
              <a:r>
                <a:rPr lang="en-US" altLang="zh-CN" i="1" dirty="0" err="1">
                  <a:latin typeface="Times New Roman" pitchFamily="18" charset="0"/>
                  <a:ea typeface="楷体" pitchFamily="49" charset="-122"/>
                  <a:cs typeface="Times New Roman" pitchFamily="18" charset="0"/>
                </a:rPr>
                <a:t>′</a:t>
              </a:r>
              <a:r>
                <a:rPr lang="en-US" altLang="zh-CN" i="1" dirty="0" err="1">
                  <a:latin typeface="Times New Roman" pitchFamily="18" charset="0"/>
                  <a:ea typeface="楷体_GB2312" pitchFamily="49" charset="-122"/>
                  <a:cs typeface="Times New Roman" pitchFamily="18" charset="0"/>
                </a:rPr>
                <a:t>.syn</a:t>
              </a:r>
              <a:r>
                <a:rPr lang="en-US" altLang="zh-CN" i="1" dirty="0">
                  <a:latin typeface="Times New Roman" pitchFamily="18" charset="0"/>
                  <a:ea typeface="楷体_GB2312" pitchFamily="49" charset="-122"/>
                  <a:cs typeface="Times New Roman" pitchFamily="18" charset="0"/>
                </a:rPr>
                <a:t> = </a:t>
              </a:r>
              <a:r>
                <a:rPr kumimoji="1" lang="en-US" altLang="zh-CN" i="1" dirty="0">
                  <a:latin typeface="Times New Roman" pitchFamily="18" charset="0"/>
                  <a:ea typeface="楷体_GB2312" pitchFamily="49" charset="-122"/>
                  <a:cs typeface="Times New Roman" pitchFamily="18" charset="0"/>
                </a:rPr>
                <a:t>T</a:t>
              </a:r>
              <a:r>
                <a:rPr lang="en-US" altLang="zh-CN" i="1" dirty="0">
                  <a:latin typeface="Times New Roman" pitchFamily="18" charset="0"/>
                  <a:ea typeface="楷体" pitchFamily="49" charset="-122"/>
                  <a:cs typeface="Times New Roman" pitchFamily="18" charset="0"/>
                </a:rPr>
                <a:t>′</a:t>
              </a:r>
              <a:r>
                <a:rPr lang="en-US" altLang="zh-CN" i="1" dirty="0">
                  <a:latin typeface="Times New Roman" pitchFamily="18" charset="0"/>
                  <a:ea typeface="楷体_GB2312" pitchFamily="49" charset="-122"/>
                  <a:cs typeface="Times New Roman" pitchFamily="18" charset="0"/>
                </a:rPr>
                <a:t>.</a:t>
              </a:r>
              <a:r>
                <a:rPr lang="en-US" altLang="zh-CN" i="1" dirty="0" err="1">
                  <a:latin typeface="Times New Roman" pitchFamily="18" charset="0"/>
                  <a:ea typeface="楷体_GB2312" pitchFamily="49" charset="-122"/>
                  <a:cs typeface="Times New Roman" pitchFamily="18" charset="0"/>
                </a:rPr>
                <a:t>inh</a:t>
              </a:r>
              <a:endParaRPr kumimoji="1" lang="en-US" altLang="zh-CN" i="1" dirty="0">
                <a:latin typeface="Times New Roman" pitchFamily="18" charset="0"/>
                <a:ea typeface="楷体_GB2312" pitchFamily="49" charset="-122"/>
                <a:cs typeface="Times New Roman" pitchFamily="18" charset="0"/>
                <a:sym typeface="Symbol" pitchFamily="18" charset="2"/>
              </a:endParaRPr>
            </a:p>
            <a:p>
              <a:pPr eaLnBrk="1" hangingPunct="1">
                <a:spcBef>
                  <a:spcPct val="50000"/>
                </a:spcBef>
                <a:defRPr/>
              </a:pPr>
              <a:r>
                <a:rPr kumimoji="1" lang="en-US" altLang="zh-CN" dirty="0">
                  <a:latin typeface="Times New Roman" pitchFamily="18" charset="0"/>
                  <a:ea typeface="楷体_GB2312" pitchFamily="49" charset="-122"/>
                  <a:cs typeface="Times New Roman" pitchFamily="18" charset="0"/>
                </a:rPr>
                <a:t>(4)</a:t>
              </a:r>
              <a:r>
                <a:rPr kumimoji="1" lang="en-US" altLang="zh-CN" dirty="0">
                  <a:latin typeface="Times New Roman" pitchFamily="18" charset="0"/>
                  <a:ea typeface="楷体_GB2312" pitchFamily="49" charset="-122"/>
                  <a:cs typeface="Times New Roman" pitchFamily="18" charset="0"/>
                  <a:sym typeface="Symbol" pitchFamily="18" charset="2"/>
                </a:rPr>
                <a:t>  </a:t>
              </a:r>
              <a:r>
                <a:rPr kumimoji="1" lang="en-US" altLang="zh-CN" i="1" dirty="0">
                  <a:latin typeface="Times New Roman" pitchFamily="18" charset="0"/>
                  <a:ea typeface="楷体_GB2312" pitchFamily="49" charset="-122"/>
                  <a:cs typeface="Times New Roman" pitchFamily="18" charset="0"/>
                  <a:sym typeface="Symbol" pitchFamily="18" charset="2"/>
                </a:rPr>
                <a:t>F</a:t>
              </a:r>
              <a:r>
                <a:rPr kumimoji="1" lang="en-US" altLang="zh-CN" dirty="0">
                  <a:latin typeface="Times New Roman" pitchFamily="18" charset="0"/>
                  <a:ea typeface="楷体_GB2312" pitchFamily="49" charset="-122"/>
                  <a:cs typeface="Times New Roman" pitchFamily="18" charset="0"/>
                  <a:sym typeface="Symbol" pitchFamily="18" charset="2"/>
                </a:rPr>
                <a:t>  digit           </a:t>
              </a:r>
              <a:r>
                <a:rPr kumimoji="1" lang="en-US" altLang="zh-CN" i="1" dirty="0" err="1">
                  <a:latin typeface="Times New Roman" pitchFamily="18" charset="0"/>
                  <a:ea typeface="楷体_GB2312" pitchFamily="49" charset="-122"/>
                  <a:cs typeface="Times New Roman" pitchFamily="18" charset="0"/>
                  <a:sym typeface="Symbol" pitchFamily="18" charset="2"/>
                </a:rPr>
                <a:t>F</a:t>
              </a:r>
              <a:r>
                <a:rPr lang="en-US" altLang="zh-CN" i="1" dirty="0" err="1">
                  <a:latin typeface="Times New Roman" pitchFamily="18" charset="0"/>
                  <a:ea typeface="楷体_GB2312" pitchFamily="49" charset="-122"/>
                  <a:cs typeface="Times New Roman" pitchFamily="18" charset="0"/>
                </a:rPr>
                <a:t>.val</a:t>
              </a:r>
              <a:r>
                <a:rPr lang="en-US" altLang="zh-CN" i="1" dirty="0">
                  <a:latin typeface="Times New Roman" pitchFamily="18" charset="0"/>
                  <a:ea typeface="楷体_GB2312" pitchFamily="49" charset="-122"/>
                  <a:cs typeface="Times New Roman" pitchFamily="18" charset="0"/>
                </a:rPr>
                <a:t> = </a:t>
              </a:r>
              <a:r>
                <a:rPr lang="en-US" altLang="zh-CN" dirty="0" err="1">
                  <a:latin typeface="Times New Roman" pitchFamily="18" charset="0"/>
                  <a:ea typeface="楷体_GB2312" pitchFamily="49" charset="-122"/>
                  <a:cs typeface="Times New Roman" pitchFamily="18" charset="0"/>
                </a:rPr>
                <a:t>digit</a:t>
              </a:r>
              <a:r>
                <a:rPr lang="en-US" altLang="zh-CN" i="1" dirty="0" err="1">
                  <a:latin typeface="Times New Roman" pitchFamily="18" charset="0"/>
                  <a:ea typeface="楷体_GB2312" pitchFamily="49" charset="-122"/>
                  <a:cs typeface="Times New Roman" pitchFamily="18" charset="0"/>
                </a:rPr>
                <a:t>.lexval</a:t>
              </a:r>
              <a:endParaRPr kumimoji="1" lang="en-US" altLang="zh-CN" dirty="0">
                <a:latin typeface="Times New Roman" pitchFamily="18" charset="0"/>
                <a:ea typeface="楷体_GB2312" pitchFamily="49" charset="-122"/>
                <a:cs typeface="Times New Roman" pitchFamily="18" charset="0"/>
                <a:sym typeface="Symbol" pitchFamily="18" charset="2"/>
              </a:endParaRPr>
            </a:p>
          </p:txBody>
        </p:sp>
        <p:sp>
          <p:nvSpPr>
            <p:cNvPr id="61" name="Line 7">
              <a:extLst>
                <a:ext uri="{FF2B5EF4-FFF2-40B4-BE49-F238E27FC236}">
                  <a16:creationId xmlns:a16="http://schemas.microsoft.com/office/drawing/2014/main" id="{77DE13DA-30E9-4671-9A1A-5F8D9AAF40B0}"/>
                </a:ext>
              </a:extLst>
            </p:cNvPr>
            <p:cNvSpPr>
              <a:spLocks noChangeShapeType="1"/>
            </p:cNvSpPr>
            <p:nvPr/>
          </p:nvSpPr>
          <p:spPr bwMode="auto">
            <a:xfrm>
              <a:off x="231775" y="1571303"/>
              <a:ext cx="3023904" cy="0"/>
            </a:xfrm>
            <a:prstGeom prst="line">
              <a:avLst/>
            </a:prstGeom>
            <a:grpFill/>
            <a:ln w="12700">
              <a:solidFill>
                <a:schemeClr val="tx1"/>
              </a:solidFill>
              <a:round/>
              <a:headEnd/>
              <a:tailEnd type="none" w="lg" len="lg"/>
            </a:ln>
          </p:spPr>
          <p:txBody>
            <a:bodyPr wrap="square" lIns="67500" tIns="35100" rIns="67500" bIns="35100" anchor="ctr">
              <a:spAutoFit/>
            </a:bodyPr>
            <a:lstStyle/>
            <a:p>
              <a:pPr>
                <a:defRPr/>
              </a:pPr>
              <a:endParaRPr lang="zh-CN" altLang="en-US" sz="1200"/>
            </a:p>
          </p:txBody>
        </p:sp>
        <p:cxnSp>
          <p:nvCxnSpPr>
            <p:cNvPr id="64" name="直接连接符 4">
              <a:extLst>
                <a:ext uri="{FF2B5EF4-FFF2-40B4-BE49-F238E27FC236}">
                  <a16:creationId xmlns:a16="http://schemas.microsoft.com/office/drawing/2014/main" id="{48C22D96-B0AC-4BCF-8FB8-08FA44FD33A8}"/>
                </a:ext>
              </a:extLst>
            </p:cNvPr>
            <p:cNvCxnSpPr>
              <a:cxnSpLocks noChangeShapeType="1"/>
            </p:cNvCxnSpPr>
            <p:nvPr/>
          </p:nvCxnSpPr>
          <p:spPr bwMode="auto">
            <a:xfrm>
              <a:off x="1477234" y="1211263"/>
              <a:ext cx="0" cy="2826868"/>
            </a:xfrm>
            <a:prstGeom prst="line">
              <a:avLst/>
            </a:prstGeom>
            <a:grpFill/>
            <a:ln w="12700" algn="ctr">
              <a:solidFill>
                <a:schemeClr val="tx1"/>
              </a:solidFill>
              <a:round/>
              <a:headEnd/>
              <a:tailEnd/>
            </a:ln>
          </p:spPr>
        </p:cxnSp>
      </p:grpSp>
      <p:sp>
        <p:nvSpPr>
          <p:cNvPr id="11" name="标题 10">
            <a:extLst>
              <a:ext uri="{FF2B5EF4-FFF2-40B4-BE49-F238E27FC236}">
                <a16:creationId xmlns:a16="http://schemas.microsoft.com/office/drawing/2014/main" id="{F359DBC9-CC81-4792-82BA-2804FBFEEFF2}"/>
              </a:ext>
            </a:extLst>
          </p:cNvPr>
          <p:cNvSpPr>
            <a:spLocks noGrp="1"/>
          </p:cNvSpPr>
          <p:nvPr>
            <p:ph type="title"/>
          </p:nvPr>
        </p:nvSpPr>
        <p:spPr/>
        <p:txBody>
          <a:bodyPr/>
          <a:lstStyle/>
          <a:p>
            <a:r>
              <a:rPr lang="zh-CN" altLang="en-US" spc="300" dirty="0">
                <a:latin typeface="Times New Roman" panose="02020603050405020304" pitchFamily="18" charset="0"/>
                <a:cs typeface="Times New Roman" panose="02020603050405020304" pitchFamily="18" charset="0"/>
              </a:rPr>
              <a:t>例：</a:t>
            </a:r>
            <a:r>
              <a:rPr lang="en-US" altLang="zh-CN" sz="2800" i="1" dirty="0">
                <a:latin typeface="Times New Roman" panose="02020603050405020304" pitchFamily="18" charset="0"/>
                <a:ea typeface="楷体_GB2312" pitchFamily="49" charset="-122"/>
                <a:cs typeface="Times New Roman" panose="02020603050405020304" pitchFamily="18" charset="0"/>
              </a:rPr>
              <a:t>L-SDD</a:t>
            </a:r>
            <a:endParaRPr lang="zh-CN" altLang="en-US" dirty="0"/>
          </a:p>
        </p:txBody>
      </p:sp>
      <p:sp>
        <p:nvSpPr>
          <p:cNvPr id="12" name="矩形 11">
            <a:extLst>
              <a:ext uri="{FF2B5EF4-FFF2-40B4-BE49-F238E27FC236}">
                <a16:creationId xmlns:a16="http://schemas.microsoft.com/office/drawing/2014/main" id="{CF54399C-05B2-4726-9D51-21E35D649800}"/>
              </a:ext>
            </a:extLst>
          </p:cNvPr>
          <p:cNvSpPr/>
          <p:nvPr/>
        </p:nvSpPr>
        <p:spPr>
          <a:xfrm>
            <a:off x="325958" y="919540"/>
            <a:ext cx="3093914" cy="707886"/>
          </a:xfrm>
          <a:prstGeom prst="rect">
            <a:avLst/>
          </a:prstGeom>
        </p:spPr>
        <p:txBody>
          <a:bodyPr wrap="square">
            <a:spAutoFit/>
          </a:bodyPr>
          <a:lstStyle/>
          <a:p>
            <a:r>
              <a:rPr lang="zh-CN" altLang="en-US" sz="2000" dirty="0">
                <a:latin typeface="+mn-ea"/>
                <a:ea typeface="+mn-ea"/>
              </a:rPr>
              <a:t>为</a:t>
            </a:r>
            <a:r>
              <a:rPr lang="en-US" altLang="zh-CN" sz="2000" i="1" dirty="0">
                <a:latin typeface="+mn-ea"/>
                <a:ea typeface="+mn-ea"/>
              </a:rPr>
              <a:t>LL</a:t>
            </a:r>
            <a:r>
              <a:rPr lang="zh-CN" altLang="en-US" sz="2000" dirty="0">
                <a:latin typeface="+mn-ea"/>
                <a:ea typeface="+mn-ea"/>
              </a:rPr>
              <a:t>文法设计</a:t>
            </a:r>
            <a:r>
              <a:rPr lang="en-US" altLang="zh-CN" sz="2000" dirty="0">
                <a:latin typeface="+mn-ea"/>
                <a:ea typeface="+mn-ea"/>
              </a:rPr>
              <a:t>L-SDD</a:t>
            </a:r>
            <a:r>
              <a:rPr lang="zh-CN" altLang="en-US" sz="2000" dirty="0">
                <a:latin typeface="+mn-ea"/>
                <a:ea typeface="+mn-ea"/>
              </a:rPr>
              <a:t>，</a:t>
            </a:r>
            <a:endParaRPr lang="en-US" altLang="zh-CN" sz="2000" dirty="0">
              <a:latin typeface="+mn-ea"/>
              <a:ea typeface="+mn-ea"/>
            </a:endParaRPr>
          </a:p>
          <a:p>
            <a:r>
              <a:rPr lang="zh-CN" altLang="en-US" sz="2000" dirty="0">
                <a:latin typeface="+mn-ea"/>
                <a:ea typeface="+mn-ea"/>
              </a:rPr>
              <a:t>实现</a:t>
            </a:r>
            <a:r>
              <a:rPr lang="zh-CN" altLang="en-US" sz="2000" dirty="0">
                <a:solidFill>
                  <a:srgbClr val="0070C0"/>
                </a:solidFill>
                <a:latin typeface="+mn-ea"/>
                <a:ea typeface="+mn-ea"/>
              </a:rPr>
              <a:t>表达式求值</a:t>
            </a:r>
            <a:endParaRPr lang="en-US" altLang="zh-CN" sz="2000" dirty="0">
              <a:solidFill>
                <a:srgbClr val="0070C0"/>
              </a:solidFill>
              <a:latin typeface="+mn-ea"/>
              <a:ea typeface="+mn-ea"/>
            </a:endParaRPr>
          </a:p>
        </p:txBody>
      </p:sp>
      <p:sp>
        <p:nvSpPr>
          <p:cNvPr id="13" name="文本框 12">
            <a:extLst>
              <a:ext uri="{FF2B5EF4-FFF2-40B4-BE49-F238E27FC236}">
                <a16:creationId xmlns:a16="http://schemas.microsoft.com/office/drawing/2014/main" id="{F5F18A64-595E-4F06-8D00-E7E2A45ED135}"/>
              </a:ext>
            </a:extLst>
          </p:cNvPr>
          <p:cNvSpPr txBox="1"/>
          <p:nvPr/>
        </p:nvSpPr>
        <p:spPr>
          <a:xfrm>
            <a:off x="395536" y="4659982"/>
            <a:ext cx="5376193" cy="369332"/>
          </a:xfrm>
          <a:prstGeom prst="rect">
            <a:avLst/>
          </a:prstGeom>
          <a:noFill/>
        </p:spPr>
        <p:txBody>
          <a:bodyPr wrap="square" rtlCol="0">
            <a:spAutoFit/>
          </a:bodyPr>
          <a:lstStyle/>
          <a:p>
            <a:r>
              <a:rPr lang="zh-CN" altLang="en-US" dirty="0">
                <a:latin typeface="+mn-ea"/>
                <a:ea typeface="+mn-ea"/>
              </a:rPr>
              <a:t>思考题：为什么表达式的值要传递回根结点</a:t>
            </a:r>
            <a:r>
              <a:rPr lang="en-US" altLang="zh-CN" dirty="0">
                <a:latin typeface="+mn-ea"/>
                <a:ea typeface="+mn-ea"/>
              </a:rPr>
              <a:t>T</a:t>
            </a:r>
            <a:r>
              <a:rPr lang="zh-CN" altLang="en-US" dirty="0">
                <a:latin typeface="+mn-ea"/>
                <a:ea typeface="+mn-ea"/>
              </a:rPr>
              <a:t>？</a:t>
            </a:r>
          </a:p>
        </p:txBody>
      </p:sp>
    </p:spTree>
    <p:extLst>
      <p:ext uri="{BB962C8B-B14F-4D97-AF65-F5344CB8AC3E}">
        <p14:creationId xmlns:p14="http://schemas.microsoft.com/office/powerpoint/2010/main" val="403450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p:cTn id="7" dur="500" fill="hold"/>
                                        <p:tgtEl>
                                          <p:spTgt spid="63"/>
                                        </p:tgtEl>
                                        <p:attrNameLst>
                                          <p:attrName>ppt_w</p:attrName>
                                        </p:attrNameLst>
                                      </p:cBhvr>
                                      <p:tavLst>
                                        <p:tav tm="0">
                                          <p:val>
                                            <p:fltVal val="0"/>
                                          </p:val>
                                        </p:tav>
                                        <p:tav tm="100000">
                                          <p:val>
                                            <p:strVal val="#ppt_w"/>
                                          </p:val>
                                        </p:tav>
                                      </p:tavLst>
                                    </p:anim>
                                    <p:anim calcmode="lin" valueType="num">
                                      <p:cBhvr>
                                        <p:cTn id="8" dur="500" fill="hold"/>
                                        <p:tgtEl>
                                          <p:spTgt spid="63"/>
                                        </p:tgtEl>
                                        <p:attrNameLst>
                                          <p:attrName>ppt_h</p:attrName>
                                        </p:attrNameLst>
                                      </p:cBhvr>
                                      <p:tavLst>
                                        <p:tav tm="0">
                                          <p:val>
                                            <p:fltVal val="0"/>
                                          </p:val>
                                        </p:tav>
                                        <p:tav tm="100000">
                                          <p:val>
                                            <p:strVal val="#ppt_h"/>
                                          </p:val>
                                        </p:tav>
                                      </p:tavLst>
                                    </p:anim>
                                    <p:animEffect transition="in" filter="fade">
                                      <p:cBhvr>
                                        <p:cTn id="9" dur="500"/>
                                        <p:tgtEl>
                                          <p:spTgt spid="6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24929"/>
                                        </p:tgtEl>
                                        <p:attrNameLst>
                                          <p:attrName>style.visibility</p:attrName>
                                        </p:attrNameLst>
                                      </p:cBhvr>
                                      <p:to>
                                        <p:strVal val="visible"/>
                                      </p:to>
                                    </p:set>
                                    <p:anim calcmode="lin" valueType="num">
                                      <p:cBhvr>
                                        <p:cTn id="14" dur="500" fill="hold"/>
                                        <p:tgtEl>
                                          <p:spTgt spid="124929"/>
                                        </p:tgtEl>
                                        <p:attrNameLst>
                                          <p:attrName>ppt_w</p:attrName>
                                        </p:attrNameLst>
                                      </p:cBhvr>
                                      <p:tavLst>
                                        <p:tav tm="0">
                                          <p:val>
                                            <p:fltVal val="0"/>
                                          </p:val>
                                        </p:tav>
                                        <p:tav tm="100000">
                                          <p:val>
                                            <p:strVal val="#ppt_w"/>
                                          </p:val>
                                        </p:tav>
                                      </p:tavLst>
                                    </p:anim>
                                    <p:anim calcmode="lin" valueType="num">
                                      <p:cBhvr>
                                        <p:cTn id="15" dur="500" fill="hold"/>
                                        <p:tgtEl>
                                          <p:spTgt spid="124929"/>
                                        </p:tgtEl>
                                        <p:attrNameLst>
                                          <p:attrName>ppt_h</p:attrName>
                                        </p:attrNameLst>
                                      </p:cBhvr>
                                      <p:tavLst>
                                        <p:tav tm="0">
                                          <p:val>
                                            <p:fltVal val="0"/>
                                          </p:val>
                                        </p:tav>
                                        <p:tav tm="100000">
                                          <p:val>
                                            <p:strVal val="#ppt_h"/>
                                          </p:val>
                                        </p:tav>
                                      </p:tavLst>
                                    </p:anim>
                                    <p:animEffect transition="in" filter="fade">
                                      <p:cBhvr>
                                        <p:cTn id="16" dur="500"/>
                                        <p:tgtEl>
                                          <p:spTgt spid="124929"/>
                                        </p:tgtEl>
                                      </p:cBhvr>
                                    </p:animEffect>
                                  </p:childTnLst>
                                </p:cTn>
                              </p:par>
                            </p:childTnLst>
                          </p:cTn>
                        </p:par>
                        <p:par>
                          <p:cTn id="17" fill="hold" nodeType="afterGroup">
                            <p:stCondLst>
                              <p:cond delay="500"/>
                            </p:stCondLst>
                            <p:childTnLst>
                              <p:par>
                                <p:cTn id="18" presetID="53" presetClass="entr" presetSubtype="0" fill="hold" nodeType="afterEffect">
                                  <p:stCondLst>
                                    <p:cond delay="0"/>
                                  </p:stCondLst>
                                  <p:childTnLst>
                                    <p:set>
                                      <p:cBhvr>
                                        <p:cTn id="19" dur="1" fill="hold">
                                          <p:stCondLst>
                                            <p:cond delay="0"/>
                                          </p:stCondLst>
                                        </p:cTn>
                                        <p:tgtEl>
                                          <p:spTgt spid="56"/>
                                        </p:tgtEl>
                                        <p:attrNameLst>
                                          <p:attrName>style.visibility</p:attrName>
                                        </p:attrNameLst>
                                      </p:cBhvr>
                                      <p:to>
                                        <p:strVal val="visible"/>
                                      </p:to>
                                    </p:set>
                                    <p:anim calcmode="lin" valueType="num">
                                      <p:cBhvr>
                                        <p:cTn id="20" dur="500" fill="hold"/>
                                        <p:tgtEl>
                                          <p:spTgt spid="56"/>
                                        </p:tgtEl>
                                        <p:attrNameLst>
                                          <p:attrName>ppt_w</p:attrName>
                                        </p:attrNameLst>
                                      </p:cBhvr>
                                      <p:tavLst>
                                        <p:tav tm="0">
                                          <p:val>
                                            <p:fltVal val="0"/>
                                          </p:val>
                                        </p:tav>
                                        <p:tav tm="100000">
                                          <p:val>
                                            <p:strVal val="#ppt_w"/>
                                          </p:val>
                                        </p:tav>
                                      </p:tavLst>
                                    </p:anim>
                                    <p:anim calcmode="lin" valueType="num">
                                      <p:cBhvr>
                                        <p:cTn id="21" dur="500" fill="hold"/>
                                        <p:tgtEl>
                                          <p:spTgt spid="56"/>
                                        </p:tgtEl>
                                        <p:attrNameLst>
                                          <p:attrName>ppt_h</p:attrName>
                                        </p:attrNameLst>
                                      </p:cBhvr>
                                      <p:tavLst>
                                        <p:tav tm="0">
                                          <p:val>
                                            <p:fltVal val="0"/>
                                          </p:val>
                                        </p:tav>
                                        <p:tav tm="100000">
                                          <p:val>
                                            <p:strVal val="#ppt_h"/>
                                          </p:val>
                                        </p:tav>
                                      </p:tavLst>
                                    </p:anim>
                                    <p:animEffect transition="in" filter="fade">
                                      <p:cBhvr>
                                        <p:cTn id="22" dur="500"/>
                                        <p:tgtEl>
                                          <p:spTgt spid="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16" fill="hold" nodeType="clickEffect">
                                  <p:stCondLst>
                                    <p:cond delay="0"/>
                                  </p:stCondLst>
                                  <p:childTnLst>
                                    <p:set>
                                      <p:cBhvr>
                                        <p:cTn id="26" dur="1" fill="hold">
                                          <p:stCondLst>
                                            <p:cond delay="0"/>
                                          </p:stCondLst>
                                        </p:cTn>
                                        <p:tgtEl>
                                          <p:spTgt spid="124931"/>
                                        </p:tgtEl>
                                        <p:attrNameLst>
                                          <p:attrName>style.visibility</p:attrName>
                                        </p:attrNameLst>
                                      </p:cBhvr>
                                      <p:to>
                                        <p:strVal val="visible"/>
                                      </p:to>
                                    </p:set>
                                    <p:anim calcmode="lin" valueType="num">
                                      <p:cBhvr>
                                        <p:cTn id="27" dur="500" fill="hold"/>
                                        <p:tgtEl>
                                          <p:spTgt spid="124931"/>
                                        </p:tgtEl>
                                        <p:attrNameLst>
                                          <p:attrName>ppt_w</p:attrName>
                                        </p:attrNameLst>
                                      </p:cBhvr>
                                      <p:tavLst>
                                        <p:tav tm="0">
                                          <p:val>
                                            <p:fltVal val="0"/>
                                          </p:val>
                                        </p:tav>
                                        <p:tav tm="100000">
                                          <p:val>
                                            <p:strVal val="#ppt_w"/>
                                          </p:val>
                                        </p:tav>
                                      </p:tavLst>
                                    </p:anim>
                                    <p:anim calcmode="lin" valueType="num">
                                      <p:cBhvr>
                                        <p:cTn id="28" dur="500" fill="hold"/>
                                        <p:tgtEl>
                                          <p:spTgt spid="124931"/>
                                        </p:tgtEl>
                                        <p:attrNameLst>
                                          <p:attrName>ppt_h</p:attrName>
                                        </p:attrNameLst>
                                      </p:cBhvr>
                                      <p:tavLst>
                                        <p:tav tm="0">
                                          <p:val>
                                            <p:fltVal val="0"/>
                                          </p:val>
                                        </p:tav>
                                        <p:tav tm="100000">
                                          <p:val>
                                            <p:strVal val="#ppt_h"/>
                                          </p:val>
                                        </p:tav>
                                      </p:tavLst>
                                    </p:anim>
                                    <p:animEffect transition="in" filter="fade">
                                      <p:cBhvr>
                                        <p:cTn id="29" dur="500"/>
                                        <p:tgtEl>
                                          <p:spTgt spid="12493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p:cTn id="34" dur="500" fill="hold"/>
                                        <p:tgtEl>
                                          <p:spTgt spid="4"/>
                                        </p:tgtEl>
                                        <p:attrNameLst>
                                          <p:attrName>ppt_w</p:attrName>
                                        </p:attrNameLst>
                                      </p:cBhvr>
                                      <p:tavLst>
                                        <p:tav tm="0">
                                          <p:val>
                                            <p:fltVal val="0"/>
                                          </p:val>
                                        </p:tav>
                                        <p:tav tm="100000">
                                          <p:val>
                                            <p:strVal val="#ppt_w"/>
                                          </p:val>
                                        </p:tav>
                                      </p:tavLst>
                                    </p:anim>
                                    <p:anim calcmode="lin" valueType="num">
                                      <p:cBhvr>
                                        <p:cTn id="35" dur="500" fill="hold"/>
                                        <p:tgtEl>
                                          <p:spTgt spid="4"/>
                                        </p:tgtEl>
                                        <p:attrNameLst>
                                          <p:attrName>ppt_h</p:attrName>
                                        </p:attrNameLst>
                                      </p:cBhvr>
                                      <p:tavLst>
                                        <p:tav tm="0">
                                          <p:val>
                                            <p:fltVal val="0"/>
                                          </p:val>
                                        </p:tav>
                                        <p:tav tm="100000">
                                          <p:val>
                                            <p:strVal val="#ppt_h"/>
                                          </p:val>
                                        </p:tav>
                                      </p:tavLst>
                                    </p:anim>
                                    <p:animEffect transition="in" filter="fade">
                                      <p:cBhvr>
                                        <p:cTn id="36" dur="5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ntr" presetSubtype="16"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p:cTn id="41" dur="500" fill="hold"/>
                                        <p:tgtEl>
                                          <p:spTgt spid="2"/>
                                        </p:tgtEl>
                                        <p:attrNameLst>
                                          <p:attrName>ppt_w</p:attrName>
                                        </p:attrNameLst>
                                      </p:cBhvr>
                                      <p:tavLst>
                                        <p:tav tm="0">
                                          <p:val>
                                            <p:fltVal val="0"/>
                                          </p:val>
                                        </p:tav>
                                        <p:tav tm="100000">
                                          <p:val>
                                            <p:strVal val="#ppt_w"/>
                                          </p:val>
                                        </p:tav>
                                      </p:tavLst>
                                    </p:anim>
                                    <p:anim calcmode="lin" valueType="num">
                                      <p:cBhvr>
                                        <p:cTn id="42" dur="500" fill="hold"/>
                                        <p:tgtEl>
                                          <p:spTgt spid="2"/>
                                        </p:tgtEl>
                                        <p:attrNameLst>
                                          <p:attrName>ppt_h</p:attrName>
                                        </p:attrNameLst>
                                      </p:cBhvr>
                                      <p:tavLst>
                                        <p:tav tm="0">
                                          <p:val>
                                            <p:fltVal val="0"/>
                                          </p:val>
                                        </p:tav>
                                        <p:tav tm="100000">
                                          <p:val>
                                            <p:strVal val="#ppt_h"/>
                                          </p:val>
                                        </p:tav>
                                      </p:tavLst>
                                    </p:anim>
                                    <p:animEffect transition="in" filter="fade">
                                      <p:cBhvr>
                                        <p:cTn id="43" dur="500"/>
                                        <p:tgtEl>
                                          <p:spTgt spid="2"/>
                                        </p:tgtEl>
                                      </p:cBhvr>
                                    </p:animEffect>
                                  </p:childTnLst>
                                </p:cTn>
                              </p:par>
                            </p:childTnLst>
                          </p:cTn>
                        </p:par>
                        <p:par>
                          <p:cTn id="44" fill="hold" nodeType="afterGroup">
                            <p:stCondLst>
                              <p:cond delay="500"/>
                            </p:stCondLst>
                            <p:childTnLst>
                              <p:par>
                                <p:cTn id="45" presetID="53" presetClass="entr" presetSubtype="0" fill="hold" nodeType="afterEffect">
                                  <p:stCondLst>
                                    <p:cond delay="0"/>
                                  </p:stCondLst>
                                  <p:childTnLst>
                                    <p:set>
                                      <p:cBhvr>
                                        <p:cTn id="46" dur="1" fill="hold">
                                          <p:stCondLst>
                                            <p:cond delay="0"/>
                                          </p:stCondLst>
                                        </p:cTn>
                                        <p:tgtEl>
                                          <p:spTgt spid="57"/>
                                        </p:tgtEl>
                                        <p:attrNameLst>
                                          <p:attrName>style.visibility</p:attrName>
                                        </p:attrNameLst>
                                      </p:cBhvr>
                                      <p:to>
                                        <p:strVal val="visible"/>
                                      </p:to>
                                    </p:set>
                                    <p:anim calcmode="lin" valueType="num">
                                      <p:cBhvr>
                                        <p:cTn id="47" dur="500" fill="hold"/>
                                        <p:tgtEl>
                                          <p:spTgt spid="57"/>
                                        </p:tgtEl>
                                        <p:attrNameLst>
                                          <p:attrName>ppt_w</p:attrName>
                                        </p:attrNameLst>
                                      </p:cBhvr>
                                      <p:tavLst>
                                        <p:tav tm="0">
                                          <p:val>
                                            <p:fltVal val="0"/>
                                          </p:val>
                                        </p:tav>
                                        <p:tav tm="100000">
                                          <p:val>
                                            <p:strVal val="#ppt_w"/>
                                          </p:val>
                                        </p:tav>
                                      </p:tavLst>
                                    </p:anim>
                                    <p:anim calcmode="lin" valueType="num">
                                      <p:cBhvr>
                                        <p:cTn id="48" dur="500" fill="hold"/>
                                        <p:tgtEl>
                                          <p:spTgt spid="57"/>
                                        </p:tgtEl>
                                        <p:attrNameLst>
                                          <p:attrName>ppt_h</p:attrName>
                                        </p:attrNameLst>
                                      </p:cBhvr>
                                      <p:tavLst>
                                        <p:tav tm="0">
                                          <p:val>
                                            <p:fltVal val="0"/>
                                          </p:val>
                                        </p:tav>
                                        <p:tav tm="100000">
                                          <p:val>
                                            <p:strVal val="#ppt_h"/>
                                          </p:val>
                                        </p:tav>
                                      </p:tavLst>
                                    </p:anim>
                                    <p:animEffect transition="in" filter="fade">
                                      <p:cBhvr>
                                        <p:cTn id="49" dur="500"/>
                                        <p:tgtEl>
                                          <p:spTgt spid="5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16" fill="hold" nodeType="clickEffect">
                                  <p:stCondLst>
                                    <p:cond delay="0"/>
                                  </p:stCondLst>
                                  <p:childTnLst>
                                    <p:set>
                                      <p:cBhvr>
                                        <p:cTn id="53" dur="1" fill="hold">
                                          <p:stCondLst>
                                            <p:cond delay="0"/>
                                          </p:stCondLst>
                                        </p:cTn>
                                        <p:tgtEl>
                                          <p:spTgt spid="124935"/>
                                        </p:tgtEl>
                                        <p:attrNameLst>
                                          <p:attrName>style.visibility</p:attrName>
                                        </p:attrNameLst>
                                      </p:cBhvr>
                                      <p:to>
                                        <p:strVal val="visible"/>
                                      </p:to>
                                    </p:set>
                                    <p:anim calcmode="lin" valueType="num">
                                      <p:cBhvr>
                                        <p:cTn id="54" dur="500" fill="hold"/>
                                        <p:tgtEl>
                                          <p:spTgt spid="124935"/>
                                        </p:tgtEl>
                                        <p:attrNameLst>
                                          <p:attrName>ppt_w</p:attrName>
                                        </p:attrNameLst>
                                      </p:cBhvr>
                                      <p:tavLst>
                                        <p:tav tm="0">
                                          <p:val>
                                            <p:fltVal val="0"/>
                                          </p:val>
                                        </p:tav>
                                        <p:tav tm="100000">
                                          <p:val>
                                            <p:strVal val="#ppt_w"/>
                                          </p:val>
                                        </p:tav>
                                      </p:tavLst>
                                    </p:anim>
                                    <p:anim calcmode="lin" valueType="num">
                                      <p:cBhvr>
                                        <p:cTn id="55" dur="500" fill="hold"/>
                                        <p:tgtEl>
                                          <p:spTgt spid="124935"/>
                                        </p:tgtEl>
                                        <p:attrNameLst>
                                          <p:attrName>ppt_h</p:attrName>
                                        </p:attrNameLst>
                                      </p:cBhvr>
                                      <p:tavLst>
                                        <p:tav tm="0">
                                          <p:val>
                                            <p:fltVal val="0"/>
                                          </p:val>
                                        </p:tav>
                                        <p:tav tm="100000">
                                          <p:val>
                                            <p:strVal val="#ppt_h"/>
                                          </p:val>
                                        </p:tav>
                                      </p:tavLst>
                                    </p:anim>
                                    <p:animEffect transition="in" filter="fade">
                                      <p:cBhvr>
                                        <p:cTn id="56" dur="500"/>
                                        <p:tgtEl>
                                          <p:spTgt spid="124935"/>
                                        </p:tgtEl>
                                      </p:cBhvr>
                                    </p:animEffect>
                                  </p:childTnLst>
                                </p:cTn>
                              </p:par>
                            </p:childTnLst>
                          </p:cTn>
                        </p:par>
                        <p:par>
                          <p:cTn id="57" fill="hold" nodeType="afterGroup">
                            <p:stCondLst>
                              <p:cond delay="500"/>
                            </p:stCondLst>
                            <p:childTnLst>
                              <p:par>
                                <p:cTn id="58" presetID="53" presetClass="entr" presetSubtype="0" fill="hold" nodeType="afterEffect">
                                  <p:stCondLst>
                                    <p:cond delay="0"/>
                                  </p:stCondLst>
                                  <p:childTnLst>
                                    <p:set>
                                      <p:cBhvr>
                                        <p:cTn id="59" dur="1" fill="hold">
                                          <p:stCondLst>
                                            <p:cond delay="0"/>
                                          </p:stCondLst>
                                        </p:cTn>
                                        <p:tgtEl>
                                          <p:spTgt spid="58"/>
                                        </p:tgtEl>
                                        <p:attrNameLst>
                                          <p:attrName>style.visibility</p:attrName>
                                        </p:attrNameLst>
                                      </p:cBhvr>
                                      <p:to>
                                        <p:strVal val="visible"/>
                                      </p:to>
                                    </p:set>
                                    <p:anim calcmode="lin" valueType="num">
                                      <p:cBhvr>
                                        <p:cTn id="60" dur="500" fill="hold"/>
                                        <p:tgtEl>
                                          <p:spTgt spid="58"/>
                                        </p:tgtEl>
                                        <p:attrNameLst>
                                          <p:attrName>ppt_w</p:attrName>
                                        </p:attrNameLst>
                                      </p:cBhvr>
                                      <p:tavLst>
                                        <p:tav tm="0">
                                          <p:val>
                                            <p:fltVal val="0"/>
                                          </p:val>
                                        </p:tav>
                                        <p:tav tm="100000">
                                          <p:val>
                                            <p:strVal val="#ppt_w"/>
                                          </p:val>
                                        </p:tav>
                                      </p:tavLst>
                                    </p:anim>
                                    <p:anim calcmode="lin" valueType="num">
                                      <p:cBhvr>
                                        <p:cTn id="61" dur="500" fill="hold"/>
                                        <p:tgtEl>
                                          <p:spTgt spid="58"/>
                                        </p:tgtEl>
                                        <p:attrNameLst>
                                          <p:attrName>ppt_h</p:attrName>
                                        </p:attrNameLst>
                                      </p:cBhvr>
                                      <p:tavLst>
                                        <p:tav tm="0">
                                          <p:val>
                                            <p:fltVal val="0"/>
                                          </p:val>
                                        </p:tav>
                                        <p:tav tm="100000">
                                          <p:val>
                                            <p:strVal val="#ppt_h"/>
                                          </p:val>
                                        </p:tav>
                                      </p:tavLst>
                                    </p:anim>
                                    <p:animEffect transition="in" filter="fade">
                                      <p:cBhvr>
                                        <p:cTn id="62" dur="500"/>
                                        <p:tgtEl>
                                          <p:spTgt spid="5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3" presetClass="entr" presetSubtype="16" fill="hold" nodeType="clickEffect">
                                  <p:stCondLst>
                                    <p:cond delay="0"/>
                                  </p:stCondLst>
                                  <p:childTnLst>
                                    <p:set>
                                      <p:cBhvr>
                                        <p:cTn id="66" dur="1" fill="hold">
                                          <p:stCondLst>
                                            <p:cond delay="0"/>
                                          </p:stCondLst>
                                        </p:cTn>
                                        <p:tgtEl>
                                          <p:spTgt spid="124936"/>
                                        </p:tgtEl>
                                        <p:attrNameLst>
                                          <p:attrName>style.visibility</p:attrName>
                                        </p:attrNameLst>
                                      </p:cBhvr>
                                      <p:to>
                                        <p:strVal val="visible"/>
                                      </p:to>
                                    </p:set>
                                    <p:anim calcmode="lin" valueType="num">
                                      <p:cBhvr>
                                        <p:cTn id="67" dur="500" fill="hold"/>
                                        <p:tgtEl>
                                          <p:spTgt spid="124936"/>
                                        </p:tgtEl>
                                        <p:attrNameLst>
                                          <p:attrName>ppt_w</p:attrName>
                                        </p:attrNameLst>
                                      </p:cBhvr>
                                      <p:tavLst>
                                        <p:tav tm="0">
                                          <p:val>
                                            <p:fltVal val="0"/>
                                          </p:val>
                                        </p:tav>
                                        <p:tav tm="100000">
                                          <p:val>
                                            <p:strVal val="#ppt_w"/>
                                          </p:val>
                                        </p:tav>
                                      </p:tavLst>
                                    </p:anim>
                                    <p:anim calcmode="lin" valueType="num">
                                      <p:cBhvr>
                                        <p:cTn id="68" dur="500" fill="hold"/>
                                        <p:tgtEl>
                                          <p:spTgt spid="124936"/>
                                        </p:tgtEl>
                                        <p:attrNameLst>
                                          <p:attrName>ppt_h</p:attrName>
                                        </p:attrNameLst>
                                      </p:cBhvr>
                                      <p:tavLst>
                                        <p:tav tm="0">
                                          <p:val>
                                            <p:fltVal val="0"/>
                                          </p:val>
                                        </p:tav>
                                        <p:tav tm="100000">
                                          <p:val>
                                            <p:strVal val="#ppt_h"/>
                                          </p:val>
                                        </p:tav>
                                      </p:tavLst>
                                    </p:anim>
                                    <p:animEffect transition="in" filter="fade">
                                      <p:cBhvr>
                                        <p:cTn id="69" dur="500"/>
                                        <p:tgtEl>
                                          <p:spTgt spid="12493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53" presetClass="entr" presetSubtype="16" fill="hold" nodeType="clickEffect">
                                  <p:stCondLst>
                                    <p:cond delay="0"/>
                                  </p:stCondLst>
                                  <p:childTnLst>
                                    <p:set>
                                      <p:cBhvr>
                                        <p:cTn id="73" dur="1" fill="hold">
                                          <p:stCondLst>
                                            <p:cond delay="0"/>
                                          </p:stCondLst>
                                        </p:cTn>
                                        <p:tgtEl>
                                          <p:spTgt spid="124937"/>
                                        </p:tgtEl>
                                        <p:attrNameLst>
                                          <p:attrName>style.visibility</p:attrName>
                                        </p:attrNameLst>
                                      </p:cBhvr>
                                      <p:to>
                                        <p:strVal val="visible"/>
                                      </p:to>
                                    </p:set>
                                    <p:anim calcmode="lin" valueType="num">
                                      <p:cBhvr>
                                        <p:cTn id="74" dur="500" fill="hold"/>
                                        <p:tgtEl>
                                          <p:spTgt spid="124937"/>
                                        </p:tgtEl>
                                        <p:attrNameLst>
                                          <p:attrName>ppt_w</p:attrName>
                                        </p:attrNameLst>
                                      </p:cBhvr>
                                      <p:tavLst>
                                        <p:tav tm="0">
                                          <p:val>
                                            <p:fltVal val="0"/>
                                          </p:val>
                                        </p:tav>
                                        <p:tav tm="100000">
                                          <p:val>
                                            <p:strVal val="#ppt_w"/>
                                          </p:val>
                                        </p:tav>
                                      </p:tavLst>
                                    </p:anim>
                                    <p:anim calcmode="lin" valueType="num">
                                      <p:cBhvr>
                                        <p:cTn id="75" dur="500" fill="hold"/>
                                        <p:tgtEl>
                                          <p:spTgt spid="124937"/>
                                        </p:tgtEl>
                                        <p:attrNameLst>
                                          <p:attrName>ppt_h</p:attrName>
                                        </p:attrNameLst>
                                      </p:cBhvr>
                                      <p:tavLst>
                                        <p:tav tm="0">
                                          <p:val>
                                            <p:fltVal val="0"/>
                                          </p:val>
                                        </p:tav>
                                        <p:tav tm="100000">
                                          <p:val>
                                            <p:strVal val="#ppt_h"/>
                                          </p:val>
                                        </p:tav>
                                      </p:tavLst>
                                    </p:anim>
                                    <p:animEffect transition="in" filter="fade">
                                      <p:cBhvr>
                                        <p:cTn id="76" dur="500"/>
                                        <p:tgtEl>
                                          <p:spTgt spid="124937"/>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53" presetClass="entr" presetSubtype="16" fill="hold" nodeType="clickEffect">
                                  <p:stCondLst>
                                    <p:cond delay="0"/>
                                  </p:stCondLst>
                                  <p:childTnLst>
                                    <p:set>
                                      <p:cBhvr>
                                        <p:cTn id="80" dur="1" fill="hold">
                                          <p:stCondLst>
                                            <p:cond delay="0"/>
                                          </p:stCondLst>
                                        </p:cTn>
                                        <p:tgtEl>
                                          <p:spTgt spid="124938"/>
                                        </p:tgtEl>
                                        <p:attrNameLst>
                                          <p:attrName>style.visibility</p:attrName>
                                        </p:attrNameLst>
                                      </p:cBhvr>
                                      <p:to>
                                        <p:strVal val="visible"/>
                                      </p:to>
                                    </p:set>
                                    <p:anim calcmode="lin" valueType="num">
                                      <p:cBhvr>
                                        <p:cTn id="81" dur="500" fill="hold"/>
                                        <p:tgtEl>
                                          <p:spTgt spid="124938"/>
                                        </p:tgtEl>
                                        <p:attrNameLst>
                                          <p:attrName>ppt_w</p:attrName>
                                        </p:attrNameLst>
                                      </p:cBhvr>
                                      <p:tavLst>
                                        <p:tav tm="0">
                                          <p:val>
                                            <p:fltVal val="0"/>
                                          </p:val>
                                        </p:tav>
                                        <p:tav tm="100000">
                                          <p:val>
                                            <p:strVal val="#ppt_w"/>
                                          </p:val>
                                        </p:tav>
                                      </p:tavLst>
                                    </p:anim>
                                    <p:anim calcmode="lin" valueType="num">
                                      <p:cBhvr>
                                        <p:cTn id="82" dur="500" fill="hold"/>
                                        <p:tgtEl>
                                          <p:spTgt spid="124938"/>
                                        </p:tgtEl>
                                        <p:attrNameLst>
                                          <p:attrName>ppt_h</p:attrName>
                                        </p:attrNameLst>
                                      </p:cBhvr>
                                      <p:tavLst>
                                        <p:tav tm="0">
                                          <p:val>
                                            <p:fltVal val="0"/>
                                          </p:val>
                                        </p:tav>
                                        <p:tav tm="100000">
                                          <p:val>
                                            <p:strVal val="#ppt_h"/>
                                          </p:val>
                                        </p:tav>
                                      </p:tavLst>
                                    </p:anim>
                                    <p:animEffect transition="in" filter="fade">
                                      <p:cBhvr>
                                        <p:cTn id="83" dur="500"/>
                                        <p:tgtEl>
                                          <p:spTgt spid="124938"/>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53" presetClass="entr" presetSubtype="16" fill="hold" nodeType="clickEffect">
                                  <p:stCondLst>
                                    <p:cond delay="0"/>
                                  </p:stCondLst>
                                  <p:childTnLst>
                                    <p:set>
                                      <p:cBhvr>
                                        <p:cTn id="87" dur="1" fill="hold">
                                          <p:stCondLst>
                                            <p:cond delay="0"/>
                                          </p:stCondLst>
                                        </p:cTn>
                                        <p:tgtEl>
                                          <p:spTgt spid="124945"/>
                                        </p:tgtEl>
                                        <p:attrNameLst>
                                          <p:attrName>style.visibility</p:attrName>
                                        </p:attrNameLst>
                                      </p:cBhvr>
                                      <p:to>
                                        <p:strVal val="visible"/>
                                      </p:to>
                                    </p:set>
                                    <p:anim calcmode="lin" valueType="num">
                                      <p:cBhvr>
                                        <p:cTn id="88" dur="500" fill="hold"/>
                                        <p:tgtEl>
                                          <p:spTgt spid="124945"/>
                                        </p:tgtEl>
                                        <p:attrNameLst>
                                          <p:attrName>ppt_w</p:attrName>
                                        </p:attrNameLst>
                                      </p:cBhvr>
                                      <p:tavLst>
                                        <p:tav tm="0">
                                          <p:val>
                                            <p:fltVal val="0"/>
                                          </p:val>
                                        </p:tav>
                                        <p:tav tm="100000">
                                          <p:val>
                                            <p:strVal val="#ppt_w"/>
                                          </p:val>
                                        </p:tav>
                                      </p:tavLst>
                                    </p:anim>
                                    <p:anim calcmode="lin" valueType="num">
                                      <p:cBhvr>
                                        <p:cTn id="89" dur="500" fill="hold"/>
                                        <p:tgtEl>
                                          <p:spTgt spid="124945"/>
                                        </p:tgtEl>
                                        <p:attrNameLst>
                                          <p:attrName>ppt_h</p:attrName>
                                        </p:attrNameLst>
                                      </p:cBhvr>
                                      <p:tavLst>
                                        <p:tav tm="0">
                                          <p:val>
                                            <p:fltVal val="0"/>
                                          </p:val>
                                        </p:tav>
                                        <p:tav tm="100000">
                                          <p:val>
                                            <p:strVal val="#ppt_h"/>
                                          </p:val>
                                        </p:tav>
                                      </p:tavLst>
                                    </p:anim>
                                    <p:animEffect transition="in" filter="fade">
                                      <p:cBhvr>
                                        <p:cTn id="90" dur="500"/>
                                        <p:tgtEl>
                                          <p:spTgt spid="124945"/>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53" presetClass="entr" presetSubtype="16" fill="hold" nodeType="clickEffect">
                                  <p:stCondLst>
                                    <p:cond delay="0"/>
                                  </p:stCondLst>
                                  <p:childTnLst>
                                    <p:set>
                                      <p:cBhvr>
                                        <p:cTn id="94" dur="1" fill="hold">
                                          <p:stCondLst>
                                            <p:cond delay="0"/>
                                          </p:stCondLst>
                                        </p:cTn>
                                        <p:tgtEl>
                                          <p:spTgt spid="124940"/>
                                        </p:tgtEl>
                                        <p:attrNameLst>
                                          <p:attrName>style.visibility</p:attrName>
                                        </p:attrNameLst>
                                      </p:cBhvr>
                                      <p:to>
                                        <p:strVal val="visible"/>
                                      </p:to>
                                    </p:set>
                                    <p:anim calcmode="lin" valueType="num">
                                      <p:cBhvr>
                                        <p:cTn id="95" dur="500" fill="hold"/>
                                        <p:tgtEl>
                                          <p:spTgt spid="124940"/>
                                        </p:tgtEl>
                                        <p:attrNameLst>
                                          <p:attrName>ppt_w</p:attrName>
                                        </p:attrNameLst>
                                      </p:cBhvr>
                                      <p:tavLst>
                                        <p:tav tm="0">
                                          <p:val>
                                            <p:fltVal val="0"/>
                                          </p:val>
                                        </p:tav>
                                        <p:tav tm="100000">
                                          <p:val>
                                            <p:strVal val="#ppt_w"/>
                                          </p:val>
                                        </p:tav>
                                      </p:tavLst>
                                    </p:anim>
                                    <p:anim calcmode="lin" valueType="num">
                                      <p:cBhvr>
                                        <p:cTn id="96" dur="500" fill="hold"/>
                                        <p:tgtEl>
                                          <p:spTgt spid="124940"/>
                                        </p:tgtEl>
                                        <p:attrNameLst>
                                          <p:attrName>ppt_h</p:attrName>
                                        </p:attrNameLst>
                                      </p:cBhvr>
                                      <p:tavLst>
                                        <p:tav tm="0">
                                          <p:val>
                                            <p:fltVal val="0"/>
                                          </p:val>
                                        </p:tav>
                                        <p:tav tm="100000">
                                          <p:val>
                                            <p:strVal val="#ppt_h"/>
                                          </p:val>
                                        </p:tav>
                                      </p:tavLst>
                                    </p:anim>
                                    <p:animEffect transition="in" filter="fade">
                                      <p:cBhvr>
                                        <p:cTn id="97" dur="500"/>
                                        <p:tgtEl>
                                          <p:spTgt spid="124940"/>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53" presetClass="entr" presetSubtype="16" fill="hold" nodeType="clickEffect">
                                  <p:stCondLst>
                                    <p:cond delay="0"/>
                                  </p:stCondLst>
                                  <p:childTnLst>
                                    <p:set>
                                      <p:cBhvr>
                                        <p:cTn id="101" dur="1" fill="hold">
                                          <p:stCondLst>
                                            <p:cond delay="0"/>
                                          </p:stCondLst>
                                        </p:cTn>
                                        <p:tgtEl>
                                          <p:spTgt spid="124941"/>
                                        </p:tgtEl>
                                        <p:attrNameLst>
                                          <p:attrName>style.visibility</p:attrName>
                                        </p:attrNameLst>
                                      </p:cBhvr>
                                      <p:to>
                                        <p:strVal val="visible"/>
                                      </p:to>
                                    </p:set>
                                    <p:anim calcmode="lin" valueType="num">
                                      <p:cBhvr>
                                        <p:cTn id="102" dur="500" fill="hold"/>
                                        <p:tgtEl>
                                          <p:spTgt spid="124941"/>
                                        </p:tgtEl>
                                        <p:attrNameLst>
                                          <p:attrName>ppt_w</p:attrName>
                                        </p:attrNameLst>
                                      </p:cBhvr>
                                      <p:tavLst>
                                        <p:tav tm="0">
                                          <p:val>
                                            <p:fltVal val="0"/>
                                          </p:val>
                                        </p:tav>
                                        <p:tav tm="100000">
                                          <p:val>
                                            <p:strVal val="#ppt_w"/>
                                          </p:val>
                                        </p:tav>
                                      </p:tavLst>
                                    </p:anim>
                                    <p:anim calcmode="lin" valueType="num">
                                      <p:cBhvr>
                                        <p:cTn id="103" dur="500" fill="hold"/>
                                        <p:tgtEl>
                                          <p:spTgt spid="124941"/>
                                        </p:tgtEl>
                                        <p:attrNameLst>
                                          <p:attrName>ppt_h</p:attrName>
                                        </p:attrNameLst>
                                      </p:cBhvr>
                                      <p:tavLst>
                                        <p:tav tm="0">
                                          <p:val>
                                            <p:fltVal val="0"/>
                                          </p:val>
                                        </p:tav>
                                        <p:tav tm="100000">
                                          <p:val>
                                            <p:strVal val="#ppt_h"/>
                                          </p:val>
                                        </p:tav>
                                      </p:tavLst>
                                    </p:anim>
                                    <p:animEffect transition="in" filter="fade">
                                      <p:cBhvr>
                                        <p:cTn id="104" dur="500"/>
                                        <p:tgtEl>
                                          <p:spTgt spid="124941"/>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grpId="0" nodeType="clickEffect">
                                  <p:stCondLst>
                                    <p:cond delay="0"/>
                                  </p:stCondLst>
                                  <p:childTnLst>
                                    <p:set>
                                      <p:cBhvr>
                                        <p:cTn id="108" dur="1" fill="hold">
                                          <p:stCondLst>
                                            <p:cond delay="0"/>
                                          </p:stCondLst>
                                        </p:cTn>
                                        <p:tgtEl>
                                          <p:spTgt spid="13"/>
                                        </p:tgtEl>
                                        <p:attrNameLst>
                                          <p:attrName>style.visibility</p:attrName>
                                        </p:attrNameLst>
                                      </p:cBhvr>
                                      <p:to>
                                        <p:strVal val="visible"/>
                                      </p:to>
                                    </p:set>
                                    <p:animEffect transition="in" filter="wipe(down)">
                                      <p:cBhvr>
                                        <p:cTn id="10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内容占位符 2">
            <a:extLst>
              <a:ext uri="{FF2B5EF4-FFF2-40B4-BE49-F238E27FC236}">
                <a16:creationId xmlns:a16="http://schemas.microsoft.com/office/drawing/2014/main" id="{41CB586B-85A9-4FFD-9E09-1A23680C8BB4}"/>
              </a:ext>
            </a:extLst>
          </p:cNvPr>
          <p:cNvSpPr>
            <a:spLocks noGrp="1"/>
          </p:cNvSpPr>
          <p:nvPr>
            <p:ph idx="1"/>
          </p:nvPr>
        </p:nvSpPr>
        <p:spPr>
          <a:xfrm>
            <a:off x="755650" y="987425"/>
            <a:ext cx="1285875" cy="714375"/>
          </a:xfrm>
        </p:spPr>
        <p:txBody>
          <a:bodyPr/>
          <a:lstStyle/>
          <a:p>
            <a:pPr>
              <a:defRPr/>
            </a:pPr>
            <a:r>
              <a:rPr lang="zh-CN" altLang="en-US" sz="3000"/>
              <a:t>例</a:t>
            </a:r>
          </a:p>
        </p:txBody>
      </p:sp>
      <p:sp>
        <p:nvSpPr>
          <p:cNvPr id="36873" name="标题 1">
            <a:extLst>
              <a:ext uri="{FF2B5EF4-FFF2-40B4-BE49-F238E27FC236}">
                <a16:creationId xmlns:a16="http://schemas.microsoft.com/office/drawing/2014/main" id="{033E1A2C-9430-41FD-B6EB-B787C279AA68}"/>
              </a:ext>
            </a:extLst>
          </p:cNvPr>
          <p:cNvSpPr>
            <a:spLocks noGrp="1"/>
          </p:cNvSpPr>
          <p:nvPr>
            <p:ph type="title"/>
          </p:nvPr>
        </p:nvSpPr>
        <p:spPr>
          <a:xfrm>
            <a:off x="755650" y="268288"/>
            <a:ext cx="7931150" cy="358775"/>
          </a:xfrm>
        </p:spPr>
        <p:txBody>
          <a:bodyPr/>
          <a:lstStyle/>
          <a:p>
            <a:pPr>
              <a:defRPr/>
            </a:pPr>
            <a:r>
              <a:rPr lang="zh-CN" altLang="en-US" spc="300" dirty="0">
                <a:latin typeface="Times New Roman" panose="02020603050405020304" pitchFamily="18" charset="0"/>
                <a:cs typeface="Times New Roman" panose="02020603050405020304" pitchFamily="18" charset="0"/>
              </a:rPr>
              <a:t>非</a:t>
            </a:r>
            <a:r>
              <a:rPr lang="en-US" altLang="zh-CN" i="1" spc="300" dirty="0">
                <a:latin typeface="Times New Roman" panose="02020603050405020304" pitchFamily="18" charset="0"/>
                <a:cs typeface="Times New Roman" panose="02020603050405020304" pitchFamily="18" charset="0"/>
              </a:rPr>
              <a:t>L</a:t>
            </a:r>
            <a:r>
              <a:rPr lang="zh-CN" altLang="en-US" spc="300" dirty="0">
                <a:latin typeface="Times New Roman" panose="02020603050405020304" pitchFamily="18" charset="0"/>
                <a:cs typeface="Times New Roman" panose="02020603050405020304" pitchFamily="18" charset="0"/>
              </a:rPr>
              <a:t>属性的</a:t>
            </a:r>
            <a:r>
              <a:rPr lang="en-US" altLang="zh-CN" i="1" dirty="0">
                <a:latin typeface="Times New Roman" panose="02020603050405020304" pitchFamily="18" charset="0"/>
                <a:cs typeface="Times New Roman" panose="02020603050405020304" pitchFamily="18" charset="0"/>
              </a:rPr>
              <a:t>SDD</a:t>
            </a:r>
            <a:endParaRPr lang="zh-CN" altLang="en-US" i="1" dirty="0">
              <a:latin typeface="Times New Roman" panose="02020603050405020304" pitchFamily="18" charset="0"/>
              <a:cs typeface="Times New Roman" panose="02020603050405020304" pitchFamily="18" charset="0"/>
            </a:endParaRPr>
          </a:p>
        </p:txBody>
      </p:sp>
      <p:grpSp>
        <p:nvGrpSpPr>
          <p:cNvPr id="2" name="组合 3">
            <a:extLst>
              <a:ext uri="{FF2B5EF4-FFF2-40B4-BE49-F238E27FC236}">
                <a16:creationId xmlns:a16="http://schemas.microsoft.com/office/drawing/2014/main" id="{0357E0C6-20EC-4D07-B346-DE236D69FF13}"/>
              </a:ext>
            </a:extLst>
          </p:cNvPr>
          <p:cNvGrpSpPr>
            <a:grpSpLocks/>
          </p:cNvGrpSpPr>
          <p:nvPr/>
        </p:nvGrpSpPr>
        <p:grpSpPr bwMode="auto">
          <a:xfrm>
            <a:off x="2411413" y="1087438"/>
            <a:ext cx="4249737" cy="3341687"/>
            <a:chOff x="6304185" y="526505"/>
            <a:chExt cx="4250229" cy="3342453"/>
          </a:xfrm>
          <a:solidFill>
            <a:schemeClr val="accent5">
              <a:lumMod val="60000"/>
              <a:lumOff val="40000"/>
            </a:schemeClr>
          </a:solidFill>
        </p:grpSpPr>
        <p:sp>
          <p:nvSpPr>
            <p:cNvPr id="11" name="矩形 10">
              <a:extLst>
                <a:ext uri="{FF2B5EF4-FFF2-40B4-BE49-F238E27FC236}">
                  <a16:creationId xmlns:a16="http://schemas.microsoft.com/office/drawing/2014/main" id="{2BF159DC-3B72-4DCF-966E-78053FA6EBAF}"/>
                </a:ext>
              </a:extLst>
            </p:cNvPr>
            <p:cNvSpPr/>
            <p:nvPr/>
          </p:nvSpPr>
          <p:spPr>
            <a:xfrm>
              <a:off x="6304185" y="526505"/>
              <a:ext cx="4231177" cy="3342453"/>
            </a:xfrm>
            <a:prstGeom prst="rect">
              <a:avLst/>
            </a:prstGeom>
            <a:grpFill/>
            <a:ln>
              <a:solidFill>
                <a:schemeClr val="tx1"/>
              </a:solidFill>
            </a:ln>
          </p:spPr>
          <p:txBody>
            <a:bodyPr>
              <a:spAutoFit/>
            </a:bodyPr>
            <a:lstStyle/>
            <a:p>
              <a:pPr eaLnBrk="1" hangingPunct="1">
                <a:spcBef>
                  <a:spcPct val="30000"/>
                </a:spcBef>
                <a:defRPr/>
              </a:pPr>
              <a:r>
                <a:rPr lang="zh-CN" altLang="en-US" sz="2400" b="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sz="24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产生式</a:t>
              </a:r>
              <a:r>
                <a:rPr lang="en-US" altLang="zh-CN" sz="24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sz="24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语义规则</a:t>
              </a:r>
              <a:endParaRPr lang="en-US" altLang="zh-CN" sz="24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spcBef>
                  <a:spcPct val="30000"/>
                </a:spcBef>
                <a:defRPr/>
              </a:pPr>
              <a:r>
                <a:rPr kumimoji="1" lang="en-US" altLang="zh-CN" sz="2400" dirty="0">
                  <a:solidFill>
                    <a:srgbClr val="000000"/>
                  </a:solidFill>
                  <a:latin typeface="Times New Roman" panose="02020603050405020304" pitchFamily="18" charset="0"/>
                  <a:ea typeface="SimSun" panose="02010600030101010101" pitchFamily="2" charset="-122"/>
                </a:rPr>
                <a:t>(1) </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A</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LM	</a:t>
              </a:r>
              <a:r>
                <a:rPr kumimoji="1" lang="en-US" altLang="zh-CN" sz="2400" i="1" dirty="0" err="1">
                  <a:solidFill>
                    <a:prstClr val="black"/>
                  </a:solidFill>
                  <a:latin typeface="Times New Roman" panose="02020603050405020304" pitchFamily="18" charset="0"/>
                  <a:ea typeface="楷体_GB2312" pitchFamily="49" charset="-122"/>
                  <a:cs typeface="Times New Roman" panose="02020603050405020304" pitchFamily="18" charset="0"/>
                </a:rPr>
                <a:t>L</a:t>
              </a:r>
              <a:r>
                <a:rPr kumimoji="1" lang="en-US" altLang="zh-CN" sz="2400" dirty="0" err="1">
                  <a:solidFill>
                    <a:prstClr val="black"/>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err="1">
                  <a:solidFill>
                    <a:srgbClr val="0000FF"/>
                  </a:solidFill>
                  <a:latin typeface="Times New Roman" panose="02020603050405020304" pitchFamily="18" charset="0"/>
                  <a:ea typeface="楷体_GB2312" pitchFamily="49" charset="-122"/>
                  <a:cs typeface="Times New Roman" panose="02020603050405020304" pitchFamily="18" charset="0"/>
                </a:rPr>
                <a:t>i</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l</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err="1">
                  <a:solidFill>
                    <a:prstClr val="black"/>
                  </a:solidFill>
                  <a:latin typeface="Times New Roman" panose="02020603050405020304" pitchFamily="18" charset="0"/>
                  <a:ea typeface="楷体_GB2312" pitchFamily="49" charset="-122"/>
                  <a:cs typeface="Times New Roman" panose="02020603050405020304" pitchFamily="18" charset="0"/>
                </a:rPr>
                <a:t>A.i</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a:t>
              </a:r>
            </a:p>
            <a:p>
              <a:pPr eaLnBrk="1" hangingPunct="1">
                <a:spcBef>
                  <a:spcPct val="30000"/>
                </a:spcBef>
                <a:defRPr/>
              </a:pP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err="1">
                  <a:solidFill>
                    <a:prstClr val="black"/>
                  </a:solidFill>
                  <a:latin typeface="Times New Roman" panose="02020603050405020304" pitchFamily="18" charset="0"/>
                  <a:ea typeface="楷体_GB2312" pitchFamily="49" charset="-122"/>
                  <a:cs typeface="Times New Roman" panose="02020603050405020304" pitchFamily="18" charset="0"/>
                </a:rPr>
                <a:t>M.</a:t>
              </a:r>
              <a:r>
                <a:rPr kumimoji="1" lang="en-US" altLang="zh-CN" sz="2400" i="1" dirty="0" err="1">
                  <a:solidFill>
                    <a:srgbClr val="0000FF"/>
                  </a:solidFill>
                  <a:latin typeface="Times New Roman" panose="02020603050405020304" pitchFamily="18" charset="0"/>
                  <a:ea typeface="楷体_GB2312" pitchFamily="49" charset="-122"/>
                  <a:cs typeface="Times New Roman" panose="02020603050405020304" pitchFamily="18" charset="0"/>
                </a:rPr>
                <a:t>i</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m</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L.s</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a:t>
              </a:r>
            </a:p>
            <a:p>
              <a:pPr eaLnBrk="1" hangingPunct="1">
                <a:spcBef>
                  <a:spcPct val="30000"/>
                </a:spcBef>
                <a:defRPr/>
              </a:pP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		A.s </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f</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M.s</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a:t>
              </a:r>
            </a:p>
            <a:p>
              <a:pPr eaLnBrk="1" hangingPunct="1">
                <a:spcBef>
                  <a:spcPct val="30000"/>
                </a:spcBef>
                <a:defRPr/>
              </a:pPr>
              <a:r>
                <a:rPr kumimoji="1" lang="en-US" altLang="zh-CN" sz="2400" dirty="0">
                  <a:solidFill>
                    <a:srgbClr val="000000"/>
                  </a:solidFill>
                  <a:latin typeface="Times New Roman" panose="02020603050405020304" pitchFamily="18" charset="0"/>
                  <a:ea typeface="SimSun" panose="02010600030101010101" pitchFamily="2" charset="-122"/>
                </a:rPr>
                <a:t>(2) </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A</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400" dirty="0">
                  <a:solidFill>
                    <a:prstClr val="black"/>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a:solidFill>
                    <a:prstClr val="black"/>
                  </a:solidFill>
                  <a:latin typeface="Times New Roman" panose="02020603050405020304" pitchFamily="18" charset="0"/>
                  <a:ea typeface="楷体_GB2312" pitchFamily="49" charset="-122"/>
                  <a:cs typeface="Times New Roman" panose="02020603050405020304" pitchFamily="18" charset="0"/>
                </a:rPr>
                <a:t>QR	</a:t>
              </a:r>
              <a:r>
                <a:rPr kumimoji="1" lang="en-US" altLang="zh-CN" sz="2400" i="1" dirty="0" err="1">
                  <a:latin typeface="Times New Roman" panose="02020603050405020304" pitchFamily="18" charset="0"/>
                  <a:ea typeface="楷体_GB2312" pitchFamily="49" charset="-122"/>
                  <a:cs typeface="Times New Roman" panose="02020603050405020304" pitchFamily="18" charset="0"/>
                </a:rPr>
                <a:t>R.</a:t>
              </a:r>
              <a:r>
                <a:rPr kumimoji="1" lang="en-US" altLang="zh-CN" sz="2400" i="1" dirty="0" err="1">
                  <a:solidFill>
                    <a:srgbClr val="0000FF"/>
                  </a:solidFill>
                  <a:latin typeface="Times New Roman" panose="02020603050405020304" pitchFamily="18" charset="0"/>
                  <a:ea typeface="楷体_GB2312" pitchFamily="49" charset="-122"/>
                  <a:cs typeface="Times New Roman" panose="02020603050405020304" pitchFamily="18" charset="0"/>
                </a:rPr>
                <a:t>i</a:t>
              </a:r>
              <a:r>
                <a:rPr kumimoji="1" lang="en-US" altLang="zh-CN" sz="2400" i="1"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a:latin typeface="Times New Roman" panose="02020603050405020304" pitchFamily="18" charset="0"/>
                  <a:ea typeface="楷体_GB2312" pitchFamily="49" charset="-122"/>
                  <a:cs typeface="Times New Roman" panose="02020603050405020304" pitchFamily="18" charset="0"/>
                </a:rPr>
                <a:t>r</a:t>
              </a:r>
              <a:r>
                <a:rPr kumimoji="1" lang="en-US" altLang="zh-CN" sz="2400" dirty="0">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err="1">
                  <a:latin typeface="Times New Roman" panose="02020603050405020304" pitchFamily="18" charset="0"/>
                  <a:ea typeface="楷体_GB2312" pitchFamily="49" charset="-122"/>
                  <a:cs typeface="Times New Roman" panose="02020603050405020304" pitchFamily="18" charset="0"/>
                </a:rPr>
                <a:t>A.i</a:t>
              </a:r>
              <a:r>
                <a:rPr kumimoji="1" lang="en-US" altLang="zh-CN" sz="2400" dirty="0">
                  <a:latin typeface="Times New Roman" panose="02020603050405020304" pitchFamily="18" charset="0"/>
                  <a:ea typeface="楷体_GB2312" pitchFamily="49" charset="-122"/>
                  <a:cs typeface="Times New Roman" panose="02020603050405020304" pitchFamily="18" charset="0"/>
                </a:rPr>
                <a:t>)</a:t>
              </a:r>
            </a:p>
            <a:p>
              <a:pPr eaLnBrk="1" hangingPunct="1">
                <a:spcBef>
                  <a:spcPct val="30000"/>
                </a:spcBef>
                <a:defRPr/>
              </a:pPr>
              <a:r>
                <a:rPr kumimoji="1" lang="en-US" altLang="zh-CN" sz="2400" i="1" dirty="0">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err="1">
                  <a:latin typeface="Times New Roman" panose="02020603050405020304" pitchFamily="18" charset="0"/>
                  <a:ea typeface="楷体_GB2312" pitchFamily="49" charset="-122"/>
                  <a:cs typeface="Times New Roman" panose="02020603050405020304" pitchFamily="18" charset="0"/>
                </a:rPr>
                <a:t>Q.</a:t>
              </a:r>
              <a:r>
                <a:rPr kumimoji="1" lang="en-US" altLang="zh-CN" sz="2400" i="1" dirty="0" err="1">
                  <a:solidFill>
                    <a:srgbClr val="0000FF"/>
                  </a:solidFill>
                  <a:latin typeface="Times New Roman" panose="02020603050405020304" pitchFamily="18" charset="0"/>
                  <a:ea typeface="楷体_GB2312" pitchFamily="49" charset="-122"/>
                  <a:cs typeface="Times New Roman" panose="02020603050405020304" pitchFamily="18" charset="0"/>
                </a:rPr>
                <a:t>i</a:t>
              </a:r>
              <a:r>
                <a:rPr kumimoji="1" lang="en-US" altLang="zh-CN" sz="2400" i="1"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a:latin typeface="Times New Roman" panose="02020603050405020304" pitchFamily="18" charset="0"/>
                  <a:ea typeface="楷体_GB2312" pitchFamily="49" charset="-122"/>
                  <a:cs typeface="Times New Roman" panose="02020603050405020304" pitchFamily="18" charset="0"/>
                </a:rPr>
                <a:t>q</a:t>
              </a:r>
              <a:r>
                <a:rPr kumimoji="1" lang="en-US" altLang="zh-CN" sz="2400" dirty="0">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a:solidFill>
                    <a:srgbClr val="FF0000"/>
                  </a:solidFill>
                  <a:latin typeface="Times New Roman" panose="02020603050405020304" pitchFamily="18" charset="0"/>
                  <a:ea typeface="楷体_GB2312" pitchFamily="49" charset="-122"/>
                  <a:cs typeface="Times New Roman" panose="02020603050405020304" pitchFamily="18" charset="0"/>
                </a:rPr>
                <a:t>R.s</a:t>
              </a:r>
              <a:r>
                <a:rPr kumimoji="1" lang="en-US" altLang="zh-CN" sz="2400" dirty="0">
                  <a:latin typeface="Times New Roman" panose="02020603050405020304" pitchFamily="18" charset="0"/>
                  <a:ea typeface="楷体_GB2312" pitchFamily="49" charset="-122"/>
                  <a:cs typeface="Times New Roman" panose="02020603050405020304" pitchFamily="18" charset="0"/>
                </a:rPr>
                <a:t>)</a:t>
              </a:r>
            </a:p>
            <a:p>
              <a:pPr eaLnBrk="1" hangingPunct="1">
                <a:spcBef>
                  <a:spcPct val="30000"/>
                </a:spcBef>
                <a:defRPr/>
              </a:pPr>
              <a:r>
                <a:rPr kumimoji="1" lang="en-US" altLang="zh-CN" sz="2400" i="1" dirty="0">
                  <a:solidFill>
                    <a:schemeClr val="hlink"/>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a:latin typeface="Times New Roman" panose="02020603050405020304" pitchFamily="18" charset="0"/>
                  <a:ea typeface="楷体_GB2312" pitchFamily="49" charset="-122"/>
                  <a:cs typeface="Times New Roman" panose="02020603050405020304" pitchFamily="18" charset="0"/>
                </a:rPr>
                <a:t>A.s </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i="1" dirty="0">
                  <a:latin typeface="Times New Roman" panose="02020603050405020304" pitchFamily="18" charset="0"/>
                  <a:ea typeface="楷体_GB2312" pitchFamily="49" charset="-122"/>
                  <a:cs typeface="Times New Roman" panose="02020603050405020304" pitchFamily="18" charset="0"/>
                </a:rPr>
                <a:t>f</a:t>
              </a:r>
              <a:r>
                <a:rPr kumimoji="1" lang="en-US" altLang="zh-CN" sz="2400" dirty="0">
                  <a:latin typeface="Times New Roman" panose="02020603050405020304" pitchFamily="18" charset="0"/>
                  <a:ea typeface="楷体_GB2312" pitchFamily="49" charset="-122"/>
                  <a:cs typeface="Times New Roman" panose="02020603050405020304" pitchFamily="18" charset="0"/>
                </a:rPr>
                <a:t>(</a:t>
              </a:r>
              <a:r>
                <a:rPr kumimoji="1" lang="en-US" altLang="zh-CN" sz="2400" i="1" dirty="0">
                  <a:latin typeface="Times New Roman" panose="02020603050405020304" pitchFamily="18" charset="0"/>
                  <a:ea typeface="楷体_GB2312" pitchFamily="49" charset="-122"/>
                  <a:cs typeface="Times New Roman" panose="02020603050405020304" pitchFamily="18" charset="0"/>
                </a:rPr>
                <a:t>Q.s</a:t>
              </a:r>
              <a:r>
                <a:rPr kumimoji="1" lang="en-US" altLang="zh-CN" sz="2400" dirty="0">
                  <a:latin typeface="Times New Roman" panose="02020603050405020304" pitchFamily="18" charset="0"/>
                  <a:ea typeface="楷体_GB2312" pitchFamily="49" charset="-122"/>
                  <a:cs typeface="Times New Roman" panose="02020603050405020304" pitchFamily="18" charset="0"/>
                </a:rPr>
                <a:t>)</a:t>
              </a:r>
            </a:p>
          </p:txBody>
        </p:sp>
        <p:cxnSp>
          <p:nvCxnSpPr>
            <p:cNvPr id="12" name="直接连接符 11">
              <a:extLst>
                <a:ext uri="{FF2B5EF4-FFF2-40B4-BE49-F238E27FC236}">
                  <a16:creationId xmlns:a16="http://schemas.microsoft.com/office/drawing/2014/main" id="{68557589-6017-4B5A-A096-18B96F153682}"/>
                </a:ext>
              </a:extLst>
            </p:cNvPr>
            <p:cNvCxnSpPr/>
            <p:nvPr/>
          </p:nvCxnSpPr>
          <p:spPr>
            <a:xfrm>
              <a:off x="6304185" y="952053"/>
              <a:ext cx="4231177"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76D8F66E-DCC1-434C-8AB4-3330CCEDBEAA}"/>
                </a:ext>
              </a:extLst>
            </p:cNvPr>
            <p:cNvCxnSpPr/>
            <p:nvPr/>
          </p:nvCxnSpPr>
          <p:spPr>
            <a:xfrm>
              <a:off x="8039523" y="526505"/>
              <a:ext cx="0" cy="334245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FF9BB87-B043-462A-9715-DAE467C7E78B}"/>
                </a:ext>
              </a:extLst>
            </p:cNvPr>
            <p:cNvCxnSpPr/>
            <p:nvPr/>
          </p:nvCxnSpPr>
          <p:spPr>
            <a:xfrm>
              <a:off x="6323237" y="2420826"/>
              <a:ext cx="4231177"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组合 1">
            <a:extLst>
              <a:ext uri="{FF2B5EF4-FFF2-40B4-BE49-F238E27FC236}">
                <a16:creationId xmlns:a16="http://schemas.microsoft.com/office/drawing/2014/main" id="{F03B0FFB-BD53-4F0E-812D-E436D2E0211F}"/>
              </a:ext>
            </a:extLst>
          </p:cNvPr>
          <p:cNvGrpSpPr>
            <a:grpSpLocks/>
          </p:cNvGrpSpPr>
          <p:nvPr/>
        </p:nvGrpSpPr>
        <p:grpSpPr bwMode="auto">
          <a:xfrm>
            <a:off x="2395538" y="2598738"/>
            <a:ext cx="2405062" cy="2444750"/>
            <a:chOff x="2395571" y="2599414"/>
            <a:chExt cx="2405374" cy="2444578"/>
          </a:xfrm>
        </p:grpSpPr>
        <p:sp>
          <p:nvSpPr>
            <p:cNvPr id="85009" name="矩形 48">
              <a:extLst>
                <a:ext uri="{FF2B5EF4-FFF2-40B4-BE49-F238E27FC236}">
                  <a16:creationId xmlns:a16="http://schemas.microsoft.com/office/drawing/2014/main" id="{BFE1245C-BF28-42FF-AF61-947B8ADDEE30}"/>
                </a:ext>
              </a:extLst>
            </p:cNvPr>
            <p:cNvSpPr>
              <a:spLocks noChangeArrowheads="1"/>
            </p:cNvSpPr>
            <p:nvPr/>
          </p:nvSpPr>
          <p:spPr bwMode="auto">
            <a:xfrm>
              <a:off x="4222968" y="2599414"/>
              <a:ext cx="577977" cy="342013"/>
            </a:xfrm>
            <a:prstGeom prst="rect">
              <a:avLst/>
            </a:prstGeom>
            <a:noFill/>
            <a:ln w="38100" algn="ctr">
              <a:solidFill>
                <a:srgbClr val="FF00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85010" name="矩形 49">
              <a:extLst>
                <a:ext uri="{FF2B5EF4-FFF2-40B4-BE49-F238E27FC236}">
                  <a16:creationId xmlns:a16="http://schemas.microsoft.com/office/drawing/2014/main" id="{C38645BD-4392-4ABD-937F-AA43DF03815E}"/>
                </a:ext>
              </a:extLst>
            </p:cNvPr>
            <p:cNvSpPr>
              <a:spLocks noChangeArrowheads="1"/>
            </p:cNvSpPr>
            <p:nvPr/>
          </p:nvSpPr>
          <p:spPr bwMode="auto">
            <a:xfrm>
              <a:off x="4222968" y="4018367"/>
              <a:ext cx="577977" cy="381910"/>
            </a:xfrm>
            <a:prstGeom prst="rect">
              <a:avLst/>
            </a:prstGeom>
            <a:noFill/>
            <a:ln w="38100" algn="ctr">
              <a:solidFill>
                <a:srgbClr val="FF00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85011" name="Line 5">
              <a:extLst>
                <a:ext uri="{FF2B5EF4-FFF2-40B4-BE49-F238E27FC236}">
                  <a16:creationId xmlns:a16="http://schemas.microsoft.com/office/drawing/2014/main" id="{75C77408-26B0-4D30-8411-B87C74208290}"/>
                </a:ext>
              </a:extLst>
            </p:cNvPr>
            <p:cNvSpPr>
              <a:spLocks noChangeShapeType="1"/>
            </p:cNvSpPr>
            <p:nvPr/>
          </p:nvSpPr>
          <p:spPr bwMode="auto">
            <a:xfrm flipV="1">
              <a:off x="3563888" y="2743030"/>
              <a:ext cx="678103" cy="1777740"/>
            </a:xfrm>
            <a:prstGeom prst="line">
              <a:avLst/>
            </a:prstGeom>
            <a:noFill/>
            <a:ln w="38100">
              <a:solidFill>
                <a:srgbClr val="FF0000"/>
              </a:solidFill>
              <a:prstDash val="dash"/>
              <a:round/>
              <a:headEn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5012" name="Line 5">
              <a:extLst>
                <a:ext uri="{FF2B5EF4-FFF2-40B4-BE49-F238E27FC236}">
                  <a16:creationId xmlns:a16="http://schemas.microsoft.com/office/drawing/2014/main" id="{7FA09ED5-3256-416B-B199-91E34B4836DE}"/>
                </a:ext>
              </a:extLst>
            </p:cNvPr>
            <p:cNvSpPr>
              <a:spLocks noChangeShapeType="1"/>
            </p:cNvSpPr>
            <p:nvPr/>
          </p:nvSpPr>
          <p:spPr bwMode="auto">
            <a:xfrm flipV="1">
              <a:off x="3563888" y="4110014"/>
              <a:ext cx="659080" cy="410758"/>
            </a:xfrm>
            <a:prstGeom prst="line">
              <a:avLst/>
            </a:prstGeom>
            <a:noFill/>
            <a:ln w="38100">
              <a:solidFill>
                <a:srgbClr val="FF0000"/>
              </a:solidFill>
              <a:prstDash val="dash"/>
              <a:round/>
              <a:headEn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85013" name="矩形 52">
              <a:extLst>
                <a:ext uri="{FF2B5EF4-FFF2-40B4-BE49-F238E27FC236}">
                  <a16:creationId xmlns:a16="http://schemas.microsoft.com/office/drawing/2014/main" id="{0856FA7B-C1B6-41C5-8F47-D77E618F13C1}"/>
                </a:ext>
              </a:extLst>
            </p:cNvPr>
            <p:cNvSpPr>
              <a:spLocks noChangeArrowheads="1"/>
            </p:cNvSpPr>
            <p:nvPr/>
          </p:nvSpPr>
          <p:spPr bwMode="auto">
            <a:xfrm>
              <a:off x="2395571" y="4520772"/>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zh-CN" altLang="en-US" sz="28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综合属性</a:t>
              </a:r>
              <a:endParaRPr lang="zh-CN" altLang="en-US">
                <a:solidFill>
                  <a:srgbClr val="FF0000"/>
                </a:solidFill>
                <a:ea typeface="华文楷体" panose="02010600040101010101" pitchFamily="2" charset="-122"/>
                <a:cs typeface="Times New Roman" panose="02020603050405020304" pitchFamily="18" charset="0"/>
              </a:endParaRPr>
            </a:p>
          </p:txBody>
        </p:sp>
      </p:grpSp>
      <p:grpSp>
        <p:nvGrpSpPr>
          <p:cNvPr id="4" name="组合 3">
            <a:extLst>
              <a:ext uri="{FF2B5EF4-FFF2-40B4-BE49-F238E27FC236}">
                <a16:creationId xmlns:a16="http://schemas.microsoft.com/office/drawing/2014/main" id="{8C731477-03AA-4969-BF57-1DFE8CD9FA35}"/>
              </a:ext>
            </a:extLst>
          </p:cNvPr>
          <p:cNvGrpSpPr>
            <a:grpSpLocks/>
          </p:cNvGrpSpPr>
          <p:nvPr/>
        </p:nvGrpSpPr>
        <p:grpSpPr bwMode="auto">
          <a:xfrm>
            <a:off x="498475" y="1604963"/>
            <a:ext cx="4318000" cy="2335212"/>
            <a:chOff x="499244" y="1604535"/>
            <a:chExt cx="4317552" cy="2335367"/>
          </a:xfrm>
        </p:grpSpPr>
        <p:sp>
          <p:nvSpPr>
            <p:cNvPr id="31" name="矩形 30">
              <a:extLst>
                <a:ext uri="{FF2B5EF4-FFF2-40B4-BE49-F238E27FC236}">
                  <a16:creationId xmlns:a16="http://schemas.microsoft.com/office/drawing/2014/main" id="{0B7C6AE0-0DC3-4320-8A24-AECA1F50F521}"/>
                </a:ext>
              </a:extLst>
            </p:cNvPr>
            <p:cNvSpPr>
              <a:spLocks noChangeArrowheads="1"/>
            </p:cNvSpPr>
            <p:nvPr/>
          </p:nvSpPr>
          <p:spPr bwMode="auto">
            <a:xfrm>
              <a:off x="4223133" y="1604535"/>
              <a:ext cx="525408" cy="411189"/>
            </a:xfrm>
            <a:prstGeom prst="rect">
              <a:avLst/>
            </a:prstGeom>
            <a:noFill/>
            <a:ln w="38100" algn="ctr">
              <a:solidFill>
                <a:schemeClr val="tx2">
                  <a:lumMod val="60000"/>
                  <a:lumOff val="40000"/>
                </a:schemeClr>
              </a:solidFill>
              <a:prstDash val="lgDash"/>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chemeClr val="tx1"/>
                </a:solidFill>
                <a:latin typeface="Tahoma" panose="020B0604030504040204" pitchFamily="34" charset="0"/>
              </a:endParaRPr>
            </a:p>
          </p:txBody>
        </p:sp>
        <p:sp>
          <p:nvSpPr>
            <p:cNvPr id="32" name="矩形 31">
              <a:extLst>
                <a:ext uri="{FF2B5EF4-FFF2-40B4-BE49-F238E27FC236}">
                  <a16:creationId xmlns:a16="http://schemas.microsoft.com/office/drawing/2014/main" id="{152D581E-1BA6-40C7-8484-99E0A9999D59}"/>
                </a:ext>
              </a:extLst>
            </p:cNvPr>
            <p:cNvSpPr>
              <a:spLocks noChangeArrowheads="1"/>
            </p:cNvSpPr>
            <p:nvPr/>
          </p:nvSpPr>
          <p:spPr bwMode="auto">
            <a:xfrm>
              <a:off x="4212022" y="2130032"/>
              <a:ext cx="604774" cy="357212"/>
            </a:xfrm>
            <a:prstGeom prst="rect">
              <a:avLst/>
            </a:prstGeom>
            <a:noFill/>
            <a:ln w="38100" algn="ctr">
              <a:solidFill>
                <a:schemeClr val="tx2">
                  <a:lumMod val="60000"/>
                  <a:lumOff val="40000"/>
                </a:schemeClr>
              </a:solidFill>
              <a:prstDash val="lgDash"/>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chemeClr val="tx1"/>
                </a:solidFill>
                <a:latin typeface="Tahoma" panose="020B0604030504040204" pitchFamily="34" charset="0"/>
              </a:endParaRPr>
            </a:p>
          </p:txBody>
        </p:sp>
        <p:sp>
          <p:nvSpPr>
            <p:cNvPr id="33" name="矩形 32">
              <a:extLst>
                <a:ext uri="{FF2B5EF4-FFF2-40B4-BE49-F238E27FC236}">
                  <a16:creationId xmlns:a16="http://schemas.microsoft.com/office/drawing/2014/main" id="{29ABE758-BF23-4FC1-9C9F-114451404DAA}"/>
                </a:ext>
              </a:extLst>
            </p:cNvPr>
            <p:cNvSpPr>
              <a:spLocks noChangeArrowheads="1"/>
            </p:cNvSpPr>
            <p:nvPr/>
          </p:nvSpPr>
          <p:spPr bwMode="auto">
            <a:xfrm>
              <a:off x="4212022" y="3581103"/>
              <a:ext cx="552393" cy="358799"/>
            </a:xfrm>
            <a:prstGeom prst="rect">
              <a:avLst/>
            </a:prstGeom>
            <a:noFill/>
            <a:ln w="38100" algn="ctr">
              <a:solidFill>
                <a:schemeClr val="tx2">
                  <a:lumMod val="60000"/>
                  <a:lumOff val="40000"/>
                </a:schemeClr>
              </a:solidFill>
              <a:prstDash val="lgDash"/>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chemeClr val="tx1"/>
                </a:solidFill>
                <a:latin typeface="Tahoma" panose="020B0604030504040204" pitchFamily="34" charset="0"/>
              </a:endParaRPr>
            </a:p>
          </p:txBody>
        </p:sp>
        <p:sp>
          <p:nvSpPr>
            <p:cNvPr id="34" name="矩形 33">
              <a:extLst>
                <a:ext uri="{FF2B5EF4-FFF2-40B4-BE49-F238E27FC236}">
                  <a16:creationId xmlns:a16="http://schemas.microsoft.com/office/drawing/2014/main" id="{D34FBA7B-2B71-494D-93CC-5856AA111543}"/>
                </a:ext>
              </a:extLst>
            </p:cNvPr>
            <p:cNvSpPr>
              <a:spLocks noChangeArrowheads="1"/>
            </p:cNvSpPr>
            <p:nvPr/>
          </p:nvSpPr>
          <p:spPr bwMode="auto">
            <a:xfrm>
              <a:off x="4212022" y="3085770"/>
              <a:ext cx="552393" cy="390551"/>
            </a:xfrm>
            <a:prstGeom prst="rect">
              <a:avLst/>
            </a:prstGeom>
            <a:noFill/>
            <a:ln w="38100" algn="ctr">
              <a:solidFill>
                <a:schemeClr val="tx2">
                  <a:lumMod val="60000"/>
                  <a:lumOff val="40000"/>
                </a:schemeClr>
              </a:solidFill>
              <a:prstDash val="lgDash"/>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chemeClr val="tx1"/>
                </a:solidFill>
                <a:latin typeface="Tahoma" panose="020B0604030504040204" pitchFamily="34" charset="0"/>
              </a:endParaRPr>
            </a:p>
          </p:txBody>
        </p:sp>
        <p:sp>
          <p:nvSpPr>
            <p:cNvPr id="35" name="Line 5">
              <a:extLst>
                <a:ext uri="{FF2B5EF4-FFF2-40B4-BE49-F238E27FC236}">
                  <a16:creationId xmlns:a16="http://schemas.microsoft.com/office/drawing/2014/main" id="{56D12991-B7A0-473D-9B45-9631679D544D}"/>
                </a:ext>
              </a:extLst>
            </p:cNvPr>
            <p:cNvSpPr>
              <a:spLocks noChangeShapeType="1"/>
            </p:cNvSpPr>
            <p:nvPr/>
          </p:nvSpPr>
          <p:spPr bwMode="auto">
            <a:xfrm flipH="1">
              <a:off x="2042134" y="1814099"/>
              <a:ext cx="2180999" cy="504859"/>
            </a:xfrm>
            <a:prstGeom prst="line">
              <a:avLst/>
            </a:prstGeom>
            <a:noFill/>
            <a:ln w="38100">
              <a:solidFill>
                <a:schemeClr val="tx2">
                  <a:lumMod val="60000"/>
                  <a:lumOff val="40000"/>
                </a:schemeClr>
              </a:solidFill>
              <a:prstDash val="dash"/>
              <a:round/>
              <a:headEnd/>
              <a:tailEnd type="none" w="lg" len="lg"/>
            </a:ln>
          </p:spPr>
          <p:txBody>
            <a:bodyPr lIns="90000" tIns="46800" rIns="90000" bIns="46800" anchor="ctr">
              <a:spAutoFit/>
            </a:bodyPr>
            <a:lstStyle/>
            <a:p>
              <a:pPr>
                <a:defRPr/>
              </a:pPr>
              <a:endParaRPr lang="zh-CN" altLang="en-US">
                <a:ea typeface="SimSun" panose="02010600030101010101" pitchFamily="2" charset="-122"/>
              </a:endParaRPr>
            </a:p>
          </p:txBody>
        </p:sp>
        <p:sp>
          <p:nvSpPr>
            <p:cNvPr id="36" name="Line 5">
              <a:extLst>
                <a:ext uri="{FF2B5EF4-FFF2-40B4-BE49-F238E27FC236}">
                  <a16:creationId xmlns:a16="http://schemas.microsoft.com/office/drawing/2014/main" id="{23C46560-7F44-472B-944F-46AA5E43C8CF}"/>
                </a:ext>
              </a:extLst>
            </p:cNvPr>
            <p:cNvSpPr>
              <a:spLocks noChangeShapeType="1"/>
            </p:cNvSpPr>
            <p:nvPr/>
          </p:nvSpPr>
          <p:spPr bwMode="auto">
            <a:xfrm>
              <a:off x="2042134" y="2334833"/>
              <a:ext cx="2104807" cy="12701"/>
            </a:xfrm>
            <a:prstGeom prst="line">
              <a:avLst/>
            </a:prstGeom>
            <a:noFill/>
            <a:ln w="38100">
              <a:solidFill>
                <a:schemeClr val="tx2">
                  <a:lumMod val="60000"/>
                  <a:lumOff val="40000"/>
                </a:schemeClr>
              </a:solidFill>
              <a:prstDash val="dash"/>
              <a:round/>
              <a:headEnd/>
              <a:tailEnd type="none" w="lg" len="lg"/>
            </a:ln>
          </p:spPr>
          <p:txBody>
            <a:bodyPr lIns="90000" tIns="46800" rIns="90000" bIns="46800" anchor="ctr">
              <a:spAutoFit/>
            </a:bodyPr>
            <a:lstStyle/>
            <a:p>
              <a:pPr>
                <a:defRPr/>
              </a:pPr>
              <a:endParaRPr lang="zh-CN" altLang="en-US">
                <a:ea typeface="SimSun" panose="02010600030101010101" pitchFamily="2" charset="-122"/>
              </a:endParaRPr>
            </a:p>
          </p:txBody>
        </p:sp>
        <p:sp>
          <p:nvSpPr>
            <p:cNvPr id="37" name="Line 5">
              <a:extLst>
                <a:ext uri="{FF2B5EF4-FFF2-40B4-BE49-F238E27FC236}">
                  <a16:creationId xmlns:a16="http://schemas.microsoft.com/office/drawing/2014/main" id="{66BDE794-4E30-41CD-9E91-26ED46851CCC}"/>
                </a:ext>
              </a:extLst>
            </p:cNvPr>
            <p:cNvSpPr>
              <a:spLocks noChangeShapeType="1"/>
            </p:cNvSpPr>
            <p:nvPr/>
          </p:nvSpPr>
          <p:spPr bwMode="auto">
            <a:xfrm>
              <a:off x="2042134" y="2364997"/>
              <a:ext cx="2180999" cy="900173"/>
            </a:xfrm>
            <a:prstGeom prst="line">
              <a:avLst/>
            </a:prstGeom>
            <a:noFill/>
            <a:ln w="38100">
              <a:solidFill>
                <a:schemeClr val="tx2">
                  <a:lumMod val="60000"/>
                  <a:lumOff val="40000"/>
                </a:schemeClr>
              </a:solidFill>
              <a:prstDash val="dash"/>
              <a:round/>
              <a:headEnd/>
              <a:tailEnd type="none" w="lg" len="lg"/>
            </a:ln>
          </p:spPr>
          <p:txBody>
            <a:bodyPr lIns="90000" tIns="46800" rIns="90000" bIns="46800" anchor="ctr">
              <a:spAutoFit/>
            </a:bodyPr>
            <a:lstStyle/>
            <a:p>
              <a:pPr>
                <a:defRPr/>
              </a:pPr>
              <a:endParaRPr lang="zh-CN" altLang="en-US">
                <a:ea typeface="SimSun" panose="02010600030101010101" pitchFamily="2" charset="-122"/>
              </a:endParaRPr>
            </a:p>
          </p:txBody>
        </p:sp>
        <p:sp>
          <p:nvSpPr>
            <p:cNvPr id="38" name="Line 5">
              <a:extLst>
                <a:ext uri="{FF2B5EF4-FFF2-40B4-BE49-F238E27FC236}">
                  <a16:creationId xmlns:a16="http://schemas.microsoft.com/office/drawing/2014/main" id="{775D78DB-DA25-4C5B-9EFE-17883DC7D06C}"/>
                </a:ext>
              </a:extLst>
            </p:cNvPr>
            <p:cNvSpPr>
              <a:spLocks noChangeShapeType="1"/>
            </p:cNvSpPr>
            <p:nvPr/>
          </p:nvSpPr>
          <p:spPr bwMode="auto">
            <a:xfrm>
              <a:off x="2042134" y="2347534"/>
              <a:ext cx="2180999" cy="1435195"/>
            </a:xfrm>
            <a:prstGeom prst="line">
              <a:avLst/>
            </a:prstGeom>
            <a:noFill/>
            <a:ln w="38100">
              <a:solidFill>
                <a:schemeClr val="tx2">
                  <a:lumMod val="60000"/>
                  <a:lumOff val="40000"/>
                </a:schemeClr>
              </a:solidFill>
              <a:prstDash val="dash"/>
              <a:round/>
              <a:headEnd/>
              <a:tailEnd type="none" w="lg" len="lg"/>
            </a:ln>
          </p:spPr>
          <p:txBody>
            <a:bodyPr lIns="90000" tIns="46800" rIns="90000" bIns="46800" anchor="ctr">
              <a:spAutoFit/>
            </a:bodyPr>
            <a:lstStyle/>
            <a:p>
              <a:pPr>
                <a:defRPr/>
              </a:pPr>
              <a:endParaRPr lang="zh-CN" altLang="en-US">
                <a:ea typeface="SimSun" panose="02010600030101010101" pitchFamily="2" charset="-122"/>
              </a:endParaRPr>
            </a:p>
          </p:txBody>
        </p:sp>
        <p:sp>
          <p:nvSpPr>
            <p:cNvPr id="85008" name="矩形 56">
              <a:extLst>
                <a:ext uri="{FF2B5EF4-FFF2-40B4-BE49-F238E27FC236}">
                  <a16:creationId xmlns:a16="http://schemas.microsoft.com/office/drawing/2014/main" id="{8C49FE73-0495-45CD-94F1-366A0587536E}"/>
                </a:ext>
              </a:extLst>
            </p:cNvPr>
            <p:cNvSpPr>
              <a:spLocks noChangeArrowheads="1"/>
            </p:cNvSpPr>
            <p:nvPr/>
          </p:nvSpPr>
          <p:spPr bwMode="auto">
            <a:xfrm>
              <a:off x="499244" y="2046076"/>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zh-CN" altLang="en-US" sz="28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继承属性</a:t>
              </a:r>
              <a:endParaRPr lang="zh-CN" altLang="en-US">
                <a:solidFill>
                  <a:srgbClr val="2D83F4"/>
                </a:solidFill>
                <a:ea typeface="华文楷体" panose="02010600040101010101" pitchFamily="2" charset="-122"/>
                <a:cs typeface="Times New Roman" panose="02020603050405020304" pitchFamily="18" charset="0"/>
              </a:endParaRPr>
            </a:p>
          </p:txBody>
        </p:sp>
      </p:grpSp>
      <p:sp>
        <p:nvSpPr>
          <p:cNvPr id="5" name="矩形 4">
            <a:extLst>
              <a:ext uri="{FF2B5EF4-FFF2-40B4-BE49-F238E27FC236}">
                <a16:creationId xmlns:a16="http://schemas.microsoft.com/office/drawing/2014/main" id="{1884A28E-D5B1-4A4E-8DF5-9826A9197501}"/>
              </a:ext>
            </a:extLst>
          </p:cNvPr>
          <p:cNvSpPr>
            <a:spLocks noChangeArrowheads="1"/>
          </p:cNvSpPr>
          <p:nvPr/>
        </p:nvSpPr>
        <p:spPr bwMode="auto">
          <a:xfrm>
            <a:off x="5737225" y="350361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en-US" altLang="zh-CN" sz="2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lang="zh-CN" altLang="en-US">
              <a:solidFill>
                <a:srgbClr val="FF0000"/>
              </a:solidFill>
              <a:ea typeface="华文楷体" panose="02010600040101010101" pitchFamily="2" charset="-122"/>
              <a:cs typeface="Times New Roman" panose="02020603050405020304" pitchFamily="18" charset="0"/>
            </a:endParaRPr>
          </a:p>
        </p:txBody>
      </p:sp>
      <p:sp>
        <p:nvSpPr>
          <p:cNvPr id="6" name="灯片编号占位符 5">
            <a:extLst>
              <a:ext uri="{FF2B5EF4-FFF2-40B4-BE49-F238E27FC236}">
                <a16:creationId xmlns:a16="http://schemas.microsoft.com/office/drawing/2014/main" id="{82C2F524-557B-46DD-AF1F-8E57864511D7}"/>
              </a:ext>
            </a:extLst>
          </p:cNvPr>
          <p:cNvSpPr>
            <a:spLocks noGrp="1"/>
          </p:cNvSpPr>
          <p:nvPr>
            <p:ph type="sldNum" sz="quarter" idx="10"/>
          </p:nvPr>
        </p:nvSpPr>
        <p:spPr/>
        <p:txBody>
          <a:bodyPr/>
          <a:lstStyle/>
          <a:p>
            <a:pPr>
              <a:defRPr/>
            </a:pPr>
            <a:fld id="{8E104948-B687-4A74-87EB-9097C047E113}" type="slidenum">
              <a:rPr lang="zh-CN" altLang="en-US" smtClean="0"/>
              <a:pPr>
                <a:defRPr/>
              </a:pPr>
              <a:t>31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7225052D-E256-4DC0-8678-CFE33EEAB3C4}"/>
              </a:ext>
            </a:extLst>
          </p:cNvPr>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b="0" dirty="0">
              <a:solidFill>
                <a:prstClr val="black">
                  <a:lumMod val="85000"/>
                  <a:lumOff val="15000"/>
                </a:prstClr>
              </a:solidFill>
            </a:endParaRPr>
          </a:p>
        </p:txBody>
      </p:sp>
      <p:sp>
        <p:nvSpPr>
          <p:cNvPr id="88067" name="矩形 7">
            <a:extLst>
              <a:ext uri="{FF2B5EF4-FFF2-40B4-BE49-F238E27FC236}">
                <a16:creationId xmlns:a16="http://schemas.microsoft.com/office/drawing/2014/main" id="{E18F3FFD-FFAB-428D-8385-F49342560DCC}"/>
              </a:ext>
            </a:extLst>
          </p:cNvPr>
          <p:cNvSpPr>
            <a:spLocks noChangeArrowheads="1"/>
          </p:cNvSpPr>
          <p:nvPr/>
        </p:nvSpPr>
        <p:spPr bwMode="auto">
          <a:xfrm>
            <a:off x="4500563" y="1357313"/>
            <a:ext cx="4357687" cy="263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5.1 </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语法制导定义</a:t>
            </a: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SDD</a:t>
            </a:r>
          </a:p>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5.2 S-</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属性定义与</a:t>
            </a: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L-</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a:t>
            </a:r>
          </a:p>
          <a:p>
            <a:pPr>
              <a:lnSpc>
                <a:spcPts val="4000"/>
              </a:lnSpc>
            </a:pPr>
            <a:r>
              <a:rPr lang="en-US" altLang="zh-CN" sz="1900">
                <a:solidFill>
                  <a:srgbClr val="2D83F4"/>
                </a:solidFill>
                <a:latin typeface="微软雅黑" panose="020B0503020204020204" pitchFamily="34" charset="-122"/>
                <a:ea typeface="微软雅黑" panose="020B0503020204020204" pitchFamily="34" charset="-122"/>
                <a:cs typeface="楷体_GB2312" pitchFamily="49" charset="-122"/>
              </a:rPr>
              <a:t>5.3 </a:t>
            </a:r>
            <a:r>
              <a:rPr lang="zh-CN" altLang="en-US" sz="1900">
                <a:solidFill>
                  <a:srgbClr val="2D83F4"/>
                </a:solidFill>
                <a:latin typeface="微软雅黑" panose="020B0503020204020204" pitchFamily="34" charset="-122"/>
                <a:ea typeface="微软雅黑" panose="020B0503020204020204" pitchFamily="34" charset="-122"/>
                <a:cs typeface="楷体_GB2312" pitchFamily="49" charset="-122"/>
              </a:rPr>
              <a:t>语法制导翻译方案</a:t>
            </a:r>
            <a:r>
              <a:rPr lang="en-US" altLang="zh-CN" sz="1900">
                <a:solidFill>
                  <a:srgbClr val="2D83F4"/>
                </a:solidFill>
                <a:latin typeface="微软雅黑" panose="020B0503020204020204" pitchFamily="34" charset="-122"/>
                <a:ea typeface="微软雅黑" panose="020B0503020204020204" pitchFamily="34" charset="-122"/>
                <a:cs typeface="楷体_GB2312" pitchFamily="49" charset="-122"/>
              </a:rPr>
              <a:t>SDT</a:t>
            </a:r>
          </a:p>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5.4 L-</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属性定义的自顶向下翻译</a:t>
            </a:r>
          </a:p>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5.5 L-</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属性定义的自底向上翻译 </a:t>
            </a:r>
          </a:p>
        </p:txBody>
      </p:sp>
      <p:pic>
        <p:nvPicPr>
          <p:cNvPr id="88068" name="Picture 7" descr="E:\工大编译\ppt\制作\0330e9c554c768200000158fc50d53d.jpg">
            <a:extLst>
              <a:ext uri="{FF2B5EF4-FFF2-40B4-BE49-F238E27FC236}">
                <a16:creationId xmlns:a16="http://schemas.microsoft.com/office/drawing/2014/main" id="{D14B7083-4669-442E-AABA-7C6AA865A5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30406E29-92E5-4AF0-BBF0-2713F63F3CF7}"/>
              </a:ext>
            </a:extLst>
          </p:cNvPr>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spc="600" dirty="0">
                <a:solidFill>
                  <a:prstClr val="white"/>
                </a:solidFill>
                <a:latin typeface="微软雅黑" pitchFamily="34" charset="-122"/>
                <a:ea typeface="微软雅黑" pitchFamily="34" charset="-122"/>
              </a:rPr>
              <a:t>提纲</a:t>
            </a:r>
            <a:endParaRPr lang="zh-CN" altLang="en-US" sz="1600" b="0" dirty="0">
              <a:solidFill>
                <a:prstClr val="black">
                  <a:lumMod val="85000"/>
                  <a:lumOff val="15000"/>
                </a:prstClr>
              </a:solidFill>
            </a:endParaRPr>
          </a:p>
        </p:txBody>
      </p:sp>
      <p:sp>
        <p:nvSpPr>
          <p:cNvPr id="2" name="灯片编号占位符 1">
            <a:extLst>
              <a:ext uri="{FF2B5EF4-FFF2-40B4-BE49-F238E27FC236}">
                <a16:creationId xmlns:a16="http://schemas.microsoft.com/office/drawing/2014/main" id="{D2E0F006-6882-4D2E-B61F-F2AB5C78D8D3}"/>
              </a:ext>
            </a:extLst>
          </p:cNvPr>
          <p:cNvSpPr>
            <a:spLocks noGrp="1"/>
          </p:cNvSpPr>
          <p:nvPr>
            <p:ph type="sldNum" sz="quarter" idx="10"/>
          </p:nvPr>
        </p:nvSpPr>
        <p:spPr/>
        <p:txBody>
          <a:bodyPr/>
          <a:lstStyle/>
          <a:p>
            <a:pPr>
              <a:defRPr/>
            </a:pPr>
            <a:fld id="{8E104948-B687-4A74-87EB-9097C047E113}" type="slidenum">
              <a:rPr lang="zh-CN" altLang="en-US" smtClean="0"/>
              <a:pPr>
                <a:defRPr/>
              </a:pPr>
              <a:t>32</a:t>
            </a:fld>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F5D421C9-3BA6-4412-9A72-8B208EF1947F}"/>
              </a:ext>
            </a:extLst>
          </p:cNvPr>
          <p:cNvSpPr>
            <a:spLocks noGrp="1"/>
          </p:cNvSpPr>
          <p:nvPr>
            <p:ph idx="1"/>
          </p:nvPr>
        </p:nvSpPr>
        <p:spPr>
          <a:xfrm>
            <a:off x="201613" y="2160588"/>
            <a:ext cx="1274762" cy="771525"/>
          </a:xfrm>
        </p:spPr>
        <p:txBody>
          <a:bodyPr/>
          <a:lstStyle/>
          <a:p>
            <a:pPr lvl="1">
              <a:lnSpc>
                <a:spcPts val="3500"/>
              </a:lnSpc>
              <a:defRPr/>
            </a:pPr>
            <a:r>
              <a:rPr lang="zh-CN" altLang="en-US" sz="2500">
                <a:cs typeface="Times New Roman" panose="02020603050405020304" pitchFamily="18" charset="0"/>
              </a:rPr>
              <a:t>例</a:t>
            </a:r>
            <a:endParaRPr lang="en-US" altLang="zh-CN" sz="2500">
              <a:cs typeface="Times New Roman" panose="02020603050405020304" pitchFamily="18" charset="0"/>
            </a:endParaRPr>
          </a:p>
          <a:p>
            <a:pPr>
              <a:lnSpc>
                <a:spcPct val="90000"/>
              </a:lnSpc>
              <a:defRPr/>
            </a:pPr>
            <a:endParaRPr kumimoji="1" lang="en-US" altLang="zh-CN" sz="5000">
              <a:latin typeface="楷体_GB2312" pitchFamily="49" charset="-122"/>
              <a:ea typeface="楷体_GB2312" pitchFamily="49" charset="-122"/>
              <a:cs typeface="Times New Roman" panose="02020603050405020304" pitchFamily="18" charset="0"/>
            </a:endParaRPr>
          </a:p>
        </p:txBody>
      </p:sp>
      <p:sp>
        <p:nvSpPr>
          <p:cNvPr id="90115" name="Rectangle 2">
            <a:extLst>
              <a:ext uri="{FF2B5EF4-FFF2-40B4-BE49-F238E27FC236}">
                <a16:creationId xmlns:a16="http://schemas.microsoft.com/office/drawing/2014/main" id="{64582B23-33A7-493F-A3E0-EA89B331332F}"/>
              </a:ext>
            </a:extLst>
          </p:cNvPr>
          <p:cNvSpPr>
            <a:spLocks noGrp="1"/>
          </p:cNvSpPr>
          <p:nvPr>
            <p:ph type="title"/>
          </p:nvPr>
        </p:nvSpPr>
        <p:spPr>
          <a:xfrm>
            <a:off x="755650" y="268288"/>
            <a:ext cx="7931150" cy="358775"/>
          </a:xfrm>
        </p:spPr>
        <p:txBody>
          <a:bodyPr/>
          <a:lstStyle/>
          <a:p>
            <a:pPr eaLnBrk="1" hangingPunct="1"/>
            <a:r>
              <a:rPr kumimoji="1" lang="en-US" altLang="zh-CN">
                <a:latin typeface="Times New Roman" panose="02020603050405020304" pitchFamily="18" charset="0"/>
                <a:cs typeface="Times New Roman" panose="02020603050405020304" pitchFamily="18" charset="0"/>
              </a:rPr>
              <a:t>5.3 </a:t>
            </a:r>
            <a:r>
              <a:rPr kumimoji="1" lang="zh-CN" altLang="en-US">
                <a:latin typeface="Times New Roman" panose="02020603050405020304" pitchFamily="18" charset="0"/>
                <a:cs typeface="Times New Roman" panose="02020603050405020304" pitchFamily="18" charset="0"/>
              </a:rPr>
              <a:t>语法制导翻译方案</a:t>
            </a:r>
            <a:r>
              <a:rPr kumimoji="1" lang="en-US" altLang="zh-CN" i="1">
                <a:latin typeface="Times New Roman" panose="02020603050405020304" pitchFamily="18" charset="0"/>
                <a:cs typeface="Times New Roman" panose="02020603050405020304" pitchFamily="18" charset="0"/>
              </a:rPr>
              <a:t>SDT</a:t>
            </a:r>
            <a:endParaRPr kumimoji="1" lang="zh-CN" altLang="en-US" i="1">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70612A7-9F33-46D6-9704-B56319D736D9}"/>
              </a:ext>
            </a:extLst>
          </p:cNvPr>
          <p:cNvSpPr txBox="1">
            <a:spLocks noChangeArrowheads="1"/>
          </p:cNvSpPr>
          <p:nvPr/>
        </p:nvSpPr>
        <p:spPr bwMode="auto">
          <a:xfrm>
            <a:off x="1331640" y="2160588"/>
            <a:ext cx="7056064" cy="2416175"/>
          </a:xfrm>
          <a:prstGeom prst="rect">
            <a:avLst/>
          </a:prstGeom>
          <a:solidFill>
            <a:schemeClr val="accent5">
              <a:lumMod val="60000"/>
              <a:lumOff val="40000"/>
            </a:schemeClr>
          </a:solidFill>
          <a:ln>
            <a:solidFill>
              <a:schemeClr val="tx1"/>
            </a:solidFill>
          </a:ln>
        </p:spPr>
        <p:txBody>
          <a:bodyPr/>
          <a:lstStyle>
            <a:lvl1pPr marL="363538" indent="-363538" algn="l" rtl="0" eaLnBrk="0" fontAlgn="base" hangingPunct="0">
              <a:spcBef>
                <a:spcPct val="20000"/>
              </a:spcBef>
              <a:spcAft>
                <a:spcPct val="0"/>
              </a:spcAft>
              <a:buClr>
                <a:schemeClr val="accent1"/>
              </a:buClr>
              <a:buSzPct val="100000"/>
              <a:buFont typeface="Symbol" panose="05050102010706020507" pitchFamily="18" charset="2"/>
              <a:buChar char=""/>
              <a:defRPr sz="3200" kern="1200" baseline="0">
                <a:solidFill>
                  <a:schemeClr val="tx2"/>
                </a:solidFill>
                <a:latin typeface="Times New Roman" panose="02020603050405020304" pitchFamily="18" charset="0"/>
                <a:ea typeface="+mn-ea"/>
                <a:cs typeface="+mn-cs"/>
              </a:defRPr>
            </a:lvl1pPr>
            <a:lvl2pPr marL="766763" indent="-363538" algn="l" rtl="0" eaLnBrk="0" fontAlgn="base" hangingPunct="0">
              <a:spcBef>
                <a:spcPct val="20000"/>
              </a:spcBef>
              <a:spcAft>
                <a:spcPct val="0"/>
              </a:spcAft>
              <a:buClr>
                <a:schemeClr val="accent1"/>
              </a:buClr>
              <a:buSzPct val="100000"/>
              <a:buFont typeface="Symbol" panose="05050102010706020507" pitchFamily="18" charset="2"/>
              <a:buChar char=""/>
              <a:defRPr sz="2900" kern="1200" baseline="0">
                <a:solidFill>
                  <a:schemeClr val="tx2"/>
                </a:solidFill>
                <a:latin typeface="Times New Roman" panose="02020603050405020304" pitchFamily="18" charset="0"/>
                <a:ea typeface="+mn-ea"/>
                <a:cs typeface="+mn-cs"/>
              </a:defRPr>
            </a:lvl2pPr>
            <a:lvl3pPr marL="1139825" indent="-303213" algn="l" rtl="0" eaLnBrk="0" fontAlgn="base" hangingPunct="0">
              <a:spcBef>
                <a:spcPct val="20000"/>
              </a:spcBef>
              <a:spcAft>
                <a:spcPct val="0"/>
              </a:spcAft>
              <a:buClr>
                <a:schemeClr val="accent1"/>
              </a:buClr>
              <a:buSzPct val="100000"/>
              <a:buFont typeface="Symbol" panose="05050102010706020507" pitchFamily="18" charset="2"/>
              <a:buChar char=""/>
              <a:defRPr sz="2600" kern="1200" baseline="0">
                <a:solidFill>
                  <a:schemeClr val="tx2"/>
                </a:solidFill>
                <a:latin typeface="Times New Roman" panose="02020603050405020304" pitchFamily="18" charset="0"/>
                <a:ea typeface="+mn-ea"/>
                <a:cs typeface="+mn-cs"/>
              </a:defRPr>
            </a:lvl3pPr>
            <a:lvl4pPr marL="1522413" indent="-303213" algn="l" rtl="0" eaLnBrk="0" fontAlgn="base" hangingPunct="0">
              <a:spcBef>
                <a:spcPct val="20000"/>
              </a:spcBef>
              <a:spcAft>
                <a:spcPct val="0"/>
              </a:spcAft>
              <a:buClr>
                <a:schemeClr val="accent1"/>
              </a:buClr>
              <a:buSzPct val="100000"/>
              <a:buFont typeface="Symbol" panose="05050102010706020507" pitchFamily="18" charset="2"/>
              <a:buChar char=""/>
              <a:defRPr sz="2600" kern="1200" baseline="0">
                <a:solidFill>
                  <a:schemeClr val="tx2"/>
                </a:solidFill>
                <a:latin typeface="Times New Roman" panose="02020603050405020304" pitchFamily="18" charset="0"/>
                <a:ea typeface="+mn-ea"/>
                <a:cs typeface="+mn-cs"/>
              </a:defRPr>
            </a:lvl4pPr>
            <a:lvl5pPr marL="1947863" indent="-303213" algn="l" rtl="0" eaLnBrk="0" fontAlgn="base" hangingPunct="0">
              <a:spcBef>
                <a:spcPct val="20000"/>
              </a:spcBef>
              <a:spcAft>
                <a:spcPct val="0"/>
              </a:spcAft>
              <a:buClr>
                <a:schemeClr val="accent1"/>
              </a:buClr>
              <a:buSzPct val="100000"/>
              <a:buFont typeface="Symbol" panose="05050102010706020507" pitchFamily="18" charset="2"/>
              <a:buChar char=""/>
              <a:defRPr sz="2100" kern="1200" baseline="0">
                <a:solidFill>
                  <a:schemeClr val="tx2"/>
                </a:solidFill>
                <a:latin typeface="Times New Roman" panose="02020603050405020304" pitchFamily="18" charset="0"/>
                <a:ea typeface="+mn-ea"/>
                <a:cs typeface="+mn-cs"/>
              </a:defRPr>
            </a:lvl5pPr>
            <a:lvl6pPr marL="2377381" indent="-304792" algn="l" defTabSz="1219170" rtl="0" eaLnBrk="1" latinLnBrk="0" hangingPunct="1">
              <a:spcBef>
                <a:spcPts val="512"/>
              </a:spcBef>
              <a:buClr>
                <a:schemeClr val="accent1"/>
              </a:buClr>
              <a:buFont typeface="Symbol" pitchFamily="18" charset="2"/>
              <a:buChar char="*"/>
              <a:defRPr sz="1867" kern="1200">
                <a:solidFill>
                  <a:schemeClr val="tx2"/>
                </a:solidFill>
                <a:latin typeface="+mn-lt"/>
                <a:ea typeface="+mn-ea"/>
                <a:cs typeface="+mn-cs"/>
              </a:defRPr>
            </a:lvl6pPr>
            <a:lvl7pPr marL="2804090" indent="-304792" algn="l" defTabSz="1219170" rtl="0" eaLnBrk="1" latinLnBrk="0" hangingPunct="1">
              <a:spcBef>
                <a:spcPts val="512"/>
              </a:spcBef>
              <a:buClr>
                <a:schemeClr val="accent1"/>
              </a:buClr>
              <a:buFont typeface="Symbol" pitchFamily="18" charset="2"/>
              <a:buChar char="*"/>
              <a:defRPr sz="1867" kern="1200">
                <a:solidFill>
                  <a:schemeClr val="tx2"/>
                </a:solidFill>
                <a:latin typeface="+mn-lt"/>
                <a:ea typeface="+mn-ea"/>
                <a:cs typeface="+mn-cs"/>
              </a:defRPr>
            </a:lvl7pPr>
            <a:lvl8pPr marL="3230799" indent="-304792" algn="l" defTabSz="1219170" rtl="0" eaLnBrk="1" latinLnBrk="0" hangingPunct="1">
              <a:spcBef>
                <a:spcPts val="512"/>
              </a:spcBef>
              <a:buClr>
                <a:schemeClr val="accent1"/>
              </a:buClr>
              <a:buFont typeface="Symbol" pitchFamily="18" charset="2"/>
              <a:buChar char="*"/>
              <a:defRPr sz="1867" kern="1200">
                <a:solidFill>
                  <a:schemeClr val="tx2"/>
                </a:solidFill>
                <a:latin typeface="+mn-lt"/>
                <a:ea typeface="+mn-ea"/>
                <a:cs typeface="+mn-cs"/>
              </a:defRPr>
            </a:lvl8pPr>
            <a:lvl9pPr marL="3657509" indent="-304792" algn="l" defTabSz="1219170" rtl="0" eaLnBrk="1" latinLnBrk="0" hangingPunct="1">
              <a:spcBef>
                <a:spcPts val="512"/>
              </a:spcBef>
              <a:buClr>
                <a:schemeClr val="accent1"/>
              </a:buClr>
              <a:buFont typeface="Symbol" pitchFamily="18" charset="2"/>
              <a:buChar char="*"/>
              <a:defRPr sz="1867" kern="1200">
                <a:solidFill>
                  <a:schemeClr val="tx2"/>
                </a:solidFill>
                <a:latin typeface="+mn-lt"/>
                <a:ea typeface="+mn-ea"/>
                <a:cs typeface="+mn-cs"/>
              </a:defRPr>
            </a:lvl9pPr>
          </a:lstStyle>
          <a:p>
            <a:pPr marL="0" lvl="1" indent="0" eaLnBrk="1" hangingPunct="1">
              <a:spcBef>
                <a:spcPct val="30000"/>
              </a:spcBef>
              <a:buClrTx/>
              <a:buSzTx/>
              <a:buFont typeface="Symbol" panose="05050102010706020507" pitchFamily="18" charset="2"/>
              <a:buNone/>
              <a:defRPr/>
            </a:pPr>
            <a:r>
              <a:rPr lang="en-US" altLang="zh-CN" sz="2400" i="1" dirty="0">
                <a:solidFill>
                  <a:schemeClr val="tx1"/>
                </a:solidFill>
                <a:ea typeface="楷体_GB2312" pitchFamily="49" charset="-122"/>
                <a:cs typeface="Times New Roman" panose="02020603050405020304" pitchFamily="18" charset="0"/>
              </a:rPr>
              <a:t>D</a:t>
            </a:r>
            <a:r>
              <a:rPr lang="en-US" altLang="zh-CN" sz="2400" dirty="0">
                <a:solidFill>
                  <a:schemeClr val="tx1"/>
                </a:solidFill>
                <a:ea typeface="楷体_GB2312" pitchFamily="49" charset="-122"/>
                <a:cs typeface="Times New Roman" panose="02020603050405020304" pitchFamily="18" charset="0"/>
              </a:rPr>
              <a:t> → </a:t>
            </a:r>
            <a:r>
              <a:rPr lang="en-US" altLang="zh-CN" sz="2400" i="1" dirty="0">
                <a:solidFill>
                  <a:schemeClr val="tx1"/>
                </a:solidFill>
                <a:ea typeface="楷体_GB2312" pitchFamily="49" charset="-122"/>
                <a:cs typeface="Times New Roman" panose="02020603050405020304" pitchFamily="18" charset="0"/>
              </a:rPr>
              <a:t>T</a:t>
            </a:r>
            <a:r>
              <a:rPr lang="en-US" altLang="zh-CN" sz="2400" dirty="0">
                <a:solidFill>
                  <a:schemeClr val="tx1"/>
                </a:solidFill>
                <a:ea typeface="楷体_GB2312" pitchFamily="49" charset="-122"/>
                <a:cs typeface="Times New Roman" panose="02020603050405020304" pitchFamily="18" charset="0"/>
              </a:rPr>
              <a:t> </a:t>
            </a:r>
            <a:r>
              <a:rPr lang="en-US" altLang="zh-CN" sz="2400" dirty="0">
                <a:solidFill>
                  <a:schemeClr val="tx2">
                    <a:lumMod val="60000"/>
                    <a:lumOff val="40000"/>
                  </a:schemeClr>
                </a:solidFill>
                <a:ea typeface="楷体_GB2312" pitchFamily="49" charset="-122"/>
                <a:cs typeface="Times New Roman" panose="02020603050405020304" pitchFamily="18" charset="0"/>
              </a:rPr>
              <a:t>{ </a:t>
            </a:r>
            <a:r>
              <a:rPr lang="en-US" altLang="zh-CN" sz="2400" i="1" dirty="0" err="1">
                <a:solidFill>
                  <a:schemeClr val="tx2">
                    <a:lumMod val="60000"/>
                    <a:lumOff val="40000"/>
                  </a:schemeClr>
                </a:solidFill>
                <a:ea typeface="楷体_GB2312" pitchFamily="49" charset="-122"/>
                <a:cs typeface="Times New Roman" panose="02020603050405020304" pitchFamily="18" charset="0"/>
              </a:rPr>
              <a:t>L.inh</a:t>
            </a:r>
            <a:r>
              <a:rPr lang="en-US" altLang="zh-CN" sz="2400" dirty="0">
                <a:solidFill>
                  <a:schemeClr val="tx2">
                    <a:lumMod val="60000"/>
                    <a:lumOff val="40000"/>
                  </a:schemeClr>
                </a:solidFill>
                <a:ea typeface="楷体_GB2312" pitchFamily="49" charset="-122"/>
                <a:cs typeface="Times New Roman" panose="02020603050405020304" pitchFamily="18" charset="0"/>
              </a:rPr>
              <a:t> = </a:t>
            </a:r>
            <a:r>
              <a:rPr lang="en-US" altLang="zh-CN" sz="2400" i="1" dirty="0" err="1">
                <a:solidFill>
                  <a:schemeClr val="tx2">
                    <a:lumMod val="60000"/>
                    <a:lumOff val="40000"/>
                  </a:schemeClr>
                </a:solidFill>
                <a:ea typeface="楷体_GB2312" pitchFamily="49" charset="-122"/>
                <a:cs typeface="Times New Roman" panose="02020603050405020304" pitchFamily="18" charset="0"/>
              </a:rPr>
              <a:t>T.type</a:t>
            </a:r>
            <a:r>
              <a:rPr lang="en-US" altLang="zh-CN" sz="2400" dirty="0">
                <a:solidFill>
                  <a:schemeClr val="tx2">
                    <a:lumMod val="60000"/>
                    <a:lumOff val="40000"/>
                  </a:schemeClr>
                </a:solidFill>
                <a:ea typeface="楷体_GB2312" pitchFamily="49" charset="-122"/>
                <a:cs typeface="Times New Roman" panose="02020603050405020304" pitchFamily="18" charset="0"/>
              </a:rPr>
              <a:t> } </a:t>
            </a:r>
            <a:r>
              <a:rPr lang="en-US" altLang="zh-CN" sz="2400" i="1" dirty="0">
                <a:solidFill>
                  <a:schemeClr val="tx1"/>
                </a:solidFill>
                <a:ea typeface="楷体_GB2312" pitchFamily="49" charset="-122"/>
                <a:cs typeface="Times New Roman" panose="02020603050405020304" pitchFamily="18" charset="0"/>
              </a:rPr>
              <a:t>L</a:t>
            </a:r>
          </a:p>
          <a:p>
            <a:pPr marL="0" lvl="1" indent="0" eaLnBrk="1" hangingPunct="1">
              <a:spcBef>
                <a:spcPct val="30000"/>
              </a:spcBef>
              <a:buClrTx/>
              <a:buSzTx/>
              <a:buFont typeface="Symbol" panose="05050102010706020507" pitchFamily="18" charset="2"/>
              <a:buNone/>
              <a:defRPr/>
            </a:pPr>
            <a:r>
              <a:rPr lang="en-US" altLang="zh-CN" sz="2400" i="1" dirty="0">
                <a:solidFill>
                  <a:schemeClr val="tx1"/>
                </a:solidFill>
                <a:ea typeface="楷体_GB2312" pitchFamily="49" charset="-122"/>
                <a:cs typeface="Times New Roman" panose="02020603050405020304" pitchFamily="18" charset="0"/>
              </a:rPr>
              <a:t>T</a:t>
            </a:r>
            <a:r>
              <a:rPr lang="en-US" altLang="zh-CN" sz="2400" dirty="0">
                <a:solidFill>
                  <a:schemeClr val="tx1"/>
                </a:solidFill>
                <a:ea typeface="楷体_GB2312" pitchFamily="49" charset="-122"/>
                <a:cs typeface="Times New Roman" panose="02020603050405020304" pitchFamily="18" charset="0"/>
              </a:rPr>
              <a:t> → </a:t>
            </a:r>
            <a:r>
              <a:rPr lang="en-US" altLang="zh-CN" sz="2400" dirty="0" err="1">
                <a:solidFill>
                  <a:schemeClr val="tx1"/>
                </a:solidFill>
                <a:ea typeface="楷体_GB2312" pitchFamily="49" charset="-122"/>
                <a:cs typeface="Times New Roman" panose="02020603050405020304" pitchFamily="18" charset="0"/>
              </a:rPr>
              <a:t>int</a:t>
            </a:r>
            <a:r>
              <a:rPr lang="en-US" altLang="zh-CN" sz="2400" dirty="0">
                <a:solidFill>
                  <a:schemeClr val="tx1"/>
                </a:solidFill>
                <a:ea typeface="楷体_GB2312" pitchFamily="49" charset="-122"/>
                <a:cs typeface="Times New Roman" panose="02020603050405020304" pitchFamily="18" charset="0"/>
              </a:rPr>
              <a:t> </a:t>
            </a:r>
            <a:r>
              <a:rPr lang="en-US" altLang="zh-CN" sz="2400" dirty="0">
                <a:solidFill>
                  <a:schemeClr val="tx2">
                    <a:lumMod val="60000"/>
                    <a:lumOff val="40000"/>
                  </a:schemeClr>
                </a:solidFill>
                <a:ea typeface="楷体_GB2312" pitchFamily="49" charset="-122"/>
                <a:cs typeface="Times New Roman" panose="02020603050405020304" pitchFamily="18" charset="0"/>
              </a:rPr>
              <a:t>{ </a:t>
            </a:r>
            <a:r>
              <a:rPr lang="en-US" altLang="zh-CN" sz="2400" i="1" dirty="0" err="1">
                <a:solidFill>
                  <a:schemeClr val="tx2">
                    <a:lumMod val="60000"/>
                    <a:lumOff val="40000"/>
                  </a:schemeClr>
                </a:solidFill>
                <a:ea typeface="楷体_GB2312" pitchFamily="49" charset="-122"/>
                <a:cs typeface="Times New Roman" panose="02020603050405020304" pitchFamily="18" charset="0"/>
              </a:rPr>
              <a:t>T.type</a:t>
            </a:r>
            <a:r>
              <a:rPr lang="en-US" altLang="zh-CN" sz="2400" dirty="0">
                <a:solidFill>
                  <a:schemeClr val="tx2">
                    <a:lumMod val="60000"/>
                    <a:lumOff val="40000"/>
                  </a:schemeClr>
                </a:solidFill>
                <a:ea typeface="楷体_GB2312" pitchFamily="49" charset="-122"/>
                <a:cs typeface="Times New Roman" panose="02020603050405020304" pitchFamily="18" charset="0"/>
              </a:rPr>
              <a:t> = </a:t>
            </a:r>
            <a:r>
              <a:rPr lang="en-US" altLang="zh-CN" sz="2400" i="1" dirty="0" err="1">
                <a:solidFill>
                  <a:schemeClr val="tx2">
                    <a:lumMod val="60000"/>
                    <a:lumOff val="40000"/>
                  </a:schemeClr>
                </a:solidFill>
                <a:ea typeface="楷体_GB2312" pitchFamily="49" charset="-122"/>
                <a:cs typeface="Times New Roman" panose="02020603050405020304" pitchFamily="18" charset="0"/>
              </a:rPr>
              <a:t>int</a:t>
            </a:r>
            <a:r>
              <a:rPr lang="en-US" altLang="zh-CN" sz="2400" dirty="0">
                <a:solidFill>
                  <a:schemeClr val="tx2">
                    <a:lumMod val="60000"/>
                    <a:lumOff val="40000"/>
                  </a:schemeClr>
                </a:solidFill>
                <a:ea typeface="楷体_GB2312" pitchFamily="49" charset="-122"/>
                <a:cs typeface="Times New Roman" panose="02020603050405020304" pitchFamily="18" charset="0"/>
              </a:rPr>
              <a:t> }</a:t>
            </a:r>
          </a:p>
          <a:p>
            <a:pPr marL="0" lvl="1" indent="0" eaLnBrk="1" hangingPunct="1">
              <a:spcBef>
                <a:spcPct val="30000"/>
              </a:spcBef>
              <a:buClrTx/>
              <a:buSzTx/>
              <a:buFont typeface="Symbol" panose="05050102010706020507" pitchFamily="18" charset="2"/>
              <a:buNone/>
              <a:defRPr/>
            </a:pPr>
            <a:r>
              <a:rPr lang="en-US" altLang="zh-CN" sz="2400" i="1" dirty="0">
                <a:solidFill>
                  <a:schemeClr val="tx1"/>
                </a:solidFill>
                <a:ea typeface="楷体_GB2312" pitchFamily="49" charset="-122"/>
                <a:cs typeface="Times New Roman" panose="02020603050405020304" pitchFamily="18" charset="0"/>
              </a:rPr>
              <a:t>T</a:t>
            </a:r>
            <a:r>
              <a:rPr lang="en-US" altLang="zh-CN" sz="2400" dirty="0">
                <a:solidFill>
                  <a:schemeClr val="tx1"/>
                </a:solidFill>
                <a:ea typeface="楷体_GB2312" pitchFamily="49" charset="-122"/>
                <a:cs typeface="Times New Roman" panose="02020603050405020304" pitchFamily="18" charset="0"/>
              </a:rPr>
              <a:t> → float </a:t>
            </a:r>
            <a:r>
              <a:rPr lang="en-US" altLang="zh-CN" sz="2400" dirty="0">
                <a:solidFill>
                  <a:schemeClr val="tx2">
                    <a:lumMod val="60000"/>
                    <a:lumOff val="40000"/>
                  </a:schemeClr>
                </a:solidFill>
                <a:ea typeface="楷体_GB2312" pitchFamily="49" charset="-122"/>
                <a:cs typeface="Times New Roman" panose="02020603050405020304" pitchFamily="18" charset="0"/>
              </a:rPr>
              <a:t>{ </a:t>
            </a:r>
            <a:r>
              <a:rPr lang="en-US" altLang="zh-CN" sz="2400" i="1" dirty="0" err="1">
                <a:solidFill>
                  <a:schemeClr val="tx2">
                    <a:lumMod val="60000"/>
                    <a:lumOff val="40000"/>
                  </a:schemeClr>
                </a:solidFill>
                <a:ea typeface="楷体_GB2312" pitchFamily="49" charset="-122"/>
                <a:cs typeface="Times New Roman" panose="02020603050405020304" pitchFamily="18" charset="0"/>
              </a:rPr>
              <a:t>T.type</a:t>
            </a:r>
            <a:r>
              <a:rPr lang="en-US" altLang="zh-CN" sz="2400" dirty="0">
                <a:solidFill>
                  <a:schemeClr val="tx2">
                    <a:lumMod val="60000"/>
                    <a:lumOff val="40000"/>
                  </a:schemeClr>
                </a:solidFill>
                <a:ea typeface="楷体_GB2312" pitchFamily="49" charset="-122"/>
                <a:cs typeface="Times New Roman" panose="02020603050405020304" pitchFamily="18" charset="0"/>
              </a:rPr>
              <a:t> = </a:t>
            </a:r>
            <a:r>
              <a:rPr lang="en-US" altLang="zh-CN" sz="2400" i="1" dirty="0">
                <a:solidFill>
                  <a:schemeClr val="tx2">
                    <a:lumMod val="60000"/>
                    <a:lumOff val="40000"/>
                  </a:schemeClr>
                </a:solidFill>
                <a:ea typeface="楷体_GB2312" pitchFamily="49" charset="-122"/>
                <a:cs typeface="Times New Roman" panose="02020603050405020304" pitchFamily="18" charset="0"/>
              </a:rPr>
              <a:t>float </a:t>
            </a:r>
            <a:r>
              <a:rPr lang="en-US" altLang="zh-CN" sz="2400" dirty="0">
                <a:solidFill>
                  <a:schemeClr val="tx2">
                    <a:lumMod val="60000"/>
                    <a:lumOff val="40000"/>
                  </a:schemeClr>
                </a:solidFill>
                <a:ea typeface="楷体_GB2312" pitchFamily="49" charset="-122"/>
                <a:cs typeface="Times New Roman" panose="02020603050405020304" pitchFamily="18" charset="0"/>
              </a:rPr>
              <a:t>}</a:t>
            </a:r>
          </a:p>
          <a:p>
            <a:pPr marL="0" lvl="1" indent="0" eaLnBrk="1" hangingPunct="1">
              <a:spcBef>
                <a:spcPct val="30000"/>
              </a:spcBef>
              <a:buClrTx/>
              <a:buSzTx/>
              <a:buFont typeface="Symbol" panose="05050102010706020507" pitchFamily="18" charset="2"/>
              <a:buNone/>
              <a:defRPr/>
            </a:pPr>
            <a:r>
              <a:rPr lang="en-US" altLang="zh-CN" sz="2400" i="1" dirty="0">
                <a:solidFill>
                  <a:schemeClr val="tx1"/>
                </a:solidFill>
                <a:ea typeface="楷体_GB2312" pitchFamily="49" charset="-122"/>
                <a:cs typeface="Times New Roman" panose="02020603050405020304" pitchFamily="18" charset="0"/>
              </a:rPr>
              <a:t>L</a:t>
            </a:r>
            <a:r>
              <a:rPr lang="en-US" altLang="zh-CN" sz="2400" dirty="0">
                <a:solidFill>
                  <a:schemeClr val="tx1"/>
                </a:solidFill>
                <a:ea typeface="楷体_GB2312" pitchFamily="49" charset="-122"/>
                <a:cs typeface="Times New Roman" panose="02020603050405020304" pitchFamily="18" charset="0"/>
              </a:rPr>
              <a:t> → </a:t>
            </a:r>
            <a:r>
              <a:rPr lang="en-US" altLang="zh-CN" sz="2400" dirty="0">
                <a:solidFill>
                  <a:schemeClr val="tx2">
                    <a:lumMod val="60000"/>
                    <a:lumOff val="40000"/>
                  </a:schemeClr>
                </a:solidFill>
                <a:ea typeface="楷体_GB2312" pitchFamily="49" charset="-122"/>
                <a:cs typeface="Times New Roman" panose="02020603050405020304" pitchFamily="18" charset="0"/>
              </a:rPr>
              <a:t>{ </a:t>
            </a:r>
            <a:r>
              <a:rPr lang="en-US" altLang="zh-CN" sz="2400" i="1" dirty="0">
                <a:solidFill>
                  <a:schemeClr val="tx2">
                    <a:lumMod val="60000"/>
                    <a:lumOff val="40000"/>
                  </a:schemeClr>
                </a:solidFill>
                <a:ea typeface="楷体_GB2312" pitchFamily="49" charset="-122"/>
                <a:cs typeface="Times New Roman" panose="02020603050405020304" pitchFamily="18" charset="0"/>
              </a:rPr>
              <a:t>L</a:t>
            </a:r>
            <a:r>
              <a:rPr lang="en-US" altLang="zh-CN" sz="2400" i="1" baseline="-25000" dirty="0">
                <a:solidFill>
                  <a:schemeClr val="tx2">
                    <a:lumMod val="60000"/>
                    <a:lumOff val="40000"/>
                  </a:schemeClr>
                </a:solidFill>
                <a:ea typeface="楷体_GB2312" pitchFamily="49" charset="-122"/>
                <a:cs typeface="Times New Roman" panose="02020603050405020304" pitchFamily="18" charset="0"/>
              </a:rPr>
              <a:t>1</a:t>
            </a:r>
            <a:r>
              <a:rPr lang="en-US" altLang="zh-CN" sz="2400" i="1" dirty="0">
                <a:solidFill>
                  <a:schemeClr val="tx2">
                    <a:lumMod val="60000"/>
                    <a:lumOff val="40000"/>
                  </a:schemeClr>
                </a:solidFill>
                <a:ea typeface="楷体_GB2312" pitchFamily="49" charset="-122"/>
                <a:cs typeface="Times New Roman" panose="02020603050405020304" pitchFamily="18" charset="0"/>
              </a:rPr>
              <a:t>.inh</a:t>
            </a:r>
            <a:r>
              <a:rPr lang="en-US" altLang="zh-CN" sz="2400" dirty="0">
                <a:solidFill>
                  <a:schemeClr val="tx2">
                    <a:lumMod val="60000"/>
                    <a:lumOff val="40000"/>
                  </a:schemeClr>
                </a:solidFill>
                <a:ea typeface="楷体_GB2312" pitchFamily="49" charset="-122"/>
                <a:cs typeface="Times New Roman" panose="02020603050405020304" pitchFamily="18" charset="0"/>
              </a:rPr>
              <a:t> = </a:t>
            </a:r>
            <a:r>
              <a:rPr lang="en-US" altLang="zh-CN" sz="2400" i="1" dirty="0" err="1">
                <a:solidFill>
                  <a:schemeClr val="tx2">
                    <a:lumMod val="60000"/>
                    <a:lumOff val="40000"/>
                  </a:schemeClr>
                </a:solidFill>
                <a:ea typeface="楷体_GB2312" pitchFamily="49" charset="-122"/>
                <a:cs typeface="Times New Roman" panose="02020603050405020304" pitchFamily="18" charset="0"/>
              </a:rPr>
              <a:t>L.inh</a:t>
            </a:r>
            <a:r>
              <a:rPr lang="en-US" altLang="zh-CN" sz="2400" dirty="0">
                <a:solidFill>
                  <a:schemeClr val="tx2">
                    <a:lumMod val="60000"/>
                    <a:lumOff val="40000"/>
                  </a:schemeClr>
                </a:solidFill>
                <a:ea typeface="楷体_GB2312" pitchFamily="49" charset="-122"/>
                <a:cs typeface="Times New Roman" panose="02020603050405020304" pitchFamily="18" charset="0"/>
              </a:rPr>
              <a:t> }</a:t>
            </a:r>
            <a:r>
              <a:rPr lang="en-US" altLang="zh-CN" sz="2400" i="1" dirty="0">
                <a:solidFill>
                  <a:schemeClr val="tx1"/>
                </a:solidFill>
                <a:ea typeface="楷体_GB2312" pitchFamily="49" charset="-122"/>
                <a:cs typeface="Times New Roman" panose="02020603050405020304" pitchFamily="18" charset="0"/>
              </a:rPr>
              <a:t>L</a:t>
            </a:r>
            <a:r>
              <a:rPr lang="en-US" altLang="zh-CN" sz="2400" i="1" baseline="-25000" dirty="0">
                <a:solidFill>
                  <a:schemeClr val="tx1"/>
                </a:solidFill>
                <a:ea typeface="楷体_GB2312" pitchFamily="49" charset="-122"/>
                <a:cs typeface="Times New Roman" panose="02020603050405020304" pitchFamily="18" charset="0"/>
              </a:rPr>
              <a:t>1</a:t>
            </a:r>
            <a:r>
              <a:rPr lang="en-US" altLang="zh-CN" sz="2400" dirty="0">
                <a:solidFill>
                  <a:schemeClr val="tx1"/>
                </a:solidFill>
                <a:ea typeface="楷体_GB2312" pitchFamily="49" charset="-122"/>
                <a:cs typeface="Times New Roman" panose="02020603050405020304" pitchFamily="18" charset="0"/>
              </a:rPr>
              <a:t>, id </a:t>
            </a:r>
            <a:r>
              <a:rPr lang="en-US" altLang="zh-CN" sz="2400" dirty="0">
                <a:solidFill>
                  <a:srgbClr val="0070C0"/>
                </a:solidFill>
                <a:ea typeface="楷体_GB2312" pitchFamily="49" charset="-122"/>
                <a:cs typeface="Times New Roman" panose="02020603050405020304" pitchFamily="18" charset="0"/>
              </a:rPr>
              <a:t>{ </a:t>
            </a:r>
            <a:r>
              <a:rPr lang="en-US" altLang="zh-CN" sz="2400" i="1" dirty="0" err="1">
                <a:solidFill>
                  <a:srgbClr val="0070C0"/>
                </a:solidFill>
                <a:ea typeface="楷体_GB2312"/>
                <a:cs typeface="楷体_GB2312"/>
              </a:rPr>
              <a:t>ddType</a:t>
            </a:r>
            <a:r>
              <a:rPr lang="en-US" altLang="zh-CN" sz="2400" i="1" dirty="0">
                <a:solidFill>
                  <a:srgbClr val="0070C0"/>
                </a:solidFill>
                <a:ea typeface="楷体_GB2312"/>
                <a:cs typeface="楷体_GB2312"/>
              </a:rPr>
              <a:t>(</a:t>
            </a:r>
            <a:r>
              <a:rPr lang="en-US" altLang="zh-CN" sz="2400" i="1" dirty="0" err="1">
                <a:solidFill>
                  <a:srgbClr val="0070C0"/>
                </a:solidFill>
                <a:ea typeface="楷体_GB2312"/>
                <a:cs typeface="楷体_GB2312"/>
              </a:rPr>
              <a:t>id.entry</a:t>
            </a:r>
            <a:r>
              <a:rPr lang="en-US" altLang="zh-CN" sz="2400" i="1" dirty="0">
                <a:solidFill>
                  <a:srgbClr val="0070C0"/>
                </a:solidFill>
                <a:ea typeface="楷体_GB2312"/>
                <a:cs typeface="楷体_GB2312"/>
              </a:rPr>
              <a:t>,</a:t>
            </a:r>
            <a:r>
              <a:rPr lang="zh-CN" altLang="en-US" sz="2400" i="1" dirty="0">
                <a:solidFill>
                  <a:srgbClr val="0070C0"/>
                </a:solidFill>
                <a:ea typeface="楷体_GB2312"/>
                <a:cs typeface="楷体_GB2312"/>
              </a:rPr>
              <a:t> </a:t>
            </a:r>
            <a:r>
              <a:rPr lang="en-US" altLang="zh-CN" sz="2400" i="1" dirty="0" err="1">
                <a:solidFill>
                  <a:srgbClr val="0070C0"/>
                </a:solidFill>
                <a:ea typeface="楷体_GB2312"/>
                <a:cs typeface="楷体_GB2312"/>
              </a:rPr>
              <a:t>L.inh</a:t>
            </a:r>
            <a:r>
              <a:rPr lang="en-US" altLang="zh-CN" sz="2400" i="1" dirty="0">
                <a:solidFill>
                  <a:srgbClr val="0070C0"/>
                </a:solidFill>
                <a:ea typeface="楷体_GB2312"/>
                <a:cs typeface="楷体_GB2312"/>
              </a:rPr>
              <a:t>)</a:t>
            </a:r>
            <a:r>
              <a:rPr lang="en-US" altLang="zh-CN" sz="2400" dirty="0">
                <a:solidFill>
                  <a:srgbClr val="0070C0"/>
                </a:solidFill>
                <a:ea typeface="楷体_GB2312" pitchFamily="49" charset="-122"/>
                <a:cs typeface="Times New Roman" panose="02020603050405020304" pitchFamily="18" charset="0"/>
              </a:rPr>
              <a:t>}</a:t>
            </a:r>
          </a:p>
          <a:p>
            <a:pPr marL="0" lvl="1" indent="0" eaLnBrk="1" hangingPunct="1">
              <a:lnSpc>
                <a:spcPts val="2400"/>
              </a:lnSpc>
              <a:spcBef>
                <a:spcPct val="30000"/>
              </a:spcBef>
              <a:buClrTx/>
              <a:buSzTx/>
              <a:buNone/>
              <a:defRPr/>
            </a:pPr>
            <a:r>
              <a:rPr lang="en-US" altLang="zh-CN" sz="2400" i="1" dirty="0">
                <a:solidFill>
                  <a:schemeClr val="tx1"/>
                </a:solidFill>
                <a:ea typeface="楷体_GB2312"/>
                <a:cs typeface="楷体_GB2312"/>
              </a:rPr>
              <a:t>L</a:t>
            </a:r>
            <a:r>
              <a:rPr lang="en-US" altLang="zh-CN" sz="2400" dirty="0">
                <a:solidFill>
                  <a:schemeClr val="tx1"/>
                </a:solidFill>
                <a:ea typeface="楷体_GB2312"/>
                <a:cs typeface="楷体_GB2312"/>
              </a:rPr>
              <a:t> → id </a:t>
            </a:r>
            <a:r>
              <a:rPr lang="en-US" altLang="zh-CN" sz="2400" dirty="0">
                <a:solidFill>
                  <a:srgbClr val="0070C0"/>
                </a:solidFill>
                <a:ea typeface="楷体_GB2312"/>
                <a:cs typeface="楷体_GB2312"/>
              </a:rPr>
              <a:t>{</a:t>
            </a:r>
            <a:r>
              <a:rPr lang="en-US" altLang="zh-CN" sz="2400" i="1" dirty="0" err="1">
                <a:solidFill>
                  <a:srgbClr val="0070C0"/>
                </a:solidFill>
                <a:ea typeface="楷体_GB2312"/>
                <a:cs typeface="楷体_GB2312"/>
              </a:rPr>
              <a:t>addType</a:t>
            </a:r>
            <a:r>
              <a:rPr lang="en-US" altLang="zh-CN" sz="2400" i="1" dirty="0">
                <a:solidFill>
                  <a:srgbClr val="0070C0"/>
                </a:solidFill>
                <a:ea typeface="楷体_GB2312"/>
                <a:cs typeface="楷体_GB2312"/>
              </a:rPr>
              <a:t>(</a:t>
            </a:r>
            <a:r>
              <a:rPr lang="en-US" altLang="zh-CN" sz="2400" i="1" dirty="0" err="1">
                <a:solidFill>
                  <a:srgbClr val="0070C0"/>
                </a:solidFill>
                <a:ea typeface="楷体_GB2312"/>
                <a:cs typeface="楷体_GB2312"/>
              </a:rPr>
              <a:t>id.entry</a:t>
            </a:r>
            <a:r>
              <a:rPr lang="en-US" altLang="zh-CN" sz="2400" i="1" dirty="0">
                <a:solidFill>
                  <a:srgbClr val="0070C0"/>
                </a:solidFill>
                <a:ea typeface="楷体_GB2312"/>
                <a:cs typeface="楷体_GB2312"/>
              </a:rPr>
              <a:t>,</a:t>
            </a:r>
            <a:r>
              <a:rPr lang="zh-CN" altLang="en-US" sz="2400" i="1" dirty="0">
                <a:solidFill>
                  <a:srgbClr val="0070C0"/>
                </a:solidFill>
                <a:ea typeface="楷体_GB2312"/>
                <a:cs typeface="楷体_GB2312"/>
              </a:rPr>
              <a:t> </a:t>
            </a:r>
            <a:r>
              <a:rPr lang="en-US" altLang="zh-CN" sz="2400" i="1" dirty="0" err="1">
                <a:solidFill>
                  <a:srgbClr val="0070C0"/>
                </a:solidFill>
                <a:ea typeface="楷体_GB2312"/>
                <a:cs typeface="楷体_GB2312"/>
              </a:rPr>
              <a:t>L.inh</a:t>
            </a:r>
            <a:r>
              <a:rPr lang="en-US" altLang="zh-CN" sz="2400" i="1" dirty="0">
                <a:solidFill>
                  <a:srgbClr val="0070C0"/>
                </a:solidFill>
                <a:ea typeface="楷体_GB2312"/>
                <a:cs typeface="楷体_GB2312"/>
              </a:rPr>
              <a:t>)</a:t>
            </a:r>
            <a:r>
              <a:rPr lang="en-US" altLang="zh-CN" sz="2400" dirty="0">
                <a:solidFill>
                  <a:srgbClr val="0070C0"/>
                </a:solidFill>
                <a:ea typeface="楷体_GB2312"/>
                <a:cs typeface="楷体_GB2312"/>
              </a:rPr>
              <a:t>} </a:t>
            </a:r>
            <a:endParaRPr lang="en-US" altLang="zh-CN" sz="2400" dirty="0">
              <a:solidFill>
                <a:srgbClr val="0070C0"/>
              </a:solidFill>
              <a:ea typeface="楷体_GB2312" pitchFamily="49" charset="-122"/>
              <a:cs typeface="Times New Roman" panose="02020603050405020304" pitchFamily="18" charset="0"/>
            </a:endParaRPr>
          </a:p>
        </p:txBody>
      </p:sp>
      <p:sp>
        <p:nvSpPr>
          <p:cNvPr id="5" name="Rectangle 3">
            <a:extLst>
              <a:ext uri="{FF2B5EF4-FFF2-40B4-BE49-F238E27FC236}">
                <a16:creationId xmlns:a16="http://schemas.microsoft.com/office/drawing/2014/main" id="{CDE0EAFE-E35F-4BC7-BEFB-0F0610A39F0C}"/>
              </a:ext>
            </a:extLst>
          </p:cNvPr>
          <p:cNvSpPr txBox="1">
            <a:spLocks noChangeArrowheads="1"/>
          </p:cNvSpPr>
          <p:nvPr/>
        </p:nvSpPr>
        <p:spPr bwMode="auto">
          <a:xfrm>
            <a:off x="228600" y="785813"/>
            <a:ext cx="8486775" cy="1143000"/>
          </a:xfrm>
          <a:prstGeom prst="rect">
            <a:avLst/>
          </a:prstGeom>
          <a:noFill/>
          <a:ln>
            <a:noFill/>
          </a:ln>
        </p:spPr>
        <p:txBody>
          <a:bodyPr lIns="68580" tIns="34290" rIns="68580" bIns="34290"/>
          <a:lstStyle/>
          <a:p>
            <a:pPr marL="272654" indent="-272654">
              <a:lnSpc>
                <a:spcPts val="4000"/>
              </a:lnSpc>
              <a:spcBef>
                <a:spcPct val="20000"/>
              </a:spcBef>
              <a:buSzPct val="100000"/>
              <a:buFont typeface="Wingdings" pitchFamily="2" charset="2"/>
              <a:buChar char="Ø"/>
              <a:defRPr/>
            </a:pPr>
            <a:r>
              <a:rPr kumimoji="1" lang="en-US" altLang="zh-CN" sz="2800" dirty="0">
                <a:latin typeface="Times New Roman" panose="02020603050405020304" pitchFamily="18" charset="0"/>
                <a:ea typeface="+mn-ea"/>
                <a:cs typeface="Times New Roman" pitchFamily="18" charset="0"/>
              </a:rPr>
              <a:t> </a:t>
            </a:r>
            <a:r>
              <a:rPr kumimoji="1" lang="zh-CN" altLang="en-US" sz="2800" dirty="0">
                <a:solidFill>
                  <a:srgbClr val="FF0000"/>
                </a:solidFill>
                <a:latin typeface="Times New Roman" panose="02020603050405020304" pitchFamily="18" charset="0"/>
                <a:ea typeface="+mn-ea"/>
                <a:cs typeface="Times New Roman" pitchFamily="18" charset="0"/>
              </a:rPr>
              <a:t>语法制导翻译方案</a:t>
            </a:r>
            <a:r>
              <a:rPr kumimoji="1" lang="en-US" altLang="zh-CN" sz="2800" dirty="0">
                <a:latin typeface="Times New Roman" panose="02020603050405020304" pitchFamily="18" charset="0"/>
                <a:ea typeface="楷体_GB2312" pitchFamily="49" charset="-122"/>
                <a:cs typeface="Times New Roman" pitchFamily="18" charset="0"/>
              </a:rPr>
              <a:t>(</a:t>
            </a:r>
            <a:r>
              <a:rPr kumimoji="1" lang="en-US" altLang="zh-CN" sz="2800" i="1" dirty="0">
                <a:latin typeface="Times New Roman" panose="02020603050405020304" pitchFamily="18" charset="0"/>
                <a:ea typeface="+mn-ea"/>
                <a:cs typeface="Times New Roman" pitchFamily="18" charset="0"/>
              </a:rPr>
              <a:t>SDT</a:t>
            </a:r>
            <a:r>
              <a:rPr kumimoji="1" lang="en-US" altLang="zh-CN" sz="2800" dirty="0">
                <a:latin typeface="Times New Roman" panose="02020603050405020304" pitchFamily="18" charset="0"/>
                <a:ea typeface="楷体_GB2312" pitchFamily="49" charset="-122"/>
                <a:cs typeface="Times New Roman" pitchFamily="18" charset="0"/>
              </a:rPr>
              <a:t> )</a:t>
            </a:r>
            <a:r>
              <a:rPr kumimoji="1" lang="zh-CN" altLang="en-US" sz="2800" dirty="0">
                <a:latin typeface="Times New Roman" panose="02020603050405020304" pitchFamily="18" charset="0"/>
                <a:ea typeface="+mn-ea"/>
                <a:cs typeface="Times New Roman" pitchFamily="18" charset="0"/>
              </a:rPr>
              <a:t>是在</a:t>
            </a:r>
            <a:r>
              <a:rPr kumimoji="1" lang="zh-CN" altLang="en-US" sz="2800" dirty="0">
                <a:solidFill>
                  <a:srgbClr val="0070C0"/>
                </a:solidFill>
                <a:latin typeface="Times New Roman" panose="02020603050405020304" pitchFamily="18" charset="0"/>
                <a:ea typeface="+mn-ea"/>
                <a:cs typeface="Times New Roman" pitchFamily="18" charset="0"/>
              </a:rPr>
              <a:t>产生式右部</a:t>
            </a:r>
            <a:r>
              <a:rPr kumimoji="1" lang="zh-CN" altLang="en-US" sz="2800" dirty="0">
                <a:latin typeface="Times New Roman" panose="02020603050405020304" pitchFamily="18" charset="0"/>
                <a:ea typeface="+mn-ea"/>
                <a:cs typeface="Times New Roman" pitchFamily="18" charset="0"/>
              </a:rPr>
              <a:t>中嵌入了</a:t>
            </a:r>
            <a:r>
              <a:rPr kumimoji="1" lang="zh-CN" altLang="en-US" sz="2800" dirty="0">
                <a:solidFill>
                  <a:srgbClr val="0070C0"/>
                </a:solidFill>
                <a:latin typeface="Times New Roman" panose="02020603050405020304" pitchFamily="18" charset="0"/>
                <a:ea typeface="+mn-ea"/>
                <a:cs typeface="Times New Roman" pitchFamily="18" charset="0"/>
              </a:rPr>
              <a:t>程序片段</a:t>
            </a:r>
            <a:r>
              <a:rPr kumimoji="1" lang="en-US" altLang="zh-CN" sz="2800" dirty="0">
                <a:latin typeface="Times New Roman" panose="02020603050405020304" pitchFamily="18" charset="0"/>
                <a:ea typeface="楷体_GB2312" pitchFamily="49" charset="-122"/>
                <a:cs typeface="Times New Roman" pitchFamily="18" charset="0"/>
              </a:rPr>
              <a:t>(</a:t>
            </a:r>
            <a:r>
              <a:rPr kumimoji="1" lang="zh-CN" altLang="en-US" sz="2800" dirty="0">
                <a:latin typeface="Times New Roman" panose="02020603050405020304" pitchFamily="18" charset="0"/>
                <a:ea typeface="+mn-ea"/>
                <a:cs typeface="Times New Roman" pitchFamily="18" charset="0"/>
              </a:rPr>
              <a:t>称为</a:t>
            </a:r>
            <a:r>
              <a:rPr kumimoji="1" lang="zh-CN" altLang="en-US" sz="2800" dirty="0">
                <a:solidFill>
                  <a:srgbClr val="0070C0"/>
                </a:solidFill>
                <a:latin typeface="Times New Roman" panose="02020603050405020304" pitchFamily="18" charset="0"/>
                <a:ea typeface="+mn-ea"/>
                <a:cs typeface="Times New Roman" pitchFamily="18" charset="0"/>
              </a:rPr>
              <a:t>语义动作</a:t>
            </a:r>
            <a:r>
              <a:rPr kumimoji="1" lang="en-US" altLang="zh-CN" sz="2800" dirty="0">
                <a:latin typeface="Times New Roman" panose="02020603050405020304" pitchFamily="18" charset="0"/>
                <a:ea typeface="楷体_GB2312" pitchFamily="49" charset="-122"/>
                <a:cs typeface="Times New Roman" pitchFamily="18" charset="0"/>
              </a:rPr>
              <a:t>)</a:t>
            </a:r>
            <a:r>
              <a:rPr kumimoji="1" lang="zh-CN" altLang="en-US" sz="2800" dirty="0">
                <a:latin typeface="Times New Roman" panose="02020603050405020304" pitchFamily="18" charset="0"/>
                <a:ea typeface="+mn-ea"/>
                <a:cs typeface="Times New Roman" pitchFamily="18" charset="0"/>
              </a:rPr>
              <a:t>的</a:t>
            </a:r>
            <a:r>
              <a:rPr kumimoji="1" lang="en-US" altLang="zh-CN" sz="2800" i="1" dirty="0">
                <a:latin typeface="Times New Roman" panose="02020603050405020304" pitchFamily="18" charset="0"/>
                <a:ea typeface="+mn-ea"/>
                <a:cs typeface="Times New Roman" pitchFamily="18" charset="0"/>
              </a:rPr>
              <a:t>CFG</a:t>
            </a:r>
          </a:p>
        </p:txBody>
      </p:sp>
      <p:sp>
        <p:nvSpPr>
          <p:cNvPr id="2" name="灯片编号占位符 1">
            <a:extLst>
              <a:ext uri="{FF2B5EF4-FFF2-40B4-BE49-F238E27FC236}">
                <a16:creationId xmlns:a16="http://schemas.microsoft.com/office/drawing/2014/main" id="{D1ACB018-C330-4A0A-A6A1-485387C2E8C4}"/>
              </a:ext>
            </a:extLst>
          </p:cNvPr>
          <p:cNvSpPr>
            <a:spLocks noGrp="1"/>
          </p:cNvSpPr>
          <p:nvPr>
            <p:ph type="sldNum" sz="quarter" idx="10"/>
          </p:nvPr>
        </p:nvSpPr>
        <p:spPr/>
        <p:txBody>
          <a:bodyPr/>
          <a:lstStyle/>
          <a:p>
            <a:pPr>
              <a:defRPr/>
            </a:pPr>
            <a:fld id="{8E104948-B687-4A74-87EB-9097C047E113}" type="slidenum">
              <a:rPr lang="zh-CN" altLang="en-US" smtClean="0"/>
              <a:pPr>
                <a:defRPr/>
              </a:pPr>
              <a:t>33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p:cTn id="7" dur="500" fill="hold"/>
                                        <p:tgtEl>
                                          <p:spTgt spid="4096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096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0963">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xit" presetSubtype="0" fill="hold" nodeType="clickEffect">
                                  <p:stCondLst>
                                    <p:cond delay="0"/>
                                  </p:stCondLst>
                                  <p:childTnLst>
                                    <p:anim calcmode="lin" valueType="num">
                                      <p:cBhvr>
                                        <p:cTn id="18" dur="500"/>
                                        <p:tgtEl>
                                          <p:spTgt spid="40963">
                                            <p:txEl>
                                              <p:pRg st="0" end="0"/>
                                            </p:txEl>
                                          </p:spTgt>
                                        </p:tgtEl>
                                        <p:attrNameLst>
                                          <p:attrName>ppt_w</p:attrName>
                                        </p:attrNameLst>
                                      </p:cBhvr>
                                      <p:tavLst>
                                        <p:tav tm="0">
                                          <p:val>
                                            <p:strVal val="ppt_w"/>
                                          </p:val>
                                        </p:tav>
                                        <p:tav tm="100000">
                                          <p:val>
                                            <p:fltVal val="0"/>
                                          </p:val>
                                        </p:tav>
                                      </p:tavLst>
                                    </p:anim>
                                    <p:anim calcmode="lin" valueType="num">
                                      <p:cBhvr>
                                        <p:cTn id="19" dur="500"/>
                                        <p:tgtEl>
                                          <p:spTgt spid="40963">
                                            <p:txEl>
                                              <p:pRg st="0" end="0"/>
                                            </p:txEl>
                                          </p:spTgt>
                                        </p:tgtEl>
                                        <p:attrNameLst>
                                          <p:attrName>ppt_h</p:attrName>
                                        </p:attrNameLst>
                                      </p:cBhvr>
                                      <p:tavLst>
                                        <p:tav tm="0">
                                          <p:val>
                                            <p:strVal val="ppt_h"/>
                                          </p:val>
                                        </p:tav>
                                        <p:tav tm="100000">
                                          <p:val>
                                            <p:fltVal val="0"/>
                                          </p:val>
                                        </p:tav>
                                      </p:tavLst>
                                    </p:anim>
                                    <p:animEffect transition="out" filter="fade">
                                      <p:cBhvr>
                                        <p:cTn id="20" dur="500"/>
                                        <p:tgtEl>
                                          <p:spTgt spid="40963">
                                            <p:txEl>
                                              <p:pRg st="0" end="0"/>
                                            </p:txEl>
                                          </p:spTgt>
                                        </p:tgtEl>
                                      </p:cBhvr>
                                    </p:animEffect>
                                    <p:set>
                                      <p:cBhvr>
                                        <p:cTn id="21" dur="1" fill="hold">
                                          <p:stCondLst>
                                            <p:cond delay="499"/>
                                          </p:stCondLst>
                                        </p:cTn>
                                        <p:tgtEl>
                                          <p:spTgt spid="40963">
                                            <p:txEl>
                                              <p:pRg st="0" end="0"/>
                                            </p:txEl>
                                          </p:spTgt>
                                        </p:tgtEl>
                                        <p:attrNameLst>
                                          <p:attrName>style.visibility</p:attrName>
                                        </p:attrNameLst>
                                      </p:cBhvr>
                                      <p:to>
                                        <p:strVal val="hidden"/>
                                      </p:to>
                                    </p:set>
                                  </p:childTnLst>
                                </p:cTn>
                              </p:par>
                              <p:par>
                                <p:cTn id="22" presetID="53" presetClass="exit" presetSubtype="32" fill="hold" grpId="1" nodeType="withEffect">
                                  <p:stCondLst>
                                    <p:cond delay="0"/>
                                  </p:stCondLst>
                                  <p:childTnLst>
                                    <p:anim calcmode="lin" valueType="num">
                                      <p:cBhvr>
                                        <p:cTn id="23" dur="500"/>
                                        <p:tgtEl>
                                          <p:spTgt spid="4"/>
                                        </p:tgtEl>
                                        <p:attrNameLst>
                                          <p:attrName>ppt_w</p:attrName>
                                        </p:attrNameLst>
                                      </p:cBhvr>
                                      <p:tavLst>
                                        <p:tav tm="0">
                                          <p:val>
                                            <p:strVal val="ppt_w"/>
                                          </p:val>
                                        </p:tav>
                                        <p:tav tm="100000">
                                          <p:val>
                                            <p:fltVal val="0"/>
                                          </p:val>
                                        </p:tav>
                                      </p:tavLst>
                                    </p:anim>
                                    <p:anim calcmode="lin" valueType="num">
                                      <p:cBhvr>
                                        <p:cTn id="24" dur="500"/>
                                        <p:tgtEl>
                                          <p:spTgt spid="4"/>
                                        </p:tgtEl>
                                        <p:attrNameLst>
                                          <p:attrName>ppt_h</p:attrName>
                                        </p:attrNameLst>
                                      </p:cBhvr>
                                      <p:tavLst>
                                        <p:tav tm="0">
                                          <p:val>
                                            <p:strVal val="ppt_h"/>
                                          </p:val>
                                        </p:tav>
                                        <p:tav tm="100000">
                                          <p:val>
                                            <p:fltVal val="0"/>
                                          </p:val>
                                        </p:tav>
                                      </p:tavLst>
                                    </p:anim>
                                    <p:animEffect transition="out" filter="fade">
                                      <p:cBhvr>
                                        <p:cTn id="25" dur="500"/>
                                        <p:tgtEl>
                                          <p:spTgt spid="4"/>
                                        </p:tgtEl>
                                      </p:cBhvr>
                                    </p:animEffect>
                                    <p:set>
                                      <p:cBhvr>
                                        <p:cTn id="26"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5E4FBB5E-607C-48F2-A014-CA758B7A8CEB}"/>
              </a:ext>
            </a:extLst>
          </p:cNvPr>
          <p:cNvSpPr>
            <a:spLocks noGrp="1"/>
          </p:cNvSpPr>
          <p:nvPr>
            <p:ph idx="1"/>
          </p:nvPr>
        </p:nvSpPr>
        <p:spPr>
          <a:xfrm>
            <a:off x="250825" y="1846263"/>
            <a:ext cx="8821738" cy="2886075"/>
          </a:xfrm>
        </p:spPr>
        <p:txBody>
          <a:bodyPr/>
          <a:lstStyle/>
          <a:p>
            <a:pPr>
              <a:lnSpc>
                <a:spcPts val="3800"/>
              </a:lnSpc>
            </a:pPr>
            <a:r>
              <a:rPr lang="zh-CN" altLang="en-US" sz="2800" dirty="0">
                <a:solidFill>
                  <a:srgbClr val="0070C0"/>
                </a:solidFill>
                <a:latin typeface="Times New Roman" panose="02020603050405020304" pitchFamily="18" charset="0"/>
                <a:cs typeface="Times New Roman" panose="02020603050405020304" pitchFamily="18" charset="0"/>
              </a:rPr>
              <a:t>任意</a:t>
            </a:r>
            <a:r>
              <a:rPr lang="en-US" altLang="zh-CN" sz="2800" i="1" dirty="0">
                <a:solidFill>
                  <a:srgbClr val="0070C0"/>
                </a:solidFill>
                <a:latin typeface="Times New Roman" panose="02020603050405020304" pitchFamily="18" charset="0"/>
                <a:cs typeface="Times New Roman" panose="02020603050405020304" pitchFamily="18" charset="0"/>
              </a:rPr>
              <a:t>SDT</a:t>
            </a:r>
            <a:r>
              <a:rPr lang="zh-CN" altLang="en-US" sz="2800" dirty="0">
                <a:latin typeface="Times New Roman" panose="02020603050405020304" pitchFamily="18" charset="0"/>
                <a:cs typeface="Times New Roman" panose="02020603050405020304" pitchFamily="18" charset="0"/>
              </a:rPr>
              <a:t>都可以先构建语法分析树，再</a:t>
            </a:r>
            <a:r>
              <a:rPr lang="zh-CN" altLang="en-US" sz="2800" dirty="0">
                <a:solidFill>
                  <a:srgbClr val="0070C0"/>
                </a:solidFill>
                <a:latin typeface="Times New Roman" panose="02020603050405020304" pitchFamily="18" charset="0"/>
                <a:cs typeface="Times New Roman" panose="02020603050405020304" pitchFamily="18" charset="0"/>
              </a:rPr>
              <a:t>先根深度优先遍历语法分析树</a:t>
            </a:r>
            <a:r>
              <a:rPr lang="zh-CN" altLang="en-US" sz="2800" dirty="0">
                <a:latin typeface="Times New Roman" panose="02020603050405020304" pitchFamily="18" charset="0"/>
                <a:cs typeface="Times New Roman" panose="02020603050405020304" pitchFamily="18" charset="0"/>
              </a:rPr>
              <a:t>中的</a:t>
            </a:r>
            <a:r>
              <a:rPr lang="zh-CN" altLang="en-US" sz="2800" dirty="0">
                <a:solidFill>
                  <a:srgbClr val="0070C0"/>
                </a:solidFill>
                <a:latin typeface="Times New Roman" panose="02020603050405020304" pitchFamily="18" charset="0"/>
                <a:cs typeface="Times New Roman" panose="02020603050405020304" pitchFamily="18" charset="0"/>
              </a:rPr>
              <a:t>动作节点</a:t>
            </a:r>
            <a:r>
              <a:rPr lang="zh-CN" altLang="en-US" sz="2800" dirty="0">
                <a:latin typeface="Times New Roman" panose="02020603050405020304" pitchFamily="18" charset="0"/>
                <a:cs typeface="Times New Roman" panose="02020603050405020304" pitchFamily="18" charset="0"/>
              </a:rPr>
              <a:t>来完成计算。</a:t>
            </a:r>
            <a:r>
              <a:rPr lang="en-US" altLang="zh-CN" sz="2800" dirty="0">
                <a:latin typeface="Times New Roman" panose="02020603050405020304" pitchFamily="18" charset="0"/>
                <a:cs typeface="Times New Roman" panose="02020603050405020304" pitchFamily="18" charset="0"/>
              </a:rPr>
              <a:t>(5.4.3)</a:t>
            </a:r>
          </a:p>
          <a:p>
            <a:pPr>
              <a:lnSpc>
                <a:spcPts val="3800"/>
              </a:lnSpc>
            </a:pPr>
            <a:r>
              <a:rPr lang="zh-CN" altLang="en-US" sz="2800" dirty="0">
                <a:solidFill>
                  <a:srgbClr val="0070C0"/>
                </a:solidFill>
                <a:latin typeface="Times New Roman" panose="02020603050405020304" pitchFamily="18" charset="0"/>
                <a:cs typeface="Times New Roman" panose="02020603050405020304" pitchFamily="18" charset="0"/>
              </a:rPr>
              <a:t>能在语法分析中计算的两类重要的</a:t>
            </a:r>
            <a:r>
              <a:rPr lang="en-US" altLang="zh-CN" sz="2800" i="1" dirty="0">
                <a:solidFill>
                  <a:srgbClr val="0070C0"/>
                </a:solidFill>
                <a:latin typeface="Times New Roman" panose="02020603050405020304" pitchFamily="18" charset="0"/>
                <a:cs typeface="Times New Roman" panose="02020603050405020304" pitchFamily="18" charset="0"/>
              </a:rPr>
              <a:t>SDD</a:t>
            </a:r>
            <a:r>
              <a:rPr lang="zh-CN" altLang="en-US" sz="2800" dirty="0">
                <a:solidFill>
                  <a:srgbClr val="0070C0"/>
                </a:solidFill>
                <a:latin typeface="Times New Roman" panose="02020603050405020304" pitchFamily="18" charset="0"/>
                <a:cs typeface="Times New Roman" panose="02020603050405020304" pitchFamily="18" charset="0"/>
              </a:rPr>
              <a:t>的</a:t>
            </a:r>
            <a:r>
              <a:rPr lang="en-US" altLang="zh-CN" sz="2800" i="1" dirty="0">
                <a:solidFill>
                  <a:srgbClr val="0070C0"/>
                </a:solidFill>
                <a:latin typeface="Times New Roman" panose="02020603050405020304" pitchFamily="18" charset="0"/>
                <a:cs typeface="Times New Roman" panose="02020603050405020304" pitchFamily="18" charset="0"/>
              </a:rPr>
              <a:t>SDT</a:t>
            </a:r>
          </a:p>
          <a:p>
            <a:pPr lvl="1">
              <a:lnSpc>
                <a:spcPts val="3800"/>
              </a:lnSpc>
            </a:pPr>
            <a:r>
              <a:rPr lang="zh-CN" altLang="en-US" sz="2400" dirty="0">
                <a:latin typeface="Times New Roman" panose="02020603050405020304" pitchFamily="18" charset="0"/>
                <a:cs typeface="Times New Roman" panose="02020603050405020304" pitchFamily="18" charset="0"/>
              </a:rPr>
              <a:t>基础文法可以使用</a:t>
            </a:r>
            <a:r>
              <a:rPr lang="en-US" altLang="zh-CN" sz="2400" i="1" dirty="0">
                <a:latin typeface="Times New Roman" panose="02020603050405020304" pitchFamily="18" charset="0"/>
                <a:cs typeface="Times New Roman" panose="02020603050405020304" pitchFamily="18" charset="0"/>
              </a:rPr>
              <a:t>LR</a:t>
            </a:r>
            <a:r>
              <a:rPr lang="zh-CN" altLang="en-US" sz="2400" dirty="0">
                <a:latin typeface="Times New Roman" panose="02020603050405020304" pitchFamily="18" charset="0"/>
                <a:cs typeface="Times New Roman" panose="02020603050405020304" pitchFamily="18" charset="0"/>
              </a:rPr>
              <a:t>分析技术，且</a:t>
            </a:r>
            <a:r>
              <a:rPr lang="en-US" altLang="zh-CN" sz="2400" i="1" dirty="0">
                <a:latin typeface="Times New Roman" panose="02020603050405020304" pitchFamily="18" charset="0"/>
                <a:cs typeface="Times New Roman" panose="02020603050405020304" pitchFamily="18" charset="0"/>
              </a:rPr>
              <a:t>SDD</a:t>
            </a:r>
            <a:r>
              <a:rPr lang="zh-CN" altLang="en-US" sz="2400" dirty="0">
                <a:latin typeface="Times New Roman" panose="02020603050405020304" pitchFamily="18" charset="0"/>
                <a:cs typeface="Times New Roman" panose="02020603050405020304" pitchFamily="18" charset="0"/>
              </a:rPr>
              <a:t>是</a:t>
            </a:r>
            <a:r>
              <a:rPr lang="en-US" altLang="zh-CN" sz="2400" i="1"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属性的</a:t>
            </a:r>
          </a:p>
          <a:p>
            <a:pPr lvl="1">
              <a:lnSpc>
                <a:spcPts val="3800"/>
              </a:lnSpc>
            </a:pPr>
            <a:r>
              <a:rPr lang="zh-CN" altLang="en-US" sz="2400" dirty="0">
                <a:latin typeface="Times New Roman" panose="02020603050405020304" pitchFamily="18" charset="0"/>
                <a:cs typeface="Times New Roman" panose="02020603050405020304" pitchFamily="18" charset="0"/>
              </a:rPr>
              <a:t>基础文法可以使用</a:t>
            </a:r>
            <a:r>
              <a:rPr lang="en-US" altLang="zh-CN" sz="2400" i="1" dirty="0">
                <a:latin typeface="Times New Roman" panose="02020603050405020304" pitchFamily="18" charset="0"/>
                <a:cs typeface="Times New Roman" panose="02020603050405020304" pitchFamily="18" charset="0"/>
              </a:rPr>
              <a:t>LL</a:t>
            </a:r>
            <a:r>
              <a:rPr lang="zh-CN" altLang="en-US" sz="2400" dirty="0">
                <a:latin typeface="Times New Roman" panose="02020603050405020304" pitchFamily="18" charset="0"/>
                <a:cs typeface="Times New Roman" panose="02020603050405020304" pitchFamily="18" charset="0"/>
              </a:rPr>
              <a:t>分析技术，且</a:t>
            </a:r>
            <a:r>
              <a:rPr lang="en-US" altLang="zh-CN" sz="2400" i="1" dirty="0">
                <a:latin typeface="Times New Roman" panose="02020603050405020304" pitchFamily="18" charset="0"/>
                <a:cs typeface="Times New Roman" panose="02020603050405020304" pitchFamily="18" charset="0"/>
              </a:rPr>
              <a:t>SDD</a:t>
            </a:r>
            <a:r>
              <a:rPr lang="zh-CN" altLang="en-US" sz="2400" dirty="0">
                <a:latin typeface="Times New Roman" panose="02020603050405020304" pitchFamily="18" charset="0"/>
                <a:cs typeface="Times New Roman" panose="02020603050405020304" pitchFamily="18" charset="0"/>
              </a:rPr>
              <a:t>是</a:t>
            </a:r>
            <a:r>
              <a:rPr lang="en-US" altLang="zh-CN" sz="2400" i="1" dirty="0">
                <a:latin typeface="Times New Roman" panose="02020603050405020304" pitchFamily="18" charset="0"/>
                <a:cs typeface="Times New Roman" panose="02020603050405020304" pitchFamily="18" charset="0"/>
              </a:rPr>
              <a:t>L</a:t>
            </a:r>
            <a:r>
              <a:rPr lang="zh-CN" altLang="en-US" sz="2400" dirty="0">
                <a:latin typeface="Times New Roman" panose="02020603050405020304" pitchFamily="18" charset="0"/>
                <a:cs typeface="Times New Roman" panose="02020603050405020304" pitchFamily="18" charset="0"/>
              </a:rPr>
              <a:t>属性的</a:t>
            </a:r>
            <a:endParaRPr kumimoji="1" lang="en-US" altLang="zh-CN" sz="1800"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DDC0983D-8FAB-4CAE-9134-FD94B6BAB6C6}"/>
              </a:ext>
            </a:extLst>
          </p:cNvPr>
          <p:cNvSpPr txBox="1">
            <a:spLocks noChangeArrowheads="1"/>
          </p:cNvSpPr>
          <p:nvPr/>
        </p:nvSpPr>
        <p:spPr bwMode="auto">
          <a:xfrm>
            <a:off x="225425" y="785813"/>
            <a:ext cx="8486775" cy="1143000"/>
          </a:xfrm>
          <a:prstGeom prst="rect">
            <a:avLst/>
          </a:prstGeom>
          <a:noFill/>
          <a:ln>
            <a:noFill/>
          </a:ln>
        </p:spPr>
        <p:txBody>
          <a:bodyPr lIns="68580" tIns="34290" rIns="68580" bIns="34290"/>
          <a:lstStyle/>
          <a:p>
            <a:pPr marL="272654" indent="-272654">
              <a:lnSpc>
                <a:spcPts val="4000"/>
              </a:lnSpc>
              <a:spcBef>
                <a:spcPct val="20000"/>
              </a:spcBef>
              <a:buSzPct val="100000"/>
              <a:buFont typeface="Wingdings" pitchFamily="2" charset="2"/>
              <a:buChar char="Ø"/>
              <a:defRPr/>
            </a:pPr>
            <a:r>
              <a:rPr kumimoji="1" lang="en-US" altLang="zh-CN" sz="2800" dirty="0">
                <a:latin typeface="Times New Roman" panose="02020603050405020304" pitchFamily="18" charset="0"/>
                <a:ea typeface="+mn-ea"/>
                <a:cs typeface="Times New Roman" pitchFamily="18" charset="0"/>
              </a:rPr>
              <a:t> </a:t>
            </a:r>
            <a:r>
              <a:rPr kumimoji="1" lang="zh-CN" altLang="en-US" sz="2800" dirty="0">
                <a:solidFill>
                  <a:srgbClr val="FF0000"/>
                </a:solidFill>
                <a:latin typeface="Times New Roman" panose="02020603050405020304" pitchFamily="18" charset="0"/>
                <a:ea typeface="+mn-ea"/>
                <a:cs typeface="Times New Roman" pitchFamily="18" charset="0"/>
              </a:rPr>
              <a:t>语法制导翻译方案</a:t>
            </a:r>
            <a:r>
              <a:rPr kumimoji="1" lang="en-US" altLang="zh-CN" sz="2800" dirty="0">
                <a:latin typeface="Times New Roman" panose="02020603050405020304" pitchFamily="18" charset="0"/>
                <a:ea typeface="楷体_GB2312" pitchFamily="49" charset="-122"/>
                <a:cs typeface="Times New Roman" pitchFamily="18" charset="0"/>
              </a:rPr>
              <a:t>(</a:t>
            </a:r>
            <a:r>
              <a:rPr kumimoji="1" lang="en-US" altLang="zh-CN" sz="2800" i="1" dirty="0">
                <a:latin typeface="Times New Roman" panose="02020603050405020304" pitchFamily="18" charset="0"/>
                <a:ea typeface="+mn-ea"/>
                <a:cs typeface="Times New Roman" pitchFamily="18" charset="0"/>
              </a:rPr>
              <a:t>SDT</a:t>
            </a:r>
            <a:r>
              <a:rPr kumimoji="1" lang="en-US" altLang="zh-CN" sz="2800" dirty="0">
                <a:latin typeface="Times New Roman" panose="02020603050405020304" pitchFamily="18" charset="0"/>
                <a:ea typeface="楷体_GB2312" pitchFamily="49" charset="-122"/>
                <a:cs typeface="Times New Roman" pitchFamily="18" charset="0"/>
              </a:rPr>
              <a:t> )</a:t>
            </a:r>
            <a:r>
              <a:rPr kumimoji="1" lang="zh-CN" altLang="en-US" sz="2800" dirty="0">
                <a:latin typeface="Times New Roman" panose="02020603050405020304" pitchFamily="18" charset="0"/>
                <a:ea typeface="+mn-ea"/>
                <a:cs typeface="Times New Roman" pitchFamily="18" charset="0"/>
              </a:rPr>
              <a:t>是在</a:t>
            </a:r>
            <a:r>
              <a:rPr kumimoji="1" lang="zh-CN" altLang="en-US" sz="2800" dirty="0">
                <a:solidFill>
                  <a:srgbClr val="0070C0"/>
                </a:solidFill>
                <a:latin typeface="Times New Roman" panose="02020603050405020304" pitchFamily="18" charset="0"/>
                <a:ea typeface="+mn-ea"/>
                <a:cs typeface="Times New Roman" pitchFamily="18" charset="0"/>
              </a:rPr>
              <a:t>产生式右部</a:t>
            </a:r>
            <a:r>
              <a:rPr kumimoji="1" lang="zh-CN" altLang="en-US" sz="2800" dirty="0">
                <a:latin typeface="Times New Roman" panose="02020603050405020304" pitchFamily="18" charset="0"/>
                <a:ea typeface="+mn-ea"/>
                <a:cs typeface="Times New Roman" pitchFamily="18" charset="0"/>
              </a:rPr>
              <a:t>中嵌入了</a:t>
            </a:r>
            <a:r>
              <a:rPr kumimoji="1" lang="zh-CN" altLang="en-US" sz="2800" dirty="0">
                <a:solidFill>
                  <a:srgbClr val="0070C0"/>
                </a:solidFill>
                <a:latin typeface="Times New Roman" panose="02020603050405020304" pitchFamily="18" charset="0"/>
                <a:ea typeface="+mn-ea"/>
                <a:cs typeface="Times New Roman" pitchFamily="18" charset="0"/>
              </a:rPr>
              <a:t>程序片段</a:t>
            </a:r>
            <a:r>
              <a:rPr kumimoji="1" lang="en-US" altLang="zh-CN" sz="2800" dirty="0">
                <a:latin typeface="Times New Roman" panose="02020603050405020304" pitchFamily="18" charset="0"/>
                <a:ea typeface="楷体_GB2312" pitchFamily="49" charset="-122"/>
                <a:cs typeface="Times New Roman" pitchFamily="18" charset="0"/>
              </a:rPr>
              <a:t>(</a:t>
            </a:r>
            <a:r>
              <a:rPr kumimoji="1" lang="zh-CN" altLang="en-US" sz="2800" dirty="0">
                <a:latin typeface="Times New Roman" panose="02020603050405020304" pitchFamily="18" charset="0"/>
                <a:ea typeface="+mn-ea"/>
                <a:cs typeface="Times New Roman" pitchFamily="18" charset="0"/>
              </a:rPr>
              <a:t>称为</a:t>
            </a:r>
            <a:r>
              <a:rPr kumimoji="1" lang="zh-CN" altLang="en-US" sz="2800" dirty="0">
                <a:solidFill>
                  <a:schemeClr val="tx2">
                    <a:lumMod val="60000"/>
                    <a:lumOff val="40000"/>
                  </a:schemeClr>
                </a:solidFill>
                <a:latin typeface="Times New Roman" panose="02020603050405020304" pitchFamily="18" charset="0"/>
                <a:ea typeface="+mn-ea"/>
                <a:cs typeface="Times New Roman" pitchFamily="18" charset="0"/>
              </a:rPr>
              <a:t>语义动作</a:t>
            </a:r>
            <a:r>
              <a:rPr kumimoji="1" lang="en-US" altLang="zh-CN" sz="2800" dirty="0">
                <a:latin typeface="Times New Roman" panose="02020603050405020304" pitchFamily="18" charset="0"/>
                <a:ea typeface="楷体_GB2312" pitchFamily="49" charset="-122"/>
                <a:cs typeface="Times New Roman" pitchFamily="18" charset="0"/>
              </a:rPr>
              <a:t>)</a:t>
            </a:r>
            <a:r>
              <a:rPr kumimoji="1" lang="zh-CN" altLang="en-US" sz="2800" dirty="0">
                <a:latin typeface="Times New Roman" panose="02020603050405020304" pitchFamily="18" charset="0"/>
                <a:ea typeface="+mn-ea"/>
                <a:cs typeface="Times New Roman" pitchFamily="18" charset="0"/>
              </a:rPr>
              <a:t>的</a:t>
            </a:r>
            <a:r>
              <a:rPr kumimoji="1" lang="en-US" altLang="zh-CN" sz="2800" i="1" dirty="0">
                <a:latin typeface="Times New Roman" panose="02020603050405020304" pitchFamily="18" charset="0"/>
                <a:ea typeface="+mn-ea"/>
                <a:cs typeface="Times New Roman" pitchFamily="18" charset="0"/>
              </a:rPr>
              <a:t>CFG</a:t>
            </a:r>
          </a:p>
        </p:txBody>
      </p:sp>
      <p:sp>
        <p:nvSpPr>
          <p:cNvPr id="92164" name="Rectangle 2">
            <a:extLst>
              <a:ext uri="{FF2B5EF4-FFF2-40B4-BE49-F238E27FC236}">
                <a16:creationId xmlns:a16="http://schemas.microsoft.com/office/drawing/2014/main" id="{439C559B-34E3-484C-B4E2-65B6DEAD87C6}"/>
              </a:ext>
            </a:extLst>
          </p:cNvPr>
          <p:cNvSpPr>
            <a:spLocks noGrp="1"/>
          </p:cNvSpPr>
          <p:nvPr>
            <p:ph type="title"/>
          </p:nvPr>
        </p:nvSpPr>
        <p:spPr>
          <a:xfrm>
            <a:off x="755650" y="268288"/>
            <a:ext cx="7931150" cy="358775"/>
          </a:xfrm>
        </p:spPr>
        <p:txBody>
          <a:bodyPr/>
          <a:lstStyle/>
          <a:p>
            <a:pPr eaLnBrk="1" hangingPunct="1"/>
            <a:r>
              <a:rPr kumimoji="1" lang="en-US" altLang="zh-CN">
                <a:latin typeface="Times New Roman" panose="02020603050405020304" pitchFamily="18" charset="0"/>
                <a:cs typeface="Times New Roman" panose="02020603050405020304" pitchFamily="18" charset="0"/>
              </a:rPr>
              <a:t>5.3 </a:t>
            </a:r>
            <a:r>
              <a:rPr kumimoji="1" lang="zh-CN" altLang="en-US">
                <a:latin typeface="Times New Roman" panose="02020603050405020304" pitchFamily="18" charset="0"/>
                <a:cs typeface="Times New Roman" panose="02020603050405020304" pitchFamily="18" charset="0"/>
              </a:rPr>
              <a:t>语法制导翻译方案</a:t>
            </a:r>
            <a:r>
              <a:rPr kumimoji="1" lang="en-US" altLang="zh-CN" i="1">
                <a:latin typeface="Times New Roman" panose="02020603050405020304" pitchFamily="18" charset="0"/>
                <a:cs typeface="Times New Roman" panose="02020603050405020304" pitchFamily="18" charset="0"/>
              </a:rPr>
              <a:t>SDT</a:t>
            </a:r>
            <a:endParaRPr kumimoji="1" lang="zh-CN" altLang="en-US" i="1">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2BC87683-6137-44B1-B749-0ECCFC9C97A3}"/>
              </a:ext>
            </a:extLst>
          </p:cNvPr>
          <p:cNvSpPr>
            <a:spLocks noGrp="1"/>
          </p:cNvSpPr>
          <p:nvPr>
            <p:ph type="sldNum" sz="quarter" idx="10"/>
          </p:nvPr>
        </p:nvSpPr>
        <p:spPr/>
        <p:txBody>
          <a:bodyPr/>
          <a:lstStyle/>
          <a:p>
            <a:pPr>
              <a:defRPr/>
            </a:pPr>
            <a:fld id="{8E104948-B687-4A74-87EB-9097C047E113}" type="slidenum">
              <a:rPr lang="zh-CN" altLang="en-US" smtClean="0"/>
              <a:pPr>
                <a:defRPr/>
              </a:pPr>
              <a:t>34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with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p:cTn id="7" dur="500" fill="hold"/>
                                        <p:tgtEl>
                                          <p:spTgt spid="4096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096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096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40963">
                                            <p:txEl>
                                              <p:pRg st="1" end="1"/>
                                            </p:txEl>
                                          </p:spTgt>
                                        </p:tgtEl>
                                        <p:attrNameLst>
                                          <p:attrName>style.visibility</p:attrName>
                                        </p:attrNameLst>
                                      </p:cBhvr>
                                      <p:to>
                                        <p:strVal val="visible"/>
                                      </p:to>
                                    </p:set>
                                    <p:anim calcmode="lin" valueType="num">
                                      <p:cBhvr>
                                        <p:cTn id="14" dur="500" fill="hold"/>
                                        <p:tgtEl>
                                          <p:spTgt spid="4096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096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096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40963">
                                            <p:txEl>
                                              <p:pRg st="2" end="2"/>
                                            </p:txEl>
                                          </p:spTgt>
                                        </p:tgtEl>
                                        <p:attrNameLst>
                                          <p:attrName>style.visibility</p:attrName>
                                        </p:attrNameLst>
                                      </p:cBhvr>
                                      <p:to>
                                        <p:strVal val="visible"/>
                                      </p:to>
                                    </p:set>
                                    <p:anim calcmode="lin" valueType="num">
                                      <p:cBhvr>
                                        <p:cTn id="21" dur="500" fill="hold"/>
                                        <p:tgtEl>
                                          <p:spTgt spid="4096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096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40963">
                                            <p:txEl>
                                              <p:pRg st="2" end="2"/>
                                            </p:txEl>
                                          </p:spTgt>
                                        </p:tgtEl>
                                      </p:cBhvr>
                                    </p:animEffect>
                                  </p:childTnLst>
                                </p:cTn>
                              </p:par>
                              <p:par>
                                <p:cTn id="24" presetID="53" presetClass="entr" presetSubtype="0" fill="hold" nodeType="withEffect">
                                  <p:stCondLst>
                                    <p:cond delay="0"/>
                                  </p:stCondLst>
                                  <p:childTnLst>
                                    <p:set>
                                      <p:cBhvr>
                                        <p:cTn id="25" dur="1" fill="hold">
                                          <p:stCondLst>
                                            <p:cond delay="0"/>
                                          </p:stCondLst>
                                        </p:cTn>
                                        <p:tgtEl>
                                          <p:spTgt spid="40963">
                                            <p:txEl>
                                              <p:pRg st="3" end="3"/>
                                            </p:txEl>
                                          </p:spTgt>
                                        </p:tgtEl>
                                        <p:attrNameLst>
                                          <p:attrName>style.visibility</p:attrName>
                                        </p:attrNameLst>
                                      </p:cBhvr>
                                      <p:to>
                                        <p:strVal val="visible"/>
                                      </p:to>
                                    </p:set>
                                    <p:anim calcmode="lin" valueType="num">
                                      <p:cBhvr>
                                        <p:cTn id="26" dur="500" fill="hold"/>
                                        <p:tgtEl>
                                          <p:spTgt spid="40963">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40963">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40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内容占位符 2">
            <a:extLst>
              <a:ext uri="{FF2B5EF4-FFF2-40B4-BE49-F238E27FC236}">
                <a16:creationId xmlns:a16="http://schemas.microsoft.com/office/drawing/2014/main" id="{98993C97-7841-4BC6-994C-6A46506221DB}"/>
              </a:ext>
            </a:extLst>
          </p:cNvPr>
          <p:cNvSpPr>
            <a:spLocks noGrp="1"/>
          </p:cNvSpPr>
          <p:nvPr>
            <p:ph idx="1"/>
          </p:nvPr>
        </p:nvSpPr>
        <p:spPr>
          <a:xfrm>
            <a:off x="428625" y="857250"/>
            <a:ext cx="8429625" cy="1392238"/>
          </a:xfrm>
        </p:spPr>
        <p:txBody>
          <a:bodyPr/>
          <a:lstStyle/>
          <a:p>
            <a:r>
              <a:rPr lang="zh-CN" altLang="en-US" sz="2800" dirty="0">
                <a:latin typeface="Times New Roman" panose="02020603050405020304" pitchFamily="18" charset="0"/>
                <a:cs typeface="Times New Roman" panose="02020603050405020304" pitchFamily="18" charset="0"/>
              </a:rPr>
              <a:t>将一个</a:t>
            </a:r>
            <a:r>
              <a:rPr lang="en-US" altLang="zh-CN" sz="2800" i="1" dirty="0">
                <a:latin typeface="Times New Roman" panose="02020603050405020304" pitchFamily="18" charset="0"/>
                <a:cs typeface="Times New Roman" panose="02020603050405020304" pitchFamily="18" charset="0"/>
              </a:rPr>
              <a:t>S-SDD</a:t>
            </a:r>
            <a:r>
              <a:rPr lang="zh-CN" altLang="en-US" sz="2800" dirty="0">
                <a:latin typeface="Times New Roman" panose="02020603050405020304" pitchFamily="18" charset="0"/>
                <a:cs typeface="Times New Roman" panose="02020603050405020304" pitchFamily="18" charset="0"/>
              </a:rPr>
              <a:t>转换为</a:t>
            </a:r>
            <a:r>
              <a:rPr lang="en-US" altLang="zh-CN" sz="2800" i="1" dirty="0">
                <a:latin typeface="Times New Roman" panose="02020603050405020304" pitchFamily="18" charset="0"/>
                <a:cs typeface="Times New Roman" panose="02020603050405020304" pitchFamily="18" charset="0"/>
              </a:rPr>
              <a:t>SDT</a:t>
            </a:r>
            <a:r>
              <a:rPr lang="zh-CN" altLang="en-US" sz="2800" dirty="0">
                <a:latin typeface="Times New Roman" panose="02020603050405020304" pitchFamily="18" charset="0"/>
                <a:cs typeface="Times New Roman" panose="02020603050405020304" pitchFamily="18" charset="0"/>
              </a:rPr>
              <a:t>的方法：将每个语义动作都放在产生式的最后</a:t>
            </a:r>
            <a:endParaRPr lang="en-US" altLang="zh-CN" sz="2800" dirty="0">
              <a:latin typeface="Times New Roman" panose="02020603050405020304" pitchFamily="18" charset="0"/>
              <a:cs typeface="Times New Roman" panose="02020603050405020304" pitchFamily="18" charset="0"/>
            </a:endParaRPr>
          </a:p>
          <a:p>
            <a:pPr lvl="1"/>
            <a:r>
              <a:rPr lang="zh-CN" altLang="en-US" sz="2400" dirty="0">
                <a:latin typeface="Times New Roman" panose="02020603050405020304" pitchFamily="18" charset="0"/>
                <a:cs typeface="Times New Roman" panose="02020603050405020304" pitchFamily="18" charset="0"/>
              </a:rPr>
              <a:t>例</a:t>
            </a:r>
            <a:endParaRPr lang="en-US" altLang="zh-CN" sz="2400" dirty="0">
              <a:latin typeface="Times New Roman" panose="02020603050405020304" pitchFamily="18" charset="0"/>
              <a:cs typeface="Times New Roman" panose="02020603050405020304" pitchFamily="18" charset="0"/>
            </a:endParaRPr>
          </a:p>
        </p:txBody>
      </p:sp>
      <p:sp>
        <p:nvSpPr>
          <p:cNvPr id="40962" name="标题 1">
            <a:extLst>
              <a:ext uri="{FF2B5EF4-FFF2-40B4-BE49-F238E27FC236}">
                <a16:creationId xmlns:a16="http://schemas.microsoft.com/office/drawing/2014/main" id="{A603BE4C-5FFB-48FA-871A-FC6B06578768}"/>
              </a:ext>
            </a:extLst>
          </p:cNvPr>
          <p:cNvSpPr>
            <a:spLocks noGrp="1"/>
          </p:cNvSpPr>
          <p:nvPr>
            <p:ph type="title"/>
          </p:nvPr>
        </p:nvSpPr>
        <p:spPr>
          <a:xfrm>
            <a:off x="755650" y="268288"/>
            <a:ext cx="7931150" cy="358775"/>
          </a:xfrm>
        </p:spPr>
        <p:txBody>
          <a:bodyPr/>
          <a:lstStyle/>
          <a:p>
            <a:pPr>
              <a:defRPr/>
            </a:pPr>
            <a:r>
              <a:rPr lang="zh-CN" altLang="en-US" spc="300" dirty="0">
                <a:latin typeface="Times New Roman" panose="02020603050405020304" pitchFamily="18" charset="0"/>
                <a:cs typeface="Times New Roman" panose="02020603050405020304" pitchFamily="18" charset="0"/>
              </a:rPr>
              <a:t>将</a:t>
            </a:r>
            <a:r>
              <a:rPr lang="en-US" altLang="zh-CN" i="1" dirty="0">
                <a:latin typeface="Times New Roman" panose="02020603050405020304" pitchFamily="18" charset="0"/>
                <a:cs typeface="Times New Roman" panose="02020603050405020304" pitchFamily="18" charset="0"/>
              </a:rPr>
              <a:t>S-SDD</a:t>
            </a:r>
            <a:r>
              <a:rPr lang="zh-CN" altLang="en-US" spc="300" dirty="0">
                <a:latin typeface="Times New Roman" panose="02020603050405020304" pitchFamily="18" charset="0"/>
                <a:cs typeface="Times New Roman" panose="02020603050405020304" pitchFamily="18" charset="0"/>
              </a:rPr>
              <a:t>转换为</a:t>
            </a:r>
            <a:r>
              <a:rPr lang="en-US" altLang="zh-CN" i="1" dirty="0">
                <a:latin typeface="Times New Roman" panose="02020603050405020304" pitchFamily="18" charset="0"/>
                <a:cs typeface="Times New Roman" panose="02020603050405020304" pitchFamily="18" charset="0"/>
              </a:rPr>
              <a:t>SDT</a:t>
            </a:r>
            <a:endParaRPr lang="zh-CN" altLang="en-US" i="1"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509A468B-7474-4B60-8780-442FED982919}"/>
              </a:ext>
            </a:extLst>
          </p:cNvPr>
          <p:cNvSpPr>
            <a:spLocks noChangeArrowheads="1"/>
          </p:cNvSpPr>
          <p:nvPr/>
        </p:nvSpPr>
        <p:spPr bwMode="auto">
          <a:xfrm>
            <a:off x="5697538" y="2268190"/>
            <a:ext cx="1303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625475">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lvl="2" indent="0">
              <a:spcBef>
                <a:spcPct val="20000"/>
              </a:spcBef>
              <a:buSzPct val="100000"/>
            </a:pPr>
            <a:r>
              <a:rPr lang="en-US" altLang="zh-CN" sz="2000" i="1">
                <a:solidFill>
                  <a:srgbClr val="000000"/>
                </a:solidFill>
                <a:latin typeface="Times New Roman" panose="02020603050405020304" pitchFamily="18" charset="0"/>
                <a:ea typeface="楷体_GB2312" pitchFamily="49" charset="-122"/>
              </a:rPr>
              <a:t>SDT</a:t>
            </a:r>
          </a:p>
        </p:txBody>
      </p:sp>
      <p:grpSp>
        <p:nvGrpSpPr>
          <p:cNvPr id="4" name="组合 7">
            <a:extLst>
              <a:ext uri="{FF2B5EF4-FFF2-40B4-BE49-F238E27FC236}">
                <a16:creationId xmlns:a16="http://schemas.microsoft.com/office/drawing/2014/main" id="{B6DAD7D8-9FAE-428D-9699-9C89B9C682CA}"/>
              </a:ext>
            </a:extLst>
          </p:cNvPr>
          <p:cNvGrpSpPr>
            <a:grpSpLocks/>
          </p:cNvGrpSpPr>
          <p:nvPr/>
        </p:nvGrpSpPr>
        <p:grpSpPr bwMode="auto">
          <a:xfrm>
            <a:off x="357188" y="2393602"/>
            <a:ext cx="4232275" cy="2338388"/>
            <a:chOff x="1376363" y="3787775"/>
            <a:chExt cx="4232275" cy="2338388"/>
          </a:xfrm>
        </p:grpSpPr>
        <p:sp>
          <p:nvSpPr>
            <p:cNvPr id="9" name="矩形 8">
              <a:extLst>
                <a:ext uri="{FF2B5EF4-FFF2-40B4-BE49-F238E27FC236}">
                  <a16:creationId xmlns:a16="http://schemas.microsoft.com/office/drawing/2014/main" id="{C7E439E0-26FD-400B-94A6-46798A5D049D}"/>
                </a:ext>
              </a:extLst>
            </p:cNvPr>
            <p:cNvSpPr/>
            <p:nvPr/>
          </p:nvSpPr>
          <p:spPr>
            <a:xfrm>
              <a:off x="1376363" y="3787775"/>
              <a:ext cx="4232275" cy="2308225"/>
            </a:xfrm>
            <a:prstGeom prst="rect">
              <a:avLst/>
            </a:prstGeom>
            <a:solidFill>
              <a:schemeClr val="accent2">
                <a:lumMod val="40000"/>
                <a:lumOff val="60000"/>
              </a:schemeClr>
            </a:solidFill>
            <a:ln>
              <a:solidFill>
                <a:schemeClr val="tx1"/>
              </a:solidFill>
            </a:ln>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30000"/>
                </a:spcBef>
                <a:defRPr/>
              </a:pPr>
              <a:r>
                <a:rPr lang="zh-CN" altLang="en-US" b="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产生式</a:t>
              </a:r>
              <a:r>
                <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语义规则</a:t>
              </a:r>
              <a:endPar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n 	</a:t>
              </a:r>
              <a:r>
                <a:rPr kumimoji="1" lang="en-US" altLang="zh-CN" sz="16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L</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endPar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	E</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E</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(3)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(4)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(5)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(6)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E</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a:t>
              </a:r>
            </a:p>
            <a:p>
              <a:pPr eaLnBrk="1" hangingPunct="1">
                <a:defRPr/>
              </a:pP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(7)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digit        	</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F</a:t>
              </a:r>
              <a:r>
                <a:rPr lang="en-US" altLang="zh-CN" dirty="0">
                  <a:latin typeface="Times New Roman" pitchFamily="18" charset="0"/>
                  <a:ea typeface="楷体_GB2312" pitchFamily="49" charset="-122"/>
                  <a:cs typeface="Times New Roman" pitchFamily="18" charset="0"/>
                </a:rPr>
                <a:t>.</a:t>
              </a:r>
              <a:r>
                <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val </a:t>
              </a:r>
              <a:r>
                <a:rPr kumimoji="1"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digit</a:t>
              </a:r>
              <a:r>
                <a:rPr lang="en-US" altLang="zh-CN" dirty="0" err="1">
                  <a:latin typeface="Times New Roman" pitchFamily="18" charset="0"/>
                  <a:ea typeface="楷体_GB2312" pitchFamily="49" charset="-122"/>
                  <a:cs typeface="Times New Roman" pitchFamily="18" charset="0"/>
                </a:rPr>
                <a:t>.</a:t>
              </a:r>
              <a:r>
                <a:rPr kumimoji="1" lang="en-US" altLang="zh-CN"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lexval</a:t>
              </a:r>
              <a:endParaRPr kumimoji="1" lang="en-US" altLang="zh-CN"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cxnSp>
          <p:nvCxnSpPr>
            <p:cNvPr id="10" name="直接连接符 9">
              <a:extLst>
                <a:ext uri="{FF2B5EF4-FFF2-40B4-BE49-F238E27FC236}">
                  <a16:creationId xmlns:a16="http://schemas.microsoft.com/office/drawing/2014/main" id="{D088B141-3A8C-4143-847E-A8A80CCF3436}"/>
                </a:ext>
              </a:extLst>
            </p:cNvPr>
            <p:cNvCxnSpPr/>
            <p:nvPr/>
          </p:nvCxnSpPr>
          <p:spPr>
            <a:xfrm>
              <a:off x="1376363" y="4075113"/>
              <a:ext cx="42322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7ED230D-29EA-4D9B-99CA-05BE34FE65BD}"/>
                </a:ext>
              </a:extLst>
            </p:cNvPr>
            <p:cNvCxnSpPr/>
            <p:nvPr/>
          </p:nvCxnSpPr>
          <p:spPr>
            <a:xfrm>
              <a:off x="2978150" y="3787775"/>
              <a:ext cx="0" cy="23383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矩形 11">
            <a:extLst>
              <a:ext uri="{FF2B5EF4-FFF2-40B4-BE49-F238E27FC236}">
                <a16:creationId xmlns:a16="http://schemas.microsoft.com/office/drawing/2014/main" id="{4B2437FA-8707-40C2-B65F-94AFE45545B3}"/>
              </a:ext>
            </a:extLst>
          </p:cNvPr>
          <p:cNvSpPr/>
          <p:nvPr/>
        </p:nvSpPr>
        <p:spPr>
          <a:xfrm>
            <a:off x="4725988" y="2666652"/>
            <a:ext cx="4032250" cy="2030413"/>
          </a:xfrm>
          <a:prstGeom prst="rect">
            <a:avLst/>
          </a:prstGeom>
          <a:solidFill>
            <a:schemeClr val="accent5">
              <a:lumMod val="60000"/>
              <a:lumOff val="40000"/>
            </a:schemeClr>
          </a:solidFill>
          <a:ln>
            <a:solidFill>
              <a:schemeClr val="tx1"/>
            </a:solidFill>
          </a:ln>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defRPr/>
            </a:pPr>
            <a:r>
              <a:rPr kumimoji="1" lang="en-US" altLang="zh-CN" dirty="0">
                <a:solidFill>
                  <a:srgbClr val="000000"/>
                </a:solidFill>
                <a:latin typeface="Times New Roman" panose="02020603050405020304" pitchFamily="18" charset="0"/>
              </a:rPr>
              <a:t>(1) </a:t>
            </a:r>
            <a:r>
              <a:rPr kumimoji="1" lang="en-US" altLang="zh-CN" i="1" dirty="0">
                <a:solidFill>
                  <a:srgbClr val="000000"/>
                </a:solidFill>
                <a:latin typeface="Times New Roman" panose="02020603050405020304" pitchFamily="18" charset="0"/>
              </a:rPr>
              <a:t>L </a:t>
            </a:r>
            <a:r>
              <a:rPr kumimoji="1" lang="en-US" altLang="zh-CN" dirty="0">
                <a:solidFill>
                  <a:srgbClr val="000000"/>
                </a:solidFill>
                <a:latin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sym typeface="Symbol" panose="05050102010706020507" pitchFamily="18" charset="2"/>
              </a:rPr>
              <a:t>E </a:t>
            </a:r>
            <a:r>
              <a:rPr kumimoji="1" lang="en-US" altLang="zh-CN" dirty="0">
                <a:solidFill>
                  <a:srgbClr val="000000"/>
                </a:solidFill>
                <a:latin typeface="Times New Roman" panose="02020603050405020304" pitchFamily="18" charset="0"/>
                <a:sym typeface="Symbol" panose="05050102010706020507" pitchFamily="18" charset="2"/>
              </a:rPr>
              <a:t>n </a:t>
            </a:r>
            <a:r>
              <a:rPr kumimoji="1" lang="en-US" altLang="zh-CN" dirty="0">
                <a:solidFill>
                  <a:srgbClr val="0000FF"/>
                </a:solidFill>
                <a:latin typeface="Times New Roman" panose="02020603050405020304" pitchFamily="18" charset="0"/>
                <a:sym typeface="Symbol" panose="05050102010706020507" pitchFamily="18" charset="2"/>
              </a:rPr>
              <a:t>{</a:t>
            </a:r>
            <a:r>
              <a:rPr kumimoji="1" lang="en-US" altLang="zh-CN" sz="1600" i="1" dirty="0">
                <a:solidFill>
                  <a:srgbClr val="0000FF"/>
                </a:solidFill>
                <a:latin typeface="Times New Roman" panose="02020603050405020304" pitchFamily="18" charset="0"/>
                <a:sym typeface="Symbol" panose="05050102010706020507" pitchFamily="18" charset="2"/>
              </a:rPr>
              <a:t> L</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i="1" dirty="0" err="1">
                <a:solidFill>
                  <a:srgbClr val="0000FF"/>
                </a:solidFill>
                <a:latin typeface="Times New Roman" panose="02020603050405020304" pitchFamily="18" charset="0"/>
                <a:sym typeface="Symbol" panose="05050102010706020507" pitchFamily="18" charset="2"/>
              </a:rPr>
              <a:t>E</a:t>
            </a:r>
            <a:r>
              <a:rPr lang="en-US" altLang="zh-CN" dirty="0" err="1">
                <a:latin typeface="Times New Roman" pitchFamily="18" charset="0"/>
                <a:ea typeface="楷体_GB2312" pitchFamily="49" charset="-122"/>
                <a:cs typeface="Times New Roman" pitchFamily="18" charset="0"/>
              </a:rPr>
              <a:t>.</a:t>
            </a:r>
            <a:r>
              <a:rPr kumimoji="1" lang="en-US" altLang="zh-CN" i="1" dirty="0" err="1">
                <a:solidFill>
                  <a:srgbClr val="0000FF"/>
                </a:solidFill>
                <a:latin typeface="Times New Roman" panose="02020603050405020304" pitchFamily="18" charset="0"/>
                <a:sym typeface="Symbol" panose="05050102010706020507" pitchFamily="18" charset="2"/>
              </a:rPr>
              <a:t>val</a:t>
            </a:r>
            <a:r>
              <a:rPr kumimoji="1" lang="en-US" altLang="zh-CN" i="1" dirty="0">
                <a:solidFill>
                  <a:srgbClr val="0000FF"/>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rPr>
              <a:t>}</a:t>
            </a:r>
            <a:endParaRPr kumimoji="1" lang="en-US" altLang="zh-CN"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rPr>
              <a:t>(2) </a:t>
            </a:r>
            <a:r>
              <a:rPr kumimoji="1" lang="en-US" altLang="zh-CN" i="1" dirty="0">
                <a:solidFill>
                  <a:srgbClr val="000000"/>
                </a:solidFill>
                <a:latin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sym typeface="Symbol" panose="05050102010706020507" pitchFamily="18" charset="2"/>
              </a:rPr>
              <a:t>E</a:t>
            </a:r>
            <a:r>
              <a:rPr kumimoji="1" lang="en-US" altLang="zh-CN" i="1" baseline="-25000" dirty="0">
                <a:solidFill>
                  <a:srgbClr val="000000"/>
                </a:solidFill>
                <a:latin typeface="Times New Roman" panose="02020603050405020304" pitchFamily="18" charset="0"/>
                <a:sym typeface="Symbol" panose="05050102010706020507" pitchFamily="18" charset="2"/>
              </a:rPr>
              <a:t>1 </a:t>
            </a:r>
            <a:r>
              <a:rPr kumimoji="1" lang="en-US" altLang="zh-CN" dirty="0">
                <a:solidFill>
                  <a:srgbClr val="000000"/>
                </a:solidFill>
                <a:latin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sym typeface="Symbol" panose="05050102010706020507" pitchFamily="18" charset="2"/>
              </a:rPr>
              <a:t>T</a:t>
            </a:r>
            <a:r>
              <a:rPr kumimoji="1" lang="en-US" altLang="zh-CN" dirty="0">
                <a:solidFill>
                  <a:srgbClr val="0000FF"/>
                </a:solidFill>
                <a:latin typeface="Times New Roman" panose="02020603050405020304" pitchFamily="18" charset="0"/>
                <a:sym typeface="Symbol" panose="05050102010706020507" pitchFamily="18" charset="2"/>
              </a:rPr>
              <a:t>{</a:t>
            </a:r>
            <a:r>
              <a:rPr kumimoji="1" lang="en-US" altLang="zh-CN" i="1" dirty="0">
                <a:solidFill>
                  <a:srgbClr val="0000FF"/>
                </a:solidFill>
                <a:latin typeface="Times New Roman" panose="02020603050405020304" pitchFamily="18" charset="0"/>
                <a:sym typeface="Symbol" panose="05050102010706020507" pitchFamily="18" charset="2"/>
              </a:rPr>
              <a:t>E</a:t>
            </a:r>
            <a:r>
              <a:rPr lang="en-US" altLang="zh-CN" dirty="0">
                <a:solidFill>
                  <a:srgbClr val="0000FF"/>
                </a:solidFill>
                <a:latin typeface="Times New Roman" pitchFamily="18" charset="0"/>
                <a:ea typeface="楷体_GB2312" pitchFamily="49" charset="-122"/>
                <a:cs typeface="Times New Roman" pitchFamily="18" charset="0"/>
              </a:rPr>
              <a:t>.</a:t>
            </a:r>
            <a:r>
              <a:rPr kumimoji="1" lang="en-US" altLang="zh-CN" i="1" dirty="0">
                <a:solidFill>
                  <a:srgbClr val="0000FF"/>
                </a:solidFill>
                <a:latin typeface="Times New Roman" panose="02020603050405020304" pitchFamily="18" charset="0"/>
                <a:sym typeface="Symbol" panose="05050102010706020507" pitchFamily="18" charset="2"/>
              </a:rPr>
              <a:t>val </a:t>
            </a:r>
            <a:r>
              <a:rPr kumimoji="1" lang="en-US" altLang="zh-CN" dirty="0">
                <a:solidFill>
                  <a:srgbClr val="0000FF"/>
                </a:solidFill>
                <a:latin typeface="Times New Roman" panose="02020603050405020304" pitchFamily="18" charset="0"/>
                <a:sym typeface="Symbol" panose="05050102010706020507" pitchFamily="18" charset="2"/>
              </a:rPr>
              <a:t>=</a:t>
            </a:r>
            <a:r>
              <a:rPr kumimoji="1" lang="en-US" altLang="zh-CN" i="1" dirty="0">
                <a:solidFill>
                  <a:srgbClr val="0000FF"/>
                </a:solidFill>
                <a:latin typeface="Times New Roman" panose="02020603050405020304" pitchFamily="18" charset="0"/>
                <a:sym typeface="Symbol" panose="05050102010706020507" pitchFamily="18" charset="2"/>
              </a:rPr>
              <a:t> E</a:t>
            </a:r>
            <a:r>
              <a:rPr kumimoji="1" lang="en-US" altLang="zh-CN" i="1" baseline="-25000" dirty="0">
                <a:solidFill>
                  <a:srgbClr val="0000FF"/>
                </a:solidFill>
                <a:latin typeface="Times New Roman" panose="02020603050405020304" pitchFamily="18" charset="0"/>
                <a:sym typeface="Symbol" panose="05050102010706020507" pitchFamily="18" charset="2"/>
              </a:rPr>
              <a:t>1</a:t>
            </a:r>
            <a:r>
              <a:rPr lang="en-US" altLang="zh-CN" dirty="0">
                <a:solidFill>
                  <a:srgbClr val="0000FF"/>
                </a:solidFill>
                <a:latin typeface="Times New Roman" pitchFamily="18" charset="0"/>
                <a:ea typeface="楷体_GB2312" pitchFamily="49" charset="-122"/>
                <a:cs typeface="Times New Roman" pitchFamily="18" charset="0"/>
              </a:rPr>
              <a:t>.</a:t>
            </a:r>
            <a:r>
              <a:rPr kumimoji="1" lang="en-US" altLang="zh-CN" i="1" dirty="0">
                <a:solidFill>
                  <a:srgbClr val="0000FF"/>
                </a:solidFill>
                <a:latin typeface="Times New Roman" panose="02020603050405020304" pitchFamily="18" charset="0"/>
                <a:sym typeface="Symbol" panose="05050102010706020507" pitchFamily="18" charset="2"/>
              </a:rPr>
              <a:t>val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err="1">
                <a:solidFill>
                  <a:srgbClr val="0000FF"/>
                </a:solidFill>
                <a:latin typeface="Times New Roman" panose="02020603050405020304" pitchFamily="18" charset="0"/>
                <a:sym typeface="Symbol" panose="05050102010706020507" pitchFamily="18" charset="2"/>
              </a:rPr>
              <a:t>T</a:t>
            </a:r>
            <a:r>
              <a:rPr lang="en-US" altLang="zh-CN" dirty="0" err="1">
                <a:solidFill>
                  <a:srgbClr val="0000FF"/>
                </a:solidFill>
                <a:latin typeface="Times New Roman" pitchFamily="18" charset="0"/>
                <a:ea typeface="楷体_GB2312" pitchFamily="49" charset="-122"/>
                <a:cs typeface="Times New Roman" pitchFamily="18" charset="0"/>
              </a:rPr>
              <a:t>.</a:t>
            </a:r>
            <a:r>
              <a:rPr kumimoji="1" lang="en-US" altLang="zh-CN" i="1" dirty="0" err="1">
                <a:solidFill>
                  <a:srgbClr val="0000FF"/>
                </a:solidFill>
                <a:latin typeface="Times New Roman" panose="02020603050405020304" pitchFamily="18" charset="0"/>
                <a:sym typeface="Symbol" panose="05050102010706020507" pitchFamily="18" charset="2"/>
              </a:rPr>
              <a:t>val</a:t>
            </a:r>
            <a:r>
              <a:rPr kumimoji="1" lang="en-US" altLang="zh-CN" i="1" dirty="0">
                <a:solidFill>
                  <a:srgbClr val="0000FF"/>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rPr>
              <a:t>}</a:t>
            </a:r>
            <a:endParaRPr kumimoji="1" lang="en-US" altLang="zh-CN"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rPr>
              <a:t>(3) </a:t>
            </a:r>
            <a:r>
              <a:rPr kumimoji="1" lang="en-US" altLang="zh-CN" i="1" dirty="0">
                <a:solidFill>
                  <a:srgbClr val="000000"/>
                </a:solidFill>
                <a:latin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a:solidFill>
                  <a:srgbClr val="0000FF"/>
                </a:solidFill>
                <a:latin typeface="Times New Roman" panose="02020603050405020304" pitchFamily="18" charset="0"/>
                <a:sym typeface="Symbol" panose="05050102010706020507" pitchFamily="18" charset="2"/>
              </a:rPr>
              <a:t>E</a:t>
            </a:r>
            <a:r>
              <a:rPr lang="en-US" altLang="zh-CN" dirty="0">
                <a:solidFill>
                  <a:srgbClr val="0000FF"/>
                </a:solidFill>
                <a:latin typeface="Times New Roman" pitchFamily="18" charset="0"/>
                <a:ea typeface="楷体_GB2312" pitchFamily="49" charset="-122"/>
                <a:cs typeface="Times New Roman" pitchFamily="18" charset="0"/>
              </a:rPr>
              <a:t>.</a:t>
            </a:r>
            <a:r>
              <a:rPr kumimoji="1" lang="en-US" altLang="zh-CN" i="1" dirty="0">
                <a:solidFill>
                  <a:srgbClr val="0000FF"/>
                </a:solidFill>
                <a:latin typeface="Times New Roman" panose="02020603050405020304" pitchFamily="18" charset="0"/>
                <a:sym typeface="Symbol" panose="05050102010706020507" pitchFamily="18" charset="2"/>
              </a:rPr>
              <a:t>val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err="1">
                <a:solidFill>
                  <a:srgbClr val="0000FF"/>
                </a:solidFill>
                <a:latin typeface="Times New Roman" panose="02020603050405020304" pitchFamily="18" charset="0"/>
                <a:sym typeface="Symbol" panose="05050102010706020507" pitchFamily="18" charset="2"/>
              </a:rPr>
              <a:t>T</a:t>
            </a:r>
            <a:r>
              <a:rPr lang="en-US" altLang="zh-CN" dirty="0" err="1">
                <a:solidFill>
                  <a:srgbClr val="0000FF"/>
                </a:solidFill>
                <a:latin typeface="Times New Roman" pitchFamily="18" charset="0"/>
                <a:ea typeface="楷体_GB2312" pitchFamily="49" charset="-122"/>
                <a:cs typeface="Times New Roman" pitchFamily="18" charset="0"/>
              </a:rPr>
              <a:t>.</a:t>
            </a:r>
            <a:r>
              <a:rPr kumimoji="1" lang="en-US" altLang="zh-CN" i="1" dirty="0" err="1">
                <a:solidFill>
                  <a:srgbClr val="0000FF"/>
                </a:solidFill>
                <a:latin typeface="Times New Roman" panose="02020603050405020304" pitchFamily="18" charset="0"/>
                <a:sym typeface="Symbol" panose="05050102010706020507" pitchFamily="18" charset="2"/>
              </a:rPr>
              <a:t>val</a:t>
            </a:r>
            <a:r>
              <a:rPr kumimoji="1" lang="en-US" altLang="zh-CN" i="1" dirty="0">
                <a:solidFill>
                  <a:srgbClr val="0000FF"/>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rPr>
              <a:t>}</a:t>
            </a:r>
            <a:endParaRPr kumimoji="1" lang="en-US" altLang="zh-CN"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rPr>
              <a:t>(4) </a:t>
            </a:r>
            <a:r>
              <a:rPr kumimoji="1" lang="en-US" altLang="zh-CN" i="1" dirty="0">
                <a:solidFill>
                  <a:srgbClr val="000000"/>
                </a:solidFill>
                <a:latin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sym typeface="Symbol" panose="05050102010706020507" pitchFamily="18" charset="2"/>
              </a:rPr>
              <a:t>T</a:t>
            </a:r>
            <a:r>
              <a:rPr kumimoji="1" lang="en-US" altLang="zh-CN" i="1" baseline="-25000" dirty="0">
                <a:solidFill>
                  <a:srgbClr val="000000"/>
                </a:solidFill>
                <a:latin typeface="Times New Roman" panose="02020603050405020304" pitchFamily="18" charset="0"/>
                <a:sym typeface="Symbol" panose="05050102010706020507" pitchFamily="18" charset="2"/>
              </a:rPr>
              <a:t>1 </a:t>
            </a:r>
            <a:r>
              <a:rPr kumimoji="1" lang="en-US" altLang="zh-CN" dirty="0">
                <a:solidFill>
                  <a:srgbClr val="000000"/>
                </a:solidFill>
                <a:latin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a:solidFill>
                  <a:srgbClr val="0000FF"/>
                </a:solidFill>
                <a:latin typeface="Times New Roman" panose="02020603050405020304" pitchFamily="18" charset="0"/>
                <a:sym typeface="Symbol" panose="05050102010706020507" pitchFamily="18" charset="2"/>
              </a:rPr>
              <a:t>T</a:t>
            </a:r>
            <a:r>
              <a:rPr lang="en-US" altLang="zh-CN" dirty="0">
                <a:solidFill>
                  <a:srgbClr val="0000FF"/>
                </a:solidFill>
                <a:latin typeface="Times New Roman" pitchFamily="18" charset="0"/>
                <a:ea typeface="楷体_GB2312" pitchFamily="49" charset="-122"/>
                <a:cs typeface="Times New Roman" pitchFamily="18" charset="0"/>
              </a:rPr>
              <a:t>.</a:t>
            </a:r>
            <a:r>
              <a:rPr kumimoji="1" lang="en-US" altLang="zh-CN" i="1" dirty="0">
                <a:solidFill>
                  <a:srgbClr val="0000FF"/>
                </a:solidFill>
                <a:latin typeface="Times New Roman" panose="02020603050405020304" pitchFamily="18" charset="0"/>
                <a:sym typeface="Symbol" panose="05050102010706020507" pitchFamily="18" charset="2"/>
              </a:rPr>
              <a:t>val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a:solidFill>
                  <a:srgbClr val="0000FF"/>
                </a:solidFill>
                <a:latin typeface="Times New Roman" panose="02020603050405020304" pitchFamily="18" charset="0"/>
                <a:sym typeface="Symbol" panose="05050102010706020507" pitchFamily="18" charset="2"/>
              </a:rPr>
              <a:t>T</a:t>
            </a:r>
            <a:r>
              <a:rPr kumimoji="1" lang="en-US" altLang="zh-CN" i="1" baseline="-25000" dirty="0">
                <a:solidFill>
                  <a:srgbClr val="0000FF"/>
                </a:solidFill>
                <a:latin typeface="Times New Roman" panose="02020603050405020304" pitchFamily="18" charset="0"/>
                <a:sym typeface="Symbol" panose="05050102010706020507" pitchFamily="18" charset="2"/>
              </a:rPr>
              <a:t>1</a:t>
            </a:r>
            <a:r>
              <a:rPr lang="en-US" altLang="zh-CN" dirty="0">
                <a:solidFill>
                  <a:srgbClr val="0000FF"/>
                </a:solidFill>
                <a:latin typeface="Times New Roman" pitchFamily="18" charset="0"/>
                <a:ea typeface="楷体_GB2312" pitchFamily="49" charset="-122"/>
                <a:cs typeface="Times New Roman" pitchFamily="18" charset="0"/>
              </a:rPr>
              <a:t>.</a:t>
            </a:r>
            <a:r>
              <a:rPr kumimoji="1" lang="en-US" altLang="zh-CN" i="1" dirty="0">
                <a:solidFill>
                  <a:srgbClr val="0000FF"/>
                </a:solidFill>
                <a:latin typeface="Times New Roman" panose="02020603050405020304" pitchFamily="18" charset="0"/>
                <a:sym typeface="Symbol" panose="05050102010706020507" pitchFamily="18" charset="2"/>
              </a:rPr>
              <a:t>val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err="1">
                <a:solidFill>
                  <a:srgbClr val="0000FF"/>
                </a:solidFill>
                <a:latin typeface="Times New Roman" panose="02020603050405020304" pitchFamily="18" charset="0"/>
                <a:sym typeface="Symbol" panose="05050102010706020507" pitchFamily="18" charset="2"/>
              </a:rPr>
              <a:t>F</a:t>
            </a:r>
            <a:r>
              <a:rPr lang="en-US" altLang="zh-CN" dirty="0" err="1">
                <a:solidFill>
                  <a:srgbClr val="0000FF"/>
                </a:solidFill>
                <a:latin typeface="Times New Roman" pitchFamily="18" charset="0"/>
                <a:ea typeface="楷体_GB2312" pitchFamily="49" charset="-122"/>
                <a:cs typeface="Times New Roman" pitchFamily="18" charset="0"/>
              </a:rPr>
              <a:t>.</a:t>
            </a:r>
            <a:r>
              <a:rPr kumimoji="1" lang="en-US" altLang="zh-CN" i="1" dirty="0" err="1">
                <a:solidFill>
                  <a:srgbClr val="0000FF"/>
                </a:solidFill>
                <a:latin typeface="Times New Roman" panose="02020603050405020304" pitchFamily="18" charset="0"/>
                <a:sym typeface="Symbol" panose="05050102010706020507" pitchFamily="18" charset="2"/>
              </a:rPr>
              <a:t>val</a:t>
            </a:r>
            <a:r>
              <a:rPr kumimoji="1" lang="en-US" altLang="zh-CN" i="1" dirty="0">
                <a:solidFill>
                  <a:srgbClr val="0000FF"/>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rPr>
              <a:t>}</a:t>
            </a:r>
            <a:endParaRPr kumimoji="1" lang="en-US" altLang="zh-CN"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rPr>
              <a:t>(5) </a:t>
            </a:r>
            <a:r>
              <a:rPr kumimoji="1" lang="en-US" altLang="zh-CN" i="1" dirty="0">
                <a:solidFill>
                  <a:srgbClr val="000000"/>
                </a:solidFill>
                <a:latin typeface="Times New Roman" panose="02020603050405020304" pitchFamily="18" charset="0"/>
                <a:sym typeface="Symbol" panose="05050102010706020507" pitchFamily="18" charset="2"/>
              </a:rPr>
              <a:t>T</a:t>
            </a:r>
            <a:r>
              <a:rPr kumimoji="1" lang="en-US" altLang="zh-CN" dirty="0">
                <a:solidFill>
                  <a:srgbClr val="000000"/>
                </a:solidFill>
                <a:latin typeface="Times New Roman" panose="02020603050405020304" pitchFamily="18" charset="0"/>
                <a:sym typeface="Symbol" panose="05050102010706020507" pitchFamily="18" charset="2"/>
              </a:rPr>
              <a:t>  </a:t>
            </a:r>
            <a:r>
              <a:rPr kumimoji="1" lang="en-US" altLang="zh-CN" i="1" dirty="0">
                <a:solidFill>
                  <a:srgbClr val="000000"/>
                </a:solidFill>
                <a:latin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a:solidFill>
                  <a:srgbClr val="0000FF"/>
                </a:solidFill>
                <a:latin typeface="Times New Roman" panose="02020603050405020304" pitchFamily="18" charset="0"/>
                <a:sym typeface="Symbol" panose="05050102010706020507" pitchFamily="18" charset="2"/>
              </a:rPr>
              <a:t>T</a:t>
            </a:r>
            <a:r>
              <a:rPr lang="en-US" altLang="zh-CN" dirty="0">
                <a:solidFill>
                  <a:srgbClr val="0000FF"/>
                </a:solidFill>
                <a:latin typeface="Times New Roman" pitchFamily="18" charset="0"/>
                <a:ea typeface="楷体_GB2312" pitchFamily="49" charset="-122"/>
                <a:cs typeface="Times New Roman" pitchFamily="18" charset="0"/>
              </a:rPr>
              <a:t>.</a:t>
            </a:r>
            <a:r>
              <a:rPr kumimoji="1" lang="en-US" altLang="zh-CN" i="1" dirty="0">
                <a:solidFill>
                  <a:srgbClr val="0000FF"/>
                </a:solidFill>
                <a:latin typeface="Times New Roman" panose="02020603050405020304" pitchFamily="18" charset="0"/>
                <a:sym typeface="Symbol" panose="05050102010706020507" pitchFamily="18" charset="2"/>
              </a:rPr>
              <a:t>val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err="1">
                <a:solidFill>
                  <a:srgbClr val="0000FF"/>
                </a:solidFill>
                <a:latin typeface="Times New Roman" panose="02020603050405020304" pitchFamily="18" charset="0"/>
                <a:sym typeface="Symbol" panose="05050102010706020507" pitchFamily="18" charset="2"/>
              </a:rPr>
              <a:t>F</a:t>
            </a:r>
            <a:r>
              <a:rPr lang="en-US" altLang="zh-CN" dirty="0" err="1">
                <a:solidFill>
                  <a:srgbClr val="0000FF"/>
                </a:solidFill>
                <a:latin typeface="Times New Roman" pitchFamily="18" charset="0"/>
                <a:ea typeface="楷体_GB2312" pitchFamily="49" charset="-122"/>
                <a:cs typeface="Times New Roman" pitchFamily="18" charset="0"/>
              </a:rPr>
              <a:t>.</a:t>
            </a:r>
            <a:r>
              <a:rPr kumimoji="1" lang="en-US" altLang="zh-CN" i="1" dirty="0" err="1">
                <a:solidFill>
                  <a:srgbClr val="0000FF"/>
                </a:solidFill>
                <a:latin typeface="Times New Roman" panose="02020603050405020304" pitchFamily="18" charset="0"/>
                <a:sym typeface="Symbol" panose="05050102010706020507" pitchFamily="18" charset="2"/>
              </a:rPr>
              <a:t>val</a:t>
            </a:r>
            <a:r>
              <a:rPr kumimoji="1" lang="en-US" altLang="zh-CN" i="1" dirty="0">
                <a:solidFill>
                  <a:srgbClr val="0000FF"/>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rPr>
              <a:t>}</a:t>
            </a:r>
            <a:endParaRPr kumimoji="1" lang="en-US" altLang="zh-CN"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rPr>
              <a:t>(6) </a:t>
            </a:r>
            <a:r>
              <a:rPr kumimoji="1" lang="en-US" altLang="zh-CN" i="1" dirty="0">
                <a:solidFill>
                  <a:srgbClr val="000000"/>
                </a:solidFill>
                <a:latin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sym typeface="Symbol" panose="05050102010706020507" pitchFamily="18" charset="2"/>
              </a:rPr>
              <a:t>  ( </a:t>
            </a:r>
            <a:r>
              <a:rPr kumimoji="1" lang="en-US" altLang="zh-CN" i="1" dirty="0">
                <a:solidFill>
                  <a:srgbClr val="000000"/>
                </a:solidFill>
                <a:latin typeface="Times New Roman" panose="02020603050405020304" pitchFamily="18" charset="0"/>
                <a:sym typeface="Symbol" panose="05050102010706020507" pitchFamily="18" charset="2"/>
              </a:rPr>
              <a:t>E</a:t>
            </a:r>
            <a:r>
              <a:rPr kumimoji="1" lang="en-US" altLang="zh-CN" dirty="0">
                <a:solidFill>
                  <a:srgbClr val="000000"/>
                </a:solidFill>
                <a:latin typeface="Times New Roman" panose="02020603050405020304" pitchFamily="18" charset="0"/>
                <a:sym typeface="Symbol" panose="05050102010706020507" pitchFamily="18" charset="2"/>
              </a:rPr>
              <a:t> )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a:solidFill>
                  <a:srgbClr val="0000FF"/>
                </a:solidFill>
                <a:latin typeface="Times New Roman" panose="02020603050405020304" pitchFamily="18" charset="0"/>
                <a:sym typeface="Symbol" panose="05050102010706020507" pitchFamily="18" charset="2"/>
              </a:rPr>
              <a:t>F</a:t>
            </a:r>
            <a:r>
              <a:rPr lang="en-US" altLang="zh-CN" dirty="0">
                <a:solidFill>
                  <a:srgbClr val="0000FF"/>
                </a:solidFill>
                <a:latin typeface="Times New Roman" pitchFamily="18" charset="0"/>
                <a:ea typeface="楷体_GB2312" pitchFamily="49" charset="-122"/>
                <a:cs typeface="Times New Roman" pitchFamily="18" charset="0"/>
              </a:rPr>
              <a:t>.</a:t>
            </a:r>
            <a:r>
              <a:rPr kumimoji="1" lang="en-US" altLang="zh-CN" i="1" dirty="0">
                <a:solidFill>
                  <a:srgbClr val="0000FF"/>
                </a:solidFill>
                <a:latin typeface="Times New Roman" panose="02020603050405020304" pitchFamily="18" charset="0"/>
                <a:sym typeface="Symbol" panose="05050102010706020507" pitchFamily="18" charset="2"/>
              </a:rPr>
              <a:t>val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err="1">
                <a:solidFill>
                  <a:srgbClr val="0000FF"/>
                </a:solidFill>
                <a:latin typeface="Times New Roman" panose="02020603050405020304" pitchFamily="18" charset="0"/>
                <a:sym typeface="Symbol" panose="05050102010706020507" pitchFamily="18" charset="2"/>
              </a:rPr>
              <a:t>E</a:t>
            </a:r>
            <a:r>
              <a:rPr lang="en-US" altLang="zh-CN" dirty="0" err="1">
                <a:solidFill>
                  <a:srgbClr val="0000FF"/>
                </a:solidFill>
                <a:latin typeface="Times New Roman" pitchFamily="18" charset="0"/>
                <a:ea typeface="楷体_GB2312" pitchFamily="49" charset="-122"/>
                <a:cs typeface="Times New Roman" pitchFamily="18" charset="0"/>
              </a:rPr>
              <a:t>.</a:t>
            </a:r>
            <a:r>
              <a:rPr kumimoji="1" lang="en-US" altLang="zh-CN" i="1" dirty="0" err="1">
                <a:solidFill>
                  <a:srgbClr val="0000FF"/>
                </a:solidFill>
                <a:latin typeface="Times New Roman" panose="02020603050405020304" pitchFamily="18" charset="0"/>
                <a:sym typeface="Symbol" panose="05050102010706020507" pitchFamily="18" charset="2"/>
              </a:rPr>
              <a:t>val</a:t>
            </a:r>
            <a:r>
              <a:rPr kumimoji="1" lang="en-US" altLang="zh-CN" i="1" dirty="0">
                <a:solidFill>
                  <a:srgbClr val="0000FF"/>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rPr>
              <a:t>}</a:t>
            </a:r>
            <a:endParaRPr kumimoji="1" lang="en-US" altLang="zh-CN"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dirty="0">
                <a:solidFill>
                  <a:srgbClr val="000000"/>
                </a:solidFill>
                <a:latin typeface="Times New Roman" panose="02020603050405020304" pitchFamily="18" charset="0"/>
              </a:rPr>
              <a:t>(7) </a:t>
            </a:r>
            <a:r>
              <a:rPr kumimoji="1" lang="en-US" altLang="zh-CN" i="1" dirty="0">
                <a:solidFill>
                  <a:srgbClr val="000000"/>
                </a:solidFill>
                <a:latin typeface="Times New Roman" panose="02020603050405020304" pitchFamily="18" charset="0"/>
                <a:sym typeface="Symbol" panose="05050102010706020507" pitchFamily="18" charset="2"/>
              </a:rPr>
              <a:t>F</a:t>
            </a:r>
            <a:r>
              <a:rPr kumimoji="1" lang="en-US" altLang="zh-CN" dirty="0">
                <a:solidFill>
                  <a:srgbClr val="000000"/>
                </a:solidFill>
                <a:latin typeface="Times New Roman" panose="02020603050405020304" pitchFamily="18" charset="0"/>
                <a:sym typeface="Symbol" panose="05050102010706020507" pitchFamily="18" charset="2"/>
              </a:rPr>
              <a:t>  digit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i="1" dirty="0">
                <a:solidFill>
                  <a:srgbClr val="0000FF"/>
                </a:solidFill>
                <a:latin typeface="Times New Roman" panose="02020603050405020304" pitchFamily="18" charset="0"/>
                <a:sym typeface="Symbol" panose="05050102010706020507" pitchFamily="18" charset="2"/>
              </a:rPr>
              <a:t>F</a:t>
            </a:r>
            <a:r>
              <a:rPr lang="en-US" altLang="zh-CN" dirty="0">
                <a:solidFill>
                  <a:srgbClr val="0000FF"/>
                </a:solidFill>
                <a:latin typeface="Times New Roman" pitchFamily="18" charset="0"/>
                <a:ea typeface="楷体_GB2312" pitchFamily="49" charset="-122"/>
                <a:cs typeface="Times New Roman" pitchFamily="18" charset="0"/>
              </a:rPr>
              <a:t>.</a:t>
            </a:r>
            <a:r>
              <a:rPr kumimoji="1" lang="en-US" altLang="zh-CN" i="1" dirty="0">
                <a:solidFill>
                  <a:srgbClr val="0000FF"/>
                </a:solidFill>
                <a:latin typeface="Times New Roman" panose="02020603050405020304" pitchFamily="18" charset="0"/>
                <a:sym typeface="Symbol" panose="05050102010706020507" pitchFamily="18" charset="2"/>
              </a:rPr>
              <a:t>val </a:t>
            </a:r>
            <a:r>
              <a:rPr kumimoji="1" lang="en-US" altLang="zh-CN" dirty="0">
                <a:solidFill>
                  <a:srgbClr val="0000FF"/>
                </a:solidFill>
                <a:latin typeface="Times New Roman" panose="02020603050405020304" pitchFamily="18" charset="0"/>
                <a:sym typeface="Symbol" panose="05050102010706020507" pitchFamily="18" charset="2"/>
              </a:rPr>
              <a:t>= </a:t>
            </a:r>
            <a:r>
              <a:rPr kumimoji="1" lang="en-US" altLang="zh-CN" dirty="0" err="1">
                <a:solidFill>
                  <a:srgbClr val="0000FF"/>
                </a:solidFill>
                <a:latin typeface="Times New Roman" panose="02020603050405020304" pitchFamily="18" charset="0"/>
                <a:sym typeface="Symbol" panose="05050102010706020507" pitchFamily="18" charset="2"/>
              </a:rPr>
              <a:t>digit</a:t>
            </a:r>
            <a:r>
              <a:rPr lang="en-US" altLang="zh-CN" dirty="0" err="1">
                <a:solidFill>
                  <a:srgbClr val="0000FF"/>
                </a:solidFill>
                <a:latin typeface="Times New Roman" pitchFamily="18" charset="0"/>
                <a:ea typeface="楷体_GB2312" pitchFamily="49" charset="-122"/>
                <a:cs typeface="Times New Roman" pitchFamily="18" charset="0"/>
              </a:rPr>
              <a:t>.</a:t>
            </a:r>
            <a:r>
              <a:rPr kumimoji="1" lang="en-US" altLang="zh-CN" i="1" dirty="0" err="1">
                <a:solidFill>
                  <a:srgbClr val="0000FF"/>
                </a:solidFill>
                <a:latin typeface="Times New Roman" panose="02020603050405020304" pitchFamily="18" charset="0"/>
                <a:sym typeface="Symbol" panose="05050102010706020507" pitchFamily="18" charset="2"/>
              </a:rPr>
              <a:t>lexval</a:t>
            </a:r>
            <a:r>
              <a:rPr kumimoji="1" lang="en-US" altLang="zh-CN" i="1" dirty="0">
                <a:solidFill>
                  <a:srgbClr val="0000FF"/>
                </a:solidFill>
                <a:latin typeface="Times New Roman" panose="02020603050405020304" pitchFamily="18" charset="0"/>
                <a:sym typeface="Symbol" panose="05050102010706020507" pitchFamily="18" charset="2"/>
              </a:rPr>
              <a:t> </a:t>
            </a:r>
            <a:r>
              <a:rPr kumimoji="1" lang="en-US" altLang="zh-CN" dirty="0">
                <a:solidFill>
                  <a:srgbClr val="0000FF"/>
                </a:solidFill>
                <a:latin typeface="Times New Roman" panose="02020603050405020304" pitchFamily="18" charset="0"/>
              </a:rPr>
              <a:t>}</a:t>
            </a:r>
            <a:endParaRPr lang="zh-CN" altLang="en-US" dirty="0">
              <a:solidFill>
                <a:srgbClr val="0000FF"/>
              </a:solidFill>
            </a:endParaRPr>
          </a:p>
        </p:txBody>
      </p:sp>
      <p:sp>
        <p:nvSpPr>
          <p:cNvPr id="3" name="矩形 2">
            <a:extLst>
              <a:ext uri="{FF2B5EF4-FFF2-40B4-BE49-F238E27FC236}">
                <a16:creationId xmlns:a16="http://schemas.microsoft.com/office/drawing/2014/main" id="{FCAC19DD-620F-41BA-8338-2A69FDE8C181}"/>
              </a:ext>
            </a:extLst>
          </p:cNvPr>
          <p:cNvSpPr>
            <a:spLocks noChangeArrowheads="1"/>
          </p:cNvSpPr>
          <p:nvPr/>
        </p:nvSpPr>
        <p:spPr bwMode="auto">
          <a:xfrm>
            <a:off x="1412875" y="2018952"/>
            <a:ext cx="1558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625475">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lvl="2" indent="0">
              <a:spcBef>
                <a:spcPct val="20000"/>
              </a:spcBef>
              <a:buSzPct val="100000"/>
            </a:pPr>
            <a:r>
              <a:rPr lang="en-US" altLang="zh-CN" sz="2000" i="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S-SDD</a:t>
            </a:r>
          </a:p>
        </p:txBody>
      </p:sp>
      <p:sp>
        <p:nvSpPr>
          <p:cNvPr id="5" name="灯片编号占位符 4">
            <a:extLst>
              <a:ext uri="{FF2B5EF4-FFF2-40B4-BE49-F238E27FC236}">
                <a16:creationId xmlns:a16="http://schemas.microsoft.com/office/drawing/2014/main" id="{C3FD1510-19DF-4087-9AF9-CA804FBF4E59}"/>
              </a:ext>
            </a:extLst>
          </p:cNvPr>
          <p:cNvSpPr>
            <a:spLocks noGrp="1"/>
          </p:cNvSpPr>
          <p:nvPr>
            <p:ph type="sldNum" sz="quarter" idx="10"/>
          </p:nvPr>
        </p:nvSpPr>
        <p:spPr/>
        <p:txBody>
          <a:bodyPr/>
          <a:lstStyle/>
          <a:p>
            <a:pPr>
              <a:defRPr/>
            </a:pPr>
            <a:fld id="{8E104948-B687-4A74-87EB-9097C047E113}" type="slidenum">
              <a:rPr lang="zh-CN" altLang="en-US" smtClean="0"/>
              <a:pPr>
                <a:defRPr/>
              </a:pPr>
              <a:t>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 calcmode="lin" valueType="num">
                                      <p:cBhvr>
                                        <p:cTn id="7" dur="500" fill="hold"/>
                                        <p:tgtEl>
                                          <p:spTgt spid="4096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096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40963">
                                            <p:txEl>
                                              <p:pRg st="1" end="1"/>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40963">
                                            <p:txEl>
                                              <p:pRg st="0" end="0"/>
                                            </p:txEl>
                                          </p:spTgt>
                                        </p:tgtEl>
                                        <p:attrNameLst>
                                          <p:attrName>style.visibility</p:attrName>
                                        </p:attrNameLst>
                                      </p:cBhvr>
                                      <p:to>
                                        <p:strVal val="visible"/>
                                      </p:to>
                                    </p:set>
                                    <p:anim calcmode="lin" valueType="num">
                                      <p:cBhvr>
                                        <p:cTn id="24" dur="500" fill="hold"/>
                                        <p:tgtEl>
                                          <p:spTgt spid="40963">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40963">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40963">
                                            <p:txEl>
                                              <p:pRg st="0" end="0"/>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500" fill="hold"/>
                                        <p:tgtEl>
                                          <p:spTgt spid="2"/>
                                        </p:tgtEl>
                                        <p:attrNameLst>
                                          <p:attrName>ppt_w</p:attrName>
                                        </p:attrNameLst>
                                      </p:cBhvr>
                                      <p:tavLst>
                                        <p:tav tm="0">
                                          <p:val>
                                            <p:fltVal val="0"/>
                                          </p:val>
                                        </p:tav>
                                        <p:tav tm="100000">
                                          <p:val>
                                            <p:strVal val="#ppt_w"/>
                                          </p:val>
                                        </p:tav>
                                      </p:tavLst>
                                    </p:anim>
                                    <p:anim calcmode="lin" valueType="num">
                                      <p:cBhvr>
                                        <p:cTn id="30" dur="500" fill="hold"/>
                                        <p:tgtEl>
                                          <p:spTgt spid="2"/>
                                        </p:tgtEl>
                                        <p:attrNameLst>
                                          <p:attrName>ppt_h</p:attrName>
                                        </p:attrNameLst>
                                      </p:cBhvr>
                                      <p:tavLst>
                                        <p:tav tm="0">
                                          <p:val>
                                            <p:fltVal val="0"/>
                                          </p:val>
                                        </p:tav>
                                        <p:tav tm="100000">
                                          <p:val>
                                            <p:strVal val="#ppt_h"/>
                                          </p:val>
                                        </p:tav>
                                      </p:tavLst>
                                    </p:anim>
                                    <p:animEffect transition="in" filter="fade">
                                      <p:cBhvr>
                                        <p:cTn id="31" dur="500"/>
                                        <p:tgtEl>
                                          <p:spTgt spid="2"/>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fltVal val="0"/>
                                          </p:val>
                                        </p:tav>
                                        <p:tav tm="100000">
                                          <p:val>
                                            <p:strVal val="#ppt_w"/>
                                          </p:val>
                                        </p:tav>
                                      </p:tavLst>
                                    </p:anim>
                                    <p:anim calcmode="lin" valueType="num">
                                      <p:cBhvr>
                                        <p:cTn id="35" dur="500" fill="hold"/>
                                        <p:tgtEl>
                                          <p:spTgt spid="12"/>
                                        </p:tgtEl>
                                        <p:attrNameLst>
                                          <p:attrName>ppt_h</p:attrName>
                                        </p:attrNameLst>
                                      </p:cBhvr>
                                      <p:tavLst>
                                        <p:tav tm="0">
                                          <p:val>
                                            <p:fltVal val="0"/>
                                          </p:val>
                                        </p:tav>
                                        <p:tav tm="100000">
                                          <p:val>
                                            <p:strVal val="#ppt_h"/>
                                          </p:val>
                                        </p:tav>
                                      </p:tavLst>
                                    </p:anim>
                                    <p:animEffect transition="in" filter="fade">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animBg="1"/>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2">
            <a:extLst>
              <a:ext uri="{FF2B5EF4-FFF2-40B4-BE49-F238E27FC236}">
                <a16:creationId xmlns:a16="http://schemas.microsoft.com/office/drawing/2014/main" id="{B56DADF4-E13A-43E8-833C-987A0374CF5D}"/>
              </a:ext>
            </a:extLst>
          </p:cNvPr>
          <p:cNvSpPr>
            <a:spLocks noGrp="1"/>
          </p:cNvSpPr>
          <p:nvPr>
            <p:ph idx="1"/>
          </p:nvPr>
        </p:nvSpPr>
        <p:spPr>
          <a:xfrm>
            <a:off x="258763" y="846138"/>
            <a:ext cx="8428037" cy="1366837"/>
          </a:xfrm>
        </p:spPr>
        <p:txBody>
          <a:bodyPr/>
          <a:lstStyle/>
          <a:p>
            <a:pPr>
              <a:lnSpc>
                <a:spcPts val="3300"/>
              </a:lnSpc>
            </a:pPr>
            <a:r>
              <a:rPr lang="zh-CN" altLang="en-US" sz="2800" dirty="0">
                <a:latin typeface="Times New Roman" panose="02020603050405020304" pitchFamily="18" charset="0"/>
                <a:cs typeface="Times New Roman" panose="02020603050405020304" pitchFamily="18" charset="0"/>
              </a:rPr>
              <a:t>如果一个</a:t>
            </a:r>
            <a:r>
              <a:rPr lang="en-US" altLang="zh-CN" sz="2800" i="1" dirty="0">
                <a:latin typeface="Times New Roman" panose="02020603050405020304" pitchFamily="18" charset="0"/>
                <a:cs typeface="Times New Roman" panose="02020603050405020304" pitchFamily="18" charset="0"/>
              </a:rPr>
              <a:t>S-SDD</a:t>
            </a:r>
            <a:r>
              <a:rPr lang="zh-CN" altLang="en-US" sz="2800" dirty="0">
                <a:latin typeface="Times New Roman" panose="02020603050405020304" pitchFamily="18" charset="0"/>
                <a:cs typeface="Times New Roman" panose="02020603050405020304" pitchFamily="18" charset="0"/>
              </a:rPr>
              <a:t>的基础文法可以使用</a:t>
            </a:r>
            <a:r>
              <a:rPr lang="en-US" altLang="zh-CN" sz="2800" i="1" dirty="0">
                <a:latin typeface="Times New Roman" panose="02020603050405020304" pitchFamily="18" charset="0"/>
                <a:cs typeface="Times New Roman" panose="02020603050405020304" pitchFamily="18" charset="0"/>
              </a:rPr>
              <a:t>LR</a:t>
            </a:r>
            <a:r>
              <a:rPr lang="zh-CN" altLang="en-US" sz="2800" dirty="0">
                <a:latin typeface="Times New Roman" panose="02020603050405020304" pitchFamily="18" charset="0"/>
                <a:cs typeface="Times New Roman" panose="02020603050405020304" pitchFamily="18" charset="0"/>
              </a:rPr>
              <a:t>分析技术，那么它的</a:t>
            </a:r>
            <a:r>
              <a:rPr lang="en-US" altLang="zh-CN" sz="2800" i="1" dirty="0">
                <a:latin typeface="Times New Roman" panose="02020603050405020304" pitchFamily="18" charset="0"/>
                <a:cs typeface="Times New Roman" panose="02020603050405020304" pitchFamily="18" charset="0"/>
              </a:rPr>
              <a:t>SDT</a:t>
            </a:r>
            <a:r>
              <a:rPr lang="zh-CN" altLang="en-US" sz="2800" dirty="0">
                <a:latin typeface="Times New Roman" panose="02020603050405020304" pitchFamily="18" charset="0"/>
                <a:cs typeface="Times New Roman" panose="02020603050405020304" pitchFamily="18" charset="0"/>
              </a:rPr>
              <a:t>可以在</a:t>
            </a:r>
            <a:r>
              <a:rPr lang="en-US" altLang="zh-CN" sz="2800" i="1" dirty="0">
                <a:latin typeface="Times New Roman" panose="02020603050405020304" pitchFamily="18" charset="0"/>
                <a:cs typeface="Times New Roman" panose="02020603050405020304" pitchFamily="18" charset="0"/>
              </a:rPr>
              <a:t>LR</a:t>
            </a:r>
            <a:r>
              <a:rPr lang="zh-CN" altLang="en-US" sz="2800" dirty="0">
                <a:latin typeface="Times New Roman" panose="02020603050405020304" pitchFamily="18" charset="0"/>
                <a:cs typeface="Times New Roman" panose="02020603050405020304" pitchFamily="18" charset="0"/>
              </a:rPr>
              <a:t>语法分析过程中实现</a:t>
            </a:r>
            <a:endParaRPr lang="en-US" altLang="zh-CN" sz="2800" dirty="0">
              <a:latin typeface="Times New Roman" panose="02020603050405020304" pitchFamily="18" charset="0"/>
              <a:cs typeface="Times New Roman" panose="02020603050405020304" pitchFamily="18" charset="0"/>
            </a:endParaRPr>
          </a:p>
          <a:p>
            <a:pPr lvl="1">
              <a:lnSpc>
                <a:spcPts val="3300"/>
              </a:lnSpc>
            </a:pPr>
            <a:r>
              <a:rPr lang="zh-CN" altLang="en-US" sz="2600" dirty="0">
                <a:latin typeface="Times New Roman" panose="02020603050405020304" pitchFamily="18" charset="0"/>
                <a:cs typeface="Times New Roman" panose="02020603050405020304" pitchFamily="18" charset="0"/>
              </a:rPr>
              <a:t>例</a:t>
            </a:r>
            <a:endParaRPr lang="en-US" altLang="zh-CN" sz="2600" dirty="0">
              <a:latin typeface="Times New Roman" panose="02020603050405020304" pitchFamily="18" charset="0"/>
              <a:cs typeface="Times New Roman" panose="02020603050405020304" pitchFamily="18" charset="0"/>
            </a:endParaRPr>
          </a:p>
        </p:txBody>
      </p:sp>
      <p:sp>
        <p:nvSpPr>
          <p:cNvPr id="3" name="标题 1">
            <a:extLst>
              <a:ext uri="{FF2B5EF4-FFF2-40B4-BE49-F238E27FC236}">
                <a16:creationId xmlns:a16="http://schemas.microsoft.com/office/drawing/2014/main" id="{C087F7BF-586C-404D-A356-198F00F9E613}"/>
              </a:ext>
            </a:extLst>
          </p:cNvPr>
          <p:cNvSpPr>
            <a:spLocks noGrp="1"/>
          </p:cNvSpPr>
          <p:nvPr>
            <p:ph type="title"/>
          </p:nvPr>
        </p:nvSpPr>
        <p:spPr>
          <a:xfrm>
            <a:off x="755650" y="268288"/>
            <a:ext cx="7931150" cy="358775"/>
          </a:xfrm>
        </p:spPr>
        <p:txBody>
          <a:bodyPr/>
          <a:lstStyle/>
          <a:p>
            <a:pPr>
              <a:defRPr/>
            </a:pPr>
            <a:r>
              <a:rPr lang="en-US" altLang="zh-CN" i="1" dirty="0">
                <a:latin typeface="Times New Roman" panose="02020603050405020304" pitchFamily="18" charset="0"/>
                <a:cs typeface="Times New Roman" panose="02020603050405020304" pitchFamily="18" charset="0"/>
              </a:rPr>
              <a:t>S</a:t>
            </a:r>
            <a:r>
              <a:rPr lang="en-US" altLang="zh-CN" spc="300" dirty="0">
                <a:latin typeface="Times New Roman" panose="02020603050405020304" pitchFamily="18" charset="0"/>
                <a:cs typeface="Times New Roman" panose="02020603050405020304" pitchFamily="18" charset="0"/>
              </a:rPr>
              <a:t>-</a:t>
            </a:r>
            <a:r>
              <a:rPr lang="zh-CN" altLang="en-US" spc="300" dirty="0">
                <a:latin typeface="Times New Roman" panose="02020603050405020304" pitchFamily="18" charset="0"/>
                <a:cs typeface="Times New Roman" panose="02020603050405020304" pitchFamily="18" charset="0"/>
              </a:rPr>
              <a:t>属性定义的</a:t>
            </a:r>
            <a:r>
              <a:rPr lang="en-US" altLang="zh-CN" i="1" dirty="0">
                <a:latin typeface="Times New Roman" panose="02020603050405020304" pitchFamily="18" charset="0"/>
                <a:cs typeface="Times New Roman" panose="02020603050405020304" pitchFamily="18" charset="0"/>
              </a:rPr>
              <a:t>SDT </a:t>
            </a:r>
            <a:r>
              <a:rPr lang="zh-CN" altLang="en-US" spc="300" dirty="0">
                <a:latin typeface="Times New Roman" panose="02020603050405020304" pitchFamily="18" charset="0"/>
                <a:cs typeface="Times New Roman" panose="02020603050405020304" pitchFamily="18" charset="0"/>
              </a:rPr>
              <a:t>实现</a:t>
            </a:r>
            <a:endParaRPr lang="zh-CN" altLang="en-US" i="1" dirty="0">
              <a:latin typeface="Times New Roman" panose="02020603050405020304" pitchFamily="18" charset="0"/>
              <a:cs typeface="Times New Roman" panose="02020603050405020304" pitchFamily="18" charset="0"/>
            </a:endParaRPr>
          </a:p>
        </p:txBody>
      </p:sp>
      <p:grpSp>
        <p:nvGrpSpPr>
          <p:cNvPr id="9" name="组合 13">
            <a:extLst>
              <a:ext uri="{FF2B5EF4-FFF2-40B4-BE49-F238E27FC236}">
                <a16:creationId xmlns:a16="http://schemas.microsoft.com/office/drawing/2014/main" id="{91F0F829-1B0B-42DB-9AF1-A0D9DE39F491}"/>
              </a:ext>
            </a:extLst>
          </p:cNvPr>
          <p:cNvGrpSpPr>
            <a:grpSpLocks/>
          </p:cNvGrpSpPr>
          <p:nvPr/>
        </p:nvGrpSpPr>
        <p:grpSpPr bwMode="auto">
          <a:xfrm>
            <a:off x="3797300" y="1506538"/>
            <a:ext cx="5303838" cy="3625850"/>
            <a:chOff x="271244" y="1749769"/>
            <a:chExt cx="6344963" cy="5108231"/>
          </a:xfrm>
        </p:grpSpPr>
        <p:pic>
          <p:nvPicPr>
            <p:cNvPr id="96264" name="图片 14">
              <a:extLst>
                <a:ext uri="{FF2B5EF4-FFF2-40B4-BE49-F238E27FC236}">
                  <a16:creationId xmlns:a16="http://schemas.microsoft.com/office/drawing/2014/main" id="{56BD9138-C7D8-4013-98BD-ABA65D0D54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1244" y="2134623"/>
              <a:ext cx="6269118" cy="472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5" name="矩形 15">
              <a:extLst>
                <a:ext uri="{FF2B5EF4-FFF2-40B4-BE49-F238E27FC236}">
                  <a16:creationId xmlns:a16="http://schemas.microsoft.com/office/drawing/2014/main" id="{22F6A039-5598-40FF-A41E-D6164B539185}"/>
                </a:ext>
              </a:extLst>
            </p:cNvPr>
            <p:cNvSpPr>
              <a:spLocks noChangeArrowheads="1"/>
            </p:cNvSpPr>
            <p:nvPr/>
          </p:nvSpPr>
          <p:spPr bwMode="auto">
            <a:xfrm>
              <a:off x="5029883" y="1749769"/>
              <a:ext cx="1586324" cy="737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lang="en-US" altLang="zh-CN">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SLR</a:t>
              </a:r>
              <a:r>
                <a:rPr lang="zh-CN" altLang="en-US">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自动机</a:t>
              </a:r>
              <a:endParaRPr lang="zh-CN" altLang="en-US" sz="28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5" name="矩形 14">
            <a:extLst>
              <a:ext uri="{FF2B5EF4-FFF2-40B4-BE49-F238E27FC236}">
                <a16:creationId xmlns:a16="http://schemas.microsoft.com/office/drawing/2014/main" id="{B4E18C0A-BFF1-40AE-BFBC-5C09252592C9}"/>
              </a:ext>
            </a:extLst>
          </p:cNvPr>
          <p:cNvSpPr/>
          <p:nvPr/>
        </p:nvSpPr>
        <p:spPr>
          <a:xfrm>
            <a:off x="71438" y="4619625"/>
            <a:ext cx="4030662" cy="400050"/>
          </a:xfrm>
          <a:prstGeom prst="rect">
            <a:avLst/>
          </a:prstGeom>
          <a:solidFill>
            <a:schemeClr val="accent5">
              <a:lumMod val="60000"/>
              <a:lumOff val="40000"/>
            </a:schemeClr>
          </a:solidFill>
          <a:ln>
            <a:solidFill>
              <a:schemeClr val="tx1"/>
            </a:solidFill>
          </a:ln>
        </p:spPr>
        <p:txBody>
          <a:bodyPr wrap="none">
            <a:spAutoFit/>
          </a:bodyPr>
          <a:lstStyle/>
          <a:p>
            <a:pPr>
              <a:spcBef>
                <a:spcPct val="20000"/>
              </a:spcBef>
              <a:buClr>
                <a:srgbClr val="31B6FD"/>
              </a:buClr>
              <a:buSzPct val="100000"/>
              <a:defRPr/>
            </a:pPr>
            <a:r>
              <a:rPr lang="zh-CN" altLang="en-US" sz="20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当</a:t>
            </a:r>
            <a:r>
              <a:rPr lang="zh-CN" altLang="en-US" sz="20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归约</a:t>
            </a:r>
            <a:r>
              <a:rPr lang="zh-CN" altLang="en-US" sz="20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发生时</a:t>
            </a:r>
            <a:r>
              <a:rPr lang="zh-CN" altLang="en-US" sz="20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执行</a:t>
            </a:r>
            <a:r>
              <a:rPr lang="zh-CN" altLang="en-US" sz="20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相应的语义动作</a:t>
            </a:r>
            <a:endParaRPr lang="en-US" altLang="zh-CN" sz="20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 name="矩形 13">
            <a:extLst>
              <a:ext uri="{FF2B5EF4-FFF2-40B4-BE49-F238E27FC236}">
                <a16:creationId xmlns:a16="http://schemas.microsoft.com/office/drawing/2014/main" id="{6F2A7A52-5999-4ECF-8EED-24BCE0A620ED}"/>
              </a:ext>
            </a:extLst>
          </p:cNvPr>
          <p:cNvSpPr>
            <a:spLocks noChangeArrowheads="1"/>
          </p:cNvSpPr>
          <p:nvPr/>
        </p:nvSpPr>
        <p:spPr bwMode="auto">
          <a:xfrm>
            <a:off x="1009650" y="2033588"/>
            <a:ext cx="1117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87313">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lvl="2" indent="0" algn="ctr">
              <a:spcBef>
                <a:spcPct val="20000"/>
              </a:spcBef>
              <a:buSzPct val="100000"/>
            </a:pPr>
            <a:r>
              <a:rPr lang="en-US" altLang="zh-CN" i="1">
                <a:solidFill>
                  <a:srgbClr val="000000"/>
                </a:solidFill>
                <a:latin typeface="Times New Roman" panose="02020603050405020304" pitchFamily="18" charset="0"/>
                <a:ea typeface="楷体_GB2312" pitchFamily="49" charset="-122"/>
              </a:rPr>
              <a:t>SDT</a:t>
            </a:r>
          </a:p>
        </p:txBody>
      </p:sp>
      <p:sp>
        <p:nvSpPr>
          <p:cNvPr id="16" name="矩形 15">
            <a:extLst>
              <a:ext uri="{FF2B5EF4-FFF2-40B4-BE49-F238E27FC236}">
                <a16:creationId xmlns:a16="http://schemas.microsoft.com/office/drawing/2014/main" id="{FAD2EFEF-1671-4654-A6B1-CD8FCDF89764}"/>
              </a:ext>
            </a:extLst>
          </p:cNvPr>
          <p:cNvSpPr/>
          <p:nvPr/>
        </p:nvSpPr>
        <p:spPr>
          <a:xfrm>
            <a:off x="38100" y="2432050"/>
            <a:ext cx="3597275" cy="1846263"/>
          </a:xfrm>
          <a:prstGeom prst="rect">
            <a:avLst/>
          </a:prstGeom>
          <a:solidFill>
            <a:schemeClr val="accent5">
              <a:lumMod val="60000"/>
              <a:lumOff val="40000"/>
            </a:schemeClr>
          </a:solidFill>
          <a:ln>
            <a:solidFill>
              <a:schemeClr val="tx1"/>
            </a:solidFill>
          </a:ln>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defRPr/>
            </a:pPr>
            <a:r>
              <a:rPr kumimoji="1" lang="en-US" altLang="zh-CN" sz="1600" dirty="0">
                <a:solidFill>
                  <a:srgbClr val="000000"/>
                </a:solidFill>
                <a:latin typeface="Times New Roman" panose="02020603050405020304" pitchFamily="18" charset="0"/>
              </a:rPr>
              <a:t>(1) </a:t>
            </a:r>
            <a:r>
              <a:rPr kumimoji="1" lang="en-US" altLang="zh-CN" sz="1600" i="1" dirty="0">
                <a:solidFill>
                  <a:srgbClr val="000000"/>
                </a:solidFill>
                <a:latin typeface="Times New Roman" panose="02020603050405020304" pitchFamily="18" charset="0"/>
              </a:rPr>
              <a:t>L </a:t>
            </a:r>
            <a:r>
              <a:rPr kumimoji="1" lang="en-US" altLang="zh-CN" sz="1600" dirty="0">
                <a:solidFill>
                  <a:srgbClr val="000000"/>
                </a:solidFill>
                <a:latin typeface="Times New Roman" panose="02020603050405020304" pitchFamily="18" charset="0"/>
                <a:sym typeface="Symbol" panose="05050102010706020507" pitchFamily="18" charset="2"/>
              </a:rPr>
              <a:t> </a:t>
            </a:r>
            <a:r>
              <a:rPr kumimoji="1" lang="en-US" altLang="zh-CN" sz="1600" i="1" dirty="0">
                <a:solidFill>
                  <a:srgbClr val="000000"/>
                </a:solidFill>
                <a:latin typeface="Times New Roman" panose="02020603050405020304" pitchFamily="18" charset="0"/>
                <a:sym typeface="Symbol" panose="05050102010706020507" pitchFamily="18" charset="2"/>
              </a:rPr>
              <a:t>E </a:t>
            </a:r>
            <a:r>
              <a:rPr kumimoji="1" lang="en-US" altLang="zh-CN" sz="1600" dirty="0">
                <a:solidFill>
                  <a:srgbClr val="000000"/>
                </a:solidFill>
                <a:latin typeface="Times New Roman" panose="02020603050405020304" pitchFamily="18" charset="0"/>
                <a:sym typeface="Symbol" panose="05050102010706020507" pitchFamily="18" charset="2"/>
              </a:rPr>
              <a:t>n </a:t>
            </a:r>
            <a:r>
              <a:rPr kumimoji="1" lang="en-US" altLang="zh-CN" sz="1600" dirty="0">
                <a:solidFill>
                  <a:srgbClr val="0000FF"/>
                </a:solidFill>
                <a:latin typeface="Times New Roman" panose="02020603050405020304" pitchFamily="18" charset="0"/>
                <a:sym typeface="Symbol" panose="05050102010706020507" pitchFamily="18" charset="2"/>
              </a:rPr>
              <a:t>{</a:t>
            </a:r>
            <a:r>
              <a:rPr kumimoji="1" lang="en-US" altLang="zh-CN" sz="1400" i="1" dirty="0">
                <a:solidFill>
                  <a:srgbClr val="0000FF"/>
                </a:solidFill>
                <a:latin typeface="Times New Roman" panose="02020603050405020304" pitchFamily="18" charset="0"/>
                <a:sym typeface="Symbol" panose="05050102010706020507" pitchFamily="18" charset="2"/>
              </a:rPr>
              <a:t> L</a:t>
            </a:r>
            <a:r>
              <a:rPr lang="en-US" altLang="zh-CN" sz="1400" dirty="0">
                <a:solidFill>
                  <a:srgbClr val="0000FF"/>
                </a:solidFill>
                <a:latin typeface="Times New Roman" pitchFamily="18" charset="0"/>
                <a:ea typeface="楷体_GB2312" pitchFamily="49" charset="-122"/>
                <a:cs typeface="Times New Roman" pitchFamily="18" charset="0"/>
              </a:rPr>
              <a:t>.</a:t>
            </a:r>
            <a:r>
              <a:rPr kumimoji="1" lang="en-US" altLang="zh-CN" sz="1400" i="1" dirty="0">
                <a:solidFill>
                  <a:srgbClr val="0000FF"/>
                </a:solidFill>
                <a:latin typeface="Times New Roman" panose="02020603050405020304" pitchFamily="18" charset="0"/>
                <a:sym typeface="Symbol" panose="05050102010706020507" pitchFamily="18" charset="2"/>
              </a:rPr>
              <a:t>val </a:t>
            </a:r>
            <a:r>
              <a:rPr kumimoji="1" lang="en-US" altLang="zh-CN" sz="14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E</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a:t>
            </a:r>
            <a:r>
              <a:rPr kumimoji="1" lang="en-US" altLang="zh-CN" sz="1600" dirty="0">
                <a:solidFill>
                  <a:srgbClr val="0000FF"/>
                </a:solidFill>
                <a:latin typeface="Times New Roman" panose="02020603050405020304" pitchFamily="18" charset="0"/>
              </a:rPr>
              <a:t>}</a:t>
            </a:r>
            <a:endParaRPr kumimoji="1" lang="en-US" altLang="zh-CN" sz="1600"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sz="1600" dirty="0">
                <a:solidFill>
                  <a:srgbClr val="000000"/>
                </a:solidFill>
                <a:latin typeface="Times New Roman" panose="02020603050405020304" pitchFamily="18" charset="0"/>
              </a:rPr>
              <a:t>(2) </a:t>
            </a:r>
            <a:r>
              <a:rPr kumimoji="1" lang="en-US" altLang="zh-CN" sz="1600" i="1" dirty="0">
                <a:solidFill>
                  <a:srgbClr val="000000"/>
                </a:solidFill>
                <a:latin typeface="Times New Roman" panose="02020603050405020304" pitchFamily="18" charset="0"/>
                <a:sym typeface="Symbol" panose="05050102010706020507" pitchFamily="18" charset="2"/>
              </a:rPr>
              <a:t>E</a:t>
            </a:r>
            <a:r>
              <a:rPr kumimoji="1" lang="en-US" altLang="zh-CN" sz="1600" dirty="0">
                <a:solidFill>
                  <a:srgbClr val="000000"/>
                </a:solidFill>
                <a:latin typeface="Times New Roman" panose="02020603050405020304" pitchFamily="18" charset="0"/>
                <a:sym typeface="Symbol" panose="05050102010706020507" pitchFamily="18" charset="2"/>
              </a:rPr>
              <a:t>  </a:t>
            </a:r>
            <a:r>
              <a:rPr kumimoji="1" lang="en-US" altLang="zh-CN" sz="1600" i="1" dirty="0">
                <a:solidFill>
                  <a:srgbClr val="000000"/>
                </a:solidFill>
                <a:latin typeface="Times New Roman" panose="02020603050405020304" pitchFamily="18" charset="0"/>
                <a:sym typeface="Symbol" panose="05050102010706020507" pitchFamily="18" charset="2"/>
              </a:rPr>
              <a:t>E</a:t>
            </a:r>
            <a:r>
              <a:rPr kumimoji="1" lang="en-US" altLang="zh-CN" sz="1600" i="1" baseline="-25000" dirty="0">
                <a:solidFill>
                  <a:srgbClr val="000000"/>
                </a:solidFill>
                <a:latin typeface="Times New Roman" panose="02020603050405020304" pitchFamily="18" charset="0"/>
                <a:sym typeface="Symbol" panose="05050102010706020507" pitchFamily="18" charset="2"/>
              </a:rPr>
              <a:t>1 </a:t>
            </a:r>
            <a:r>
              <a:rPr kumimoji="1" lang="en-US" altLang="zh-CN" sz="1600" dirty="0">
                <a:solidFill>
                  <a:srgbClr val="000000"/>
                </a:solidFill>
                <a:latin typeface="Times New Roman" panose="02020603050405020304" pitchFamily="18" charset="0"/>
                <a:sym typeface="Symbol" panose="05050102010706020507" pitchFamily="18" charset="2"/>
              </a:rPr>
              <a:t>+ </a:t>
            </a:r>
            <a:r>
              <a:rPr kumimoji="1" lang="en-US" altLang="zh-CN" sz="1600" i="1" dirty="0">
                <a:solidFill>
                  <a:srgbClr val="000000"/>
                </a:solidFill>
                <a:latin typeface="Times New Roman" panose="02020603050405020304" pitchFamily="18" charset="0"/>
                <a:sym typeface="Symbol" panose="05050102010706020507" pitchFamily="18" charset="2"/>
              </a:rPr>
              <a:t>T</a:t>
            </a:r>
            <a:r>
              <a:rPr kumimoji="1" lang="en-US" altLang="zh-CN" sz="1600" dirty="0">
                <a:solidFill>
                  <a:srgbClr val="0000FF"/>
                </a:solidFill>
                <a:latin typeface="Times New Roman" panose="02020603050405020304" pitchFamily="18" charset="0"/>
                <a:sym typeface="Symbol" panose="05050102010706020507" pitchFamily="18" charset="2"/>
              </a:rPr>
              <a:t>{</a:t>
            </a:r>
            <a:r>
              <a:rPr kumimoji="1" lang="en-US" altLang="zh-CN" sz="1600" i="1" dirty="0">
                <a:solidFill>
                  <a:srgbClr val="0000FF"/>
                </a:solidFill>
                <a:latin typeface="Times New Roman" panose="02020603050405020304" pitchFamily="18" charset="0"/>
                <a:sym typeface="Symbol" panose="05050102010706020507" pitchFamily="18" charset="2"/>
              </a:rPr>
              <a:t>E</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 </a:t>
            </a:r>
            <a:r>
              <a:rPr kumimoji="1" lang="en-US" altLang="zh-CN" sz="1600" dirty="0">
                <a:solidFill>
                  <a:srgbClr val="0000FF"/>
                </a:solidFill>
                <a:latin typeface="Times New Roman" panose="02020603050405020304" pitchFamily="18" charset="0"/>
                <a:sym typeface="Symbol" panose="05050102010706020507" pitchFamily="18" charset="2"/>
              </a:rPr>
              <a:t>=</a:t>
            </a:r>
            <a:r>
              <a:rPr kumimoji="1" lang="en-US" altLang="zh-CN" sz="1600" i="1" dirty="0">
                <a:solidFill>
                  <a:srgbClr val="0000FF"/>
                </a:solidFill>
                <a:latin typeface="Times New Roman" panose="02020603050405020304" pitchFamily="18" charset="0"/>
                <a:sym typeface="Symbol" panose="05050102010706020507" pitchFamily="18" charset="2"/>
              </a:rPr>
              <a:t> E</a:t>
            </a:r>
            <a:r>
              <a:rPr kumimoji="1" lang="en-US" altLang="zh-CN" sz="1600" i="1" baseline="-25000" dirty="0">
                <a:solidFill>
                  <a:srgbClr val="0000FF"/>
                </a:solidFill>
                <a:latin typeface="Times New Roman" panose="02020603050405020304" pitchFamily="18" charset="0"/>
                <a:sym typeface="Symbol" panose="05050102010706020507" pitchFamily="18" charset="2"/>
              </a:rPr>
              <a:t>1</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T</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a:t>
            </a:r>
            <a:r>
              <a:rPr kumimoji="1" lang="en-US" altLang="zh-CN" sz="1600" dirty="0">
                <a:solidFill>
                  <a:srgbClr val="0000FF"/>
                </a:solidFill>
                <a:latin typeface="Times New Roman" panose="02020603050405020304" pitchFamily="18" charset="0"/>
              </a:rPr>
              <a:t>}</a:t>
            </a:r>
            <a:endParaRPr kumimoji="1" lang="en-US" altLang="zh-CN" sz="1600"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sz="1600" dirty="0">
                <a:solidFill>
                  <a:srgbClr val="000000"/>
                </a:solidFill>
                <a:latin typeface="Times New Roman" panose="02020603050405020304" pitchFamily="18" charset="0"/>
              </a:rPr>
              <a:t>(3) </a:t>
            </a:r>
            <a:r>
              <a:rPr kumimoji="1" lang="en-US" altLang="zh-CN" sz="1600" i="1" dirty="0">
                <a:solidFill>
                  <a:srgbClr val="000000"/>
                </a:solidFill>
                <a:latin typeface="Times New Roman" panose="02020603050405020304" pitchFamily="18" charset="0"/>
                <a:sym typeface="Symbol" panose="05050102010706020507" pitchFamily="18" charset="2"/>
              </a:rPr>
              <a:t>E</a:t>
            </a:r>
            <a:r>
              <a:rPr kumimoji="1" lang="en-US" altLang="zh-CN" sz="1600" dirty="0">
                <a:solidFill>
                  <a:srgbClr val="000000"/>
                </a:solidFill>
                <a:latin typeface="Times New Roman" panose="02020603050405020304" pitchFamily="18" charset="0"/>
                <a:sym typeface="Symbol" panose="05050102010706020507" pitchFamily="18" charset="2"/>
              </a:rPr>
              <a:t>  </a:t>
            </a:r>
            <a:r>
              <a:rPr kumimoji="1" lang="en-US" altLang="zh-CN" sz="1600" i="1" dirty="0">
                <a:solidFill>
                  <a:srgbClr val="000000"/>
                </a:solidFill>
                <a:latin typeface="Times New Roman" panose="02020603050405020304" pitchFamily="18" charset="0"/>
                <a:sym typeface="Symbol" panose="05050102010706020507" pitchFamily="18" charset="2"/>
              </a:rPr>
              <a:t>T</a:t>
            </a:r>
            <a:r>
              <a:rPr kumimoji="1" lang="en-US" altLang="zh-CN" sz="1600" dirty="0">
                <a:solidFill>
                  <a:srgbClr val="000000"/>
                </a:solidFill>
                <a:latin typeface="Times New Roman" panose="02020603050405020304" pitchFamily="18" charset="0"/>
                <a:sym typeface="Symbol" panose="05050102010706020507" pitchFamily="18" charset="2"/>
              </a:rPr>
              <a:t>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E</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T</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a:t>
            </a:r>
            <a:r>
              <a:rPr kumimoji="1" lang="en-US" altLang="zh-CN" sz="1600" dirty="0">
                <a:solidFill>
                  <a:srgbClr val="0000FF"/>
                </a:solidFill>
                <a:latin typeface="Times New Roman" panose="02020603050405020304" pitchFamily="18" charset="0"/>
              </a:rPr>
              <a:t>}</a:t>
            </a:r>
            <a:endParaRPr kumimoji="1" lang="en-US" altLang="zh-CN" sz="1600"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sz="1600" dirty="0">
                <a:solidFill>
                  <a:srgbClr val="000000"/>
                </a:solidFill>
                <a:latin typeface="Times New Roman" panose="02020603050405020304" pitchFamily="18" charset="0"/>
              </a:rPr>
              <a:t>(4) </a:t>
            </a:r>
            <a:r>
              <a:rPr kumimoji="1" lang="en-US" altLang="zh-CN" sz="1600" i="1" dirty="0">
                <a:solidFill>
                  <a:srgbClr val="000000"/>
                </a:solidFill>
                <a:latin typeface="Times New Roman" panose="02020603050405020304" pitchFamily="18" charset="0"/>
                <a:sym typeface="Symbol" panose="05050102010706020507" pitchFamily="18" charset="2"/>
              </a:rPr>
              <a:t>T</a:t>
            </a:r>
            <a:r>
              <a:rPr kumimoji="1" lang="en-US" altLang="zh-CN" sz="1600" dirty="0">
                <a:solidFill>
                  <a:srgbClr val="000000"/>
                </a:solidFill>
                <a:latin typeface="Times New Roman" panose="02020603050405020304" pitchFamily="18" charset="0"/>
                <a:sym typeface="Symbol" panose="05050102010706020507" pitchFamily="18" charset="2"/>
              </a:rPr>
              <a:t>  </a:t>
            </a:r>
            <a:r>
              <a:rPr kumimoji="1" lang="en-US" altLang="zh-CN" sz="1600" i="1" dirty="0">
                <a:solidFill>
                  <a:srgbClr val="000000"/>
                </a:solidFill>
                <a:latin typeface="Times New Roman" panose="02020603050405020304" pitchFamily="18" charset="0"/>
                <a:sym typeface="Symbol" panose="05050102010706020507" pitchFamily="18" charset="2"/>
              </a:rPr>
              <a:t>T</a:t>
            </a:r>
            <a:r>
              <a:rPr kumimoji="1" lang="en-US" altLang="zh-CN" sz="1600" i="1" baseline="-25000" dirty="0">
                <a:solidFill>
                  <a:srgbClr val="000000"/>
                </a:solidFill>
                <a:latin typeface="Times New Roman" panose="02020603050405020304" pitchFamily="18" charset="0"/>
                <a:sym typeface="Symbol" panose="05050102010706020507" pitchFamily="18" charset="2"/>
              </a:rPr>
              <a:t>1 </a:t>
            </a:r>
            <a:r>
              <a:rPr kumimoji="1" lang="en-US" altLang="zh-CN" sz="1600" dirty="0">
                <a:solidFill>
                  <a:srgbClr val="000000"/>
                </a:solidFill>
                <a:latin typeface="Times New Roman" panose="02020603050405020304" pitchFamily="18" charset="0"/>
                <a:sym typeface="Symbol" panose="05050102010706020507" pitchFamily="18" charset="2"/>
              </a:rPr>
              <a:t>* </a:t>
            </a:r>
            <a:r>
              <a:rPr kumimoji="1" lang="en-US" altLang="zh-CN" sz="1600" i="1" dirty="0">
                <a:solidFill>
                  <a:srgbClr val="000000"/>
                </a:solidFill>
                <a:latin typeface="Times New Roman" panose="02020603050405020304" pitchFamily="18" charset="0"/>
                <a:sym typeface="Symbol" panose="05050102010706020507" pitchFamily="18" charset="2"/>
              </a:rPr>
              <a:t>F</a:t>
            </a:r>
            <a:r>
              <a:rPr kumimoji="1" lang="en-US" altLang="zh-CN" sz="1600" dirty="0">
                <a:solidFill>
                  <a:srgbClr val="000000"/>
                </a:solidFill>
                <a:latin typeface="Times New Roman" panose="02020603050405020304" pitchFamily="18" charset="0"/>
                <a:sym typeface="Symbol" panose="05050102010706020507" pitchFamily="18" charset="2"/>
              </a:rPr>
              <a:t>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T</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T</a:t>
            </a:r>
            <a:r>
              <a:rPr kumimoji="1" lang="en-US" altLang="zh-CN" sz="1600" i="1" baseline="-25000" dirty="0">
                <a:solidFill>
                  <a:srgbClr val="0000FF"/>
                </a:solidFill>
                <a:latin typeface="Times New Roman" panose="02020603050405020304" pitchFamily="18" charset="0"/>
                <a:sym typeface="Symbol" panose="05050102010706020507" pitchFamily="18" charset="2"/>
              </a:rPr>
              <a:t>1</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F</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a:t>
            </a:r>
            <a:r>
              <a:rPr kumimoji="1" lang="en-US" altLang="zh-CN" sz="1600" dirty="0">
                <a:solidFill>
                  <a:srgbClr val="0000FF"/>
                </a:solidFill>
                <a:latin typeface="Times New Roman" panose="02020603050405020304" pitchFamily="18" charset="0"/>
              </a:rPr>
              <a:t>}</a:t>
            </a:r>
            <a:endParaRPr kumimoji="1" lang="en-US" altLang="zh-CN" sz="1600"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sz="1600" dirty="0">
                <a:solidFill>
                  <a:srgbClr val="000000"/>
                </a:solidFill>
                <a:latin typeface="Times New Roman" panose="02020603050405020304" pitchFamily="18" charset="0"/>
              </a:rPr>
              <a:t>(5) </a:t>
            </a:r>
            <a:r>
              <a:rPr kumimoji="1" lang="en-US" altLang="zh-CN" sz="1600" i="1" dirty="0">
                <a:solidFill>
                  <a:srgbClr val="000000"/>
                </a:solidFill>
                <a:latin typeface="Times New Roman" panose="02020603050405020304" pitchFamily="18" charset="0"/>
                <a:sym typeface="Symbol" panose="05050102010706020507" pitchFamily="18" charset="2"/>
              </a:rPr>
              <a:t>T</a:t>
            </a:r>
            <a:r>
              <a:rPr kumimoji="1" lang="en-US" altLang="zh-CN" sz="1600" dirty="0">
                <a:solidFill>
                  <a:srgbClr val="000000"/>
                </a:solidFill>
                <a:latin typeface="Times New Roman" panose="02020603050405020304" pitchFamily="18" charset="0"/>
                <a:sym typeface="Symbol" panose="05050102010706020507" pitchFamily="18" charset="2"/>
              </a:rPr>
              <a:t>  </a:t>
            </a:r>
            <a:r>
              <a:rPr kumimoji="1" lang="en-US" altLang="zh-CN" sz="1600" i="1" dirty="0">
                <a:solidFill>
                  <a:srgbClr val="000000"/>
                </a:solidFill>
                <a:latin typeface="Times New Roman" panose="02020603050405020304" pitchFamily="18" charset="0"/>
                <a:sym typeface="Symbol" panose="05050102010706020507" pitchFamily="18" charset="2"/>
              </a:rPr>
              <a:t>F</a:t>
            </a:r>
            <a:r>
              <a:rPr kumimoji="1" lang="en-US" altLang="zh-CN" sz="1600" dirty="0">
                <a:solidFill>
                  <a:srgbClr val="000000"/>
                </a:solidFill>
                <a:latin typeface="Times New Roman" panose="02020603050405020304" pitchFamily="18" charset="0"/>
                <a:sym typeface="Symbol" panose="05050102010706020507" pitchFamily="18" charset="2"/>
              </a:rPr>
              <a:t>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T</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F</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a:t>
            </a:r>
            <a:r>
              <a:rPr kumimoji="1" lang="en-US" altLang="zh-CN" sz="1600" dirty="0">
                <a:solidFill>
                  <a:srgbClr val="0000FF"/>
                </a:solidFill>
                <a:latin typeface="Times New Roman" panose="02020603050405020304" pitchFamily="18" charset="0"/>
              </a:rPr>
              <a:t>}</a:t>
            </a:r>
            <a:endParaRPr kumimoji="1" lang="en-US" altLang="zh-CN" sz="1600"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sz="1600" dirty="0">
                <a:solidFill>
                  <a:srgbClr val="000000"/>
                </a:solidFill>
                <a:latin typeface="Times New Roman" panose="02020603050405020304" pitchFamily="18" charset="0"/>
              </a:rPr>
              <a:t>(6) </a:t>
            </a:r>
            <a:r>
              <a:rPr kumimoji="1" lang="en-US" altLang="zh-CN" sz="1600" i="1" dirty="0">
                <a:solidFill>
                  <a:srgbClr val="000000"/>
                </a:solidFill>
                <a:latin typeface="Times New Roman" panose="02020603050405020304" pitchFamily="18" charset="0"/>
                <a:sym typeface="Symbol" panose="05050102010706020507" pitchFamily="18" charset="2"/>
              </a:rPr>
              <a:t>F</a:t>
            </a:r>
            <a:r>
              <a:rPr kumimoji="1" lang="en-US" altLang="zh-CN" sz="1600" dirty="0">
                <a:solidFill>
                  <a:srgbClr val="000000"/>
                </a:solidFill>
                <a:latin typeface="Times New Roman" panose="02020603050405020304" pitchFamily="18" charset="0"/>
                <a:sym typeface="Symbol" panose="05050102010706020507" pitchFamily="18" charset="2"/>
              </a:rPr>
              <a:t>  ( </a:t>
            </a:r>
            <a:r>
              <a:rPr kumimoji="1" lang="en-US" altLang="zh-CN" sz="1600" i="1" dirty="0">
                <a:solidFill>
                  <a:srgbClr val="000000"/>
                </a:solidFill>
                <a:latin typeface="Times New Roman" panose="02020603050405020304" pitchFamily="18" charset="0"/>
                <a:sym typeface="Symbol" panose="05050102010706020507" pitchFamily="18" charset="2"/>
              </a:rPr>
              <a:t>E</a:t>
            </a:r>
            <a:r>
              <a:rPr kumimoji="1" lang="en-US" altLang="zh-CN" sz="1600" dirty="0">
                <a:solidFill>
                  <a:srgbClr val="000000"/>
                </a:solidFill>
                <a:latin typeface="Times New Roman" panose="02020603050405020304" pitchFamily="18" charset="0"/>
                <a:sym typeface="Symbol" panose="05050102010706020507" pitchFamily="18" charset="2"/>
              </a:rPr>
              <a:t> )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F</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E</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a:t>
            </a:r>
            <a:r>
              <a:rPr kumimoji="1" lang="en-US" altLang="zh-CN" sz="1600" dirty="0">
                <a:solidFill>
                  <a:srgbClr val="0000FF"/>
                </a:solidFill>
                <a:latin typeface="Times New Roman" panose="02020603050405020304" pitchFamily="18" charset="0"/>
              </a:rPr>
              <a:t>}</a:t>
            </a:r>
            <a:endParaRPr kumimoji="1" lang="en-US" altLang="zh-CN" sz="1600" i="1" dirty="0">
              <a:solidFill>
                <a:srgbClr val="0000FF"/>
              </a:solidFill>
              <a:latin typeface="Times New Roman" panose="02020603050405020304" pitchFamily="18" charset="0"/>
              <a:sym typeface="Symbol" panose="05050102010706020507" pitchFamily="18" charset="2"/>
            </a:endParaRPr>
          </a:p>
          <a:p>
            <a:pPr eaLnBrk="1" hangingPunct="1">
              <a:defRPr/>
            </a:pPr>
            <a:r>
              <a:rPr kumimoji="1" lang="en-US" altLang="zh-CN" sz="1600" dirty="0">
                <a:solidFill>
                  <a:srgbClr val="000000"/>
                </a:solidFill>
                <a:latin typeface="Times New Roman" panose="02020603050405020304" pitchFamily="18" charset="0"/>
              </a:rPr>
              <a:t>(7) </a:t>
            </a:r>
            <a:r>
              <a:rPr kumimoji="1" lang="en-US" altLang="zh-CN" sz="1600" i="1" dirty="0">
                <a:solidFill>
                  <a:srgbClr val="000000"/>
                </a:solidFill>
                <a:latin typeface="Times New Roman" panose="02020603050405020304" pitchFamily="18" charset="0"/>
                <a:sym typeface="Symbol" panose="05050102010706020507" pitchFamily="18" charset="2"/>
              </a:rPr>
              <a:t>F</a:t>
            </a:r>
            <a:r>
              <a:rPr kumimoji="1" lang="en-US" altLang="zh-CN" sz="1600" dirty="0">
                <a:solidFill>
                  <a:srgbClr val="000000"/>
                </a:solidFill>
                <a:latin typeface="Times New Roman" panose="02020603050405020304" pitchFamily="18" charset="0"/>
                <a:sym typeface="Symbol" panose="05050102010706020507" pitchFamily="18" charset="2"/>
              </a:rPr>
              <a:t>  digit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i="1" dirty="0">
                <a:solidFill>
                  <a:srgbClr val="0000FF"/>
                </a:solidFill>
                <a:latin typeface="Times New Roman" panose="02020603050405020304" pitchFamily="18" charset="0"/>
                <a:sym typeface="Symbol" panose="05050102010706020507" pitchFamily="18" charset="2"/>
              </a:rPr>
              <a:t>F</a:t>
            </a:r>
            <a:r>
              <a:rPr lang="en-US" altLang="zh-CN" sz="1600" dirty="0">
                <a:solidFill>
                  <a:srgbClr val="0000FF"/>
                </a:solidFill>
                <a:latin typeface="Times New Roman" pitchFamily="18" charset="0"/>
                <a:ea typeface="楷体_GB2312" pitchFamily="49" charset="-122"/>
                <a:cs typeface="Times New Roman" pitchFamily="18" charset="0"/>
              </a:rPr>
              <a:t>.</a:t>
            </a:r>
            <a:r>
              <a:rPr kumimoji="1" lang="en-US" altLang="zh-CN" sz="1600" i="1" dirty="0">
                <a:solidFill>
                  <a:srgbClr val="0000FF"/>
                </a:solidFill>
                <a:latin typeface="Times New Roman" panose="02020603050405020304" pitchFamily="18" charset="0"/>
                <a:sym typeface="Symbol" panose="05050102010706020507" pitchFamily="18" charset="2"/>
              </a:rPr>
              <a:t>val </a:t>
            </a:r>
            <a:r>
              <a:rPr kumimoji="1" lang="en-US" altLang="zh-CN" sz="1600" dirty="0">
                <a:solidFill>
                  <a:srgbClr val="0000FF"/>
                </a:solidFill>
                <a:latin typeface="Times New Roman" panose="02020603050405020304" pitchFamily="18" charset="0"/>
                <a:sym typeface="Symbol" panose="05050102010706020507" pitchFamily="18" charset="2"/>
              </a:rPr>
              <a:t>= </a:t>
            </a:r>
            <a:r>
              <a:rPr kumimoji="1" lang="en-US" altLang="zh-CN" sz="1600" dirty="0" err="1">
                <a:solidFill>
                  <a:srgbClr val="0000FF"/>
                </a:solidFill>
                <a:latin typeface="Times New Roman" panose="02020603050405020304" pitchFamily="18" charset="0"/>
                <a:sym typeface="Symbol" panose="05050102010706020507" pitchFamily="18" charset="2"/>
              </a:rPr>
              <a:t>digit</a:t>
            </a:r>
            <a:r>
              <a:rPr lang="en-US" altLang="zh-CN" sz="1600" dirty="0" err="1">
                <a:solidFill>
                  <a:srgbClr val="0000FF"/>
                </a:solidFill>
                <a:latin typeface="Times New Roman" pitchFamily="18" charset="0"/>
                <a:ea typeface="楷体_GB2312" pitchFamily="49" charset="-122"/>
                <a:cs typeface="Times New Roman" pitchFamily="18" charset="0"/>
              </a:rPr>
              <a:t>.</a:t>
            </a:r>
            <a:r>
              <a:rPr kumimoji="1" lang="en-US" altLang="zh-CN" sz="1600" i="1" dirty="0" err="1">
                <a:solidFill>
                  <a:srgbClr val="0000FF"/>
                </a:solidFill>
                <a:latin typeface="Times New Roman" panose="02020603050405020304" pitchFamily="18" charset="0"/>
                <a:sym typeface="Symbol" panose="05050102010706020507" pitchFamily="18" charset="2"/>
              </a:rPr>
              <a:t>lexval</a:t>
            </a:r>
            <a:r>
              <a:rPr kumimoji="1" lang="en-US" altLang="zh-CN" sz="1600" dirty="0">
                <a:solidFill>
                  <a:srgbClr val="0000FF"/>
                </a:solidFill>
                <a:latin typeface="Times New Roman" panose="02020603050405020304" pitchFamily="18" charset="0"/>
              </a:rPr>
              <a:t>}</a:t>
            </a:r>
            <a:endParaRPr lang="zh-CN" altLang="en-US" sz="1600" dirty="0">
              <a:solidFill>
                <a:srgbClr val="0000FF"/>
              </a:solidFill>
            </a:endParaRPr>
          </a:p>
        </p:txBody>
      </p:sp>
      <p:sp>
        <p:nvSpPr>
          <p:cNvPr id="2" name="灯片编号占位符 1">
            <a:extLst>
              <a:ext uri="{FF2B5EF4-FFF2-40B4-BE49-F238E27FC236}">
                <a16:creationId xmlns:a16="http://schemas.microsoft.com/office/drawing/2014/main" id="{207ADA48-B7F2-4865-9B78-F78A4EE56E2A}"/>
              </a:ext>
            </a:extLst>
          </p:cNvPr>
          <p:cNvSpPr>
            <a:spLocks noGrp="1"/>
          </p:cNvSpPr>
          <p:nvPr>
            <p:ph type="sldNum" sz="quarter" idx="10"/>
          </p:nvPr>
        </p:nvSpPr>
        <p:spPr/>
        <p:txBody>
          <a:bodyPr/>
          <a:lstStyle/>
          <a:p>
            <a:pPr>
              <a:defRPr/>
            </a:pPr>
            <a:fld id="{8E104948-B687-4A74-87EB-9097C047E113}" type="slidenum">
              <a:rPr lang="zh-CN" altLang="en-US" smtClean="0"/>
              <a:pPr>
                <a:defRPr/>
              </a:pPr>
              <a:t>36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anim calcmode="lin" valueType="num">
                                      <p:cBhvr>
                                        <p:cTn id="7" dur="500" fill="hold"/>
                                        <p:tgtEl>
                                          <p:spTgt spid="4301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3011">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43011">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ppt_w</p:attrName>
                                        </p:attrNameLst>
                                      </p:cBhvr>
                                      <p:tavLst>
                                        <p:tav tm="0">
                                          <p:val>
                                            <p:fltVal val="0"/>
                                          </p:val>
                                        </p:tav>
                                        <p:tav tm="100000">
                                          <p:val>
                                            <p:strVal val="#ppt_w"/>
                                          </p:val>
                                        </p:tav>
                                      </p:tavLst>
                                    </p:anim>
                                    <p:anim calcmode="lin" valueType="num">
                                      <p:cBhvr>
                                        <p:cTn id="22" dur="500" fill="hold"/>
                                        <p:tgtEl>
                                          <p:spTgt spid="15"/>
                                        </p:tgtEl>
                                        <p:attrNameLst>
                                          <p:attrName>ppt_h</p:attrName>
                                        </p:attrNameLst>
                                      </p:cBhvr>
                                      <p:tavLst>
                                        <p:tav tm="0">
                                          <p:val>
                                            <p:fltVal val="0"/>
                                          </p:val>
                                        </p:tav>
                                        <p:tav tm="100000">
                                          <p:val>
                                            <p:strVal val="#ppt_h"/>
                                          </p:val>
                                        </p:tav>
                                      </p:tavLst>
                                    </p:anim>
                                    <p:animEffect transition="in" filter="fade">
                                      <p:cBhvr>
                                        <p:cTn id="23" dur="5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p:cTn id="33" dur="500" fill="hold"/>
                                        <p:tgtEl>
                                          <p:spTgt spid="16"/>
                                        </p:tgtEl>
                                        <p:attrNameLst>
                                          <p:attrName>ppt_w</p:attrName>
                                        </p:attrNameLst>
                                      </p:cBhvr>
                                      <p:tavLst>
                                        <p:tav tm="0">
                                          <p:val>
                                            <p:fltVal val="0"/>
                                          </p:val>
                                        </p:tav>
                                        <p:tav tm="100000">
                                          <p:val>
                                            <p:strVal val="#ppt_w"/>
                                          </p:val>
                                        </p:tav>
                                      </p:tavLst>
                                    </p:anim>
                                    <p:anim calcmode="lin" valueType="num">
                                      <p:cBhvr>
                                        <p:cTn id="34" dur="500" fill="hold"/>
                                        <p:tgtEl>
                                          <p:spTgt spid="16"/>
                                        </p:tgtEl>
                                        <p:attrNameLst>
                                          <p:attrName>ppt_h</p:attrName>
                                        </p:attrNameLst>
                                      </p:cBhvr>
                                      <p:tavLst>
                                        <p:tav tm="0">
                                          <p:val>
                                            <p:fltVal val="0"/>
                                          </p:val>
                                        </p:tav>
                                        <p:tav tm="100000">
                                          <p:val>
                                            <p:strVal val="#ppt_h"/>
                                          </p:val>
                                        </p:tav>
                                      </p:tavLst>
                                    </p:anim>
                                    <p:animEffect transition="in" filter="fade">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8">
            <a:extLst>
              <a:ext uri="{FF2B5EF4-FFF2-40B4-BE49-F238E27FC236}">
                <a16:creationId xmlns:a16="http://schemas.microsoft.com/office/drawing/2014/main" id="{5F7483F1-DC2C-4416-B7D6-4052C0DF7F58}"/>
              </a:ext>
            </a:extLst>
          </p:cNvPr>
          <p:cNvSpPr>
            <a:spLocks noChangeArrowheads="1"/>
          </p:cNvSpPr>
          <p:nvPr/>
        </p:nvSpPr>
        <p:spPr bwMode="auto">
          <a:xfrm>
            <a:off x="1020763" y="744538"/>
            <a:ext cx="13811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kumimoji="1" lang="zh-CN" altLang="en-US" sz="2400">
              <a:solidFill>
                <a:schemeClr val="folHlink"/>
              </a:solidFill>
              <a:latin typeface="楷体_GB2312" pitchFamily="49" charset="-122"/>
              <a:ea typeface="楷体_GB2312" pitchFamily="49" charset="-122"/>
            </a:endParaRPr>
          </a:p>
        </p:txBody>
      </p:sp>
      <p:sp>
        <p:nvSpPr>
          <p:cNvPr id="2" name="标题 1">
            <a:extLst>
              <a:ext uri="{FF2B5EF4-FFF2-40B4-BE49-F238E27FC236}">
                <a16:creationId xmlns:a16="http://schemas.microsoft.com/office/drawing/2014/main" id="{F5C71DE5-1BDA-4965-A9E1-93CDD4FFB8D4}"/>
              </a:ext>
            </a:extLst>
          </p:cNvPr>
          <p:cNvSpPr>
            <a:spLocks noGrp="1"/>
          </p:cNvSpPr>
          <p:nvPr>
            <p:ph type="title"/>
          </p:nvPr>
        </p:nvSpPr>
        <p:spPr>
          <a:xfrm>
            <a:off x="755650" y="268288"/>
            <a:ext cx="7931150" cy="358775"/>
          </a:xfrm>
        </p:spPr>
        <p:txBody>
          <a:bodyPr/>
          <a:lstStyle/>
          <a:p>
            <a:pPr>
              <a:defRPr/>
            </a:pPr>
            <a:r>
              <a:rPr lang="zh-CN" altLang="en-US" spc="300" dirty="0">
                <a:latin typeface="Times New Roman" panose="02020603050405020304" pitchFamily="18" charset="0"/>
                <a:cs typeface="Times New Roman" panose="02020603050405020304" pitchFamily="18" charset="0"/>
              </a:rPr>
              <a:t>扩展的</a:t>
            </a:r>
            <a:r>
              <a:rPr lang="en-US" altLang="zh-CN" i="1" spc="300" dirty="0">
                <a:latin typeface="Times New Roman" panose="02020603050405020304" pitchFamily="18" charset="0"/>
                <a:cs typeface="Times New Roman" panose="02020603050405020304" pitchFamily="18" charset="0"/>
              </a:rPr>
              <a:t>LR</a:t>
            </a:r>
            <a:r>
              <a:rPr lang="zh-CN" altLang="en-US" spc="300" dirty="0">
                <a:latin typeface="Times New Roman" panose="02020603050405020304" pitchFamily="18" charset="0"/>
                <a:cs typeface="Times New Roman" panose="02020603050405020304" pitchFamily="18" charset="0"/>
              </a:rPr>
              <a:t>语法分析栈</a:t>
            </a:r>
          </a:p>
        </p:txBody>
      </p:sp>
      <p:graphicFrame>
        <p:nvGraphicFramePr>
          <p:cNvPr id="6" name="Group 125">
            <a:extLst>
              <a:ext uri="{FF2B5EF4-FFF2-40B4-BE49-F238E27FC236}">
                <a16:creationId xmlns:a16="http://schemas.microsoft.com/office/drawing/2014/main" id="{E96355C1-936D-4CDF-8DA4-FD328FF787A7}"/>
              </a:ext>
            </a:extLst>
          </p:cNvPr>
          <p:cNvGraphicFramePr>
            <a:graphicFrameLocks noGrp="1"/>
          </p:cNvGraphicFramePr>
          <p:nvPr>
            <p:extLst>
              <p:ext uri="{D42A27DB-BD31-4B8C-83A1-F6EECF244321}">
                <p14:modId xmlns:p14="http://schemas.microsoft.com/office/powerpoint/2010/main" val="903426480"/>
              </p:ext>
            </p:extLst>
          </p:nvPr>
        </p:nvGraphicFramePr>
        <p:xfrm>
          <a:off x="1012825" y="1030288"/>
          <a:ext cx="4130675" cy="3640139"/>
        </p:xfrm>
        <a:graphic>
          <a:graphicData uri="http://schemas.openxmlformats.org/drawingml/2006/table">
            <a:tbl>
              <a:tblPr/>
              <a:tblGrid>
                <a:gridCol w="2191023">
                  <a:extLst>
                    <a:ext uri="{9D8B030D-6E8A-4147-A177-3AD203B41FA5}">
                      <a16:colId xmlns:a16="http://schemas.microsoft.com/office/drawing/2014/main" val="20001"/>
                    </a:ext>
                  </a:extLst>
                </a:gridCol>
                <a:gridCol w="1939652">
                  <a:extLst>
                    <a:ext uri="{9D8B030D-6E8A-4147-A177-3AD203B41FA5}">
                      <a16:colId xmlns:a16="http://schemas.microsoft.com/office/drawing/2014/main" val="20002"/>
                    </a:ext>
                  </a:extLst>
                </a:gridCol>
              </a:tblGrid>
              <a:tr h="383614">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状态</a:t>
                      </a:r>
                      <a:r>
                        <a:rPr kumimoji="0" lang="en-US" alt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文法符号</a:t>
                      </a:r>
                      <a:endPar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91452" marR="91452" marT="45730" marB="45730"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综合属性</a:t>
                      </a:r>
                      <a:endPar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91452" marR="91452" marT="45730" marB="45730"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20">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a:t>
                      </a:r>
                      <a:r>
                        <a:rPr kumimoji="0" lang="en-US" altLang="zh-CN" sz="2400" b="1" i="1" u="none" strike="noStrike" cap="none" normalizeH="0" baseline="-2500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0  </a:t>
                      </a:r>
                      <a:r>
                        <a:rPr kumimoji="0"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57220">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457220">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defRPr/>
                      </a:pP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a:t>
                      </a:r>
                      <a:r>
                        <a:rPr kumimoji="0" lang="en-US" altLang="zh-CN" sz="2400" b="1" i="1" u="none" strike="noStrike" cap="none" normalizeH="0" baseline="-2500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m-2 </a:t>
                      </a: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X</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X.x</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457220">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defRPr/>
                      </a:pP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a:t>
                      </a:r>
                      <a:r>
                        <a:rPr kumimoji="0" lang="en-US" altLang="zh-CN" sz="2400" b="1" i="1" u="none" strike="noStrike" cap="none" normalizeH="0" baseline="-2500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m-1 </a:t>
                      </a: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Y</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Y.y</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457220">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defRPr/>
                      </a:pPr>
                      <a:r>
                        <a:rPr kumimoji="1" lang="en-US" altLang="zh-CN" sz="24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a:t>
                      </a:r>
                      <a:r>
                        <a:rPr kumimoji="0" lang="en-US" altLang="zh-CN" sz="2400" b="1" i="1" u="none" strike="noStrike" cap="none" normalizeH="0" baseline="-2500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m</a:t>
                      </a:r>
                      <a:r>
                        <a:rPr kumimoji="0" lang="en-US" altLang="zh-CN" sz="2400" b="1" i="1" u="none" strike="noStrike" cap="none" normalizeH="0" baseline="-2500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Z</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Z.z</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89681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p>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accent5">
                        <a:lumMod val="20000"/>
                        <a:lumOff val="8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1452" marR="91452"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2"/>
                    </a:solidFill>
                  </a:tcPr>
                </a:tc>
                <a:extLst>
                  <a:ext uri="{0D108BD9-81ED-4DB2-BD59-A6C34878D82A}">
                    <a16:rowId xmlns:a16="http://schemas.microsoft.com/office/drawing/2014/main" val="10006"/>
                  </a:ext>
                </a:extLst>
              </a:tr>
            </a:tbl>
          </a:graphicData>
        </a:graphic>
      </p:graphicFrame>
      <p:sp>
        <p:nvSpPr>
          <p:cNvPr id="98340" name="Text Box 2">
            <a:extLst>
              <a:ext uri="{FF2B5EF4-FFF2-40B4-BE49-F238E27FC236}">
                <a16:creationId xmlns:a16="http://schemas.microsoft.com/office/drawing/2014/main" id="{8AED12F2-0D38-4B2B-B1AC-002158F52A3E}"/>
              </a:ext>
            </a:extLst>
          </p:cNvPr>
          <p:cNvSpPr txBox="1">
            <a:spLocks noChangeArrowheads="1"/>
          </p:cNvSpPr>
          <p:nvPr/>
        </p:nvSpPr>
        <p:spPr bwMode="auto">
          <a:xfrm>
            <a:off x="250825" y="2931790"/>
            <a:ext cx="762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en-US" altLang="zh-CN" sz="2800" i="1" dirty="0">
                <a:solidFill>
                  <a:srgbClr val="000000"/>
                </a:solidFill>
                <a:latin typeface="Times New Roman" panose="02020603050405020304" pitchFamily="18" charset="0"/>
              </a:rPr>
              <a:t>top</a:t>
            </a:r>
          </a:p>
        </p:txBody>
      </p:sp>
      <p:sp>
        <p:nvSpPr>
          <p:cNvPr id="8" name="Line 13">
            <a:extLst>
              <a:ext uri="{FF2B5EF4-FFF2-40B4-BE49-F238E27FC236}">
                <a16:creationId xmlns:a16="http://schemas.microsoft.com/office/drawing/2014/main" id="{F0BFFAFA-7689-409F-9DAC-F7FD3E41B362}"/>
              </a:ext>
            </a:extLst>
          </p:cNvPr>
          <p:cNvSpPr>
            <a:spLocks noChangeShapeType="1"/>
          </p:cNvSpPr>
          <p:nvPr/>
        </p:nvSpPr>
        <p:spPr bwMode="auto">
          <a:xfrm>
            <a:off x="250825" y="3579862"/>
            <a:ext cx="685800" cy="0"/>
          </a:xfrm>
          <a:prstGeom prst="line">
            <a:avLst/>
          </a:prstGeom>
          <a:noFill/>
          <a:ln w="12700">
            <a:solidFill>
              <a:srgbClr val="000000"/>
            </a:solidFill>
            <a:round/>
            <a:headEnd/>
            <a:tailEnd type="stealth" w="lg" len="lg"/>
          </a:ln>
          <a:effectLst/>
        </p:spPr>
        <p:txBody>
          <a:bodyPr wrap="none" lIns="90000" tIns="46800" rIns="90000" bIns="46800" anchor="ctr">
            <a:spAutoFit/>
          </a:bodyPr>
          <a:lstStyle/>
          <a:p>
            <a:pPr eaLnBrk="1" fontAlgn="auto" hangingPunct="1">
              <a:spcBef>
                <a:spcPts val="0"/>
              </a:spcBef>
              <a:spcAft>
                <a:spcPts val="0"/>
              </a:spcAft>
              <a:defRPr/>
            </a:pPr>
            <a:endParaRPr lang="zh-CN" altLang="en-US" b="0" kern="0">
              <a:solidFill>
                <a:srgbClr val="000000"/>
              </a:solidFill>
            </a:endParaRPr>
          </a:p>
        </p:txBody>
      </p:sp>
      <p:sp>
        <p:nvSpPr>
          <p:cNvPr id="3" name="矩形 2">
            <a:extLst>
              <a:ext uri="{FF2B5EF4-FFF2-40B4-BE49-F238E27FC236}">
                <a16:creationId xmlns:a16="http://schemas.microsoft.com/office/drawing/2014/main" id="{8154F3A4-A0BB-45A0-9B54-B580992567C3}"/>
              </a:ext>
            </a:extLst>
          </p:cNvPr>
          <p:cNvSpPr>
            <a:spLocks noChangeArrowheads="1"/>
          </p:cNvSpPr>
          <p:nvPr/>
        </p:nvSpPr>
        <p:spPr bwMode="auto">
          <a:xfrm>
            <a:off x="5219700" y="3090863"/>
            <a:ext cx="3721100" cy="134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1463" indent="-271463">
              <a:defRPr b="1">
                <a:solidFill>
                  <a:schemeClr val="tx1"/>
                </a:solidFill>
                <a:latin typeface="Tahoma" panose="020B0604030504040204" pitchFamily="34" charset="0"/>
                <a:ea typeface="宋体" panose="02010600030101010101" pitchFamily="2" charset="-122"/>
              </a:defRPr>
            </a:lvl1pPr>
            <a:lvl2pPr marL="614363" indent="-271463">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20000"/>
              </a:spcBef>
              <a:buSzPct val="100000"/>
              <a:buFont typeface="Wingdings" panose="05000000000000000000" pitchFamily="2" charset="2"/>
              <a:buChar char="Ø"/>
            </a:pPr>
            <a:r>
              <a:rPr lang="zh-CN" altLang="en-US" sz="24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若支持多个属性</a:t>
            </a:r>
          </a:p>
          <a:p>
            <a:pPr lvl="1">
              <a:spcBef>
                <a:spcPct val="20000"/>
              </a:spcBef>
              <a:buSzPct val="100000"/>
              <a:buFont typeface="Wingdings" panose="05000000000000000000" pitchFamily="2" charset="2"/>
              <a:buChar char="Ø"/>
            </a:pPr>
            <a:r>
              <a:rPr lang="zh-CN" altLang="en-US" sz="24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使栈记录变得足够大</a:t>
            </a:r>
          </a:p>
          <a:p>
            <a:pPr lvl="1">
              <a:spcBef>
                <a:spcPct val="20000"/>
              </a:spcBef>
              <a:buSzPct val="100000"/>
              <a:buFont typeface="Wingdings" panose="05000000000000000000" pitchFamily="2" charset="2"/>
              <a:buChar char="Ø"/>
            </a:pPr>
            <a:r>
              <a:rPr lang="zh-CN" altLang="en-US" sz="24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在栈记录中存放指针</a:t>
            </a:r>
          </a:p>
        </p:txBody>
      </p:sp>
      <p:sp>
        <p:nvSpPr>
          <p:cNvPr id="5" name="圆角矩形标注 4">
            <a:extLst>
              <a:ext uri="{FF2B5EF4-FFF2-40B4-BE49-F238E27FC236}">
                <a16:creationId xmlns:a16="http://schemas.microsoft.com/office/drawing/2014/main" id="{D0B9E5A6-58DD-40BC-BB31-00A68DACF25F}"/>
              </a:ext>
            </a:extLst>
          </p:cNvPr>
          <p:cNvSpPr/>
          <p:nvPr/>
        </p:nvSpPr>
        <p:spPr>
          <a:xfrm>
            <a:off x="4999415" y="529431"/>
            <a:ext cx="3797300" cy="865188"/>
          </a:xfrm>
          <a:prstGeom prst="wedgeRoundRectCallout">
            <a:avLst>
              <a:gd name="adj1" fmla="val -39869"/>
              <a:gd name="adj2" fmla="val 79745"/>
              <a:gd name="adj3" fmla="val 16667"/>
            </a:avLst>
          </a:prstGeom>
          <a:solidFill>
            <a:schemeClr val="accent4">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3000"/>
              </a:lnSpc>
              <a:defRPr/>
            </a:pPr>
            <a:r>
              <a:rPr kumimoji="1" lang="zh-CN" altLang="en-US" sz="2400" dirty="0">
                <a:solidFill>
                  <a:srgbClr val="000000"/>
                </a:solidFill>
                <a:latin typeface="+mn-ea"/>
              </a:rPr>
              <a:t>在分析栈中使用一个附加的域来存放</a:t>
            </a:r>
            <a:r>
              <a:rPr kumimoji="1" lang="zh-CN" altLang="en-US" sz="2400" dirty="0">
                <a:solidFill>
                  <a:schemeClr val="tx2">
                    <a:lumMod val="60000"/>
                    <a:lumOff val="40000"/>
                  </a:schemeClr>
                </a:solidFill>
                <a:latin typeface="+mn-ea"/>
              </a:rPr>
              <a:t>综合属性</a:t>
            </a:r>
            <a:r>
              <a:rPr kumimoji="1" lang="zh-CN" altLang="en-US" sz="2400" dirty="0">
                <a:solidFill>
                  <a:srgbClr val="000000"/>
                </a:solidFill>
                <a:latin typeface="+mn-ea"/>
              </a:rPr>
              <a:t>值</a:t>
            </a:r>
            <a:endParaRPr lang="zh-CN" altLang="en-US" sz="5400" dirty="0">
              <a:latin typeface="+mn-ea"/>
            </a:endParaRPr>
          </a:p>
        </p:txBody>
      </p:sp>
      <p:sp>
        <p:nvSpPr>
          <p:cNvPr id="4" name="灯片编号占位符 3">
            <a:extLst>
              <a:ext uri="{FF2B5EF4-FFF2-40B4-BE49-F238E27FC236}">
                <a16:creationId xmlns:a16="http://schemas.microsoft.com/office/drawing/2014/main" id="{3AE2BB39-9658-427F-9A5F-82AEB4BB74F2}"/>
              </a:ext>
            </a:extLst>
          </p:cNvPr>
          <p:cNvSpPr>
            <a:spLocks noGrp="1"/>
          </p:cNvSpPr>
          <p:nvPr>
            <p:ph type="sldNum" sz="quarter" idx="10"/>
          </p:nvPr>
        </p:nvSpPr>
        <p:spPr/>
        <p:txBody>
          <a:bodyPr/>
          <a:lstStyle/>
          <a:p>
            <a:pPr>
              <a:defRPr/>
            </a:pPr>
            <a:fld id="{8E104948-B687-4A74-87EB-9097C047E113}" type="slidenum">
              <a:rPr lang="zh-CN" altLang="en-US" smtClean="0"/>
              <a:pPr>
                <a:defRPr/>
              </a:pPr>
              <a:t>37</a:t>
            </a:fld>
            <a:endParaRPr lang="en-US" altLang="zh-CN"/>
          </a:p>
        </p:txBody>
      </p:sp>
    </p:spTree>
    <p:extLst>
      <p:ext uri="{BB962C8B-B14F-4D97-AF65-F5344CB8AC3E}">
        <p14:creationId xmlns:p14="http://schemas.microsoft.com/office/powerpoint/2010/main" val="17264004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1579DC1-1323-4F38-9532-BFDF95F8B3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039" y="1088165"/>
            <a:ext cx="2462212"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5" name="标题 1">
            <a:extLst>
              <a:ext uri="{FF2B5EF4-FFF2-40B4-BE49-F238E27FC236}">
                <a16:creationId xmlns:a16="http://schemas.microsoft.com/office/drawing/2014/main" id="{38317CE3-47DD-472D-97F9-E81CE1DFED0D}"/>
              </a:ext>
            </a:extLst>
          </p:cNvPr>
          <p:cNvSpPr>
            <a:spLocks noGrp="1"/>
          </p:cNvSpPr>
          <p:nvPr>
            <p:ph type="title"/>
          </p:nvPr>
        </p:nvSpPr>
        <p:spPr>
          <a:xfrm>
            <a:off x="755650" y="268288"/>
            <a:ext cx="8174038" cy="358775"/>
          </a:xfrm>
        </p:spPr>
        <p:txBody>
          <a:bodyPr/>
          <a:lstStyle/>
          <a:p>
            <a:r>
              <a:rPr lang="zh-CN" altLang="en-US" sz="2600">
                <a:cs typeface="Times New Roman" panose="02020603050405020304" pitchFamily="18" charset="0"/>
              </a:rPr>
              <a:t>将语义动作中的抽象定义式改写成具体可执行的栈操作</a:t>
            </a:r>
          </a:p>
        </p:txBody>
      </p:sp>
      <p:sp>
        <p:nvSpPr>
          <p:cNvPr id="118787" name="Text Box 24">
            <a:extLst>
              <a:ext uri="{FF2B5EF4-FFF2-40B4-BE49-F238E27FC236}">
                <a16:creationId xmlns:a16="http://schemas.microsoft.com/office/drawing/2014/main" id="{8B6150BA-046D-4AC3-A5A1-A9E6BEB0A58F}"/>
              </a:ext>
            </a:extLst>
          </p:cNvPr>
          <p:cNvSpPr txBox="1">
            <a:spLocks noChangeArrowheads="1"/>
          </p:cNvSpPr>
          <p:nvPr/>
        </p:nvSpPr>
        <p:spPr bwMode="auto">
          <a:xfrm>
            <a:off x="4573587" y="2646297"/>
            <a:ext cx="3794125" cy="377825"/>
          </a:xfrm>
          <a:prstGeom prst="rect">
            <a:avLst/>
          </a:prstGeom>
          <a:solidFill>
            <a:schemeClr val="accent2">
              <a:lumMod val="40000"/>
              <a:lumOff val="60000"/>
            </a:schemeClr>
          </a:solidFill>
          <a:ln w="9525">
            <a:solidFill>
              <a:schemeClr val="tx1"/>
            </a:solidFill>
            <a:prstDash val="solid"/>
            <a:miter lim="800000"/>
            <a:headEnd/>
            <a:tailEnd type="none" w="lg" len="lg"/>
          </a:ln>
        </p:spPr>
        <p:txBody>
          <a:bodyPr lIns="67500" tIns="35100" rIns="67500" bIns="35100">
            <a:spAutoFit/>
          </a:bodyPr>
          <a:lstStyle/>
          <a:p>
            <a:pPr algn="ctr" eaLnBrk="1" hangingPunct="1">
              <a:spcBef>
                <a:spcPct val="50000"/>
              </a:spcBef>
              <a:defRPr/>
            </a:pPr>
            <a:r>
              <a:rPr kumimoji="1" lang="en-US" altLang="zh-CN" sz="2000" i="1" dirty="0">
                <a:latin typeface="Times New Roman" pitchFamily="18" charset="0"/>
                <a:ea typeface="楷体_GB2312" pitchFamily="49" charset="-122"/>
                <a:cs typeface="Times New Roman" pitchFamily="18" charset="0"/>
              </a:rPr>
              <a:t>A</a:t>
            </a:r>
            <a:r>
              <a:rPr kumimoji="1" lang="en-US" altLang="zh-CN" sz="2000" dirty="0">
                <a:latin typeface="Times New Roman" pitchFamily="18" charset="0"/>
                <a:ea typeface="楷体_GB2312" pitchFamily="49" charset="-122"/>
                <a:cs typeface="Times New Roman" pitchFamily="18" charset="0"/>
                <a:sym typeface="Symbol" pitchFamily="18" charset="2"/>
              </a:rPr>
              <a:t></a:t>
            </a:r>
            <a:r>
              <a:rPr kumimoji="1" lang="en-US" altLang="zh-CN" sz="2000" i="1" dirty="0">
                <a:latin typeface="Times New Roman" pitchFamily="18" charset="0"/>
                <a:ea typeface="楷体_GB2312" pitchFamily="49" charset="-122"/>
                <a:cs typeface="Times New Roman" pitchFamily="18" charset="0"/>
                <a:sym typeface="Symbol" pitchFamily="18" charset="2"/>
              </a:rPr>
              <a:t>XYZ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solidFill>
                  <a:srgbClr val="FF0000"/>
                </a:solidFill>
                <a:latin typeface="Times New Roman" pitchFamily="18" charset="0"/>
                <a:ea typeface="楷体_GB2312" pitchFamily="49" charset="-122"/>
                <a:cs typeface="Times New Roman" pitchFamily="18" charset="0"/>
                <a:sym typeface="Symbol" pitchFamily="18" charset="2"/>
              </a:rPr>
              <a:t>A</a:t>
            </a:r>
            <a:r>
              <a:rPr kumimoji="1" lang="en-US" altLang="zh-CN" sz="2000" dirty="0" err="1">
                <a:solidFill>
                  <a:srgbClr val="FF0000"/>
                </a:solidFill>
                <a:latin typeface="Times New Roman" pitchFamily="18" charset="0"/>
                <a:ea typeface="楷体_GB2312" pitchFamily="49" charset="-122"/>
                <a:cs typeface="Times New Roman" pitchFamily="18" charset="0"/>
              </a:rPr>
              <a:t>.</a:t>
            </a:r>
            <a:r>
              <a:rPr kumimoji="1" lang="en-US" altLang="zh-CN" sz="2000" i="1" dirty="0" err="1">
                <a:solidFill>
                  <a:srgbClr val="FF0000"/>
                </a:solidFill>
                <a:latin typeface="Times New Roman" pitchFamily="18" charset="0"/>
                <a:ea typeface="楷体_GB2312" pitchFamily="49" charset="-122"/>
                <a:cs typeface="Times New Roman" pitchFamily="18" charset="0"/>
                <a:sym typeface="Symbol" pitchFamily="18" charset="2"/>
              </a:rPr>
              <a:t>a</a:t>
            </a:r>
            <a:r>
              <a:rPr kumimoji="1" lang="en-US" altLang="zh-CN" sz="2000" i="1" dirty="0">
                <a:latin typeface="Times New Roman" pitchFamily="18" charset="0"/>
                <a:ea typeface="楷体_GB2312" pitchFamily="49" charset="-122"/>
                <a:cs typeface="Times New Roman" pitchFamily="18" charset="0"/>
                <a:sym typeface="Symbol" pitchFamily="18" charset="2"/>
              </a:rPr>
              <a:t> </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a:latin typeface="Times New Roman" pitchFamily="18" charset="0"/>
                <a:ea typeface="楷体_GB2312" pitchFamily="49" charset="-122"/>
                <a:cs typeface="Times New Roman" pitchFamily="18" charset="0"/>
                <a:sym typeface="Symbol" pitchFamily="18" charset="2"/>
              </a:rPr>
              <a:t>f </a:t>
            </a:r>
            <a:r>
              <a:rPr kumimoji="1" lang="en-US" altLang="zh-CN" sz="2000" dirty="0">
                <a:latin typeface="Times New Roman" pitchFamily="18" charset="0"/>
                <a:ea typeface="楷体_GB2312" pitchFamily="49" charset="-122"/>
                <a:cs typeface="Times New Roman" pitchFamily="18" charset="0"/>
                <a:sym typeface="Symbol" pitchFamily="18" charset="2"/>
              </a:rPr>
              <a:t>(</a:t>
            </a:r>
            <a:r>
              <a:rPr kumimoji="1" lang="en-US" altLang="zh-CN" sz="2000" i="1" dirty="0" err="1">
                <a:solidFill>
                  <a:srgbClr val="0000FF"/>
                </a:solidFill>
                <a:latin typeface="Times New Roman" pitchFamily="18" charset="0"/>
                <a:ea typeface="楷体_GB2312" pitchFamily="49" charset="-122"/>
                <a:cs typeface="Times New Roman" pitchFamily="18" charset="0"/>
                <a:sym typeface="Symbol" pitchFamily="18" charset="2"/>
              </a:rPr>
              <a:t>X</a:t>
            </a:r>
            <a:r>
              <a:rPr kumimoji="1" lang="en-US" altLang="zh-CN" sz="2000" dirty="0" err="1">
                <a:solidFill>
                  <a:srgbClr val="0000FF"/>
                </a:solidFill>
                <a:latin typeface="Times New Roman" pitchFamily="18" charset="0"/>
                <a:ea typeface="楷体_GB2312" pitchFamily="49" charset="-122"/>
                <a:cs typeface="Times New Roman" pitchFamily="18" charset="0"/>
              </a:rPr>
              <a:t>.</a:t>
            </a:r>
            <a:r>
              <a:rPr kumimoji="1" lang="en-US" altLang="zh-CN" sz="2000" i="1" dirty="0" err="1">
                <a:solidFill>
                  <a:srgbClr val="0000FF"/>
                </a:solidFill>
                <a:latin typeface="Times New Roman" pitchFamily="18" charset="0"/>
                <a:ea typeface="楷体_GB2312" pitchFamily="49" charset="-122"/>
                <a:cs typeface="Times New Roman" pitchFamily="18" charset="0"/>
                <a:sym typeface="Symbol" pitchFamily="18" charset="2"/>
              </a:rPr>
              <a:t>x</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solidFill>
                  <a:srgbClr val="C00000"/>
                </a:solidFill>
                <a:latin typeface="Times New Roman" pitchFamily="18" charset="0"/>
                <a:ea typeface="楷体_GB2312" pitchFamily="49" charset="-122"/>
                <a:cs typeface="Times New Roman" pitchFamily="18" charset="0"/>
                <a:sym typeface="Symbol" pitchFamily="18" charset="2"/>
              </a:rPr>
              <a:t>Y</a:t>
            </a:r>
            <a:r>
              <a:rPr kumimoji="1" lang="en-US" altLang="zh-CN" sz="2000" dirty="0" err="1">
                <a:solidFill>
                  <a:srgbClr val="C00000"/>
                </a:solidFill>
                <a:latin typeface="Times New Roman" pitchFamily="18" charset="0"/>
                <a:ea typeface="楷体_GB2312" pitchFamily="49" charset="-122"/>
                <a:cs typeface="Times New Roman" pitchFamily="18" charset="0"/>
              </a:rPr>
              <a:t>.</a:t>
            </a:r>
            <a:r>
              <a:rPr kumimoji="1" lang="en-US" altLang="zh-CN" sz="2000" i="1" dirty="0" err="1">
                <a:solidFill>
                  <a:srgbClr val="C00000"/>
                </a:solidFill>
                <a:latin typeface="Times New Roman" pitchFamily="18" charset="0"/>
                <a:ea typeface="楷体_GB2312" pitchFamily="49" charset="-122"/>
                <a:cs typeface="Times New Roman" pitchFamily="18" charset="0"/>
                <a:sym typeface="Symbol" pitchFamily="18" charset="2"/>
              </a:rPr>
              <a:t>y</a:t>
            </a:r>
            <a:r>
              <a:rPr kumimoji="1" lang="en-US" altLang="zh-CN" sz="2000" dirty="0">
                <a:solidFill>
                  <a:srgbClr val="C00000"/>
                </a:solidFill>
                <a:latin typeface="Times New Roman" pitchFamily="18" charset="0"/>
                <a:ea typeface="楷体_GB2312" pitchFamily="49" charset="-122"/>
                <a:cs typeface="Times New Roman" pitchFamily="18" charset="0"/>
                <a:sym typeface="Symbol" pitchFamily="18" charset="2"/>
              </a:rPr>
              <a:t>,</a:t>
            </a:r>
            <a:r>
              <a:rPr kumimoji="1" lang="en-US" altLang="zh-CN" sz="2000" dirty="0">
                <a:latin typeface="Times New Roman" pitchFamily="18" charset="0"/>
                <a:ea typeface="楷体_GB2312" pitchFamily="49" charset="-122"/>
                <a:cs typeface="Times New Roman" pitchFamily="18" charset="0"/>
                <a:sym typeface="Symbol" pitchFamily="18" charset="2"/>
              </a:rPr>
              <a:t> </a:t>
            </a:r>
            <a:r>
              <a:rPr kumimoji="1" lang="en-US" altLang="zh-CN" sz="2000" i="1" dirty="0" err="1">
                <a:solidFill>
                  <a:srgbClr val="7030A0"/>
                </a:solidFill>
                <a:latin typeface="Times New Roman" pitchFamily="18" charset="0"/>
                <a:ea typeface="楷体_GB2312" pitchFamily="49" charset="-122"/>
                <a:cs typeface="Times New Roman" pitchFamily="18" charset="0"/>
                <a:sym typeface="Symbol" pitchFamily="18" charset="2"/>
              </a:rPr>
              <a:t>Z</a:t>
            </a:r>
            <a:r>
              <a:rPr kumimoji="1" lang="en-US" altLang="zh-CN" sz="2000" dirty="0" err="1">
                <a:solidFill>
                  <a:srgbClr val="7030A0"/>
                </a:solidFill>
                <a:latin typeface="Times New Roman" pitchFamily="18" charset="0"/>
                <a:ea typeface="楷体_GB2312" pitchFamily="49" charset="-122"/>
                <a:cs typeface="Times New Roman" pitchFamily="18" charset="0"/>
              </a:rPr>
              <a:t>.</a:t>
            </a:r>
            <a:r>
              <a:rPr kumimoji="1" lang="en-US" altLang="zh-CN" sz="2000" i="1" dirty="0" err="1">
                <a:solidFill>
                  <a:srgbClr val="7030A0"/>
                </a:solidFill>
                <a:latin typeface="Times New Roman" pitchFamily="18" charset="0"/>
                <a:ea typeface="楷体_GB2312" pitchFamily="49" charset="-122"/>
                <a:cs typeface="Times New Roman" pitchFamily="18" charset="0"/>
                <a:sym typeface="Symbol" pitchFamily="18" charset="2"/>
              </a:rPr>
              <a:t>z</a:t>
            </a:r>
            <a:r>
              <a:rPr kumimoji="1" lang="en-US" altLang="zh-CN" sz="2000" dirty="0">
                <a:latin typeface="Times New Roman" pitchFamily="18" charset="0"/>
                <a:ea typeface="楷体_GB2312" pitchFamily="49" charset="-122"/>
                <a:cs typeface="Times New Roman" pitchFamily="18" charset="0"/>
                <a:sym typeface="Symbol" pitchFamily="18" charset="2"/>
              </a:rPr>
              <a:t>) }</a:t>
            </a:r>
          </a:p>
        </p:txBody>
      </p:sp>
      <p:grpSp>
        <p:nvGrpSpPr>
          <p:cNvPr id="2" name="组合 22">
            <a:extLst>
              <a:ext uri="{FF2B5EF4-FFF2-40B4-BE49-F238E27FC236}">
                <a16:creationId xmlns:a16="http://schemas.microsoft.com/office/drawing/2014/main" id="{516FA234-E5F9-4859-A63E-56AFA82DCCD4}"/>
              </a:ext>
            </a:extLst>
          </p:cNvPr>
          <p:cNvGrpSpPr>
            <a:grpSpLocks/>
          </p:cNvGrpSpPr>
          <p:nvPr/>
        </p:nvGrpSpPr>
        <p:grpSpPr bwMode="auto">
          <a:xfrm>
            <a:off x="4738688" y="1017059"/>
            <a:ext cx="3794125" cy="1301750"/>
            <a:chOff x="2706688" y="928688"/>
            <a:chExt cx="3794125" cy="1301750"/>
          </a:xfrm>
        </p:grpSpPr>
        <p:sp>
          <p:nvSpPr>
            <p:cNvPr id="100366" name="Text Box 24">
              <a:extLst>
                <a:ext uri="{FF2B5EF4-FFF2-40B4-BE49-F238E27FC236}">
                  <a16:creationId xmlns:a16="http://schemas.microsoft.com/office/drawing/2014/main" id="{2E9B39A6-8C15-41E8-AE69-CD3E52266BF9}"/>
                </a:ext>
              </a:extLst>
            </p:cNvPr>
            <p:cNvSpPr txBox="1">
              <a:spLocks noChangeArrowheads="1"/>
            </p:cNvSpPr>
            <p:nvPr/>
          </p:nvSpPr>
          <p:spPr bwMode="auto">
            <a:xfrm>
              <a:off x="2706688" y="928688"/>
              <a:ext cx="3794125"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1" lang="en-US" altLang="zh-CN" sz="2000" i="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a:t>
              </a:r>
              <a:r>
                <a:rPr kumimoji="1" lang="en-US" altLang="zh-CN" sz="2000">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 </a:t>
              </a:r>
              <a:endParaRPr kumimoji="1" lang="en-US" altLang="zh-CN" sz="200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a:p>
              <a:pPr algn="ctr" eaLnBrk="1" hangingPunct="1">
                <a:spcBef>
                  <a:spcPct val="50000"/>
                </a:spcBef>
              </a:pPr>
              <a:endParaRPr kumimoji="1" lang="en-US" altLang="zh-CN" sz="2000" i="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a:p>
              <a:pPr algn="ctr" eaLnBrk="1" hangingPunct="1">
                <a:spcBef>
                  <a:spcPct val="50000"/>
                </a:spcBef>
              </a:pPr>
              <a:r>
                <a:rPr kumimoji="1" lang="en-US" altLang="zh-CN" sz="2000" i="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X</a:t>
              </a:r>
              <a:r>
                <a:rPr kumimoji="1" lang="en-US" altLang="zh-CN" sz="2000">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x</a:t>
              </a:r>
              <a:r>
                <a:rPr kumimoji="1" lang="en-US" altLang="zh-CN" sz="200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000" i="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Y</a:t>
              </a:r>
              <a:r>
                <a:rPr kumimoji="1" lang="en-US" altLang="zh-CN" sz="2000">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y</a:t>
              </a:r>
              <a:r>
                <a:rPr kumimoji="1" lang="en-US" altLang="zh-CN" sz="200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000" i="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Z</a:t>
              </a:r>
              <a:r>
                <a:rPr kumimoji="1" lang="en-US" altLang="zh-CN" sz="2000">
                  <a:latin typeface="Times New Roman" panose="02020603050405020304" pitchFamily="18" charset="0"/>
                  <a:ea typeface="楷体_GB2312" pitchFamily="49" charset="-122"/>
                  <a:cs typeface="Times New Roman" panose="02020603050405020304" pitchFamily="18" charset="0"/>
                </a:rPr>
                <a:t>.</a:t>
              </a:r>
              <a:r>
                <a:rPr kumimoji="1" lang="en-US" altLang="zh-CN" sz="2000" i="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z</a:t>
              </a:r>
              <a:endParaRPr kumimoji="1" lang="en-US" altLang="zh-CN" sz="200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cxnSp>
          <p:nvCxnSpPr>
            <p:cNvPr id="12" name="直接连接符 11">
              <a:extLst>
                <a:ext uri="{FF2B5EF4-FFF2-40B4-BE49-F238E27FC236}">
                  <a16:creationId xmlns:a16="http://schemas.microsoft.com/office/drawing/2014/main" id="{DBC4A1FF-1FA0-44FD-87F5-1B9AE71ACA0A}"/>
                </a:ext>
              </a:extLst>
            </p:cNvPr>
            <p:cNvCxnSpPr/>
            <p:nvPr/>
          </p:nvCxnSpPr>
          <p:spPr>
            <a:xfrm rot="5400000">
              <a:off x="4321970" y="1605756"/>
              <a:ext cx="500062" cy="3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8BC15218-EB08-4934-83B5-5C63E6E3E7B6}"/>
                </a:ext>
              </a:extLst>
            </p:cNvPr>
            <p:cNvCxnSpPr/>
            <p:nvPr/>
          </p:nvCxnSpPr>
          <p:spPr>
            <a:xfrm>
              <a:off x="4725988" y="1357313"/>
              <a:ext cx="703262" cy="5715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243924E-476E-49E3-A039-0E1387EB74DF}"/>
                </a:ext>
              </a:extLst>
            </p:cNvPr>
            <p:cNvCxnSpPr/>
            <p:nvPr/>
          </p:nvCxnSpPr>
          <p:spPr>
            <a:xfrm rot="10800000" flipV="1">
              <a:off x="3857625" y="1357313"/>
              <a:ext cx="581025" cy="5715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组合 1">
            <a:extLst>
              <a:ext uri="{FF2B5EF4-FFF2-40B4-BE49-F238E27FC236}">
                <a16:creationId xmlns:a16="http://schemas.microsoft.com/office/drawing/2014/main" id="{781AC304-ABF7-4CED-BB2F-74DE3FF19EBB}"/>
              </a:ext>
            </a:extLst>
          </p:cNvPr>
          <p:cNvGrpSpPr>
            <a:grpSpLocks/>
          </p:cNvGrpSpPr>
          <p:nvPr/>
        </p:nvGrpSpPr>
        <p:grpSpPr bwMode="auto">
          <a:xfrm>
            <a:off x="1677863" y="3024122"/>
            <a:ext cx="7286625" cy="1635860"/>
            <a:chOff x="749300" y="2893228"/>
            <a:chExt cx="7286625" cy="1635860"/>
          </a:xfrm>
        </p:grpSpPr>
        <p:sp>
          <p:nvSpPr>
            <p:cNvPr id="17" name="Text Box 22">
              <a:extLst>
                <a:ext uri="{FF2B5EF4-FFF2-40B4-BE49-F238E27FC236}">
                  <a16:creationId xmlns:a16="http://schemas.microsoft.com/office/drawing/2014/main" id="{DA2B5353-B14C-412F-9ACC-71AA4B42607B}"/>
                </a:ext>
              </a:extLst>
            </p:cNvPr>
            <p:cNvSpPr txBox="1">
              <a:spLocks noChangeArrowheads="1"/>
            </p:cNvSpPr>
            <p:nvPr/>
          </p:nvSpPr>
          <p:spPr bwMode="auto">
            <a:xfrm>
              <a:off x="749300" y="3288652"/>
              <a:ext cx="7286625" cy="1240436"/>
            </a:xfrm>
            <a:prstGeom prst="rect">
              <a:avLst/>
            </a:prstGeom>
            <a:solidFill>
              <a:schemeClr val="accent5">
                <a:lumMod val="60000"/>
                <a:lumOff val="40000"/>
              </a:schemeClr>
            </a:solidFill>
            <a:ln w="9525">
              <a:solidFill>
                <a:schemeClr val="tx1"/>
              </a:solidFill>
              <a:miter lim="800000"/>
              <a:headEnd/>
              <a:tailEnd type="none" w="lg" len="lg"/>
            </a:ln>
          </p:spPr>
          <p:txBody>
            <a:bodyPr lIns="67500" tIns="35100" rIns="67500" bIns="35100">
              <a:spAutoFit/>
            </a:bodyPr>
            <a:lstStyle/>
            <a:p>
              <a:pPr eaLnBrk="1" hangingPunct="1">
                <a:spcBef>
                  <a:spcPct val="50000"/>
                </a:spcBef>
                <a:defRPr/>
              </a:pPr>
              <a:r>
                <a:rPr kumimoji="1" lang="en-US" altLang="zh-CN" sz="2000" i="1" dirty="0">
                  <a:solidFill>
                    <a:srgbClr val="FF0000"/>
                  </a:solidFill>
                  <a:latin typeface="Times New Roman" pitchFamily="18" charset="0"/>
                  <a:ea typeface="楷体_GB2312" pitchFamily="49" charset="-122"/>
                  <a:cs typeface="Times New Roman" pitchFamily="18" charset="0"/>
                </a:rPr>
                <a:t>stack</a:t>
              </a:r>
              <a:r>
                <a:rPr kumimoji="1" lang="en-US" altLang="zh-CN" sz="2000" dirty="0">
                  <a:solidFill>
                    <a:srgbClr val="FF0000"/>
                  </a:solidFill>
                  <a:latin typeface="Times New Roman" pitchFamily="18" charset="0"/>
                  <a:ea typeface="楷体_GB2312" pitchFamily="49" charset="-122"/>
                  <a:cs typeface="Times New Roman" pitchFamily="18" charset="0"/>
                </a:rPr>
                <a:t>[</a:t>
              </a:r>
              <a:r>
                <a:rPr kumimoji="1" lang="en-US" altLang="zh-CN" sz="2000" i="1" dirty="0">
                  <a:solidFill>
                    <a:srgbClr val="FF0000"/>
                  </a:solidFill>
                  <a:latin typeface="Times New Roman" pitchFamily="18" charset="0"/>
                  <a:ea typeface="楷体_GB2312" pitchFamily="49" charset="-122"/>
                  <a:cs typeface="Times New Roman" pitchFamily="18" charset="0"/>
                </a:rPr>
                <a:t>top</a:t>
              </a:r>
              <a:r>
                <a:rPr kumimoji="1" lang="en-US" altLang="zh-CN" sz="2000" dirty="0">
                  <a:solidFill>
                    <a:srgbClr val="FF0000"/>
                  </a:solidFill>
                  <a:latin typeface="Times New Roman" pitchFamily="18" charset="0"/>
                  <a:ea typeface="楷体_GB2312" pitchFamily="49" charset="-122"/>
                  <a:cs typeface="Times New Roman" pitchFamily="18" charset="0"/>
                </a:rPr>
                <a:t>-2].</a:t>
              </a:r>
              <a:r>
                <a:rPr kumimoji="1" lang="en-US" altLang="zh-CN" sz="2000" i="1" dirty="0" err="1">
                  <a:solidFill>
                    <a:srgbClr val="FF0000"/>
                  </a:solidFill>
                  <a:latin typeface="Times New Roman" pitchFamily="18" charset="0"/>
                  <a:ea typeface="楷体_GB2312" pitchFamily="49" charset="-122"/>
                  <a:cs typeface="Times New Roman" pitchFamily="18" charset="0"/>
                </a:rPr>
                <a:t>sym</a:t>
              </a:r>
              <a:r>
                <a:rPr kumimoji="1" lang="zh-CN" altLang="en-US" sz="2000" i="1" dirty="0">
                  <a:solidFill>
                    <a:srgbClr val="FF0000"/>
                  </a:solidFill>
                  <a:latin typeface="Times New Roman" pitchFamily="18" charset="0"/>
                  <a:ea typeface="楷体_GB2312" pitchFamily="49" charset="-122"/>
                  <a:cs typeface="Times New Roman" pitchFamily="18" charset="0"/>
                </a:rPr>
                <a:t> </a:t>
              </a:r>
              <a:r>
                <a:rPr kumimoji="1" lang="en-US" altLang="zh-CN" sz="2000" i="1" dirty="0">
                  <a:solidFill>
                    <a:srgbClr val="FF0000"/>
                  </a:solidFill>
                  <a:latin typeface="Times New Roman" pitchFamily="18" charset="0"/>
                  <a:ea typeface="楷体_GB2312" pitchFamily="49" charset="-122"/>
                  <a:cs typeface="Times New Roman" pitchFamily="18" charset="0"/>
                </a:rPr>
                <a:t>=</a:t>
              </a:r>
              <a:r>
                <a:rPr kumimoji="1" lang="zh-CN" altLang="en-US" sz="2000" i="1" dirty="0">
                  <a:solidFill>
                    <a:srgbClr val="FF0000"/>
                  </a:solidFill>
                  <a:latin typeface="Times New Roman" pitchFamily="18" charset="0"/>
                  <a:ea typeface="楷体_GB2312" pitchFamily="49" charset="-122"/>
                  <a:cs typeface="Times New Roman" pitchFamily="18" charset="0"/>
                </a:rPr>
                <a:t> </a:t>
              </a:r>
              <a:r>
                <a:rPr kumimoji="1" lang="en-US" altLang="zh-CN" sz="2000" i="1" dirty="0">
                  <a:solidFill>
                    <a:srgbClr val="FF0000"/>
                  </a:solidFill>
                  <a:latin typeface="Times New Roman" pitchFamily="18" charset="0"/>
                  <a:ea typeface="楷体_GB2312" pitchFamily="49" charset="-122"/>
                  <a:cs typeface="Times New Roman" pitchFamily="18" charset="0"/>
                </a:rPr>
                <a:t>A</a:t>
              </a:r>
              <a:r>
                <a:rPr kumimoji="1" lang="zh-CN" altLang="en-US" sz="2000" i="1" dirty="0">
                  <a:solidFill>
                    <a:srgbClr val="FF0000"/>
                  </a:solidFill>
                  <a:latin typeface="Times New Roman" pitchFamily="18" charset="0"/>
                  <a:ea typeface="楷体_GB2312" pitchFamily="49" charset="-122"/>
                  <a:cs typeface="Times New Roman" pitchFamily="18" charset="0"/>
                </a:rPr>
                <a:t>   </a:t>
              </a:r>
              <a:r>
                <a:rPr kumimoji="1" lang="en-US" altLang="zh-CN" dirty="0">
                  <a:solidFill>
                    <a:schemeClr val="accent3">
                      <a:lumMod val="50000"/>
                    </a:schemeClr>
                  </a:solidFill>
                  <a:latin typeface="楷体" panose="02010609060101010101" pitchFamily="49" charset="-122"/>
                  <a:ea typeface="楷体" panose="02010609060101010101" pitchFamily="49" charset="-122"/>
                  <a:cs typeface="Times New Roman" pitchFamily="18" charset="0"/>
                </a:rPr>
                <a:t>//</a:t>
              </a:r>
              <a:r>
                <a:rPr kumimoji="1" lang="zh-CN" altLang="en-US" dirty="0">
                  <a:solidFill>
                    <a:schemeClr val="accent3">
                      <a:lumMod val="50000"/>
                    </a:schemeClr>
                  </a:solidFill>
                  <a:latin typeface="楷体" panose="02010609060101010101" pitchFamily="49" charset="-122"/>
                  <a:ea typeface="楷体" panose="02010609060101010101" pitchFamily="49" charset="-122"/>
                  <a:cs typeface="Times New Roman" pitchFamily="18" charset="0"/>
                </a:rPr>
                <a:t>归约动作，实际入栈的是</a:t>
              </a:r>
              <a:r>
                <a:rPr kumimoji="1" lang="en-US" altLang="zh-CN" i="1" dirty="0">
                  <a:solidFill>
                    <a:schemeClr val="accent3">
                      <a:lumMod val="50000"/>
                    </a:schemeClr>
                  </a:solidFill>
                  <a:latin typeface="Times New Roman" panose="02020603050405020304" pitchFamily="18" charset="0"/>
                  <a:ea typeface="楷体" panose="02010609060101010101" pitchFamily="49" charset="-122"/>
                  <a:cs typeface="Times New Roman" panose="02020603050405020304" pitchFamily="18" charset="0"/>
                </a:rPr>
                <a:t>A</a:t>
              </a:r>
              <a:r>
                <a:rPr kumimoji="1" lang="zh-CN" altLang="en-US" dirty="0">
                  <a:solidFill>
                    <a:schemeClr val="accent3">
                      <a:lumMod val="50000"/>
                    </a:schemeClr>
                  </a:solidFill>
                  <a:latin typeface="楷体" panose="02010609060101010101" pitchFamily="49" charset="-122"/>
                  <a:ea typeface="楷体" panose="02010609060101010101" pitchFamily="49" charset="-122"/>
                  <a:cs typeface="Times New Roman" pitchFamily="18" charset="0"/>
                </a:rPr>
                <a:t>对应的状态</a:t>
              </a:r>
              <a:endParaRPr kumimoji="1" lang="en-US" altLang="zh-CN" sz="2000" dirty="0">
                <a:solidFill>
                  <a:schemeClr val="accent3">
                    <a:lumMod val="50000"/>
                  </a:schemeClr>
                </a:solidFill>
                <a:latin typeface="楷体" panose="02010609060101010101" pitchFamily="49" charset="-122"/>
                <a:ea typeface="楷体" panose="02010609060101010101" pitchFamily="49" charset="-122"/>
                <a:cs typeface="Times New Roman" pitchFamily="18" charset="0"/>
              </a:endParaRPr>
            </a:p>
            <a:p>
              <a:pPr eaLnBrk="1" hangingPunct="1">
                <a:spcBef>
                  <a:spcPct val="50000"/>
                </a:spcBef>
                <a:defRPr/>
              </a:pPr>
              <a:r>
                <a:rPr kumimoji="1" lang="en-US" altLang="zh-CN" sz="2000" i="1" dirty="0">
                  <a:solidFill>
                    <a:srgbClr val="FF0000"/>
                  </a:solidFill>
                  <a:latin typeface="Times New Roman" pitchFamily="18" charset="0"/>
                  <a:ea typeface="楷体_GB2312" pitchFamily="49" charset="-122"/>
                  <a:cs typeface="Times New Roman" pitchFamily="18" charset="0"/>
                </a:rPr>
                <a:t>stack</a:t>
              </a:r>
              <a:r>
                <a:rPr kumimoji="1" lang="en-US" altLang="zh-CN" sz="2000" dirty="0">
                  <a:solidFill>
                    <a:srgbClr val="FF0000"/>
                  </a:solidFill>
                  <a:latin typeface="Times New Roman" pitchFamily="18" charset="0"/>
                  <a:ea typeface="楷体_GB2312" pitchFamily="49" charset="-122"/>
                  <a:cs typeface="Times New Roman" pitchFamily="18" charset="0"/>
                </a:rPr>
                <a:t>[</a:t>
              </a:r>
              <a:r>
                <a:rPr kumimoji="1" lang="en-US" altLang="zh-CN" sz="2000" i="1" dirty="0">
                  <a:solidFill>
                    <a:srgbClr val="FF0000"/>
                  </a:solidFill>
                  <a:latin typeface="Times New Roman" pitchFamily="18" charset="0"/>
                  <a:ea typeface="楷体_GB2312" pitchFamily="49" charset="-122"/>
                  <a:cs typeface="Times New Roman" pitchFamily="18" charset="0"/>
                </a:rPr>
                <a:t>top</a:t>
              </a:r>
              <a:r>
                <a:rPr kumimoji="1" lang="en-US" altLang="zh-CN" sz="2000" dirty="0">
                  <a:solidFill>
                    <a:srgbClr val="FF0000"/>
                  </a:solidFill>
                  <a:latin typeface="Times New Roman" pitchFamily="18" charset="0"/>
                  <a:ea typeface="楷体_GB2312" pitchFamily="49" charset="-122"/>
                  <a:cs typeface="Times New Roman" pitchFamily="18" charset="0"/>
                </a:rPr>
                <a:t>-2].</a:t>
              </a:r>
              <a:r>
                <a:rPr kumimoji="1" lang="en-US" altLang="zh-CN" sz="2000" i="1" dirty="0" err="1">
                  <a:solidFill>
                    <a:srgbClr val="FF0000"/>
                  </a:solidFill>
                  <a:latin typeface="Times New Roman" pitchFamily="18" charset="0"/>
                  <a:ea typeface="楷体_GB2312" pitchFamily="49" charset="-122"/>
                  <a:cs typeface="Times New Roman" pitchFamily="18" charset="0"/>
                </a:rPr>
                <a:t>val</a:t>
              </a:r>
              <a:r>
                <a:rPr kumimoji="1" lang="en-US" altLang="zh-CN" sz="2000" i="1" dirty="0">
                  <a:solidFill>
                    <a:srgbClr val="FF0000"/>
                  </a:solidFill>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f</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solidFill>
                    <a:srgbClr val="0000FF"/>
                  </a:solidFill>
                  <a:latin typeface="Times New Roman" pitchFamily="18" charset="0"/>
                  <a:ea typeface="楷体_GB2312" pitchFamily="49" charset="-122"/>
                  <a:cs typeface="Times New Roman" pitchFamily="18" charset="0"/>
                </a:rPr>
                <a:t>stack</a:t>
              </a:r>
              <a:r>
                <a:rPr kumimoji="1" lang="en-US" altLang="zh-CN" sz="2000" dirty="0">
                  <a:solidFill>
                    <a:srgbClr val="0000FF"/>
                  </a:solidFill>
                  <a:latin typeface="Times New Roman" pitchFamily="18" charset="0"/>
                  <a:ea typeface="楷体_GB2312" pitchFamily="49" charset="-122"/>
                  <a:cs typeface="Times New Roman" pitchFamily="18" charset="0"/>
                </a:rPr>
                <a:t>[</a:t>
              </a:r>
              <a:r>
                <a:rPr kumimoji="1" lang="en-US" altLang="zh-CN" sz="2000" i="1" dirty="0">
                  <a:solidFill>
                    <a:srgbClr val="0000FF"/>
                  </a:solidFill>
                  <a:latin typeface="Times New Roman" pitchFamily="18" charset="0"/>
                  <a:ea typeface="楷体_GB2312" pitchFamily="49" charset="-122"/>
                  <a:cs typeface="Times New Roman" pitchFamily="18" charset="0"/>
                </a:rPr>
                <a:t>top</a:t>
              </a:r>
              <a:r>
                <a:rPr kumimoji="1" lang="en-US" altLang="zh-CN" sz="2000" dirty="0">
                  <a:solidFill>
                    <a:srgbClr val="0000FF"/>
                  </a:solidFill>
                  <a:latin typeface="Times New Roman" pitchFamily="18" charset="0"/>
                  <a:ea typeface="楷体_GB2312" pitchFamily="49" charset="-122"/>
                  <a:cs typeface="Times New Roman" pitchFamily="18" charset="0"/>
                </a:rPr>
                <a:t>-2].</a:t>
              </a:r>
              <a:r>
                <a:rPr kumimoji="1" lang="en-US" altLang="zh-CN" sz="2000" i="1" dirty="0" err="1">
                  <a:solidFill>
                    <a:srgbClr val="0000FF"/>
                  </a:solidFill>
                  <a:latin typeface="Times New Roman" pitchFamily="18" charset="0"/>
                  <a:ea typeface="楷体_GB2312" pitchFamily="49" charset="-122"/>
                  <a:cs typeface="Times New Roman" pitchFamily="18" charset="0"/>
                </a:rPr>
                <a:t>val</a:t>
              </a:r>
              <a:r>
                <a:rPr kumimoji="1" lang="en-US" altLang="zh-CN" sz="2000"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rPr>
                <a:t> </a:t>
              </a:r>
              <a:r>
                <a:rPr kumimoji="1" lang="en-US" altLang="zh-CN" sz="2000" i="1" dirty="0">
                  <a:solidFill>
                    <a:srgbClr val="C00000"/>
                  </a:solidFill>
                  <a:latin typeface="Times New Roman" pitchFamily="18" charset="0"/>
                  <a:ea typeface="楷体_GB2312" pitchFamily="49" charset="-122"/>
                  <a:cs typeface="Times New Roman" pitchFamily="18" charset="0"/>
                </a:rPr>
                <a:t>stack</a:t>
              </a:r>
              <a:r>
                <a:rPr kumimoji="1" lang="en-US" altLang="zh-CN" sz="2000" dirty="0">
                  <a:solidFill>
                    <a:srgbClr val="C00000"/>
                  </a:solidFill>
                  <a:latin typeface="Times New Roman" pitchFamily="18" charset="0"/>
                  <a:ea typeface="楷体_GB2312" pitchFamily="49" charset="-122"/>
                  <a:cs typeface="Times New Roman" pitchFamily="18" charset="0"/>
                </a:rPr>
                <a:t>[</a:t>
              </a:r>
              <a:r>
                <a:rPr kumimoji="1" lang="en-US" altLang="zh-CN" sz="2000" i="1" dirty="0">
                  <a:solidFill>
                    <a:srgbClr val="C00000"/>
                  </a:solidFill>
                  <a:latin typeface="Times New Roman" pitchFamily="18" charset="0"/>
                  <a:ea typeface="楷体_GB2312" pitchFamily="49" charset="-122"/>
                  <a:cs typeface="Times New Roman" pitchFamily="18" charset="0"/>
                </a:rPr>
                <a:t>top</a:t>
              </a:r>
              <a:r>
                <a:rPr kumimoji="1" lang="en-US" altLang="zh-CN" sz="2000" dirty="0">
                  <a:solidFill>
                    <a:srgbClr val="C00000"/>
                  </a:solidFill>
                  <a:latin typeface="Times New Roman" pitchFamily="18" charset="0"/>
                  <a:ea typeface="楷体_GB2312" pitchFamily="49" charset="-122"/>
                  <a:cs typeface="Times New Roman" pitchFamily="18" charset="0"/>
                </a:rPr>
                <a:t>-1].</a:t>
              </a:r>
              <a:r>
                <a:rPr kumimoji="1" lang="en-US" altLang="zh-CN" sz="2000" i="1" dirty="0" err="1">
                  <a:solidFill>
                    <a:srgbClr val="C00000"/>
                  </a:solidFill>
                  <a:latin typeface="Times New Roman" pitchFamily="18" charset="0"/>
                  <a:ea typeface="楷体_GB2312" pitchFamily="49" charset="-122"/>
                  <a:cs typeface="Times New Roman" pitchFamily="18" charset="0"/>
                </a:rPr>
                <a:t>val</a:t>
              </a:r>
              <a:r>
                <a:rPr kumimoji="1" lang="en-US" altLang="zh-CN" sz="2000" dirty="0">
                  <a:latin typeface="Times New Roman" pitchFamily="18" charset="0"/>
                  <a:ea typeface="楷体_GB2312" pitchFamily="49" charset="-122"/>
                  <a:cs typeface="Times New Roman" pitchFamily="18" charset="0"/>
                </a:rPr>
                <a:t>,</a:t>
              </a:r>
              <a:r>
                <a:rPr kumimoji="1" lang="en-US" altLang="zh-CN" sz="2000" i="1" dirty="0">
                  <a:latin typeface="Times New Roman" pitchFamily="18" charset="0"/>
                  <a:ea typeface="楷体_GB2312" pitchFamily="49" charset="-122"/>
                  <a:cs typeface="Times New Roman" pitchFamily="18" charset="0"/>
                </a:rPr>
                <a:t> </a:t>
              </a:r>
              <a:r>
                <a:rPr kumimoji="1" lang="en-US" altLang="zh-CN" sz="2000" i="1" dirty="0">
                  <a:solidFill>
                    <a:srgbClr val="7030A0"/>
                  </a:solidFill>
                  <a:latin typeface="Times New Roman" pitchFamily="18" charset="0"/>
                  <a:ea typeface="楷体_GB2312" pitchFamily="49" charset="-122"/>
                  <a:cs typeface="Times New Roman" pitchFamily="18" charset="0"/>
                </a:rPr>
                <a:t>stack</a:t>
              </a:r>
              <a:r>
                <a:rPr kumimoji="1" lang="en-US" altLang="zh-CN" sz="2000" dirty="0">
                  <a:solidFill>
                    <a:srgbClr val="7030A0"/>
                  </a:solidFill>
                  <a:latin typeface="Times New Roman" pitchFamily="18" charset="0"/>
                  <a:ea typeface="楷体_GB2312" pitchFamily="49" charset="-122"/>
                  <a:cs typeface="Times New Roman" pitchFamily="18" charset="0"/>
                </a:rPr>
                <a:t>[</a:t>
              </a:r>
              <a:r>
                <a:rPr kumimoji="1" lang="en-US" altLang="zh-CN" sz="2000" i="1" dirty="0">
                  <a:solidFill>
                    <a:srgbClr val="7030A0"/>
                  </a:solidFill>
                  <a:latin typeface="Times New Roman" pitchFamily="18" charset="0"/>
                  <a:ea typeface="楷体_GB2312" pitchFamily="49" charset="-122"/>
                  <a:cs typeface="Times New Roman" pitchFamily="18" charset="0"/>
                </a:rPr>
                <a:t>top</a:t>
              </a:r>
              <a:r>
                <a:rPr kumimoji="1" lang="en-US" altLang="zh-CN" sz="2000" dirty="0">
                  <a:solidFill>
                    <a:srgbClr val="7030A0"/>
                  </a:solidFill>
                  <a:latin typeface="Times New Roman" pitchFamily="18" charset="0"/>
                  <a:ea typeface="楷体_GB2312" pitchFamily="49" charset="-122"/>
                  <a:cs typeface="Times New Roman" pitchFamily="18" charset="0"/>
                </a:rPr>
                <a:t>].</a:t>
              </a:r>
              <a:r>
                <a:rPr kumimoji="1" lang="en-US" altLang="zh-CN" sz="2000" i="1" dirty="0" err="1">
                  <a:solidFill>
                    <a:srgbClr val="7030A0"/>
                  </a:solidFill>
                  <a:latin typeface="Times New Roman" pitchFamily="18" charset="0"/>
                  <a:ea typeface="楷体_GB2312" pitchFamily="49" charset="-122"/>
                  <a:cs typeface="Times New Roman" pitchFamily="18" charset="0"/>
                </a:rPr>
                <a:t>val</a:t>
              </a:r>
              <a:r>
                <a:rPr kumimoji="1" lang="en-US" altLang="zh-CN" sz="2000" i="1" dirty="0">
                  <a:solidFill>
                    <a:srgbClr val="7030A0"/>
                  </a:solidFill>
                  <a:latin typeface="Times New Roman" pitchFamily="18" charset="0"/>
                  <a:ea typeface="楷体_GB2312" pitchFamily="49" charset="-122"/>
                  <a:cs typeface="Times New Roman" pitchFamily="18" charset="0"/>
                </a:rPr>
                <a:t> </a:t>
              </a:r>
              <a:r>
                <a:rPr kumimoji="1" lang="en-US" altLang="zh-CN" sz="2000" dirty="0">
                  <a:latin typeface="Times New Roman" pitchFamily="18" charset="0"/>
                  <a:ea typeface="楷体_GB2312" pitchFamily="49" charset="-122"/>
                  <a:cs typeface="Times New Roman" pitchFamily="18" charset="0"/>
                </a:rPr>
                <a:t>)</a:t>
              </a:r>
            </a:p>
            <a:p>
              <a:pPr eaLnBrk="1" hangingPunct="1">
                <a:spcBef>
                  <a:spcPct val="30000"/>
                </a:spcBef>
                <a:defRPr/>
              </a:pPr>
              <a:r>
                <a:rPr kumimoji="1" lang="en-US" altLang="zh-CN" sz="2000" i="1" dirty="0">
                  <a:latin typeface="Times New Roman" pitchFamily="18" charset="0"/>
                  <a:ea typeface="楷体_GB2312" pitchFamily="49" charset="-122"/>
                  <a:cs typeface="Times New Roman" pitchFamily="18" charset="0"/>
                </a:rPr>
                <a:t>top</a:t>
              </a:r>
              <a:r>
                <a:rPr kumimoji="1" lang="en-US" altLang="zh-CN" sz="2000" dirty="0">
                  <a:latin typeface="Times New Roman" pitchFamily="18" charset="0"/>
                  <a:ea typeface="楷体_GB2312" pitchFamily="49" charset="-122"/>
                  <a:cs typeface="Times New Roman" pitchFamily="18" charset="0"/>
                </a:rPr>
                <a:t> =</a:t>
              </a:r>
              <a:r>
                <a:rPr kumimoji="1" lang="en-US" altLang="zh-CN" sz="2000" i="1" dirty="0">
                  <a:latin typeface="Times New Roman" pitchFamily="18" charset="0"/>
                  <a:ea typeface="楷体_GB2312" pitchFamily="49" charset="-122"/>
                  <a:cs typeface="Times New Roman" pitchFamily="18" charset="0"/>
                </a:rPr>
                <a:t>top</a:t>
              </a:r>
              <a:r>
                <a:rPr kumimoji="1" lang="en-US" altLang="zh-CN" sz="2000" dirty="0">
                  <a:latin typeface="Times New Roman" pitchFamily="18" charset="0"/>
                  <a:ea typeface="楷体_GB2312" pitchFamily="49" charset="-122"/>
                  <a:cs typeface="Times New Roman" pitchFamily="18" charset="0"/>
                </a:rPr>
                <a:t>-2;   </a:t>
              </a:r>
              <a:r>
                <a:rPr kumimoji="1" lang="en-US" altLang="zh-CN" dirty="0">
                  <a:solidFill>
                    <a:schemeClr val="accent3">
                      <a:lumMod val="50000"/>
                    </a:schemeClr>
                  </a:solidFill>
                  <a:latin typeface="+mn-ea"/>
                  <a:ea typeface="+mn-ea"/>
                  <a:cs typeface="Times New Roman" pitchFamily="18" charset="0"/>
                </a:rPr>
                <a:t>//</a:t>
              </a:r>
              <a:r>
                <a:rPr kumimoji="1" lang="zh-CN" altLang="en-US" dirty="0">
                  <a:solidFill>
                    <a:schemeClr val="accent3">
                      <a:lumMod val="50000"/>
                    </a:schemeClr>
                  </a:solidFill>
                  <a:latin typeface="+mn-ea"/>
                  <a:ea typeface="+mn-ea"/>
                  <a:cs typeface="Times New Roman" pitchFamily="18" charset="0"/>
                </a:rPr>
                <a:t>产生式右部剩余符号出栈</a:t>
              </a:r>
              <a:endParaRPr kumimoji="1" lang="en-US" altLang="zh-CN" sz="2000" dirty="0">
                <a:solidFill>
                  <a:schemeClr val="accent3">
                    <a:lumMod val="50000"/>
                  </a:schemeClr>
                </a:solidFill>
                <a:latin typeface="+mn-ea"/>
                <a:ea typeface="+mn-ea"/>
                <a:cs typeface="Times New Roman" pitchFamily="18" charset="0"/>
              </a:endParaRPr>
            </a:p>
          </p:txBody>
        </p:sp>
        <p:cxnSp>
          <p:nvCxnSpPr>
            <p:cNvPr id="100363" name="直接箭头连接符 18">
              <a:extLst>
                <a:ext uri="{FF2B5EF4-FFF2-40B4-BE49-F238E27FC236}">
                  <a16:creationId xmlns:a16="http://schemas.microsoft.com/office/drawing/2014/main" id="{43F90D0F-AEC1-4A03-97ED-6F265D04BE0E}"/>
                </a:ext>
              </a:extLst>
            </p:cNvPr>
            <p:cNvCxnSpPr>
              <a:cxnSpLocks noChangeShapeType="1"/>
            </p:cNvCxnSpPr>
            <p:nvPr/>
          </p:nvCxnSpPr>
          <p:spPr bwMode="auto">
            <a:xfrm flipH="1">
              <a:off x="3810125" y="2893228"/>
              <a:ext cx="2137568" cy="915780"/>
            </a:xfrm>
            <a:prstGeom prst="straightConnector1">
              <a:avLst/>
            </a:prstGeom>
            <a:noFill/>
            <a:ln w="25400" algn="ctr">
              <a:solidFill>
                <a:srgbClr val="0000FF"/>
              </a:solidFill>
              <a:round/>
              <a:headEnd/>
              <a:tailEnd type="arrow" w="med" len="med"/>
            </a:ln>
            <a:extLst>
              <a:ext uri="{909E8E84-426E-40DD-AFC4-6F175D3DCCD1}">
                <a14:hiddenFill xmlns:a14="http://schemas.microsoft.com/office/drawing/2010/main">
                  <a:noFill/>
                </a14:hiddenFill>
              </a:ext>
            </a:extLst>
          </p:spPr>
        </p:cxnSp>
        <p:cxnSp>
          <p:nvCxnSpPr>
            <p:cNvPr id="100364" name="直接箭头连接符 19">
              <a:extLst>
                <a:ext uri="{FF2B5EF4-FFF2-40B4-BE49-F238E27FC236}">
                  <a16:creationId xmlns:a16="http://schemas.microsoft.com/office/drawing/2014/main" id="{1264D490-CAE1-45D7-B99A-A4EF9944BFA1}"/>
                </a:ext>
              </a:extLst>
            </p:cNvPr>
            <p:cNvCxnSpPr>
              <a:cxnSpLocks noChangeShapeType="1"/>
            </p:cNvCxnSpPr>
            <p:nvPr/>
          </p:nvCxnSpPr>
          <p:spPr bwMode="auto">
            <a:xfrm>
              <a:off x="6955805" y="2893228"/>
              <a:ext cx="288032" cy="915780"/>
            </a:xfrm>
            <a:prstGeom prst="straightConnector1">
              <a:avLst/>
            </a:prstGeom>
            <a:noFill/>
            <a:ln w="25400" algn="ctr">
              <a:solidFill>
                <a:srgbClr val="7030A0"/>
              </a:solidFill>
              <a:round/>
              <a:headEnd/>
              <a:tailEnd type="arrow" w="med" len="med"/>
            </a:ln>
            <a:extLst>
              <a:ext uri="{909E8E84-426E-40DD-AFC4-6F175D3DCCD1}">
                <a14:hiddenFill xmlns:a14="http://schemas.microsoft.com/office/drawing/2010/main">
                  <a:noFill/>
                </a14:hiddenFill>
              </a:ext>
            </a:extLst>
          </p:spPr>
        </p:cxnSp>
        <p:cxnSp>
          <p:nvCxnSpPr>
            <p:cNvPr id="100365" name="直接箭头连接符 20">
              <a:extLst>
                <a:ext uri="{FF2B5EF4-FFF2-40B4-BE49-F238E27FC236}">
                  <a16:creationId xmlns:a16="http://schemas.microsoft.com/office/drawing/2014/main" id="{780A2F7D-3CCA-4DA1-9BB2-C8B7192CC8DF}"/>
                </a:ext>
              </a:extLst>
            </p:cNvPr>
            <p:cNvCxnSpPr>
              <a:cxnSpLocks noChangeShapeType="1"/>
            </p:cNvCxnSpPr>
            <p:nvPr/>
          </p:nvCxnSpPr>
          <p:spPr bwMode="auto">
            <a:xfrm flipH="1">
              <a:off x="5542087" y="2893228"/>
              <a:ext cx="990600" cy="915780"/>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grpSp>
      <p:cxnSp>
        <p:nvCxnSpPr>
          <p:cNvPr id="120845" name="直接箭头连接符 21">
            <a:extLst>
              <a:ext uri="{FF2B5EF4-FFF2-40B4-BE49-F238E27FC236}">
                <a16:creationId xmlns:a16="http://schemas.microsoft.com/office/drawing/2014/main" id="{4FD30772-3AA0-4371-A0A7-9EDC0F3885AC}"/>
              </a:ext>
            </a:extLst>
          </p:cNvPr>
          <p:cNvCxnSpPr>
            <a:cxnSpLocks noChangeShapeType="1"/>
          </p:cNvCxnSpPr>
          <p:nvPr/>
        </p:nvCxnSpPr>
        <p:spPr bwMode="auto">
          <a:xfrm flipH="1">
            <a:off x="2987824" y="3024122"/>
            <a:ext cx="3096344" cy="915780"/>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8" name="右箭头 4">
            <a:extLst>
              <a:ext uri="{FF2B5EF4-FFF2-40B4-BE49-F238E27FC236}">
                <a16:creationId xmlns:a16="http://schemas.microsoft.com/office/drawing/2014/main" id="{988AB79C-1667-49FF-878B-B36B43E272FC}"/>
              </a:ext>
            </a:extLst>
          </p:cNvPr>
          <p:cNvSpPr>
            <a:spLocks noChangeArrowheads="1"/>
          </p:cNvSpPr>
          <p:nvPr/>
        </p:nvSpPr>
        <p:spPr bwMode="auto">
          <a:xfrm>
            <a:off x="5148635" y="2327994"/>
            <a:ext cx="2808288" cy="282575"/>
          </a:xfrm>
          <a:prstGeom prst="rightArrow">
            <a:avLst>
              <a:gd name="adj1" fmla="val 50000"/>
              <a:gd name="adj2" fmla="val 49829"/>
            </a:avLst>
          </a:prstGeom>
          <a:solidFill>
            <a:srgbClr val="FFCCCC"/>
          </a:solidFill>
          <a:ln w="9525" algn="ctr">
            <a:solidFill>
              <a:schemeClr val="tx1"/>
            </a:solidFill>
            <a:round/>
            <a:headEnd/>
            <a:tailEnd/>
          </a:ln>
        </p:spPr>
        <p:txBody>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b="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CD2C145C-76DC-40F4-ABF7-BDE27A91985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53848" y="1092268"/>
            <a:ext cx="2379662"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箭头: 右 3">
            <a:extLst>
              <a:ext uri="{FF2B5EF4-FFF2-40B4-BE49-F238E27FC236}">
                <a16:creationId xmlns:a16="http://schemas.microsoft.com/office/drawing/2014/main" id="{3528E71C-0DE0-4EAD-A0A7-53D4FE9993F6}"/>
              </a:ext>
            </a:extLst>
          </p:cNvPr>
          <p:cNvSpPr/>
          <p:nvPr/>
        </p:nvSpPr>
        <p:spPr>
          <a:xfrm>
            <a:off x="2550949" y="1085450"/>
            <a:ext cx="589689" cy="1457325"/>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002060"/>
                </a:solidFill>
              </a:rPr>
              <a:t>归约后</a:t>
            </a:r>
          </a:p>
        </p:txBody>
      </p:sp>
      <p:sp>
        <p:nvSpPr>
          <p:cNvPr id="23" name="矩形 22">
            <a:extLst>
              <a:ext uri="{FF2B5EF4-FFF2-40B4-BE49-F238E27FC236}">
                <a16:creationId xmlns:a16="http://schemas.microsoft.com/office/drawing/2014/main" id="{EBA4FE65-2EC2-41FB-AE86-37B4B639B65B}"/>
              </a:ext>
            </a:extLst>
          </p:cNvPr>
          <p:cNvSpPr/>
          <p:nvPr/>
        </p:nvSpPr>
        <p:spPr>
          <a:xfrm>
            <a:off x="476116" y="716118"/>
            <a:ext cx="1791628" cy="369332"/>
          </a:xfrm>
          <a:prstGeom prst="rect">
            <a:avLst/>
          </a:prstGeom>
        </p:spPr>
        <p:txBody>
          <a:bodyPr wrap="square">
            <a:spAutoFit/>
          </a:bodyPr>
          <a:lstStyle/>
          <a:p>
            <a:r>
              <a:rPr kumimoji="1" lang="en-US" altLang="zh-CN" i="1" dirty="0">
                <a:solidFill>
                  <a:srgbClr val="0070C0"/>
                </a:solidFill>
                <a:latin typeface="Times New Roman" panose="02020603050405020304" pitchFamily="18" charset="0"/>
                <a:ea typeface="+mn-ea"/>
                <a:cs typeface="Times New Roman" panose="02020603050405020304" pitchFamily="18" charset="0"/>
              </a:rPr>
              <a:t>stack</a:t>
            </a:r>
            <a:r>
              <a:rPr kumimoji="1" lang="en-US" altLang="zh-CN" dirty="0">
                <a:solidFill>
                  <a:srgbClr val="0070C0"/>
                </a:solidFill>
                <a:latin typeface="Times New Roman" panose="02020603050405020304" pitchFamily="18" charset="0"/>
                <a:ea typeface="+mn-ea"/>
                <a:cs typeface="Times New Roman" panose="02020603050405020304" pitchFamily="18" charset="0"/>
              </a:rPr>
              <a:t> </a:t>
            </a:r>
            <a:r>
              <a:rPr kumimoji="1" lang="zh-CN" altLang="en-US" dirty="0">
                <a:solidFill>
                  <a:srgbClr val="0070C0"/>
                </a:solidFill>
                <a:latin typeface="Times New Roman" panose="02020603050405020304" pitchFamily="18" charset="0"/>
                <a:ea typeface="+mn-ea"/>
                <a:cs typeface="Times New Roman" panose="02020603050405020304" pitchFamily="18" charset="0"/>
              </a:rPr>
              <a:t>数组</a:t>
            </a:r>
            <a:endParaRPr lang="zh-CN" altLang="en-US" dirty="0">
              <a:solidFill>
                <a:srgbClr val="0070C0"/>
              </a:solidFill>
              <a:latin typeface="Times New Roman" panose="02020603050405020304" pitchFamily="18" charset="0"/>
              <a:ea typeface="+mn-ea"/>
              <a:cs typeface="Times New Roman" panose="02020603050405020304" pitchFamily="18" charset="0"/>
            </a:endParaRPr>
          </a:p>
        </p:txBody>
      </p:sp>
      <p:sp>
        <p:nvSpPr>
          <p:cNvPr id="5" name="灯片编号占位符 4">
            <a:extLst>
              <a:ext uri="{FF2B5EF4-FFF2-40B4-BE49-F238E27FC236}">
                <a16:creationId xmlns:a16="http://schemas.microsoft.com/office/drawing/2014/main" id="{AA98E36C-E83C-4151-B103-E94A01567C40}"/>
              </a:ext>
            </a:extLst>
          </p:cNvPr>
          <p:cNvSpPr>
            <a:spLocks noGrp="1"/>
          </p:cNvSpPr>
          <p:nvPr>
            <p:ph type="sldNum" sz="quarter" idx="10"/>
          </p:nvPr>
        </p:nvSpPr>
        <p:spPr/>
        <p:txBody>
          <a:bodyPr/>
          <a:lstStyle/>
          <a:p>
            <a:pPr>
              <a:defRPr/>
            </a:pPr>
            <a:fld id="{8E104948-B687-4A74-87EB-9097C047E113}" type="slidenum">
              <a:rPr lang="zh-CN" altLang="en-US" smtClean="0"/>
              <a:pPr>
                <a:defRPr/>
              </a:pPr>
              <a:t>38</a:t>
            </a:fld>
            <a:endParaRPr lang="en-US" altLang="zh-CN"/>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8787"/>
                                        </p:tgtEl>
                                        <p:attrNameLst>
                                          <p:attrName>style.visibility</p:attrName>
                                        </p:attrNameLst>
                                      </p:cBhvr>
                                      <p:to>
                                        <p:strVal val="visible"/>
                                      </p:to>
                                    </p:set>
                                    <p:anim calcmode="lin" valueType="num">
                                      <p:cBhvr>
                                        <p:cTn id="7" dur="500" fill="hold"/>
                                        <p:tgtEl>
                                          <p:spTgt spid="118787"/>
                                        </p:tgtEl>
                                        <p:attrNameLst>
                                          <p:attrName>ppt_w</p:attrName>
                                        </p:attrNameLst>
                                      </p:cBhvr>
                                      <p:tavLst>
                                        <p:tav tm="0">
                                          <p:val>
                                            <p:fltVal val="0"/>
                                          </p:val>
                                        </p:tav>
                                        <p:tav tm="100000">
                                          <p:val>
                                            <p:strVal val="#ppt_w"/>
                                          </p:val>
                                        </p:tav>
                                      </p:tavLst>
                                    </p:anim>
                                    <p:anim calcmode="lin" valueType="num">
                                      <p:cBhvr>
                                        <p:cTn id="8" dur="500" fill="hold"/>
                                        <p:tgtEl>
                                          <p:spTgt spid="118787"/>
                                        </p:tgtEl>
                                        <p:attrNameLst>
                                          <p:attrName>ppt_h</p:attrName>
                                        </p:attrNameLst>
                                      </p:cBhvr>
                                      <p:tavLst>
                                        <p:tav tm="0">
                                          <p:val>
                                            <p:fltVal val="0"/>
                                          </p:val>
                                        </p:tav>
                                        <p:tav tm="100000">
                                          <p:val>
                                            <p:strVal val="#ppt_h"/>
                                          </p:val>
                                        </p:tav>
                                      </p:tavLst>
                                    </p:anim>
                                    <p:animEffect transition="in" filter="fade">
                                      <p:cBhvr>
                                        <p:cTn id="9" dur="500"/>
                                        <p:tgtEl>
                                          <p:spTgt spid="11878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down)">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p:cTn id="43" dur="500" fill="hold"/>
                                        <p:tgtEl>
                                          <p:spTgt spid="3"/>
                                        </p:tgtEl>
                                        <p:attrNameLst>
                                          <p:attrName>ppt_w</p:attrName>
                                        </p:attrNameLst>
                                      </p:cBhvr>
                                      <p:tavLst>
                                        <p:tav tm="0">
                                          <p:val>
                                            <p:fltVal val="0"/>
                                          </p:val>
                                        </p:tav>
                                        <p:tav tm="100000">
                                          <p:val>
                                            <p:strVal val="#ppt_w"/>
                                          </p:val>
                                        </p:tav>
                                      </p:tavLst>
                                    </p:anim>
                                    <p:anim calcmode="lin" valueType="num">
                                      <p:cBhvr>
                                        <p:cTn id="44" dur="500" fill="hold"/>
                                        <p:tgtEl>
                                          <p:spTgt spid="3"/>
                                        </p:tgtEl>
                                        <p:attrNameLst>
                                          <p:attrName>ppt_h</p:attrName>
                                        </p:attrNameLst>
                                      </p:cBhvr>
                                      <p:tavLst>
                                        <p:tav tm="0">
                                          <p:val>
                                            <p:fltVal val="0"/>
                                          </p:val>
                                        </p:tav>
                                        <p:tav tm="100000">
                                          <p:val>
                                            <p:strVal val="#ppt_h"/>
                                          </p:val>
                                        </p:tav>
                                      </p:tavLst>
                                    </p:anim>
                                    <p:animEffect transition="in" filter="fade">
                                      <p:cBhvr>
                                        <p:cTn id="45" dur="500"/>
                                        <p:tgtEl>
                                          <p:spTgt spid="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nodeType="clickEffect">
                                  <p:stCondLst>
                                    <p:cond delay="0"/>
                                  </p:stCondLst>
                                  <p:childTnLst>
                                    <p:set>
                                      <p:cBhvr>
                                        <p:cTn id="49" dur="1" fill="hold">
                                          <p:stCondLst>
                                            <p:cond delay="0"/>
                                          </p:stCondLst>
                                        </p:cTn>
                                        <p:tgtEl>
                                          <p:spTgt spid="120845"/>
                                        </p:tgtEl>
                                        <p:attrNameLst>
                                          <p:attrName>style.visibility</p:attrName>
                                        </p:attrNameLst>
                                      </p:cBhvr>
                                      <p:to>
                                        <p:strVal val="visible"/>
                                      </p:to>
                                    </p:set>
                                    <p:anim calcmode="lin" valueType="num">
                                      <p:cBhvr>
                                        <p:cTn id="50" dur="500" fill="hold"/>
                                        <p:tgtEl>
                                          <p:spTgt spid="120845"/>
                                        </p:tgtEl>
                                        <p:attrNameLst>
                                          <p:attrName>ppt_w</p:attrName>
                                        </p:attrNameLst>
                                      </p:cBhvr>
                                      <p:tavLst>
                                        <p:tav tm="0">
                                          <p:val>
                                            <p:fltVal val="0"/>
                                          </p:val>
                                        </p:tav>
                                        <p:tav tm="100000">
                                          <p:val>
                                            <p:strVal val="#ppt_w"/>
                                          </p:val>
                                        </p:tav>
                                      </p:tavLst>
                                    </p:anim>
                                    <p:anim calcmode="lin" valueType="num">
                                      <p:cBhvr>
                                        <p:cTn id="51" dur="500" fill="hold"/>
                                        <p:tgtEl>
                                          <p:spTgt spid="120845"/>
                                        </p:tgtEl>
                                        <p:attrNameLst>
                                          <p:attrName>ppt_h</p:attrName>
                                        </p:attrNameLst>
                                      </p:cBhvr>
                                      <p:tavLst>
                                        <p:tav tm="0">
                                          <p:val>
                                            <p:fltVal val="0"/>
                                          </p:val>
                                        </p:tav>
                                        <p:tav tm="100000">
                                          <p:val>
                                            <p:strVal val="#ppt_h"/>
                                          </p:val>
                                        </p:tav>
                                      </p:tavLst>
                                    </p:anim>
                                    <p:animEffect transition="in" filter="fade">
                                      <p:cBhvr>
                                        <p:cTn id="52" dur="500"/>
                                        <p:tgtEl>
                                          <p:spTgt spid="120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animBg="1"/>
      <p:bldP spid="28" grpId="0" animBg="1"/>
      <p:bldP spid="4" grpId="0" animBg="1"/>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70760F2F-0C59-4C7A-8888-B51E8CBF96A9}"/>
              </a:ext>
            </a:extLst>
          </p:cNvPr>
          <p:cNvSpPr>
            <a:spLocks noGrp="1"/>
          </p:cNvSpPr>
          <p:nvPr>
            <p:ph type="title"/>
          </p:nvPr>
        </p:nvSpPr>
        <p:spPr>
          <a:xfrm>
            <a:off x="755650" y="268288"/>
            <a:ext cx="7931150" cy="358775"/>
          </a:xfrm>
        </p:spPr>
        <p:txBody>
          <a:bodyPr/>
          <a:lstStyle/>
          <a:p>
            <a:r>
              <a:rPr lang="zh-CN" altLang="en-US"/>
              <a:t>例：在自底向上语法分析栈中实现桌面计算器</a:t>
            </a:r>
          </a:p>
        </p:txBody>
      </p:sp>
      <p:grpSp>
        <p:nvGrpSpPr>
          <p:cNvPr id="102403" name="组合 11">
            <a:extLst>
              <a:ext uri="{FF2B5EF4-FFF2-40B4-BE49-F238E27FC236}">
                <a16:creationId xmlns:a16="http://schemas.microsoft.com/office/drawing/2014/main" id="{C0BECDAD-2FC7-48FE-AB82-895D70AFF82F}"/>
              </a:ext>
            </a:extLst>
          </p:cNvPr>
          <p:cNvGrpSpPr>
            <a:grpSpLocks/>
          </p:cNvGrpSpPr>
          <p:nvPr/>
        </p:nvGrpSpPr>
        <p:grpSpPr bwMode="auto">
          <a:xfrm>
            <a:off x="323528" y="1071563"/>
            <a:ext cx="8452172" cy="3419475"/>
            <a:chOff x="174552" y="2636910"/>
            <a:chExt cx="11270163" cy="4560509"/>
          </a:xfrm>
        </p:grpSpPr>
        <p:sp>
          <p:nvSpPr>
            <p:cNvPr id="6" name="内容占位符 2">
              <a:extLst>
                <a:ext uri="{FF2B5EF4-FFF2-40B4-BE49-F238E27FC236}">
                  <a16:creationId xmlns:a16="http://schemas.microsoft.com/office/drawing/2014/main" id="{B0B86103-3A51-49ED-B38A-B9159E035E89}"/>
                </a:ext>
              </a:extLst>
            </p:cNvPr>
            <p:cNvSpPr txBox="1">
              <a:spLocks/>
            </p:cNvSpPr>
            <p:nvPr/>
          </p:nvSpPr>
          <p:spPr bwMode="auto">
            <a:xfrm>
              <a:off x="174552" y="2636910"/>
              <a:ext cx="11270163" cy="4560509"/>
            </a:xfrm>
            <a:prstGeom prst="rect">
              <a:avLst/>
            </a:prstGeom>
            <a:solidFill>
              <a:schemeClr val="accent2">
                <a:lumMod val="40000"/>
                <a:lumOff val="60000"/>
              </a:schemeClr>
            </a:solidFill>
            <a:ln w="1905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2000"/>
                </a:lnSpc>
                <a:spcBef>
                  <a:spcPct val="20000"/>
                </a:spcBef>
                <a:buClr>
                  <a:schemeClr val="accent1"/>
                </a:buClr>
                <a:buSzPct val="100000"/>
                <a:defRPr/>
              </a:pPr>
              <a:r>
                <a:rPr lang="en-US" altLang="zh-CN" sz="1400" i="1" dirty="0">
                  <a:latin typeface="Times New Roman" panose="02020603050405020304" pitchFamily="18" charset="0"/>
                  <a:ea typeface="楷体_GB2312" pitchFamily="49" charset="-122"/>
                </a:rPr>
                <a:t>     </a:t>
              </a:r>
              <a:r>
                <a:rPr lang="zh-CN" altLang="en-US" sz="1600" dirty="0">
                  <a:latin typeface="华文楷体" panose="02010600040101010101" pitchFamily="2" charset="-122"/>
                  <a:ea typeface="华文楷体" panose="02010600040101010101" pitchFamily="2" charset="-122"/>
                </a:rPr>
                <a:t>产生式                                                    语义动作</a:t>
              </a:r>
              <a:endParaRPr lang="en-US" altLang="zh-CN" sz="1600" i="1" dirty="0">
                <a:latin typeface="Times New Roman" panose="02020603050405020304" pitchFamily="18" charset="0"/>
                <a:ea typeface="楷体_GB2312" pitchFamily="49" charset="-122"/>
              </a:endParaRPr>
            </a:p>
            <a:p>
              <a:pPr marL="0" lvl="3">
                <a:lnSpc>
                  <a:spcPts val="2000"/>
                </a:lnSpc>
                <a:spcBef>
                  <a:spcPct val="20000"/>
                </a:spcBef>
                <a:buClr>
                  <a:schemeClr val="accent1"/>
                </a:buClr>
                <a:buSzPct val="100000"/>
                <a:defRPr/>
              </a:pPr>
              <a:r>
                <a:rPr lang="en-US" altLang="zh-CN" sz="1600" dirty="0">
                  <a:latin typeface="Times New Roman" panose="02020603050405020304" pitchFamily="18" charset="0"/>
                  <a:ea typeface="楷体_GB2312" pitchFamily="49" charset="-122"/>
                </a:rPr>
                <a:t>(1)</a:t>
              </a:r>
              <a:r>
                <a:rPr lang="en-US" altLang="zh-CN" sz="1600" i="1" dirty="0">
                  <a:latin typeface="Times New Roman" panose="02020603050405020304" pitchFamily="18" charset="0"/>
                  <a:ea typeface="楷体_GB2312" pitchFamily="49" charset="-122"/>
                </a:rPr>
                <a:t>E</a:t>
              </a:r>
              <a:r>
                <a:rPr lang="en-US" altLang="zh-CN" sz="1600" i="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dirty="0">
                  <a:latin typeface="Times New Roman" panose="02020603050405020304" pitchFamily="18" charset="0"/>
                  <a:ea typeface="楷体_GB2312" pitchFamily="49" charset="-122"/>
                </a:rPr>
                <a:t>→ </a:t>
              </a:r>
              <a:r>
                <a:rPr lang="en-US" altLang="zh-CN" sz="1600" i="1" dirty="0">
                  <a:latin typeface="Times New Roman" panose="02020603050405020304" pitchFamily="18" charset="0"/>
                  <a:ea typeface="楷体_GB2312" pitchFamily="49" charset="-122"/>
                </a:rPr>
                <a:t>E	             </a:t>
              </a:r>
              <a:r>
                <a:rPr kumimoji="1" lang="en-US" altLang="zh-CN" sz="16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print(</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E</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a:t>
              </a:r>
              <a:r>
                <a:rPr kumimoji="1" lang="en-US" altLang="zh-CN" sz="16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600" dirty="0">
                  <a:latin typeface="Times New Roman" panose="02020603050405020304" pitchFamily="18" charset="0"/>
                  <a:ea typeface="楷体_GB2312" pitchFamily="49" charset="-122"/>
                </a:rPr>
                <a:t>{ print</a:t>
              </a:r>
              <a:r>
                <a:rPr lang="en-US" altLang="zh-CN" sz="1600" i="1" dirty="0">
                  <a:latin typeface="Times New Roman" panose="02020603050405020304" pitchFamily="18" charset="0"/>
                  <a:ea typeface="楷体_GB2312" pitchFamily="49" charset="-122"/>
                </a:rPr>
                <a:t> </a:t>
              </a:r>
              <a:r>
                <a:rPr lang="en-US" altLang="zh-CN" sz="1600" dirty="0">
                  <a:latin typeface="Times New Roman" panose="02020603050405020304" pitchFamily="18" charset="0"/>
                  <a:ea typeface="楷体_GB2312" pitchFamily="49" charset="-122"/>
                </a:rPr>
                <a:t>(</a:t>
              </a:r>
              <a:r>
                <a:rPr lang="en-US" altLang="zh-CN" sz="1600" i="1" dirty="0">
                  <a:latin typeface="Times New Roman" panose="02020603050405020304" pitchFamily="18" charset="0"/>
                  <a:ea typeface="楷体_GB2312" pitchFamily="49" charset="-122"/>
                </a:rPr>
                <a:t>stack</a:t>
              </a:r>
              <a:r>
                <a:rPr kumimoji="1" lang="en-US" altLang="zh-CN" sz="1600" dirty="0">
                  <a:latin typeface="Times New Roman" panose="02020603050405020304" pitchFamily="18" charset="0"/>
                  <a:ea typeface="楷体_GB2312" pitchFamily="49" charset="-122"/>
                </a:rPr>
                <a:t>[</a:t>
              </a:r>
              <a:r>
                <a:rPr kumimoji="1" lang="en-US" altLang="zh-CN" sz="1600" i="1" dirty="0">
                  <a:latin typeface="Times New Roman" panose="02020603050405020304" pitchFamily="18" charset="0"/>
                  <a:ea typeface="楷体_GB2312" pitchFamily="49" charset="-122"/>
                </a:rPr>
                <a:t>top</a:t>
              </a:r>
              <a:r>
                <a:rPr kumimoji="1" lang="en-US" altLang="zh-CN" sz="1600" dirty="0">
                  <a:latin typeface="Times New Roman" panose="02020603050405020304" pitchFamily="18" charset="0"/>
                  <a:ea typeface="楷体_GB2312" pitchFamily="49" charset="-122"/>
                </a:rPr>
                <a:t>]</a:t>
              </a:r>
              <a:r>
                <a:rPr lang="en-US" altLang="zh-CN" sz="1600" i="1" dirty="0">
                  <a:latin typeface="Times New Roman" panose="02020603050405020304" pitchFamily="18" charset="0"/>
                  <a:ea typeface="楷体_GB2312" pitchFamily="49" charset="-122"/>
                </a:rPr>
                <a:t>.</a:t>
              </a:r>
              <a:r>
                <a:rPr lang="en-US" altLang="zh-CN" sz="1600" i="1" dirty="0" err="1">
                  <a:latin typeface="Times New Roman" panose="02020603050405020304" pitchFamily="18" charset="0"/>
                  <a:ea typeface="楷体_GB2312" pitchFamily="49" charset="-122"/>
                </a:rPr>
                <a:t>val</a:t>
              </a:r>
              <a:r>
                <a:rPr lang="en-US" altLang="zh-CN" sz="1600" i="1" dirty="0">
                  <a:latin typeface="Times New Roman" panose="02020603050405020304" pitchFamily="18" charset="0"/>
                  <a:ea typeface="楷体_GB2312" pitchFamily="49" charset="-122"/>
                </a:rPr>
                <a:t> </a:t>
              </a:r>
              <a:r>
                <a:rPr lang="en-US" altLang="zh-CN" sz="1600" dirty="0">
                  <a:latin typeface="Times New Roman" panose="02020603050405020304" pitchFamily="18" charset="0"/>
                  <a:ea typeface="楷体_GB2312" pitchFamily="49" charset="-122"/>
                </a:rPr>
                <a:t>);}</a:t>
              </a:r>
            </a:p>
            <a:p>
              <a:pPr marL="0" lvl="3">
                <a:lnSpc>
                  <a:spcPts val="2000"/>
                </a:lnSpc>
                <a:spcBef>
                  <a:spcPct val="20000"/>
                </a:spcBef>
                <a:buClr>
                  <a:schemeClr val="accent1"/>
                </a:buClr>
                <a:buSzPct val="100000"/>
                <a:defRPr/>
              </a:pPr>
              <a:r>
                <a:rPr lang="en-US" altLang="zh-CN" sz="1600" dirty="0">
                  <a:solidFill>
                    <a:srgbClr val="C00000"/>
                  </a:solidFill>
                  <a:latin typeface="Times New Roman" panose="02020603050405020304" pitchFamily="18" charset="0"/>
                  <a:ea typeface="楷体_GB2312" pitchFamily="49" charset="-122"/>
                </a:rPr>
                <a:t>(2)</a:t>
              </a:r>
              <a:r>
                <a:rPr lang="en-US" altLang="zh-CN" sz="1600" i="1" dirty="0">
                  <a:solidFill>
                    <a:srgbClr val="C00000"/>
                  </a:solidFill>
                  <a:latin typeface="Times New Roman" panose="02020603050405020304" pitchFamily="18" charset="0"/>
                  <a:ea typeface="楷体_GB2312" pitchFamily="49" charset="-122"/>
                </a:rPr>
                <a:t>E  </a:t>
              </a:r>
              <a:r>
                <a:rPr lang="en-US" altLang="zh-CN" sz="1600" dirty="0">
                  <a:solidFill>
                    <a:srgbClr val="C00000"/>
                  </a:solidFill>
                  <a:latin typeface="Times New Roman" panose="02020603050405020304" pitchFamily="18" charset="0"/>
                  <a:ea typeface="楷体_GB2312" pitchFamily="49" charset="-122"/>
                </a:rPr>
                <a:t>→</a:t>
              </a:r>
              <a:r>
                <a:rPr lang="en-US" altLang="zh-CN" sz="1600" i="1" dirty="0">
                  <a:solidFill>
                    <a:srgbClr val="C00000"/>
                  </a:solidFill>
                  <a:latin typeface="Times New Roman" panose="02020603050405020304" pitchFamily="18" charset="0"/>
                  <a:ea typeface="楷体_GB2312" pitchFamily="49" charset="-122"/>
                </a:rPr>
                <a:t> E</a:t>
              </a:r>
              <a:r>
                <a:rPr lang="en-US" altLang="zh-CN" sz="1600" baseline="-25000" dirty="0">
                  <a:solidFill>
                    <a:srgbClr val="C00000"/>
                  </a:solidFill>
                  <a:latin typeface="Times New Roman" panose="02020603050405020304" pitchFamily="18" charset="0"/>
                  <a:ea typeface="楷体_GB2312" pitchFamily="49" charset="-122"/>
                </a:rPr>
                <a:t>1 </a:t>
              </a:r>
              <a:r>
                <a:rPr lang="en-US" altLang="zh-CN" sz="1600" i="1" dirty="0">
                  <a:solidFill>
                    <a:srgbClr val="C00000"/>
                  </a:solidFill>
                  <a:latin typeface="Times New Roman" panose="02020603050405020304" pitchFamily="18" charset="0"/>
                  <a:ea typeface="楷体_GB2312" pitchFamily="49" charset="-122"/>
                </a:rPr>
                <a:t>+ T      </a:t>
              </a:r>
              <a:r>
                <a:rPr kumimoji="1" lang="en-US" altLang="zh-CN"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E</a:t>
              </a:r>
              <a:r>
                <a:rPr lang="en-US" altLang="zh-CN" sz="1600" dirty="0">
                  <a:solidFill>
                    <a:srgbClr val="C00000"/>
                  </a:solidFill>
                  <a:latin typeface="Times New Roman" pitchFamily="18" charset="0"/>
                  <a:ea typeface="楷体_GB2312" pitchFamily="49" charset="-122"/>
                  <a:cs typeface="Times New Roman" pitchFamily="18" charset="0"/>
                </a:rPr>
                <a:t>.</a:t>
              </a:r>
              <a:r>
                <a:rPr kumimoji="1" lang="en-US" altLang="zh-CN"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val </a:t>
              </a:r>
              <a:r>
                <a:rPr kumimoji="1" lang="en-US" altLang="zh-CN" sz="16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E</a:t>
              </a:r>
              <a:r>
                <a:rPr kumimoji="1" lang="en-US" altLang="zh-CN" sz="1600" i="1" baseline="-250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1</a:t>
              </a:r>
              <a:r>
                <a:rPr lang="en-US" altLang="zh-CN" sz="1600" dirty="0">
                  <a:solidFill>
                    <a:srgbClr val="C00000"/>
                  </a:solidFill>
                  <a:latin typeface="Times New Roman" pitchFamily="18" charset="0"/>
                  <a:ea typeface="楷体_GB2312" pitchFamily="49" charset="-122"/>
                  <a:cs typeface="Times New Roman" pitchFamily="18" charset="0"/>
                </a:rPr>
                <a:t>.</a:t>
              </a:r>
              <a:r>
                <a:rPr kumimoji="1" lang="en-US" altLang="zh-CN"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val </a:t>
              </a:r>
              <a:r>
                <a:rPr kumimoji="1" lang="en-US" altLang="zh-CN" sz="16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T</a:t>
              </a:r>
              <a:r>
                <a:rPr lang="en-US" altLang="zh-CN" sz="1600" dirty="0">
                  <a:solidFill>
                    <a:srgbClr val="C00000"/>
                  </a:solidFill>
                  <a:latin typeface="Times New Roman" pitchFamily="18" charset="0"/>
                  <a:ea typeface="楷体_GB2312" pitchFamily="49" charset="-122"/>
                  <a:cs typeface="Times New Roman" pitchFamily="18" charset="0"/>
                </a:rPr>
                <a:t>.</a:t>
              </a:r>
              <a:r>
                <a:rPr kumimoji="1" lang="en-US" altLang="zh-CN"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val	</a:t>
              </a:r>
              <a:r>
                <a:rPr lang="en-US" altLang="zh-CN" sz="1600" dirty="0">
                  <a:solidFill>
                    <a:srgbClr val="C00000"/>
                  </a:solidFill>
                  <a:latin typeface="Times New Roman" panose="02020603050405020304" pitchFamily="18" charset="0"/>
                  <a:ea typeface="楷体_GB2312" pitchFamily="49" charset="-122"/>
                </a:rPr>
                <a:t>{ </a:t>
              </a:r>
              <a:r>
                <a:rPr lang="en-US" altLang="zh-CN" sz="1600" i="1" dirty="0">
                  <a:solidFill>
                    <a:srgbClr val="C00000"/>
                  </a:solidFill>
                  <a:latin typeface="Times New Roman" panose="02020603050405020304" pitchFamily="18" charset="0"/>
                  <a:ea typeface="楷体_GB2312" pitchFamily="49" charset="-122"/>
                </a:rPr>
                <a:t>stack</a:t>
              </a:r>
              <a:r>
                <a:rPr kumimoji="1" lang="en-US" altLang="zh-CN" sz="1600" dirty="0">
                  <a:solidFill>
                    <a:srgbClr val="C00000"/>
                  </a:solidFill>
                  <a:latin typeface="Times New Roman" panose="02020603050405020304" pitchFamily="18" charset="0"/>
                  <a:ea typeface="楷体_GB2312" pitchFamily="49" charset="-122"/>
                </a:rPr>
                <a:t>[</a:t>
              </a:r>
              <a:r>
                <a:rPr kumimoji="1" lang="en-US" altLang="zh-CN" sz="1600" i="1" dirty="0">
                  <a:solidFill>
                    <a:srgbClr val="C00000"/>
                  </a:solidFill>
                  <a:latin typeface="Times New Roman" panose="02020603050405020304" pitchFamily="18" charset="0"/>
                  <a:ea typeface="楷体_GB2312" pitchFamily="49" charset="-122"/>
                </a:rPr>
                <a:t>top-</a:t>
              </a:r>
              <a:r>
                <a:rPr kumimoji="1" lang="en-US" altLang="zh-CN" sz="1600" dirty="0">
                  <a:solidFill>
                    <a:srgbClr val="C00000"/>
                  </a:solidFill>
                  <a:latin typeface="Times New Roman" panose="02020603050405020304" pitchFamily="18" charset="0"/>
                  <a:ea typeface="楷体_GB2312" pitchFamily="49" charset="-122"/>
                </a:rPr>
                <a:t>2]</a:t>
              </a:r>
              <a:r>
                <a:rPr lang="en-US" altLang="zh-CN" sz="1600" i="1" dirty="0">
                  <a:solidFill>
                    <a:srgbClr val="C00000"/>
                  </a:solidFill>
                  <a:latin typeface="Times New Roman" panose="02020603050405020304" pitchFamily="18" charset="0"/>
                  <a:ea typeface="楷体_GB2312" pitchFamily="49" charset="-122"/>
                </a:rPr>
                <a:t>.</a:t>
              </a:r>
              <a:r>
                <a:rPr lang="en-US" altLang="zh-CN" sz="1600" i="1" dirty="0" err="1">
                  <a:solidFill>
                    <a:srgbClr val="C00000"/>
                  </a:solidFill>
                  <a:latin typeface="Times New Roman" panose="02020603050405020304" pitchFamily="18" charset="0"/>
                  <a:ea typeface="楷体_GB2312" pitchFamily="49" charset="-122"/>
                </a:rPr>
                <a:t>val</a:t>
              </a:r>
              <a:r>
                <a:rPr lang="en-US" altLang="zh-CN" sz="1600" i="1" dirty="0">
                  <a:solidFill>
                    <a:srgbClr val="C00000"/>
                  </a:solidFill>
                  <a:latin typeface="Times New Roman" panose="02020603050405020304" pitchFamily="18" charset="0"/>
                  <a:ea typeface="楷体_GB2312" pitchFamily="49" charset="-122"/>
                </a:rPr>
                <a:t> = stack</a:t>
              </a:r>
              <a:r>
                <a:rPr kumimoji="1" lang="en-US" altLang="zh-CN" sz="1600" dirty="0">
                  <a:solidFill>
                    <a:srgbClr val="C00000"/>
                  </a:solidFill>
                  <a:latin typeface="Times New Roman" panose="02020603050405020304" pitchFamily="18" charset="0"/>
                  <a:ea typeface="楷体_GB2312" pitchFamily="49" charset="-122"/>
                </a:rPr>
                <a:t>[</a:t>
              </a:r>
              <a:r>
                <a:rPr kumimoji="1" lang="en-US" altLang="zh-CN" sz="1600" i="1" dirty="0">
                  <a:solidFill>
                    <a:srgbClr val="C00000"/>
                  </a:solidFill>
                  <a:latin typeface="Times New Roman" panose="02020603050405020304" pitchFamily="18" charset="0"/>
                  <a:ea typeface="楷体_GB2312" pitchFamily="49" charset="-122"/>
                </a:rPr>
                <a:t>top-</a:t>
              </a:r>
              <a:r>
                <a:rPr kumimoji="1" lang="en-US" altLang="zh-CN" sz="1600" dirty="0">
                  <a:solidFill>
                    <a:srgbClr val="C00000"/>
                  </a:solidFill>
                  <a:latin typeface="Times New Roman" panose="02020603050405020304" pitchFamily="18" charset="0"/>
                  <a:ea typeface="楷体_GB2312" pitchFamily="49" charset="-122"/>
                </a:rPr>
                <a:t>2]</a:t>
              </a:r>
              <a:r>
                <a:rPr lang="en-US" altLang="zh-CN" sz="1600" i="1" dirty="0">
                  <a:solidFill>
                    <a:srgbClr val="C00000"/>
                  </a:solidFill>
                  <a:latin typeface="Times New Roman" panose="02020603050405020304" pitchFamily="18" charset="0"/>
                  <a:ea typeface="楷体_GB2312" pitchFamily="49" charset="-122"/>
                </a:rPr>
                <a:t>.</a:t>
              </a:r>
              <a:r>
                <a:rPr lang="en-US" altLang="zh-CN" sz="1600" i="1" dirty="0" err="1">
                  <a:solidFill>
                    <a:srgbClr val="C00000"/>
                  </a:solidFill>
                  <a:latin typeface="Times New Roman" panose="02020603050405020304" pitchFamily="18" charset="0"/>
                  <a:ea typeface="楷体_GB2312" pitchFamily="49" charset="-122"/>
                </a:rPr>
                <a:t>val</a:t>
              </a:r>
              <a:r>
                <a:rPr lang="en-US" altLang="zh-CN" sz="1600" i="1" dirty="0">
                  <a:solidFill>
                    <a:srgbClr val="C00000"/>
                  </a:solidFill>
                  <a:latin typeface="Times New Roman" panose="02020603050405020304" pitchFamily="18" charset="0"/>
                  <a:ea typeface="楷体_GB2312" pitchFamily="49" charset="-122"/>
                </a:rPr>
                <a:t> + stack</a:t>
              </a:r>
              <a:r>
                <a:rPr kumimoji="1" lang="en-US" altLang="zh-CN" sz="1600" dirty="0">
                  <a:solidFill>
                    <a:srgbClr val="C00000"/>
                  </a:solidFill>
                  <a:latin typeface="Times New Roman" panose="02020603050405020304" pitchFamily="18" charset="0"/>
                  <a:ea typeface="楷体_GB2312" pitchFamily="49" charset="-122"/>
                </a:rPr>
                <a:t>[</a:t>
              </a:r>
              <a:r>
                <a:rPr kumimoji="1" lang="en-US" altLang="zh-CN" sz="1600" i="1" dirty="0">
                  <a:solidFill>
                    <a:srgbClr val="C00000"/>
                  </a:solidFill>
                  <a:latin typeface="Times New Roman" panose="02020603050405020304" pitchFamily="18" charset="0"/>
                  <a:ea typeface="楷体_GB2312" pitchFamily="49" charset="-122"/>
                </a:rPr>
                <a:t>top</a:t>
              </a:r>
              <a:r>
                <a:rPr kumimoji="1" lang="en-US" altLang="zh-CN" sz="1600" dirty="0">
                  <a:solidFill>
                    <a:srgbClr val="C00000"/>
                  </a:solidFill>
                  <a:latin typeface="Times New Roman" panose="02020603050405020304" pitchFamily="18" charset="0"/>
                  <a:ea typeface="楷体_GB2312" pitchFamily="49" charset="-122"/>
                </a:rPr>
                <a:t>]</a:t>
              </a:r>
              <a:r>
                <a:rPr lang="en-US" altLang="zh-CN" sz="1600" i="1" dirty="0">
                  <a:solidFill>
                    <a:srgbClr val="C00000"/>
                  </a:solidFill>
                  <a:latin typeface="Times New Roman" panose="02020603050405020304" pitchFamily="18" charset="0"/>
                  <a:ea typeface="楷体_GB2312" pitchFamily="49" charset="-122"/>
                </a:rPr>
                <a:t>.</a:t>
              </a:r>
              <a:r>
                <a:rPr lang="en-US" altLang="zh-CN" sz="1600" i="1" dirty="0" err="1">
                  <a:solidFill>
                    <a:srgbClr val="C00000"/>
                  </a:solidFill>
                  <a:latin typeface="Times New Roman" panose="02020603050405020304" pitchFamily="18" charset="0"/>
                  <a:ea typeface="楷体_GB2312" pitchFamily="49" charset="-122"/>
                </a:rPr>
                <a:t>val</a:t>
              </a:r>
              <a:r>
                <a:rPr lang="en-US" altLang="zh-CN" sz="1600" i="1" dirty="0">
                  <a:solidFill>
                    <a:srgbClr val="C00000"/>
                  </a:solidFill>
                  <a:latin typeface="Times New Roman" panose="02020603050405020304" pitchFamily="18" charset="0"/>
                  <a:ea typeface="楷体_GB2312" pitchFamily="49" charset="-122"/>
                </a:rPr>
                <a:t> </a:t>
              </a:r>
              <a:r>
                <a:rPr lang="en-US" altLang="zh-CN" sz="1600" dirty="0">
                  <a:solidFill>
                    <a:srgbClr val="C00000"/>
                  </a:solidFill>
                  <a:latin typeface="Times New Roman" panose="02020603050405020304" pitchFamily="18" charset="0"/>
                  <a:ea typeface="楷体_GB2312" pitchFamily="49" charset="-122"/>
                </a:rPr>
                <a:t>;</a:t>
              </a:r>
            </a:p>
            <a:p>
              <a:pPr marL="0" lvl="3">
                <a:lnSpc>
                  <a:spcPts val="2000"/>
                </a:lnSpc>
                <a:spcBef>
                  <a:spcPct val="20000"/>
                </a:spcBef>
                <a:buClr>
                  <a:schemeClr val="accent1"/>
                </a:buClr>
                <a:buSzPct val="100000"/>
                <a:defRPr/>
              </a:pPr>
              <a:r>
                <a:rPr lang="en-US" altLang="zh-CN" sz="1600" i="1" dirty="0">
                  <a:solidFill>
                    <a:srgbClr val="C00000"/>
                  </a:solidFill>
                  <a:latin typeface="Times New Roman" panose="02020603050405020304" pitchFamily="18" charset="0"/>
                  <a:ea typeface="楷体_GB2312" pitchFamily="49" charset="-122"/>
                </a:rPr>
                <a:t>                                   			  top=top-</a:t>
              </a:r>
              <a:r>
                <a:rPr lang="en-US" altLang="zh-CN" sz="1600" dirty="0">
                  <a:solidFill>
                    <a:srgbClr val="C00000"/>
                  </a:solidFill>
                  <a:latin typeface="Times New Roman" panose="02020603050405020304" pitchFamily="18" charset="0"/>
                  <a:ea typeface="楷体_GB2312" pitchFamily="49" charset="-122"/>
                </a:rPr>
                <a:t>2; }</a:t>
              </a:r>
            </a:p>
            <a:p>
              <a:pPr marL="0" lvl="3">
                <a:lnSpc>
                  <a:spcPts val="2000"/>
                </a:lnSpc>
                <a:spcBef>
                  <a:spcPct val="20000"/>
                </a:spcBef>
                <a:buClr>
                  <a:schemeClr val="accent1"/>
                </a:buClr>
                <a:buSzPct val="100000"/>
                <a:defRPr/>
              </a:pPr>
              <a:r>
                <a:rPr lang="en-US" altLang="zh-CN" sz="1600" dirty="0">
                  <a:latin typeface="Times New Roman" panose="02020603050405020304" pitchFamily="18" charset="0"/>
                  <a:ea typeface="楷体_GB2312" pitchFamily="49" charset="-122"/>
                </a:rPr>
                <a:t>(3)</a:t>
              </a:r>
              <a:r>
                <a:rPr lang="en-US" altLang="zh-CN" sz="1600" i="1" dirty="0">
                  <a:latin typeface="Times New Roman" panose="02020603050405020304" pitchFamily="18" charset="0"/>
                  <a:ea typeface="楷体_GB2312" pitchFamily="49" charset="-122"/>
                </a:rPr>
                <a:t>E  </a:t>
              </a:r>
              <a:r>
                <a:rPr lang="en-US" altLang="zh-CN" sz="1600" dirty="0">
                  <a:latin typeface="Times New Roman" panose="02020603050405020304" pitchFamily="18" charset="0"/>
                  <a:ea typeface="楷体_GB2312" pitchFamily="49" charset="-122"/>
                </a:rPr>
                <a:t>→</a:t>
              </a:r>
              <a:r>
                <a:rPr lang="en-US" altLang="zh-CN" sz="1600" i="1" dirty="0">
                  <a:latin typeface="Times New Roman" panose="02020603050405020304" pitchFamily="18" charset="0"/>
                  <a:ea typeface="楷体_GB2312" pitchFamily="49" charset="-122"/>
                </a:rPr>
                <a:t> T	             </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E</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a:t>
              </a:r>
              <a:r>
                <a:rPr kumimoji="1" lang="en-US" altLang="zh-CN" sz="16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T</a:t>
              </a:r>
              <a:r>
                <a:rPr lang="en-US" altLang="zh-CN" sz="1600" dirty="0" err="1">
                  <a:latin typeface="Times New Roman" pitchFamily="18" charset="0"/>
                  <a:ea typeface="楷体_GB2312" pitchFamily="49" charset="-122"/>
                  <a:cs typeface="Times New Roman" pitchFamily="18" charset="0"/>
                </a:rPr>
                <a:t>.</a:t>
              </a:r>
              <a:r>
                <a:rPr kumimoji="1" lang="en-US" altLang="zh-CN" sz="1600" i="1"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1600" i="1" dirty="0">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err="1">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E.val</a:t>
              </a:r>
              <a:r>
                <a:rPr kumimoji="1" lang="zh-CN" altLang="en-US" sz="1600" i="1" dirty="0">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1600" dirty="0">
                  <a:solidFill>
                    <a:schemeClr val="accent3">
                      <a:lumMod val="50000"/>
                    </a:schemeClr>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入栈还在</a:t>
              </a:r>
              <a:r>
                <a:rPr kumimoji="1" lang="en-US" altLang="zh-CN" sz="1600" i="1" dirty="0" err="1">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T.val</a:t>
              </a:r>
              <a:r>
                <a:rPr kumimoji="1" lang="zh-CN" altLang="en-US" sz="1600" dirty="0">
                  <a:solidFill>
                    <a:schemeClr val="accent3">
                      <a:lumMod val="50000"/>
                    </a:schemeClr>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的位置，且值相等，无需操作</a:t>
              </a:r>
              <a:endParaRPr lang="en-US" altLang="zh-CN" sz="1600" i="1" dirty="0">
                <a:latin typeface="Times New Roman" panose="02020603050405020304" pitchFamily="18" charset="0"/>
                <a:ea typeface="楷体_GB2312" pitchFamily="49" charset="-122"/>
              </a:endParaRPr>
            </a:p>
            <a:p>
              <a:pPr marL="0" lvl="3">
                <a:lnSpc>
                  <a:spcPts val="2000"/>
                </a:lnSpc>
                <a:spcBef>
                  <a:spcPct val="20000"/>
                </a:spcBef>
                <a:buClr>
                  <a:schemeClr val="accent1"/>
                </a:buClr>
                <a:buSzPct val="100000"/>
                <a:defRPr/>
              </a:pPr>
              <a:r>
                <a:rPr lang="en-US" altLang="zh-CN" sz="1600" dirty="0">
                  <a:latin typeface="Times New Roman" panose="02020603050405020304" pitchFamily="18" charset="0"/>
                  <a:ea typeface="楷体_GB2312" pitchFamily="49" charset="-122"/>
                </a:rPr>
                <a:t>(4)</a:t>
              </a:r>
              <a:r>
                <a:rPr lang="en-US" altLang="zh-CN" sz="1600" i="1" dirty="0">
                  <a:latin typeface="Times New Roman" panose="02020603050405020304" pitchFamily="18" charset="0"/>
                  <a:ea typeface="楷体_GB2312" pitchFamily="49" charset="-122"/>
                </a:rPr>
                <a:t>T  </a:t>
              </a:r>
              <a:r>
                <a:rPr lang="en-US" altLang="zh-CN" sz="1600" dirty="0">
                  <a:latin typeface="Times New Roman" panose="02020603050405020304" pitchFamily="18" charset="0"/>
                  <a:ea typeface="楷体_GB2312" pitchFamily="49" charset="-122"/>
                </a:rPr>
                <a:t>→</a:t>
              </a:r>
              <a:r>
                <a:rPr lang="en-US" altLang="zh-CN" sz="1600" i="1" dirty="0">
                  <a:latin typeface="Times New Roman" panose="02020603050405020304" pitchFamily="18" charset="0"/>
                  <a:ea typeface="楷体_GB2312" pitchFamily="49" charset="-122"/>
                </a:rPr>
                <a:t> T</a:t>
              </a:r>
              <a:r>
                <a:rPr lang="en-US" altLang="zh-CN" sz="1600" baseline="-25000" dirty="0">
                  <a:latin typeface="Times New Roman" panose="02020603050405020304" pitchFamily="18" charset="0"/>
                  <a:ea typeface="楷体_GB2312" pitchFamily="49" charset="-122"/>
                </a:rPr>
                <a:t>1 </a:t>
              </a:r>
              <a:r>
                <a:rPr lang="en-US" altLang="zh-CN" sz="1600" dirty="0">
                  <a:latin typeface="Times New Roman" panose="02020603050405020304" pitchFamily="18" charset="0"/>
                  <a:ea typeface="楷体_GB2312" pitchFamily="49" charset="-122"/>
                </a:rPr>
                <a:t>*</a:t>
              </a:r>
              <a:r>
                <a:rPr lang="en-US" altLang="zh-CN" sz="1600" dirty="0">
                  <a:ea typeface="楷体_GB2312" pitchFamily="49" charset="-122"/>
                </a:rPr>
                <a:t> </a:t>
              </a:r>
              <a:r>
                <a:rPr lang="en-US" altLang="zh-CN" sz="1600" i="1" dirty="0">
                  <a:latin typeface="Times New Roman" panose="02020603050405020304" pitchFamily="18" charset="0"/>
                  <a:ea typeface="楷体_GB2312" pitchFamily="49" charset="-122"/>
                </a:rPr>
                <a:t>F      </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T</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a:t>
              </a:r>
              <a:r>
                <a:rPr kumimoji="1" lang="en-US" altLang="zh-CN" sz="16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T</a:t>
              </a:r>
              <a:r>
                <a:rPr kumimoji="1" lang="en-US" altLang="zh-CN" sz="1600" i="1"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1</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a:t>
              </a:r>
              <a:r>
                <a:rPr kumimoji="1" lang="en-US" altLang="zh-CN" sz="16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F</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a:t>
              </a:r>
              <a:r>
                <a:rPr lang="en-US" altLang="zh-CN" sz="1600" dirty="0">
                  <a:latin typeface="Times New Roman" panose="02020603050405020304" pitchFamily="18" charset="0"/>
                  <a:ea typeface="楷体_GB2312" pitchFamily="49" charset="-122"/>
                </a:rPr>
                <a:t>{ </a:t>
              </a:r>
              <a:r>
                <a:rPr lang="en-US" altLang="zh-CN" sz="1600" i="1" dirty="0">
                  <a:latin typeface="Times New Roman" panose="02020603050405020304" pitchFamily="18" charset="0"/>
                  <a:ea typeface="楷体_GB2312" pitchFamily="49" charset="-122"/>
                </a:rPr>
                <a:t>stack</a:t>
              </a:r>
              <a:r>
                <a:rPr kumimoji="1" lang="en-US" altLang="zh-CN" sz="1600" dirty="0">
                  <a:latin typeface="Times New Roman" panose="02020603050405020304" pitchFamily="18" charset="0"/>
                  <a:ea typeface="楷体_GB2312" pitchFamily="49" charset="-122"/>
                </a:rPr>
                <a:t>[</a:t>
              </a:r>
              <a:r>
                <a:rPr kumimoji="1" lang="en-US" altLang="zh-CN" sz="1600" i="1" dirty="0">
                  <a:latin typeface="Times New Roman" panose="02020603050405020304" pitchFamily="18" charset="0"/>
                  <a:ea typeface="楷体_GB2312" pitchFamily="49" charset="-122"/>
                </a:rPr>
                <a:t>top-</a:t>
              </a:r>
              <a:r>
                <a:rPr kumimoji="1" lang="en-US" altLang="zh-CN" sz="1600" dirty="0">
                  <a:latin typeface="Times New Roman" panose="02020603050405020304" pitchFamily="18" charset="0"/>
                  <a:ea typeface="楷体_GB2312" pitchFamily="49" charset="-122"/>
                </a:rPr>
                <a:t>2]</a:t>
              </a:r>
              <a:r>
                <a:rPr lang="en-US" altLang="zh-CN" sz="1600" i="1" dirty="0">
                  <a:latin typeface="Times New Roman" panose="02020603050405020304" pitchFamily="18" charset="0"/>
                  <a:ea typeface="楷体_GB2312" pitchFamily="49" charset="-122"/>
                </a:rPr>
                <a:t>.</a:t>
              </a:r>
              <a:r>
                <a:rPr lang="en-US" altLang="zh-CN" sz="1600" i="1" dirty="0" err="1">
                  <a:latin typeface="Times New Roman" panose="02020603050405020304" pitchFamily="18" charset="0"/>
                  <a:ea typeface="楷体_GB2312" pitchFamily="49" charset="-122"/>
                </a:rPr>
                <a:t>val</a:t>
              </a:r>
              <a:r>
                <a:rPr lang="en-US" altLang="zh-CN" sz="1600" i="1" dirty="0">
                  <a:latin typeface="Times New Roman" panose="02020603050405020304" pitchFamily="18" charset="0"/>
                  <a:ea typeface="楷体_GB2312" pitchFamily="49" charset="-122"/>
                </a:rPr>
                <a:t> = stack</a:t>
              </a:r>
              <a:r>
                <a:rPr kumimoji="1" lang="en-US" altLang="zh-CN" sz="1600" dirty="0">
                  <a:latin typeface="Times New Roman" panose="02020603050405020304" pitchFamily="18" charset="0"/>
                  <a:ea typeface="楷体_GB2312" pitchFamily="49" charset="-122"/>
                </a:rPr>
                <a:t>[</a:t>
              </a:r>
              <a:r>
                <a:rPr kumimoji="1" lang="en-US" altLang="zh-CN" sz="1600" i="1" dirty="0">
                  <a:latin typeface="Times New Roman" panose="02020603050405020304" pitchFamily="18" charset="0"/>
                  <a:ea typeface="楷体_GB2312" pitchFamily="49" charset="-122"/>
                </a:rPr>
                <a:t>top-</a:t>
              </a:r>
              <a:r>
                <a:rPr kumimoji="1" lang="en-US" altLang="zh-CN" sz="1600" dirty="0">
                  <a:latin typeface="Times New Roman" panose="02020603050405020304" pitchFamily="18" charset="0"/>
                  <a:ea typeface="楷体_GB2312" pitchFamily="49" charset="-122"/>
                </a:rPr>
                <a:t>2]</a:t>
              </a:r>
              <a:r>
                <a:rPr lang="en-US" altLang="zh-CN" sz="1600" i="1" dirty="0">
                  <a:latin typeface="Times New Roman" panose="02020603050405020304" pitchFamily="18" charset="0"/>
                  <a:ea typeface="楷体_GB2312" pitchFamily="49" charset="-122"/>
                </a:rPr>
                <a:t>.</a:t>
              </a:r>
              <a:r>
                <a:rPr lang="en-US" altLang="zh-CN" sz="1600" i="1" dirty="0" err="1">
                  <a:latin typeface="Times New Roman" panose="02020603050405020304" pitchFamily="18" charset="0"/>
                  <a:ea typeface="楷体_GB2312" pitchFamily="49" charset="-122"/>
                </a:rPr>
                <a:t>val</a:t>
              </a:r>
              <a:r>
                <a:rPr lang="en-US" altLang="zh-CN" sz="1600" i="1" dirty="0">
                  <a:latin typeface="Times New Roman" panose="02020603050405020304" pitchFamily="18" charset="0"/>
                  <a:ea typeface="楷体_GB2312" pitchFamily="49" charset="-122"/>
                </a:rPr>
                <a:t> </a:t>
              </a:r>
              <a:r>
                <a:rPr kumimoji="1" lang="en-US" altLang="zh-CN" sz="1600" dirty="0">
                  <a:solidFill>
                    <a:srgbClr val="000000"/>
                  </a:solidFill>
                  <a:latin typeface="Times New Roman" panose="02020603050405020304" pitchFamily="18" charset="0"/>
                  <a:sym typeface="Symbol" panose="05050102010706020507" pitchFamily="18" charset="2"/>
                </a:rPr>
                <a:t>× </a:t>
              </a:r>
              <a:r>
                <a:rPr lang="en-US" altLang="zh-CN" sz="1600" i="1" dirty="0">
                  <a:latin typeface="Times New Roman" panose="02020603050405020304" pitchFamily="18" charset="0"/>
                  <a:ea typeface="楷体_GB2312" pitchFamily="49" charset="-122"/>
                </a:rPr>
                <a:t>stack</a:t>
              </a:r>
              <a:r>
                <a:rPr kumimoji="1" lang="en-US" altLang="zh-CN" sz="1600" dirty="0">
                  <a:latin typeface="Times New Roman" panose="02020603050405020304" pitchFamily="18" charset="0"/>
                  <a:ea typeface="楷体_GB2312" pitchFamily="49" charset="-122"/>
                </a:rPr>
                <a:t>[</a:t>
              </a:r>
              <a:r>
                <a:rPr kumimoji="1" lang="en-US" altLang="zh-CN" sz="1600" i="1" dirty="0">
                  <a:latin typeface="Times New Roman" panose="02020603050405020304" pitchFamily="18" charset="0"/>
                  <a:ea typeface="楷体_GB2312" pitchFamily="49" charset="-122"/>
                </a:rPr>
                <a:t>top</a:t>
              </a:r>
              <a:r>
                <a:rPr kumimoji="1" lang="en-US" altLang="zh-CN" sz="1600" dirty="0">
                  <a:latin typeface="Times New Roman" panose="02020603050405020304" pitchFamily="18" charset="0"/>
                  <a:ea typeface="楷体_GB2312" pitchFamily="49" charset="-122"/>
                </a:rPr>
                <a:t>]</a:t>
              </a:r>
              <a:r>
                <a:rPr lang="en-US" altLang="zh-CN" sz="1600" i="1" dirty="0">
                  <a:latin typeface="Times New Roman" panose="02020603050405020304" pitchFamily="18" charset="0"/>
                  <a:ea typeface="楷体_GB2312" pitchFamily="49" charset="-122"/>
                </a:rPr>
                <a:t>.</a:t>
              </a:r>
              <a:r>
                <a:rPr lang="en-US" altLang="zh-CN" sz="1600" i="1" dirty="0" err="1">
                  <a:latin typeface="Times New Roman" panose="02020603050405020304" pitchFamily="18" charset="0"/>
                  <a:ea typeface="楷体_GB2312" pitchFamily="49" charset="-122"/>
                </a:rPr>
                <a:t>val</a:t>
              </a:r>
              <a:r>
                <a:rPr lang="en-US" altLang="zh-CN" sz="1600" i="1" dirty="0">
                  <a:latin typeface="Times New Roman" panose="02020603050405020304" pitchFamily="18" charset="0"/>
                  <a:ea typeface="楷体_GB2312" pitchFamily="49" charset="-122"/>
                </a:rPr>
                <a:t> </a:t>
              </a:r>
              <a:r>
                <a:rPr lang="en-US" altLang="zh-CN" sz="1600" dirty="0">
                  <a:latin typeface="Times New Roman" panose="02020603050405020304" pitchFamily="18" charset="0"/>
                  <a:ea typeface="楷体_GB2312" pitchFamily="49" charset="-122"/>
                </a:rPr>
                <a:t>;</a:t>
              </a:r>
            </a:p>
            <a:p>
              <a:pPr marL="0" lvl="3">
                <a:lnSpc>
                  <a:spcPts val="2000"/>
                </a:lnSpc>
                <a:spcBef>
                  <a:spcPct val="20000"/>
                </a:spcBef>
                <a:buClr>
                  <a:schemeClr val="accent1"/>
                </a:buClr>
                <a:buSzPct val="100000"/>
                <a:defRPr/>
              </a:pPr>
              <a:r>
                <a:rPr lang="en-US" altLang="zh-CN" sz="1600" i="1" dirty="0">
                  <a:latin typeface="Times New Roman" panose="02020603050405020304" pitchFamily="18" charset="0"/>
                  <a:ea typeface="楷体_GB2312" pitchFamily="49" charset="-122"/>
                </a:rPr>
                <a:t>                                   			  top=top-</a:t>
              </a:r>
              <a:r>
                <a:rPr lang="en-US" altLang="zh-CN" sz="1600" dirty="0">
                  <a:latin typeface="Times New Roman" panose="02020603050405020304" pitchFamily="18" charset="0"/>
                  <a:ea typeface="楷体_GB2312" pitchFamily="49" charset="-122"/>
                </a:rPr>
                <a:t>2; }</a:t>
              </a:r>
            </a:p>
            <a:p>
              <a:pPr marL="0" lvl="3">
                <a:lnSpc>
                  <a:spcPts val="2000"/>
                </a:lnSpc>
                <a:spcBef>
                  <a:spcPct val="20000"/>
                </a:spcBef>
                <a:buClr>
                  <a:schemeClr val="accent1"/>
                </a:buClr>
                <a:buSzPct val="100000"/>
                <a:defRPr/>
              </a:pPr>
              <a:r>
                <a:rPr lang="en-US" altLang="zh-CN" sz="1600" dirty="0">
                  <a:latin typeface="Times New Roman" panose="02020603050405020304" pitchFamily="18" charset="0"/>
                  <a:ea typeface="楷体_GB2312" pitchFamily="49" charset="-122"/>
                </a:rPr>
                <a:t>(5)</a:t>
              </a:r>
              <a:r>
                <a:rPr lang="en-US" altLang="zh-CN" sz="1600" i="1" dirty="0">
                  <a:latin typeface="Times New Roman" panose="02020603050405020304" pitchFamily="18" charset="0"/>
                  <a:ea typeface="楷体_GB2312" pitchFamily="49" charset="-122"/>
                </a:rPr>
                <a:t>T  </a:t>
              </a:r>
              <a:r>
                <a:rPr lang="en-US" altLang="zh-CN" sz="1600" dirty="0">
                  <a:latin typeface="Times New Roman" panose="02020603050405020304" pitchFamily="18" charset="0"/>
                  <a:ea typeface="楷体_GB2312" pitchFamily="49" charset="-122"/>
                </a:rPr>
                <a:t>→</a:t>
              </a:r>
              <a:r>
                <a:rPr lang="en-US" altLang="zh-CN" sz="1600" i="1" dirty="0">
                  <a:latin typeface="Times New Roman" panose="02020603050405020304" pitchFamily="18" charset="0"/>
                  <a:ea typeface="楷体_GB2312" pitchFamily="49" charset="-122"/>
                </a:rPr>
                <a:t> F	            </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T</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a:t>
              </a:r>
              <a:r>
                <a:rPr kumimoji="1" lang="en-US" altLang="zh-CN" sz="16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F</a:t>
              </a:r>
              <a:r>
                <a:rPr lang="en-US" altLang="zh-CN" sz="1600" dirty="0" err="1">
                  <a:latin typeface="Times New Roman" pitchFamily="18" charset="0"/>
                  <a:ea typeface="楷体_GB2312" pitchFamily="49" charset="-122"/>
                  <a:cs typeface="Times New Roman" pitchFamily="18" charset="0"/>
                </a:rPr>
                <a:t>.</a:t>
              </a:r>
              <a:r>
                <a:rPr kumimoji="1" lang="en-US" altLang="zh-CN" sz="1600" i="1"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1600" i="1" dirty="0">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err="1">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T.val</a:t>
              </a:r>
              <a:r>
                <a:rPr kumimoji="1" lang="zh-CN" altLang="en-US" sz="1600" i="1" dirty="0">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1600" dirty="0">
                  <a:solidFill>
                    <a:schemeClr val="accent3">
                      <a:lumMod val="50000"/>
                    </a:schemeClr>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入栈还在</a:t>
              </a:r>
              <a:r>
                <a:rPr kumimoji="1" lang="en-US" altLang="zh-CN" sz="1600" i="1" dirty="0" err="1">
                  <a:solidFill>
                    <a:schemeClr val="accent3">
                      <a:lumMod val="50000"/>
                    </a:schemeClr>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F</a:t>
              </a:r>
              <a:r>
                <a:rPr kumimoji="1" lang="en-US" altLang="zh-CN" sz="1600" i="1" dirty="0" err="1">
                  <a:solidFill>
                    <a:schemeClr val="accent3">
                      <a:lumMod val="50000"/>
                    </a:schemeClr>
                  </a:solidFill>
                  <a:latin typeface="Times New Roman" panose="02020603050405020304" pitchFamily="18" charset="0"/>
                  <a:cs typeface="Times New Roman" panose="02020603050405020304" pitchFamily="18" charset="0"/>
                  <a:sym typeface="Symbol" panose="05050102010706020507" pitchFamily="18" charset="2"/>
                </a:rPr>
                <a:t>.val</a:t>
              </a:r>
              <a:r>
                <a:rPr kumimoji="1" lang="zh-CN" altLang="en-US" sz="1600" dirty="0">
                  <a:solidFill>
                    <a:schemeClr val="accent3">
                      <a:lumMod val="50000"/>
                    </a:schemeClr>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的位置，且值相等，无需操作</a:t>
              </a:r>
              <a:endParaRPr lang="en-US" altLang="zh-CN" sz="1600" i="1" dirty="0">
                <a:latin typeface="Times New Roman" panose="02020603050405020304" pitchFamily="18" charset="0"/>
                <a:ea typeface="楷体_GB2312" pitchFamily="49" charset="-122"/>
              </a:endParaRPr>
            </a:p>
            <a:p>
              <a:pPr marL="0" lvl="3">
                <a:lnSpc>
                  <a:spcPts val="2000"/>
                </a:lnSpc>
                <a:spcBef>
                  <a:spcPct val="20000"/>
                </a:spcBef>
                <a:buClr>
                  <a:schemeClr val="accent1"/>
                </a:buClr>
                <a:buSzPct val="100000"/>
                <a:defRPr/>
              </a:pPr>
              <a:r>
                <a:rPr lang="en-US" altLang="zh-CN" sz="1600" dirty="0">
                  <a:latin typeface="Times New Roman" panose="02020603050405020304" pitchFamily="18" charset="0"/>
                  <a:ea typeface="楷体_GB2312" pitchFamily="49" charset="-122"/>
                </a:rPr>
                <a:t>(6)</a:t>
              </a:r>
              <a:r>
                <a:rPr lang="en-US" altLang="zh-CN" sz="1600" i="1" dirty="0">
                  <a:latin typeface="Times New Roman" panose="02020603050405020304" pitchFamily="18" charset="0"/>
                  <a:ea typeface="楷体_GB2312" pitchFamily="49" charset="-122"/>
                </a:rPr>
                <a:t>F  </a:t>
              </a:r>
              <a:r>
                <a:rPr lang="en-US" altLang="zh-CN" sz="1600" dirty="0">
                  <a:latin typeface="Times New Roman" panose="02020603050405020304" pitchFamily="18" charset="0"/>
                  <a:ea typeface="楷体_GB2312" pitchFamily="49" charset="-122"/>
                </a:rPr>
                <a:t>→ ( </a:t>
              </a:r>
              <a:r>
                <a:rPr lang="en-US" altLang="zh-CN" sz="1600" i="1" dirty="0">
                  <a:latin typeface="Times New Roman" panose="02020603050405020304" pitchFamily="18" charset="0"/>
                  <a:ea typeface="楷体_GB2312" pitchFamily="49" charset="-122"/>
                </a:rPr>
                <a:t>E </a:t>
              </a:r>
              <a:r>
                <a:rPr lang="en-US" altLang="zh-CN" sz="1600" dirty="0">
                  <a:latin typeface="Times New Roman" panose="02020603050405020304" pitchFamily="18" charset="0"/>
                  <a:ea typeface="楷体_GB2312" pitchFamily="49" charset="-122"/>
                </a:rPr>
                <a:t>)         </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F</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a:t>
              </a:r>
              <a:r>
                <a:rPr kumimoji="1" lang="en-US" altLang="zh-CN" sz="16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E</a:t>
              </a:r>
              <a:r>
                <a:rPr lang="en-US" altLang="zh-CN" sz="1600" dirty="0">
                  <a:latin typeface="Times New Roman" pitchFamily="18" charset="0"/>
                  <a:ea typeface="楷体_GB2312" pitchFamily="49" charset="-122"/>
                  <a:cs typeface="Times New Roman"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val		</a:t>
              </a:r>
              <a:r>
                <a:rPr lang="en-US" altLang="zh-CN" sz="1600" dirty="0">
                  <a:latin typeface="Times New Roman" panose="02020603050405020304" pitchFamily="18" charset="0"/>
                  <a:ea typeface="楷体_GB2312" pitchFamily="49" charset="-122"/>
                </a:rPr>
                <a:t>{ </a:t>
              </a:r>
              <a:r>
                <a:rPr lang="en-US" altLang="zh-CN" sz="1600" i="1" dirty="0">
                  <a:latin typeface="Times New Roman" panose="02020603050405020304" pitchFamily="18" charset="0"/>
                  <a:ea typeface="楷体_GB2312" pitchFamily="49" charset="-122"/>
                </a:rPr>
                <a:t>stack</a:t>
              </a:r>
              <a:r>
                <a:rPr kumimoji="1" lang="en-US" altLang="zh-CN" sz="1600" dirty="0">
                  <a:latin typeface="Times New Roman" panose="02020603050405020304" pitchFamily="18" charset="0"/>
                  <a:ea typeface="楷体_GB2312" pitchFamily="49" charset="-122"/>
                </a:rPr>
                <a:t>[</a:t>
              </a:r>
              <a:r>
                <a:rPr kumimoji="1" lang="en-US" altLang="zh-CN" sz="1600" i="1" dirty="0">
                  <a:latin typeface="Times New Roman" panose="02020603050405020304" pitchFamily="18" charset="0"/>
                  <a:ea typeface="楷体_GB2312" pitchFamily="49" charset="-122"/>
                </a:rPr>
                <a:t>top-</a:t>
              </a:r>
              <a:r>
                <a:rPr kumimoji="1" lang="en-US" altLang="zh-CN" sz="1600" dirty="0">
                  <a:latin typeface="Times New Roman" panose="02020603050405020304" pitchFamily="18" charset="0"/>
                  <a:ea typeface="楷体_GB2312" pitchFamily="49" charset="-122"/>
                </a:rPr>
                <a:t>2]</a:t>
              </a:r>
              <a:r>
                <a:rPr lang="en-US" altLang="zh-CN" sz="1600" i="1" dirty="0">
                  <a:latin typeface="Times New Roman" panose="02020603050405020304" pitchFamily="18" charset="0"/>
                  <a:ea typeface="楷体_GB2312" pitchFamily="49" charset="-122"/>
                </a:rPr>
                <a:t>.</a:t>
              </a:r>
              <a:r>
                <a:rPr lang="en-US" altLang="zh-CN" sz="1600" i="1" dirty="0" err="1">
                  <a:latin typeface="Times New Roman" panose="02020603050405020304" pitchFamily="18" charset="0"/>
                  <a:ea typeface="楷体_GB2312" pitchFamily="49" charset="-122"/>
                </a:rPr>
                <a:t>val</a:t>
              </a:r>
              <a:r>
                <a:rPr lang="en-US" altLang="zh-CN" sz="1600" i="1" dirty="0">
                  <a:latin typeface="Times New Roman" panose="02020603050405020304" pitchFamily="18" charset="0"/>
                  <a:ea typeface="楷体_GB2312" pitchFamily="49" charset="-122"/>
                </a:rPr>
                <a:t> = stack</a:t>
              </a:r>
              <a:r>
                <a:rPr kumimoji="1" lang="en-US" altLang="zh-CN" sz="1600" dirty="0">
                  <a:latin typeface="Times New Roman" panose="02020603050405020304" pitchFamily="18" charset="0"/>
                  <a:ea typeface="楷体_GB2312" pitchFamily="49" charset="-122"/>
                </a:rPr>
                <a:t>[</a:t>
              </a:r>
              <a:r>
                <a:rPr kumimoji="1" lang="en-US" altLang="zh-CN" sz="1600" i="1" dirty="0">
                  <a:latin typeface="Times New Roman" panose="02020603050405020304" pitchFamily="18" charset="0"/>
                  <a:ea typeface="楷体_GB2312" pitchFamily="49" charset="-122"/>
                </a:rPr>
                <a:t>top-</a:t>
              </a:r>
              <a:r>
                <a:rPr kumimoji="1" lang="en-US" altLang="zh-CN" sz="1600" dirty="0">
                  <a:latin typeface="Times New Roman" panose="02020603050405020304" pitchFamily="18" charset="0"/>
                  <a:ea typeface="楷体_GB2312" pitchFamily="49" charset="-122"/>
                </a:rPr>
                <a:t>1]</a:t>
              </a:r>
              <a:r>
                <a:rPr lang="en-US" altLang="zh-CN" sz="1600" i="1" dirty="0">
                  <a:latin typeface="Times New Roman" panose="02020603050405020304" pitchFamily="18" charset="0"/>
                  <a:ea typeface="楷体_GB2312" pitchFamily="49" charset="-122"/>
                </a:rPr>
                <a:t>.</a:t>
              </a:r>
              <a:r>
                <a:rPr lang="en-US" altLang="zh-CN" sz="1600" i="1" dirty="0" err="1">
                  <a:latin typeface="Times New Roman" panose="02020603050405020304" pitchFamily="18" charset="0"/>
                  <a:ea typeface="楷体_GB2312" pitchFamily="49" charset="-122"/>
                </a:rPr>
                <a:t>val</a:t>
              </a:r>
              <a:r>
                <a:rPr lang="en-US" altLang="zh-CN" sz="1600" dirty="0">
                  <a:latin typeface="Times New Roman" panose="02020603050405020304" pitchFamily="18" charset="0"/>
                  <a:ea typeface="楷体_GB2312" pitchFamily="49" charset="-122"/>
                </a:rPr>
                <a:t>;</a:t>
              </a:r>
            </a:p>
            <a:p>
              <a:pPr marL="0" lvl="3">
                <a:lnSpc>
                  <a:spcPts val="2000"/>
                </a:lnSpc>
                <a:spcBef>
                  <a:spcPct val="20000"/>
                </a:spcBef>
                <a:buClr>
                  <a:schemeClr val="accent1"/>
                </a:buClr>
                <a:buSzPct val="100000"/>
                <a:defRPr/>
              </a:pPr>
              <a:r>
                <a:rPr lang="en-US" altLang="zh-CN" sz="1600" i="1" dirty="0">
                  <a:latin typeface="Times New Roman" panose="02020603050405020304" pitchFamily="18" charset="0"/>
                  <a:ea typeface="楷体_GB2312" pitchFamily="49" charset="-122"/>
                </a:rPr>
                <a:t>                                   			  top=top-</a:t>
              </a:r>
              <a:r>
                <a:rPr lang="en-US" altLang="zh-CN" sz="1600" dirty="0">
                  <a:latin typeface="Times New Roman" panose="02020603050405020304" pitchFamily="18" charset="0"/>
                  <a:ea typeface="楷体_GB2312" pitchFamily="49" charset="-122"/>
                </a:rPr>
                <a:t>2; }</a:t>
              </a:r>
            </a:p>
            <a:p>
              <a:pPr marL="0" lvl="3">
                <a:lnSpc>
                  <a:spcPts val="2000"/>
                </a:lnSpc>
                <a:spcBef>
                  <a:spcPct val="20000"/>
                </a:spcBef>
                <a:buClr>
                  <a:schemeClr val="accent1"/>
                </a:buClr>
                <a:buSzPct val="100000"/>
                <a:defRPr/>
              </a:pPr>
              <a:r>
                <a:rPr lang="en-US" altLang="zh-CN" sz="1600" dirty="0">
                  <a:solidFill>
                    <a:srgbClr val="C00000"/>
                  </a:solidFill>
                  <a:latin typeface="Times New Roman" panose="02020603050405020304" pitchFamily="18" charset="0"/>
                  <a:ea typeface="楷体_GB2312" pitchFamily="49" charset="-122"/>
                </a:rPr>
                <a:t>(7)</a:t>
              </a:r>
              <a:r>
                <a:rPr lang="en-US" altLang="zh-CN" sz="1600" i="1" dirty="0">
                  <a:solidFill>
                    <a:srgbClr val="C00000"/>
                  </a:solidFill>
                  <a:latin typeface="Times New Roman" panose="02020603050405020304" pitchFamily="18" charset="0"/>
                  <a:ea typeface="楷体_GB2312" pitchFamily="49" charset="-122"/>
                </a:rPr>
                <a:t>F </a:t>
              </a:r>
              <a:r>
                <a:rPr lang="en-US" altLang="zh-CN" sz="1600" dirty="0">
                  <a:solidFill>
                    <a:srgbClr val="C00000"/>
                  </a:solidFill>
                  <a:latin typeface="Times New Roman" panose="02020603050405020304" pitchFamily="18" charset="0"/>
                  <a:ea typeface="楷体_GB2312" pitchFamily="49" charset="-122"/>
                </a:rPr>
                <a:t> → digit</a:t>
              </a:r>
              <a:r>
                <a:rPr kumimoji="1" lang="en-US" altLang="zh-CN"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F</a:t>
              </a:r>
              <a:r>
                <a:rPr lang="en-US" altLang="zh-CN" sz="1600" dirty="0">
                  <a:solidFill>
                    <a:srgbClr val="C00000"/>
                  </a:solidFill>
                  <a:latin typeface="Times New Roman" pitchFamily="18" charset="0"/>
                  <a:ea typeface="楷体_GB2312" pitchFamily="49" charset="-122"/>
                  <a:cs typeface="Times New Roman" pitchFamily="18" charset="0"/>
                </a:rPr>
                <a:t>.</a:t>
              </a:r>
              <a:r>
                <a:rPr kumimoji="1" lang="en-US" altLang="zh-CN"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val </a:t>
              </a:r>
              <a:r>
                <a:rPr kumimoji="1" lang="en-US" altLang="zh-CN" sz="16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dirty="0" err="1">
                  <a:solidFill>
                    <a:srgbClr val="C00000"/>
                  </a:solidFill>
                  <a:latin typeface="Times New Roman" panose="02020603050405020304" pitchFamily="18" charset="0"/>
                  <a:cs typeface="Times New Roman" panose="02020603050405020304" pitchFamily="18" charset="0"/>
                  <a:sym typeface="Symbol" panose="05050102010706020507" pitchFamily="18" charset="2"/>
                </a:rPr>
                <a:t>digit</a:t>
              </a:r>
              <a:r>
                <a:rPr lang="en-US" altLang="zh-CN" sz="1600" dirty="0" err="1">
                  <a:solidFill>
                    <a:srgbClr val="C00000"/>
                  </a:solidFill>
                  <a:latin typeface="Times New Roman" pitchFamily="18" charset="0"/>
                  <a:ea typeface="楷体_GB2312" pitchFamily="49" charset="-122"/>
                  <a:cs typeface="Times New Roman" pitchFamily="18" charset="0"/>
                </a:rPr>
                <a:t>.</a:t>
              </a:r>
              <a:r>
                <a:rPr kumimoji="1" lang="en-US" altLang="zh-CN" sz="1600" i="1" dirty="0" err="1">
                  <a:solidFill>
                    <a:srgbClr val="C00000"/>
                  </a:solidFill>
                  <a:latin typeface="Times New Roman" panose="02020603050405020304" pitchFamily="18" charset="0"/>
                  <a:cs typeface="Times New Roman" panose="02020603050405020304" pitchFamily="18" charset="0"/>
                  <a:sym typeface="Symbol" panose="05050102010706020507" pitchFamily="18" charset="2"/>
                </a:rPr>
                <a:t>lexval</a:t>
              </a:r>
              <a:r>
                <a:rPr kumimoji="1" lang="en-US" altLang="zh-CN"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16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1600" i="1" dirty="0" err="1">
                  <a:solidFill>
                    <a:srgbClr val="C00000"/>
                  </a:solidFill>
                  <a:latin typeface="Times New Roman" panose="02020603050405020304" pitchFamily="18" charset="0"/>
                  <a:cs typeface="Times New Roman" panose="02020603050405020304" pitchFamily="18" charset="0"/>
                  <a:sym typeface="Symbol" panose="05050102010706020507" pitchFamily="18" charset="2"/>
                </a:rPr>
                <a:t>F.val</a:t>
              </a:r>
              <a:r>
                <a:rPr kumimoji="1" lang="zh-CN" altLang="en-US" sz="1600" dirty="0">
                  <a:solidFill>
                    <a:srgbClr val="C0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入栈还在</a:t>
              </a:r>
              <a:r>
                <a:rPr kumimoji="1" lang="en-US" altLang="zh-CN" sz="1600" i="1" dirty="0" err="1">
                  <a:solidFill>
                    <a:srgbClr val="C00000"/>
                  </a:solidFill>
                  <a:latin typeface="Times New Roman" panose="02020603050405020304" pitchFamily="18" charset="0"/>
                  <a:cs typeface="Times New Roman" panose="02020603050405020304" pitchFamily="18" charset="0"/>
                  <a:sym typeface="Symbol" panose="05050102010706020507" pitchFamily="18" charset="2"/>
                </a:rPr>
                <a:t>digit.lexval</a:t>
              </a:r>
              <a:r>
                <a:rPr kumimoji="1" lang="zh-CN" altLang="en-US" sz="1600" dirty="0">
                  <a:solidFill>
                    <a:srgbClr val="C0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的位置且值相等无需操作</a:t>
              </a:r>
              <a:endParaRPr lang="en-US" altLang="zh-CN" dirty="0">
                <a:solidFill>
                  <a:srgbClr val="C00000"/>
                </a:solidFill>
                <a:latin typeface="Times New Roman" panose="02020603050405020304" pitchFamily="18" charset="0"/>
                <a:ea typeface="楷体_GB2312" pitchFamily="49" charset="-122"/>
              </a:endParaRPr>
            </a:p>
            <a:p>
              <a:pPr lvl="2">
                <a:spcBef>
                  <a:spcPct val="20000"/>
                </a:spcBef>
                <a:buClr>
                  <a:schemeClr val="accent1"/>
                </a:buClr>
                <a:buSzPct val="100000"/>
                <a:defRPr/>
              </a:pPr>
              <a:endParaRPr lang="zh-CN" altLang="en-US" dirty="0">
                <a:latin typeface="Times New Roman" panose="02020603050405020304" pitchFamily="18" charset="0"/>
                <a:ea typeface="楷体_GB2312" pitchFamily="49" charset="-122"/>
              </a:endParaRPr>
            </a:p>
          </p:txBody>
        </p:sp>
        <p:cxnSp>
          <p:nvCxnSpPr>
            <p:cNvPr id="3" name="直接连接符 2">
              <a:extLst>
                <a:ext uri="{FF2B5EF4-FFF2-40B4-BE49-F238E27FC236}">
                  <a16:creationId xmlns:a16="http://schemas.microsoft.com/office/drawing/2014/main" id="{99F311EA-669A-4C2F-81B8-1EDF66061FE1}"/>
                </a:ext>
              </a:extLst>
            </p:cNvPr>
            <p:cNvCxnSpPr>
              <a:cxnSpLocks/>
            </p:cNvCxnSpPr>
            <p:nvPr/>
          </p:nvCxnSpPr>
          <p:spPr>
            <a:xfrm>
              <a:off x="174552" y="3068825"/>
              <a:ext cx="1127016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516C4545-2ACE-449E-B158-26E001449682}"/>
                </a:ext>
              </a:extLst>
            </p:cNvPr>
            <p:cNvCxnSpPr/>
            <p:nvPr/>
          </p:nvCxnSpPr>
          <p:spPr>
            <a:xfrm>
              <a:off x="2088121" y="2636910"/>
              <a:ext cx="0" cy="45605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0183967-8649-4E2F-872E-06E4040FCC3E}"/>
                </a:ext>
              </a:extLst>
            </p:cNvPr>
            <p:cNvCxnSpPr/>
            <p:nvPr/>
          </p:nvCxnSpPr>
          <p:spPr>
            <a:xfrm>
              <a:off x="4966941" y="3068825"/>
              <a:ext cx="0" cy="41285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a:extLst>
              <a:ext uri="{FF2B5EF4-FFF2-40B4-BE49-F238E27FC236}">
                <a16:creationId xmlns:a16="http://schemas.microsoft.com/office/drawing/2014/main" id="{8401BD38-3B9E-48E8-9E44-F3D34CD323A7}"/>
              </a:ext>
            </a:extLst>
          </p:cNvPr>
          <p:cNvSpPr>
            <a:spLocks noGrp="1"/>
          </p:cNvSpPr>
          <p:nvPr>
            <p:ph type="sldNum" sz="quarter" idx="10"/>
          </p:nvPr>
        </p:nvSpPr>
        <p:spPr/>
        <p:txBody>
          <a:bodyPr/>
          <a:lstStyle/>
          <a:p>
            <a:pPr>
              <a:defRPr/>
            </a:pPr>
            <a:fld id="{8E104948-B687-4A74-87EB-9097C047E113}" type="slidenum">
              <a:rPr lang="zh-CN" altLang="en-US" smtClean="0"/>
              <a:pPr>
                <a:defRPr/>
              </a:pPr>
              <a:t>39</a:t>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a:extLst>
              <a:ext uri="{FF2B5EF4-FFF2-40B4-BE49-F238E27FC236}">
                <a16:creationId xmlns:a16="http://schemas.microsoft.com/office/drawing/2014/main" id="{2327D7F8-089D-49AB-BE4B-633286A7BF0B}"/>
              </a:ext>
            </a:extLst>
          </p:cNvPr>
          <p:cNvSpPr>
            <a:spLocks noGrp="1"/>
          </p:cNvSpPr>
          <p:nvPr>
            <p:ph idx="1"/>
          </p:nvPr>
        </p:nvSpPr>
        <p:spPr>
          <a:xfrm>
            <a:off x="5748338" y="1173163"/>
            <a:ext cx="2019300" cy="317500"/>
          </a:xfrm>
        </p:spPr>
        <p:txBody>
          <a:bodyPr/>
          <a:lstStyle/>
          <a:p>
            <a:pPr marL="0" indent="0">
              <a:spcBef>
                <a:spcPct val="30000"/>
              </a:spcBef>
              <a:buSzTx/>
              <a:buFont typeface="Symbol" panose="05050102010706020507" pitchFamily="18" charset="2"/>
              <a:buNone/>
              <a:defRPr/>
            </a:pPr>
            <a:r>
              <a:rPr lang="zh-CN" altLang="en-US" sz="2100" dirty="0">
                <a:solidFill>
                  <a:srgbClr val="000000"/>
                </a:solidFill>
                <a:cs typeface="Times New Roman" panose="02020603050405020304" pitchFamily="18" charset="0"/>
              </a:rPr>
              <a:t>状态</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符号</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属性</a:t>
            </a:r>
          </a:p>
        </p:txBody>
      </p:sp>
      <p:sp>
        <p:nvSpPr>
          <p:cNvPr id="124932" name="矩形 1">
            <a:extLst>
              <a:ext uri="{FF2B5EF4-FFF2-40B4-BE49-F238E27FC236}">
                <a16:creationId xmlns:a16="http://schemas.microsoft.com/office/drawing/2014/main" id="{5746C222-10A2-48D6-BE42-BB58C711DAEE}"/>
              </a:ext>
            </a:extLst>
          </p:cNvPr>
          <p:cNvSpPr>
            <a:spLocks noChangeArrowheads="1"/>
          </p:cNvSpPr>
          <p:nvPr/>
        </p:nvSpPr>
        <p:spPr bwMode="auto">
          <a:xfrm>
            <a:off x="5715000" y="268288"/>
            <a:ext cx="1959191" cy="415498"/>
          </a:xfrm>
          <a:prstGeom prst="rect">
            <a:avLst/>
          </a:prstGeom>
          <a:noFill/>
          <a:ln w="9525">
            <a:noFill/>
            <a:miter lim="800000"/>
            <a:headEnd/>
            <a:tailEnd/>
          </a:ln>
        </p:spPr>
        <p:txBody>
          <a:bodyPr wrap="none">
            <a:spAutoFit/>
          </a:bodyPr>
          <a:lstStyle/>
          <a:p>
            <a:pPr eaLnBrk="1" hangingPunct="1">
              <a:defRPr/>
            </a:pPr>
            <a:r>
              <a:rPr kumimoji="1" lang="zh-CN" altLang="en-US" sz="2100" dirty="0">
                <a:solidFill>
                  <a:schemeClr val="tx2">
                    <a:lumMod val="60000"/>
                    <a:lumOff val="40000"/>
                  </a:schemeClr>
                </a:solidFill>
                <a:latin typeface="楷体" pitchFamily="49" charset="-122"/>
                <a:ea typeface="楷体" pitchFamily="49" charset="-122"/>
                <a:cs typeface="Times New Roman" pitchFamily="18" charset="0"/>
              </a:rPr>
              <a:t>输入：</a:t>
            </a:r>
            <a:r>
              <a:rPr kumimoji="1" lang="en-US" altLang="zh-CN" sz="2100" dirty="0">
                <a:solidFill>
                  <a:schemeClr val="tx2">
                    <a:lumMod val="60000"/>
                    <a:lumOff val="40000"/>
                  </a:schemeClr>
                </a:solidFill>
                <a:latin typeface="Times New Roman" pitchFamily="18" charset="0"/>
                <a:ea typeface="楷体_GB2312" pitchFamily="49" charset="-122"/>
                <a:cs typeface="Times New Roman" pitchFamily="18" charset="0"/>
              </a:rPr>
              <a:t> 3*5+4 $</a:t>
            </a:r>
            <a:endParaRPr lang="zh-CN" altLang="en-US" sz="21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2" name="矩形 1">
            <a:extLst>
              <a:ext uri="{FF2B5EF4-FFF2-40B4-BE49-F238E27FC236}">
                <a16:creationId xmlns:a16="http://schemas.microsoft.com/office/drawing/2014/main" id="{06BE4968-28A5-42DE-8687-F4C36DB40A9A}"/>
              </a:ext>
            </a:extLst>
          </p:cNvPr>
          <p:cNvSpPr/>
          <p:nvPr/>
        </p:nvSpPr>
        <p:spPr>
          <a:xfrm>
            <a:off x="5797550"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latin typeface="Times New Roman" panose="02020603050405020304" pitchFamily="18" charset="0"/>
                <a:cs typeface="Times New Roman" panose="02020603050405020304" pitchFamily="18" charset="0"/>
              </a:rPr>
              <a:t>0</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3B8FE6ED-76BA-4FC3-BF0E-9138D996BB81}"/>
              </a:ext>
            </a:extLst>
          </p:cNvPr>
          <p:cNvSpPr/>
          <p:nvPr/>
        </p:nvSpPr>
        <p:spPr>
          <a:xfrm>
            <a:off x="6459538" y="1490663"/>
            <a:ext cx="684212"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latin typeface="+mn-ea"/>
                <a:cs typeface="Times New Roman" panose="02020603050405020304" pitchFamily="18" charset="0"/>
              </a:rPr>
              <a:t>$</a:t>
            </a:r>
            <a:endParaRPr lang="zh-CN" altLang="en-US" dirty="0">
              <a:solidFill>
                <a:schemeClr val="tx1"/>
              </a:solidFill>
              <a:latin typeface="+mn-ea"/>
              <a:cs typeface="Times New Roman" panose="02020603050405020304" pitchFamily="18" charset="0"/>
            </a:endParaRPr>
          </a:p>
        </p:txBody>
      </p:sp>
      <p:sp>
        <p:nvSpPr>
          <p:cNvPr id="13" name="矩形 12">
            <a:extLst>
              <a:ext uri="{FF2B5EF4-FFF2-40B4-BE49-F238E27FC236}">
                <a16:creationId xmlns:a16="http://schemas.microsoft.com/office/drawing/2014/main" id="{E592BC91-9040-4D91-BE58-BEA7441499F7}"/>
              </a:ext>
            </a:extLst>
          </p:cNvPr>
          <p:cNvSpPr/>
          <p:nvPr/>
        </p:nvSpPr>
        <p:spPr>
          <a:xfrm>
            <a:off x="7102475"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03813C79-0A3B-4F73-8455-8059E3D8244A}"/>
              </a:ext>
            </a:extLst>
          </p:cNvPr>
          <p:cNvSpPr/>
          <p:nvPr/>
        </p:nvSpPr>
        <p:spPr>
          <a:xfrm>
            <a:off x="57943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latin typeface="Times New Roman" panose="02020603050405020304" pitchFamily="18" charset="0"/>
                <a:cs typeface="Times New Roman" panose="02020603050405020304" pitchFamily="18" charset="0"/>
              </a:rPr>
              <a:t>5</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716DA26-1D92-4450-8815-AED9315E1970}"/>
              </a:ext>
            </a:extLst>
          </p:cNvPr>
          <p:cNvSpPr/>
          <p:nvPr/>
        </p:nvSpPr>
        <p:spPr>
          <a:xfrm>
            <a:off x="64627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latin typeface="Times New Roman" panose="02020603050405020304" pitchFamily="18" charset="0"/>
                <a:cs typeface="Times New Roman" panose="02020603050405020304" pitchFamily="18" charset="0"/>
              </a:rPr>
              <a:t>d</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F372625A-81F1-4C24-9A05-3A14EDCB105F}"/>
              </a:ext>
            </a:extLst>
          </p:cNvPr>
          <p:cNvSpPr/>
          <p:nvPr/>
        </p:nvSpPr>
        <p:spPr>
          <a:xfrm>
            <a:off x="71104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3</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04459" name="图片 20">
            <a:extLst>
              <a:ext uri="{FF2B5EF4-FFF2-40B4-BE49-F238E27FC236}">
                <a16:creationId xmlns:a16="http://schemas.microsoft.com/office/drawing/2014/main" id="{A24D64CE-D012-478B-A5E4-6D318623E3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013" y="2033588"/>
            <a:ext cx="4700587"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40" name="矩形 21">
            <a:extLst>
              <a:ext uri="{FF2B5EF4-FFF2-40B4-BE49-F238E27FC236}">
                <a16:creationId xmlns:a16="http://schemas.microsoft.com/office/drawing/2014/main" id="{829DDB0D-7D6D-4A91-B1A0-9D171F366755}"/>
              </a:ext>
            </a:extLst>
          </p:cNvPr>
          <p:cNvSpPr>
            <a:spLocks noChangeArrowheads="1"/>
          </p:cNvSpPr>
          <p:nvPr/>
        </p:nvSpPr>
        <p:spPr bwMode="auto">
          <a:xfrm>
            <a:off x="0" y="4714875"/>
            <a:ext cx="1325563" cy="415925"/>
          </a:xfrm>
          <a:prstGeom prst="rect">
            <a:avLst/>
          </a:prstGeom>
          <a:noFill/>
          <a:ln w="9525">
            <a:noFill/>
            <a:miter lim="800000"/>
            <a:headEnd/>
            <a:tailEnd/>
          </a:ln>
        </p:spPr>
        <p:txBody>
          <a:bodyPr wrap="none">
            <a:spAutoFit/>
          </a:bodyPr>
          <a:lstStyle/>
          <a:p>
            <a:pPr>
              <a:defRPr/>
            </a:pPr>
            <a:r>
              <a:rPr lang="en-US" altLang="zh-CN" dirty="0">
                <a:solidFill>
                  <a:schemeClr val="tx2">
                    <a:lumMod val="60000"/>
                    <a:lumOff val="40000"/>
                  </a:schemeClr>
                </a:solidFill>
                <a:latin typeface="Times New Roman" pitchFamily="18" charset="0"/>
                <a:ea typeface="华文楷体" pitchFamily="2" charset="-122"/>
                <a:cs typeface="Times New Roman" pitchFamily="18" charset="0"/>
              </a:rPr>
              <a:t>SLR</a:t>
            </a:r>
            <a:r>
              <a:rPr lang="zh-CN" altLang="en-US" dirty="0">
                <a:solidFill>
                  <a:schemeClr val="tx2">
                    <a:lumMod val="60000"/>
                    <a:lumOff val="40000"/>
                  </a:schemeClr>
                </a:solidFill>
                <a:latin typeface="Times New Roman" pitchFamily="18" charset="0"/>
                <a:ea typeface="华文楷体" pitchFamily="2" charset="-122"/>
                <a:cs typeface="Times New Roman" pitchFamily="18" charset="0"/>
              </a:rPr>
              <a:t>自动机</a:t>
            </a:r>
            <a:endParaRPr lang="zh-CN" altLang="en-US" sz="2100" dirty="0">
              <a:solidFill>
                <a:schemeClr val="tx2">
                  <a:lumMod val="60000"/>
                  <a:lumOff val="40000"/>
                </a:schemeClr>
              </a:solidFill>
              <a:latin typeface="Times New Roman" pitchFamily="18" charset="0"/>
              <a:ea typeface="华文楷体" pitchFamily="2" charset="-122"/>
              <a:cs typeface="Times New Roman" pitchFamily="18" charset="0"/>
            </a:endParaRPr>
          </a:p>
        </p:txBody>
      </p:sp>
      <p:sp>
        <p:nvSpPr>
          <p:cNvPr id="20" name="内容占位符 2">
            <a:extLst>
              <a:ext uri="{FF2B5EF4-FFF2-40B4-BE49-F238E27FC236}">
                <a16:creationId xmlns:a16="http://schemas.microsoft.com/office/drawing/2014/main" id="{C58B4091-4C60-406F-AEE0-B7766C4AD4DF}"/>
              </a:ext>
            </a:extLst>
          </p:cNvPr>
          <p:cNvSpPr txBox="1">
            <a:spLocks/>
          </p:cNvSpPr>
          <p:nvPr/>
        </p:nvSpPr>
        <p:spPr bwMode="auto">
          <a:xfrm>
            <a:off x="773113" y="42863"/>
            <a:ext cx="4768850" cy="1990725"/>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chemeClr val="accent1"/>
              </a:buClr>
              <a:buSzPct val="100000"/>
              <a:defRPr/>
            </a:pPr>
            <a:r>
              <a:rPr lang="en-US" altLang="zh-CN" sz="1200" i="1" dirty="0">
                <a:latin typeface="Times New Roman" panose="02020603050405020304" pitchFamily="18" charset="0"/>
                <a:ea typeface="楷体_GB2312" pitchFamily="49" charset="-122"/>
              </a:rPr>
              <a:t>     </a:t>
            </a:r>
            <a:r>
              <a:rPr lang="zh-CN" altLang="en-US" sz="1200" dirty="0">
                <a:latin typeface="华文楷体" panose="02010600040101010101" pitchFamily="2" charset="-122"/>
                <a:ea typeface="华文楷体" panose="02010600040101010101" pitchFamily="2" charset="-122"/>
              </a:rPr>
              <a:t>产生式                        语义动作</a:t>
            </a:r>
            <a:endParaRPr lang="en-US" altLang="zh-CN" sz="1200" i="1" dirty="0">
              <a:latin typeface="Times New Roman" panose="02020603050405020304" pitchFamily="18" charset="0"/>
              <a:ea typeface="楷体_GB2312" pitchFamily="49" charset="-122"/>
            </a:endParaRP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(1)</a:t>
            </a:r>
            <a:r>
              <a:rPr lang="en-US" altLang="zh-CN" sz="1200" i="1" dirty="0">
                <a:latin typeface="Times New Roman" panose="02020603050405020304" pitchFamily="18" charset="0"/>
                <a:ea typeface="楷体_GB2312" pitchFamily="49" charset="-122"/>
              </a:rPr>
              <a:t>E</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dirty="0">
                <a:latin typeface="Times New Roman" panose="02020603050405020304" pitchFamily="18" charset="0"/>
                <a:ea typeface="楷体_GB2312" pitchFamily="49" charset="-122"/>
              </a:rPr>
              <a:t>→ </a:t>
            </a:r>
            <a:r>
              <a:rPr lang="en-US" altLang="zh-CN" sz="1200" i="1" dirty="0">
                <a:latin typeface="Times New Roman" panose="02020603050405020304" pitchFamily="18" charset="0"/>
                <a:ea typeface="楷体_GB2312" pitchFamily="49" charset="-122"/>
              </a:rPr>
              <a:t>E                  </a:t>
            </a:r>
            <a:r>
              <a:rPr lang="en-US" altLang="zh-CN" sz="1200" dirty="0">
                <a:latin typeface="Times New Roman" panose="02020603050405020304" pitchFamily="18" charset="0"/>
                <a:ea typeface="楷体_GB2312" pitchFamily="49" charset="-122"/>
              </a:rPr>
              <a:t>{ print</a:t>
            </a:r>
            <a:r>
              <a:rPr lang="en-US" altLang="zh-CN" sz="1200" i="1" dirty="0">
                <a:latin typeface="Times New Roman" panose="02020603050405020304" pitchFamily="18" charset="0"/>
                <a:ea typeface="楷体_GB2312" pitchFamily="49" charset="-122"/>
              </a:rPr>
              <a:t>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a:t>
            </a:r>
            <a:r>
              <a:rPr lang="en-US" altLang="zh-CN" sz="1200" dirty="0">
                <a:latin typeface="Times New Roman" panose="02020603050405020304" pitchFamily="18" charset="0"/>
                <a:ea typeface="楷体_GB2312" pitchFamily="49" charset="-122"/>
              </a:rPr>
              <a:t>);}</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E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 E</a:t>
            </a:r>
            <a:r>
              <a:rPr lang="en-US" altLang="zh-CN" sz="1200" baseline="-25000" dirty="0">
                <a:latin typeface="Times New Roman" panose="02020603050405020304" pitchFamily="18" charset="0"/>
                <a:ea typeface="楷体_GB2312" pitchFamily="49" charset="-122"/>
              </a:rPr>
              <a:t>1 </a:t>
            </a:r>
            <a:r>
              <a:rPr lang="en-US" altLang="zh-CN" sz="1200" i="1" dirty="0">
                <a:latin typeface="Times New Roman" panose="02020603050405020304" pitchFamily="18" charset="0"/>
                <a:ea typeface="楷体_GB2312" pitchFamily="49" charset="-122"/>
              </a:rPr>
              <a:t>+ T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 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 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a:t>
            </a:r>
            <a:r>
              <a:rPr lang="en-US" altLang="zh-CN" sz="1200" dirty="0">
                <a:latin typeface="Times New Roman" panose="02020603050405020304" pitchFamily="18" charset="0"/>
                <a:ea typeface="楷体_GB2312" pitchFamily="49" charset="-122"/>
              </a:rPr>
              <a:t>;</a:t>
            </a:r>
          </a:p>
          <a:p>
            <a:pPr marL="0" lvl="3">
              <a:lnSpc>
                <a:spcPts val="1125"/>
              </a:lnSpc>
              <a:spcBef>
                <a:spcPct val="20000"/>
              </a:spcBef>
              <a:buClr>
                <a:schemeClr val="accent1"/>
              </a:buClr>
              <a:buSzPct val="100000"/>
              <a:defRPr/>
            </a:pPr>
            <a:r>
              <a:rPr lang="en-US" altLang="zh-CN" sz="1200" i="1" dirty="0">
                <a:latin typeface="Times New Roman" panose="02020603050405020304" pitchFamily="18" charset="0"/>
                <a:ea typeface="楷体_GB2312" pitchFamily="49" charset="-122"/>
              </a:rPr>
              <a:t>                                   top=top-</a:t>
            </a:r>
            <a:r>
              <a:rPr lang="en-US" altLang="zh-CN" sz="1200" dirty="0">
                <a:latin typeface="Times New Roman" panose="02020603050405020304" pitchFamily="18" charset="0"/>
                <a:ea typeface="楷体_GB2312" pitchFamily="49" charset="-122"/>
              </a:rPr>
              <a:t>2; }</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(3)</a:t>
            </a:r>
            <a:r>
              <a:rPr lang="en-US" altLang="zh-CN" sz="1200" i="1" dirty="0">
                <a:latin typeface="Times New Roman" panose="02020603050405020304" pitchFamily="18" charset="0"/>
                <a:ea typeface="楷体_GB2312" pitchFamily="49" charset="-122"/>
              </a:rPr>
              <a:t>E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 T</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(4)</a:t>
            </a:r>
            <a:r>
              <a:rPr lang="en-US" altLang="zh-CN" sz="1200" i="1" dirty="0">
                <a:latin typeface="Times New Roman" panose="02020603050405020304" pitchFamily="18" charset="0"/>
                <a:ea typeface="楷体_GB2312" pitchFamily="49" charset="-122"/>
              </a:rPr>
              <a:t>T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 T</a:t>
            </a:r>
            <a:r>
              <a:rPr lang="en-US" altLang="zh-CN" sz="1200" baseline="-25000" dirty="0">
                <a:latin typeface="Times New Roman" panose="02020603050405020304" pitchFamily="18" charset="0"/>
                <a:ea typeface="楷体_GB2312" pitchFamily="49" charset="-122"/>
              </a:rPr>
              <a:t>1 </a:t>
            </a:r>
            <a:r>
              <a:rPr lang="en-US" altLang="zh-CN" sz="1200" dirty="0">
                <a:latin typeface="Times New Roman" panose="02020603050405020304" pitchFamily="18" charset="0"/>
                <a:ea typeface="楷体_GB2312" pitchFamily="49" charset="-122"/>
              </a:rPr>
              <a:t>*</a:t>
            </a:r>
            <a:r>
              <a:rPr lang="en-US" altLang="zh-CN" sz="1200" dirty="0">
                <a:ea typeface="楷体_GB2312" pitchFamily="49" charset="-122"/>
              </a:rPr>
              <a:t> </a:t>
            </a:r>
            <a:r>
              <a:rPr lang="en-US" altLang="zh-CN" sz="1200" i="1" dirty="0">
                <a:latin typeface="Times New Roman" panose="02020603050405020304" pitchFamily="18" charset="0"/>
                <a:ea typeface="楷体_GB2312" pitchFamily="49" charset="-122"/>
              </a:rPr>
              <a:t>F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 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a:t>
            </a:r>
            <a:r>
              <a:rPr kumimoji="1" lang="en-US" altLang="zh-CN" sz="1200" dirty="0">
                <a:solidFill>
                  <a:srgbClr val="000000"/>
                </a:solidFill>
                <a:latin typeface="Times New Roman" panose="02020603050405020304" pitchFamily="18" charset="0"/>
                <a:sym typeface="Symbol" panose="05050102010706020507" pitchFamily="18" charset="2"/>
              </a:rPr>
              <a:t>× </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a:t>
            </a:r>
            <a:r>
              <a:rPr lang="en-US" altLang="zh-CN" sz="1200" dirty="0">
                <a:latin typeface="Times New Roman" panose="02020603050405020304" pitchFamily="18" charset="0"/>
                <a:ea typeface="楷体_GB2312" pitchFamily="49" charset="-122"/>
              </a:rPr>
              <a:t>;</a:t>
            </a:r>
          </a:p>
          <a:p>
            <a:pPr marL="0" lvl="3">
              <a:lnSpc>
                <a:spcPts val="1125"/>
              </a:lnSpc>
              <a:spcBef>
                <a:spcPct val="20000"/>
              </a:spcBef>
              <a:buClr>
                <a:schemeClr val="accent1"/>
              </a:buClr>
              <a:buSzPct val="100000"/>
              <a:defRPr/>
            </a:pPr>
            <a:r>
              <a:rPr lang="en-US" altLang="zh-CN" sz="1200" i="1" dirty="0">
                <a:latin typeface="Times New Roman" panose="02020603050405020304" pitchFamily="18" charset="0"/>
                <a:ea typeface="楷体_GB2312" pitchFamily="49" charset="-122"/>
              </a:rPr>
              <a:t>                                   top=top-</a:t>
            </a:r>
            <a:r>
              <a:rPr lang="en-US" altLang="zh-CN" sz="1200" dirty="0">
                <a:latin typeface="Times New Roman" panose="02020603050405020304" pitchFamily="18" charset="0"/>
                <a:ea typeface="楷体_GB2312" pitchFamily="49" charset="-122"/>
              </a:rPr>
              <a:t>2; }</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(5)</a:t>
            </a:r>
            <a:r>
              <a:rPr lang="en-US" altLang="zh-CN" sz="1200" i="1" dirty="0">
                <a:latin typeface="Times New Roman" panose="02020603050405020304" pitchFamily="18" charset="0"/>
                <a:ea typeface="楷体_GB2312" pitchFamily="49" charset="-122"/>
              </a:rPr>
              <a:t>T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 F</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(6)</a:t>
            </a:r>
            <a:r>
              <a:rPr lang="en-US" altLang="zh-CN" sz="1200" i="1" dirty="0">
                <a:latin typeface="Times New Roman" panose="02020603050405020304" pitchFamily="18" charset="0"/>
                <a:ea typeface="楷体_GB2312" pitchFamily="49" charset="-122"/>
              </a:rPr>
              <a:t>F  </a:t>
            </a:r>
            <a:r>
              <a:rPr lang="en-US" altLang="zh-CN" sz="1200" dirty="0">
                <a:latin typeface="Times New Roman" panose="02020603050405020304" pitchFamily="18" charset="0"/>
                <a:ea typeface="楷体_GB2312" pitchFamily="49" charset="-122"/>
              </a:rPr>
              <a:t>→ ( </a:t>
            </a:r>
            <a:r>
              <a:rPr lang="en-US" altLang="zh-CN" sz="1200" i="1" dirty="0">
                <a:latin typeface="Times New Roman" panose="02020603050405020304" pitchFamily="18" charset="0"/>
                <a:ea typeface="楷体_GB2312" pitchFamily="49" charset="-122"/>
              </a:rPr>
              <a:t>E </a:t>
            </a:r>
            <a:r>
              <a:rPr lang="en-US" altLang="zh-CN" sz="1200" dirty="0">
                <a:latin typeface="Times New Roman" panose="02020603050405020304" pitchFamily="18" charset="0"/>
                <a:ea typeface="楷体_GB2312" pitchFamily="49" charset="-122"/>
              </a:rPr>
              <a:t>)             {</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 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1]</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dirty="0">
                <a:latin typeface="Times New Roman" panose="02020603050405020304" pitchFamily="18" charset="0"/>
                <a:ea typeface="楷体_GB2312" pitchFamily="49" charset="-122"/>
              </a:rPr>
              <a:t>;</a:t>
            </a:r>
          </a:p>
          <a:p>
            <a:pPr marL="0" lvl="3">
              <a:lnSpc>
                <a:spcPts val="1125"/>
              </a:lnSpc>
              <a:spcBef>
                <a:spcPct val="20000"/>
              </a:spcBef>
              <a:buClr>
                <a:schemeClr val="accent1"/>
              </a:buClr>
              <a:buSzPct val="100000"/>
              <a:defRPr/>
            </a:pPr>
            <a:r>
              <a:rPr lang="en-US" altLang="zh-CN" sz="1200" i="1" dirty="0">
                <a:latin typeface="Times New Roman" panose="02020603050405020304" pitchFamily="18" charset="0"/>
                <a:ea typeface="楷体_GB2312" pitchFamily="49" charset="-122"/>
              </a:rPr>
              <a:t>                                   top=top-</a:t>
            </a:r>
            <a:r>
              <a:rPr lang="en-US" altLang="zh-CN" sz="1200" dirty="0">
                <a:latin typeface="Times New Roman" panose="02020603050405020304" pitchFamily="18" charset="0"/>
                <a:ea typeface="楷体_GB2312" pitchFamily="49" charset="-122"/>
              </a:rPr>
              <a:t>2; }</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(7)</a:t>
            </a:r>
            <a:r>
              <a:rPr lang="en-US" altLang="zh-CN" sz="1200" i="1" dirty="0">
                <a:latin typeface="Times New Roman" panose="02020603050405020304" pitchFamily="18" charset="0"/>
                <a:ea typeface="楷体_GB2312" pitchFamily="49" charset="-122"/>
              </a:rPr>
              <a:t>F </a:t>
            </a:r>
            <a:r>
              <a:rPr lang="en-US" altLang="zh-CN" sz="1200" dirty="0">
                <a:latin typeface="Times New Roman" panose="02020603050405020304" pitchFamily="18" charset="0"/>
                <a:ea typeface="楷体_GB2312" pitchFamily="49" charset="-122"/>
              </a:rPr>
              <a:t> → digit</a:t>
            </a:r>
            <a:endParaRPr lang="zh-CN" altLang="en-US" dirty="0">
              <a:latin typeface="Times New Roman" panose="02020603050405020304" pitchFamily="18" charset="0"/>
              <a:ea typeface="楷体_GB2312" pitchFamily="49" charset="-122"/>
            </a:endParaRPr>
          </a:p>
        </p:txBody>
      </p:sp>
      <p:sp>
        <p:nvSpPr>
          <p:cNvPr id="23" name="Line 41">
            <a:extLst>
              <a:ext uri="{FF2B5EF4-FFF2-40B4-BE49-F238E27FC236}">
                <a16:creationId xmlns:a16="http://schemas.microsoft.com/office/drawing/2014/main" id="{5D4AE432-7948-40C9-A819-5A94A1B669AC}"/>
              </a:ext>
            </a:extLst>
          </p:cNvPr>
          <p:cNvSpPr>
            <a:spLocks noChangeShapeType="1"/>
          </p:cNvSpPr>
          <p:nvPr/>
        </p:nvSpPr>
        <p:spPr bwMode="auto">
          <a:xfrm flipV="1">
            <a:off x="67325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24" name="Line 41">
            <a:extLst>
              <a:ext uri="{FF2B5EF4-FFF2-40B4-BE49-F238E27FC236}">
                <a16:creationId xmlns:a16="http://schemas.microsoft.com/office/drawing/2014/main" id="{0A07D21A-44A7-4D52-AD33-E7F9AF8C313A}"/>
              </a:ext>
            </a:extLst>
          </p:cNvPr>
          <p:cNvSpPr>
            <a:spLocks noChangeShapeType="1"/>
          </p:cNvSpPr>
          <p:nvPr/>
        </p:nvSpPr>
        <p:spPr bwMode="auto">
          <a:xfrm flipV="1">
            <a:off x="6877050"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graphicFrame>
        <p:nvGraphicFramePr>
          <p:cNvPr id="19" name="Group 18">
            <a:extLst>
              <a:ext uri="{FF2B5EF4-FFF2-40B4-BE49-F238E27FC236}">
                <a16:creationId xmlns:a16="http://schemas.microsoft.com/office/drawing/2014/main" id="{AFC28DED-6401-442C-8444-050129A7A11B}"/>
              </a:ext>
            </a:extLst>
          </p:cNvPr>
          <p:cNvGraphicFramePr>
            <a:graphicFrameLocks noGrp="1"/>
          </p:cNvGraphicFramePr>
          <p:nvPr>
            <p:extLst>
              <p:ext uri="{D42A27DB-BD31-4B8C-83A1-F6EECF244321}">
                <p14:modId xmlns:p14="http://schemas.microsoft.com/office/powerpoint/2010/main" val="227188395"/>
              </p:ext>
            </p:extLst>
          </p:nvPr>
        </p:nvGraphicFramePr>
        <p:xfrm>
          <a:off x="7236296" y="3758942"/>
          <a:ext cx="1907703" cy="1371856"/>
        </p:xfrm>
        <a:graphic>
          <a:graphicData uri="http://schemas.openxmlformats.org/drawingml/2006/table">
            <a:tbl>
              <a:tblPr/>
              <a:tblGrid>
                <a:gridCol w="329064">
                  <a:extLst>
                    <a:ext uri="{9D8B030D-6E8A-4147-A177-3AD203B41FA5}">
                      <a16:colId xmlns:a16="http://schemas.microsoft.com/office/drawing/2014/main" val="20000"/>
                    </a:ext>
                  </a:extLst>
                </a:gridCol>
                <a:gridCol w="1578639">
                  <a:extLst>
                    <a:ext uri="{9D8B030D-6E8A-4147-A177-3AD203B41FA5}">
                      <a16:colId xmlns:a16="http://schemas.microsoft.com/office/drawing/2014/main" val="20001"/>
                    </a:ext>
                  </a:extLst>
                </a:gridCol>
              </a:tblGrid>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 name="矩形 1">
            <a:extLst>
              <a:ext uri="{FF2B5EF4-FFF2-40B4-BE49-F238E27FC236}">
                <a16:creationId xmlns:a16="http://schemas.microsoft.com/office/drawing/2014/main" id="{5D3AB76C-46A0-473B-9CEC-8145918C8D76}"/>
              </a:ext>
            </a:extLst>
          </p:cNvPr>
          <p:cNvSpPr>
            <a:spLocks noChangeArrowheads="1"/>
          </p:cNvSpPr>
          <p:nvPr/>
        </p:nvSpPr>
        <p:spPr bwMode="auto">
          <a:xfrm>
            <a:off x="6434065" y="-22315"/>
            <a:ext cx="2206053" cy="400110"/>
          </a:xfrm>
          <a:prstGeom prst="rect">
            <a:avLst/>
          </a:prstGeom>
          <a:noFill/>
          <a:ln w="9525">
            <a:noFill/>
            <a:miter lim="800000"/>
            <a:headEnd/>
            <a:tailEnd/>
          </a:ln>
        </p:spPr>
        <p:txBody>
          <a:bodyPr wrap="none">
            <a:spAutoFit/>
          </a:bodyPr>
          <a:lstStyle/>
          <a:p>
            <a:pPr eaLnBrk="1" hangingPunct="1">
              <a:defRPr/>
            </a:pP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digit*</a:t>
            </a:r>
            <a:r>
              <a:rPr kumimoji="1" lang="en-US" altLang="zh-CN" sz="2000" dirty="0" err="1">
                <a:solidFill>
                  <a:schemeClr val="tx2">
                    <a:lumMod val="60000"/>
                    <a:lumOff val="40000"/>
                  </a:schemeClr>
                </a:solidFill>
                <a:latin typeface="Times New Roman" pitchFamily="18" charset="0"/>
                <a:ea typeface="楷体_GB2312" pitchFamily="49" charset="-122"/>
                <a:cs typeface="Times New Roman" pitchFamily="18" charset="0"/>
              </a:rPr>
              <a:t>digit+digit</a:t>
            </a: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a:t>
            </a:r>
            <a:endParaRPr lang="zh-CN" altLang="en-US" sz="20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3" name="灯片编号占位符 2">
            <a:extLst>
              <a:ext uri="{FF2B5EF4-FFF2-40B4-BE49-F238E27FC236}">
                <a16:creationId xmlns:a16="http://schemas.microsoft.com/office/drawing/2014/main" id="{4942B7D4-BAED-4A57-A4A4-DF36BF7F6266}"/>
              </a:ext>
            </a:extLst>
          </p:cNvPr>
          <p:cNvSpPr>
            <a:spLocks noGrp="1"/>
          </p:cNvSpPr>
          <p:nvPr>
            <p:ph type="sldNum" sz="quarter" idx="10"/>
          </p:nvPr>
        </p:nvSpPr>
        <p:spPr/>
        <p:txBody>
          <a:bodyPr/>
          <a:lstStyle/>
          <a:p>
            <a:pPr>
              <a:defRPr/>
            </a:pPr>
            <a:fld id="{8E104948-B687-4A74-87EB-9097C047E113}" type="slidenum">
              <a:rPr lang="zh-CN" altLang="en-US" smtClean="0"/>
              <a:pPr>
                <a:defRPr/>
              </a:pPr>
              <a:t>40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p:cTn id="7" dur="500" fill="hold"/>
                                        <p:tgtEl>
                                          <p:spTgt spid="4813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813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8131">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16"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ppt_w</p:attrName>
                                        </p:attrNameLst>
                                      </p:cBhvr>
                                      <p:tavLst>
                                        <p:tav tm="0">
                                          <p:val>
                                            <p:fltVal val="0"/>
                                          </p:val>
                                        </p:tav>
                                        <p:tav tm="100000">
                                          <p:val>
                                            <p:strVal val="#ppt_w"/>
                                          </p:val>
                                        </p:tav>
                                      </p:tavLst>
                                    </p:anim>
                                    <p:anim calcmode="lin" valueType="num">
                                      <p:cBhvr>
                                        <p:cTn id="30" dur="500" fill="hold"/>
                                        <p:tgtEl>
                                          <p:spTgt spid="23"/>
                                        </p:tgtEl>
                                        <p:attrNameLst>
                                          <p:attrName>ppt_h</p:attrName>
                                        </p:attrNameLst>
                                      </p:cBhvr>
                                      <p:tavLst>
                                        <p:tav tm="0">
                                          <p:val>
                                            <p:fltVal val="0"/>
                                          </p:val>
                                        </p:tav>
                                        <p:tav tm="100000">
                                          <p:val>
                                            <p:strVal val="#ppt_h"/>
                                          </p:val>
                                        </p:tav>
                                      </p:tavLst>
                                    </p:anim>
                                    <p:animEffect transition="in" filter="fade">
                                      <p:cBhvr>
                                        <p:cTn id="31" dur="500"/>
                                        <p:tgtEl>
                                          <p:spTgt spid="2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500" fill="hold"/>
                                        <p:tgtEl>
                                          <p:spTgt spid="16"/>
                                        </p:tgtEl>
                                        <p:attrNameLst>
                                          <p:attrName>ppt_w</p:attrName>
                                        </p:attrNameLst>
                                      </p:cBhvr>
                                      <p:tavLst>
                                        <p:tav tm="0">
                                          <p:val>
                                            <p:fltVal val="0"/>
                                          </p:val>
                                        </p:tav>
                                        <p:tav tm="100000">
                                          <p:val>
                                            <p:strVal val="#ppt_w"/>
                                          </p:val>
                                        </p:tav>
                                      </p:tavLst>
                                    </p:anim>
                                    <p:anim calcmode="lin" valueType="num">
                                      <p:cBhvr>
                                        <p:cTn id="37" dur="500" fill="hold"/>
                                        <p:tgtEl>
                                          <p:spTgt spid="16"/>
                                        </p:tgtEl>
                                        <p:attrNameLst>
                                          <p:attrName>ppt_h</p:attrName>
                                        </p:attrNameLst>
                                      </p:cBhvr>
                                      <p:tavLst>
                                        <p:tav tm="0">
                                          <p:val>
                                            <p:fltVal val="0"/>
                                          </p:val>
                                        </p:tav>
                                        <p:tav tm="100000">
                                          <p:val>
                                            <p:strVal val="#ppt_h"/>
                                          </p:val>
                                        </p:tav>
                                      </p:tavLst>
                                    </p:anim>
                                    <p:animEffect transition="in" filter="fade">
                                      <p:cBhvr>
                                        <p:cTn id="38" dur="500"/>
                                        <p:tgtEl>
                                          <p:spTgt spid="16"/>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p:cTn id="41" dur="500" fill="hold"/>
                                        <p:tgtEl>
                                          <p:spTgt spid="17"/>
                                        </p:tgtEl>
                                        <p:attrNameLst>
                                          <p:attrName>ppt_w</p:attrName>
                                        </p:attrNameLst>
                                      </p:cBhvr>
                                      <p:tavLst>
                                        <p:tav tm="0">
                                          <p:val>
                                            <p:fltVal val="0"/>
                                          </p:val>
                                        </p:tav>
                                        <p:tav tm="100000">
                                          <p:val>
                                            <p:strVal val="#ppt_w"/>
                                          </p:val>
                                        </p:tav>
                                      </p:tavLst>
                                    </p:anim>
                                    <p:anim calcmode="lin" valueType="num">
                                      <p:cBhvr>
                                        <p:cTn id="42" dur="500" fill="hold"/>
                                        <p:tgtEl>
                                          <p:spTgt spid="17"/>
                                        </p:tgtEl>
                                        <p:attrNameLst>
                                          <p:attrName>ppt_h</p:attrName>
                                        </p:attrNameLst>
                                      </p:cBhvr>
                                      <p:tavLst>
                                        <p:tav tm="0">
                                          <p:val>
                                            <p:fltVal val="0"/>
                                          </p:val>
                                        </p:tav>
                                        <p:tav tm="100000">
                                          <p:val>
                                            <p:strVal val="#ppt_h"/>
                                          </p:val>
                                        </p:tav>
                                      </p:tavLst>
                                    </p:anim>
                                    <p:animEffect transition="in" filter="fade">
                                      <p:cBhvr>
                                        <p:cTn id="43" dur="500"/>
                                        <p:tgtEl>
                                          <p:spTgt spid="17"/>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p:cTn id="46" dur="500" fill="hold"/>
                                        <p:tgtEl>
                                          <p:spTgt spid="18"/>
                                        </p:tgtEl>
                                        <p:attrNameLst>
                                          <p:attrName>ppt_w</p:attrName>
                                        </p:attrNameLst>
                                      </p:cBhvr>
                                      <p:tavLst>
                                        <p:tav tm="0">
                                          <p:val>
                                            <p:fltVal val="0"/>
                                          </p:val>
                                        </p:tav>
                                        <p:tav tm="100000">
                                          <p:val>
                                            <p:strVal val="#ppt_w"/>
                                          </p:val>
                                        </p:tav>
                                      </p:tavLst>
                                    </p:anim>
                                    <p:anim calcmode="lin" valueType="num">
                                      <p:cBhvr>
                                        <p:cTn id="47" dur="500" fill="hold"/>
                                        <p:tgtEl>
                                          <p:spTgt spid="18"/>
                                        </p:tgtEl>
                                        <p:attrNameLst>
                                          <p:attrName>ppt_h</p:attrName>
                                        </p:attrNameLst>
                                      </p:cBhvr>
                                      <p:tavLst>
                                        <p:tav tm="0">
                                          <p:val>
                                            <p:fltVal val="0"/>
                                          </p:val>
                                        </p:tav>
                                        <p:tav tm="100000">
                                          <p:val>
                                            <p:strVal val="#ppt_h"/>
                                          </p:val>
                                        </p:tav>
                                      </p:tavLst>
                                    </p:anim>
                                    <p:animEffect transition="in" filter="fade">
                                      <p:cBhvr>
                                        <p:cTn id="48" dur="500"/>
                                        <p:tgtEl>
                                          <p:spTgt spid="1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16"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p:cTn id="53" dur="500" fill="hold"/>
                                        <p:tgtEl>
                                          <p:spTgt spid="24"/>
                                        </p:tgtEl>
                                        <p:attrNameLst>
                                          <p:attrName>ppt_w</p:attrName>
                                        </p:attrNameLst>
                                      </p:cBhvr>
                                      <p:tavLst>
                                        <p:tav tm="0">
                                          <p:val>
                                            <p:fltVal val="0"/>
                                          </p:val>
                                        </p:tav>
                                        <p:tav tm="100000">
                                          <p:val>
                                            <p:strVal val="#ppt_w"/>
                                          </p:val>
                                        </p:tav>
                                      </p:tavLst>
                                    </p:anim>
                                    <p:anim calcmode="lin" valueType="num">
                                      <p:cBhvr>
                                        <p:cTn id="54" dur="500" fill="hold"/>
                                        <p:tgtEl>
                                          <p:spTgt spid="24"/>
                                        </p:tgtEl>
                                        <p:attrNameLst>
                                          <p:attrName>ppt_h</p:attrName>
                                        </p:attrNameLst>
                                      </p:cBhvr>
                                      <p:tavLst>
                                        <p:tav tm="0">
                                          <p:val>
                                            <p:fltVal val="0"/>
                                          </p:val>
                                        </p:tav>
                                        <p:tav tm="100000">
                                          <p:val>
                                            <p:strVal val="#ppt_h"/>
                                          </p:val>
                                        </p:tav>
                                      </p:tavLst>
                                    </p:anim>
                                    <p:animEffect transition="in" filter="fade">
                                      <p:cBhvr>
                                        <p:cTn id="55" dur="500"/>
                                        <p:tgtEl>
                                          <p:spTgt spid="2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3" presetClass="exit" presetSubtype="32" fill="hold" grpId="1" nodeType="clickEffect">
                                  <p:stCondLst>
                                    <p:cond delay="0"/>
                                  </p:stCondLst>
                                  <p:childTnLst>
                                    <p:anim calcmode="lin" valueType="num">
                                      <p:cBhvr>
                                        <p:cTn id="59" dur="500"/>
                                        <p:tgtEl>
                                          <p:spTgt spid="17"/>
                                        </p:tgtEl>
                                        <p:attrNameLst>
                                          <p:attrName>ppt_w</p:attrName>
                                        </p:attrNameLst>
                                      </p:cBhvr>
                                      <p:tavLst>
                                        <p:tav tm="0">
                                          <p:val>
                                            <p:strVal val="ppt_w"/>
                                          </p:val>
                                        </p:tav>
                                        <p:tav tm="100000">
                                          <p:val>
                                            <p:fltVal val="0"/>
                                          </p:val>
                                        </p:tav>
                                      </p:tavLst>
                                    </p:anim>
                                    <p:anim calcmode="lin" valueType="num">
                                      <p:cBhvr>
                                        <p:cTn id="60" dur="500"/>
                                        <p:tgtEl>
                                          <p:spTgt spid="17"/>
                                        </p:tgtEl>
                                        <p:attrNameLst>
                                          <p:attrName>ppt_h</p:attrName>
                                        </p:attrNameLst>
                                      </p:cBhvr>
                                      <p:tavLst>
                                        <p:tav tm="0">
                                          <p:val>
                                            <p:strVal val="ppt_h"/>
                                          </p:val>
                                        </p:tav>
                                        <p:tav tm="100000">
                                          <p:val>
                                            <p:fltVal val="0"/>
                                          </p:val>
                                        </p:tav>
                                      </p:tavLst>
                                    </p:anim>
                                    <p:animEffect transition="out" filter="fade">
                                      <p:cBhvr>
                                        <p:cTn id="61" dur="500"/>
                                        <p:tgtEl>
                                          <p:spTgt spid="17"/>
                                        </p:tgtEl>
                                      </p:cBhvr>
                                    </p:animEffect>
                                    <p:set>
                                      <p:cBhvr>
                                        <p:cTn id="62" dur="1" fill="hold">
                                          <p:stCondLst>
                                            <p:cond delay="499"/>
                                          </p:stCondLst>
                                        </p:cTn>
                                        <p:tgtEl>
                                          <p:spTgt spid="17"/>
                                        </p:tgtEl>
                                        <p:attrNameLst>
                                          <p:attrName>style.visibility</p:attrName>
                                        </p:attrNameLst>
                                      </p:cBhvr>
                                      <p:to>
                                        <p:strVal val="hidden"/>
                                      </p:to>
                                    </p:set>
                                  </p:childTnLst>
                                </p:cTn>
                              </p:par>
                              <p:par>
                                <p:cTn id="63" presetID="53" presetClass="exit" presetSubtype="32" fill="hold" grpId="1" nodeType="withEffect">
                                  <p:stCondLst>
                                    <p:cond delay="0"/>
                                  </p:stCondLst>
                                  <p:childTnLst>
                                    <p:anim calcmode="lin" valueType="num">
                                      <p:cBhvr>
                                        <p:cTn id="64" dur="500"/>
                                        <p:tgtEl>
                                          <p:spTgt spid="16"/>
                                        </p:tgtEl>
                                        <p:attrNameLst>
                                          <p:attrName>ppt_w</p:attrName>
                                        </p:attrNameLst>
                                      </p:cBhvr>
                                      <p:tavLst>
                                        <p:tav tm="0">
                                          <p:val>
                                            <p:strVal val="ppt_w"/>
                                          </p:val>
                                        </p:tav>
                                        <p:tav tm="100000">
                                          <p:val>
                                            <p:fltVal val="0"/>
                                          </p:val>
                                        </p:tav>
                                      </p:tavLst>
                                    </p:anim>
                                    <p:anim calcmode="lin" valueType="num">
                                      <p:cBhvr>
                                        <p:cTn id="65" dur="500"/>
                                        <p:tgtEl>
                                          <p:spTgt spid="16"/>
                                        </p:tgtEl>
                                        <p:attrNameLst>
                                          <p:attrName>ppt_h</p:attrName>
                                        </p:attrNameLst>
                                      </p:cBhvr>
                                      <p:tavLst>
                                        <p:tav tm="0">
                                          <p:val>
                                            <p:strVal val="ppt_h"/>
                                          </p:val>
                                        </p:tav>
                                        <p:tav tm="100000">
                                          <p:val>
                                            <p:fltVal val="0"/>
                                          </p:val>
                                        </p:tav>
                                      </p:tavLst>
                                    </p:anim>
                                    <p:animEffect transition="out" filter="fade">
                                      <p:cBhvr>
                                        <p:cTn id="66" dur="500"/>
                                        <p:tgtEl>
                                          <p:spTgt spid="16"/>
                                        </p:tgtEl>
                                      </p:cBhvr>
                                    </p:animEffect>
                                    <p:set>
                                      <p:cBhvr>
                                        <p:cTn id="6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13" grpId="0" animBg="1"/>
      <p:bldP spid="16" grpId="0" animBg="1"/>
      <p:bldP spid="16" grpId="1" animBg="1"/>
      <p:bldP spid="17" grpId="0" animBg="1"/>
      <p:bldP spid="17" grpId="1" animBg="1"/>
      <p:bldP spid="1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a:extLst>
              <a:ext uri="{FF2B5EF4-FFF2-40B4-BE49-F238E27FC236}">
                <a16:creationId xmlns:a16="http://schemas.microsoft.com/office/drawing/2014/main" id="{B6BF04A0-59F1-4BD8-A678-4A659B10E097}"/>
              </a:ext>
            </a:extLst>
          </p:cNvPr>
          <p:cNvSpPr>
            <a:spLocks noGrp="1"/>
          </p:cNvSpPr>
          <p:nvPr>
            <p:ph idx="1"/>
          </p:nvPr>
        </p:nvSpPr>
        <p:spPr>
          <a:xfrm>
            <a:off x="5748338" y="1173163"/>
            <a:ext cx="2019300" cy="317500"/>
          </a:xfrm>
        </p:spPr>
        <p:txBody>
          <a:bodyPr/>
          <a:lstStyle/>
          <a:p>
            <a:pPr marL="0" indent="0">
              <a:spcBef>
                <a:spcPct val="30000"/>
              </a:spcBef>
              <a:buSzTx/>
              <a:buFont typeface="Symbol" panose="05050102010706020507" pitchFamily="18" charset="2"/>
              <a:buNone/>
              <a:defRPr/>
            </a:pPr>
            <a:r>
              <a:rPr lang="zh-CN" altLang="en-US" sz="2100" dirty="0">
                <a:solidFill>
                  <a:srgbClr val="000000"/>
                </a:solidFill>
                <a:cs typeface="Times New Roman" panose="02020603050405020304" pitchFamily="18" charset="0"/>
              </a:rPr>
              <a:t>状态 </a:t>
            </a:r>
            <a:r>
              <a:rPr lang="en-US" altLang="zh-CN" sz="2100" dirty="0">
                <a:solidFill>
                  <a:srgbClr val="000000"/>
                </a:solidFill>
                <a:cs typeface="Times New Roman" panose="02020603050405020304" pitchFamily="18" charset="0"/>
              </a:rPr>
              <a:t>/</a:t>
            </a:r>
            <a:r>
              <a:rPr lang="zh-CN" altLang="en-US" sz="2100" dirty="0">
                <a:solidFill>
                  <a:srgbClr val="000000"/>
                </a:solidFill>
                <a:cs typeface="Times New Roman" panose="02020603050405020304" pitchFamily="18" charset="0"/>
              </a:rPr>
              <a:t>符号</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属性</a:t>
            </a:r>
          </a:p>
        </p:txBody>
      </p:sp>
      <p:sp>
        <p:nvSpPr>
          <p:cNvPr id="106499" name="Rectangle 2">
            <a:extLst>
              <a:ext uri="{FF2B5EF4-FFF2-40B4-BE49-F238E27FC236}">
                <a16:creationId xmlns:a16="http://schemas.microsoft.com/office/drawing/2014/main" id="{837C990E-456C-435A-A623-C96449CA83A5}"/>
              </a:ext>
            </a:extLst>
          </p:cNvPr>
          <p:cNvSpPr>
            <a:spLocks noGrp="1"/>
          </p:cNvSpPr>
          <p:nvPr>
            <p:ph type="title"/>
          </p:nvPr>
        </p:nvSpPr>
        <p:spPr>
          <a:xfrm>
            <a:off x="755650" y="268288"/>
            <a:ext cx="7931150" cy="358775"/>
          </a:xfrm>
        </p:spPr>
        <p:txBody>
          <a:bodyPr/>
          <a:lstStyle/>
          <a:p>
            <a:pPr eaLnBrk="1" hangingPunct="1"/>
            <a:r>
              <a:rPr kumimoji="1" lang="zh-CN" altLang="en-US">
                <a:solidFill>
                  <a:schemeClr val="folHlink"/>
                </a:solidFill>
                <a:latin typeface="楷体" panose="02010609060101010101" pitchFamily="49" charset="-122"/>
                <a:cs typeface="Times New Roman" panose="02020603050405020304" pitchFamily="18" charset="0"/>
              </a:rPr>
              <a:t>例</a:t>
            </a:r>
          </a:p>
        </p:txBody>
      </p:sp>
      <p:sp>
        <p:nvSpPr>
          <p:cNvPr id="126980" name="矩形 1">
            <a:extLst>
              <a:ext uri="{FF2B5EF4-FFF2-40B4-BE49-F238E27FC236}">
                <a16:creationId xmlns:a16="http://schemas.microsoft.com/office/drawing/2014/main" id="{B5D87A9C-5799-4D39-8518-625D36BAAF08}"/>
              </a:ext>
            </a:extLst>
          </p:cNvPr>
          <p:cNvSpPr>
            <a:spLocks noChangeArrowheads="1"/>
          </p:cNvSpPr>
          <p:nvPr/>
        </p:nvSpPr>
        <p:spPr bwMode="auto">
          <a:xfrm>
            <a:off x="5715000" y="268288"/>
            <a:ext cx="2019297" cy="414337"/>
          </a:xfrm>
          <a:prstGeom prst="rect">
            <a:avLst/>
          </a:prstGeom>
          <a:noFill/>
          <a:ln w="9525">
            <a:noFill/>
            <a:miter lim="800000"/>
            <a:headEnd/>
            <a:tailEnd/>
          </a:ln>
        </p:spPr>
        <p:txBody>
          <a:bodyPr wrap="square">
            <a:spAutoFit/>
          </a:bodyPr>
          <a:lstStyle/>
          <a:p>
            <a:pPr eaLnBrk="1" hangingPunct="1">
              <a:defRPr/>
            </a:pPr>
            <a:r>
              <a:rPr kumimoji="1" lang="zh-CN" altLang="en-US" sz="2100" dirty="0">
                <a:solidFill>
                  <a:schemeClr val="tx2">
                    <a:lumMod val="60000"/>
                    <a:lumOff val="40000"/>
                  </a:schemeClr>
                </a:solidFill>
                <a:latin typeface="楷体" pitchFamily="49" charset="-122"/>
                <a:ea typeface="楷体" pitchFamily="49" charset="-122"/>
                <a:cs typeface="Times New Roman" pitchFamily="18" charset="0"/>
              </a:rPr>
              <a:t>输入：</a:t>
            </a:r>
            <a:r>
              <a:rPr kumimoji="1" lang="en-US" altLang="zh-CN" sz="2100" dirty="0">
                <a:solidFill>
                  <a:schemeClr val="tx2">
                    <a:lumMod val="60000"/>
                    <a:lumOff val="40000"/>
                  </a:schemeClr>
                </a:solidFill>
                <a:latin typeface="Times New Roman" pitchFamily="18" charset="0"/>
                <a:ea typeface="楷体_GB2312" pitchFamily="49" charset="-122"/>
                <a:cs typeface="Times New Roman" pitchFamily="18" charset="0"/>
              </a:rPr>
              <a:t> 3*5+4 $</a:t>
            </a:r>
            <a:endParaRPr lang="zh-CN" altLang="en-US" sz="21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2" name="矩形 1">
            <a:extLst>
              <a:ext uri="{FF2B5EF4-FFF2-40B4-BE49-F238E27FC236}">
                <a16:creationId xmlns:a16="http://schemas.microsoft.com/office/drawing/2014/main" id="{57DEE6F1-7BE3-4849-92E7-382BCA7D9A6D}"/>
              </a:ext>
            </a:extLst>
          </p:cNvPr>
          <p:cNvSpPr/>
          <p:nvPr/>
        </p:nvSpPr>
        <p:spPr>
          <a:xfrm>
            <a:off x="5797550"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9F2EF9FB-E660-4804-9676-80B3A3947014}"/>
              </a:ext>
            </a:extLst>
          </p:cNvPr>
          <p:cNvSpPr/>
          <p:nvPr/>
        </p:nvSpPr>
        <p:spPr>
          <a:xfrm>
            <a:off x="6459538" y="1490663"/>
            <a:ext cx="684212"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mn-ea"/>
                <a:cs typeface="Times New Roman" panose="02020603050405020304" pitchFamily="18" charset="0"/>
              </a:rPr>
              <a:t>$</a:t>
            </a:r>
            <a:endParaRPr lang="zh-CN" altLang="en-US" dirty="0">
              <a:solidFill>
                <a:prstClr val="black"/>
              </a:solidFill>
              <a:latin typeface="+mn-ea"/>
              <a:cs typeface="Times New Roman" panose="02020603050405020304" pitchFamily="18" charset="0"/>
            </a:endParaRPr>
          </a:p>
        </p:txBody>
      </p:sp>
      <p:sp>
        <p:nvSpPr>
          <p:cNvPr id="13" name="矩形 12">
            <a:extLst>
              <a:ext uri="{FF2B5EF4-FFF2-40B4-BE49-F238E27FC236}">
                <a16:creationId xmlns:a16="http://schemas.microsoft.com/office/drawing/2014/main" id="{35DF04A3-5A90-4B3D-B9E4-5A9B47212D99}"/>
              </a:ext>
            </a:extLst>
          </p:cNvPr>
          <p:cNvSpPr/>
          <p:nvPr/>
        </p:nvSpPr>
        <p:spPr>
          <a:xfrm>
            <a:off x="7102475"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6228C7F8-73FD-4D08-8E81-CC6B2BBEF8B1}"/>
              </a:ext>
            </a:extLst>
          </p:cNvPr>
          <p:cNvSpPr/>
          <p:nvPr/>
        </p:nvSpPr>
        <p:spPr>
          <a:xfrm>
            <a:off x="57943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3</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C4EB4EE4-0D4A-4EB2-9F86-D771B31C41B2}"/>
              </a:ext>
            </a:extLst>
          </p:cNvPr>
          <p:cNvSpPr/>
          <p:nvPr/>
        </p:nvSpPr>
        <p:spPr>
          <a:xfrm>
            <a:off x="64627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i="1" dirty="0">
                <a:solidFill>
                  <a:prstClr val="black"/>
                </a:solidFill>
                <a:latin typeface="Times New Roman" panose="02020603050405020304" pitchFamily="18" charset="0"/>
                <a:cs typeface="Times New Roman" panose="02020603050405020304" pitchFamily="18" charset="0"/>
              </a:rPr>
              <a:t>F</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C73C778E-37C1-4707-A212-73D4BB9F6E9C}"/>
              </a:ext>
            </a:extLst>
          </p:cNvPr>
          <p:cNvSpPr/>
          <p:nvPr/>
        </p:nvSpPr>
        <p:spPr>
          <a:xfrm>
            <a:off x="71104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3</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06507" name="图片 20">
            <a:extLst>
              <a:ext uri="{FF2B5EF4-FFF2-40B4-BE49-F238E27FC236}">
                <a16:creationId xmlns:a16="http://schemas.microsoft.com/office/drawing/2014/main" id="{3F8E977A-C7B7-45C6-8E37-F54074137E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013" y="2033588"/>
            <a:ext cx="4700587"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8" name="矩形 21">
            <a:extLst>
              <a:ext uri="{FF2B5EF4-FFF2-40B4-BE49-F238E27FC236}">
                <a16:creationId xmlns:a16="http://schemas.microsoft.com/office/drawing/2014/main" id="{43FED8F3-3A38-4841-81CB-C7E89FBAA0E8}"/>
              </a:ext>
            </a:extLst>
          </p:cNvPr>
          <p:cNvSpPr>
            <a:spLocks noChangeArrowheads="1"/>
          </p:cNvSpPr>
          <p:nvPr/>
        </p:nvSpPr>
        <p:spPr bwMode="auto">
          <a:xfrm>
            <a:off x="0" y="4714875"/>
            <a:ext cx="1325563" cy="415925"/>
          </a:xfrm>
          <a:prstGeom prst="rect">
            <a:avLst/>
          </a:prstGeom>
          <a:noFill/>
          <a:ln w="9525">
            <a:noFill/>
            <a:miter lim="800000"/>
            <a:headEnd/>
            <a:tailEnd/>
          </a:ln>
        </p:spPr>
        <p:txBody>
          <a:bodyPr wrap="none">
            <a:spAutoFit/>
          </a:bodyPr>
          <a:lstStyle/>
          <a:p>
            <a:pPr>
              <a:defRPr/>
            </a:pPr>
            <a:r>
              <a:rPr lang="en-US" altLang="zh-CN" dirty="0">
                <a:solidFill>
                  <a:schemeClr val="tx2">
                    <a:lumMod val="60000"/>
                    <a:lumOff val="40000"/>
                  </a:schemeClr>
                </a:solidFill>
                <a:latin typeface="Times New Roman" pitchFamily="18" charset="0"/>
                <a:ea typeface="华文楷体" pitchFamily="2" charset="-122"/>
                <a:cs typeface="Times New Roman" pitchFamily="18" charset="0"/>
              </a:rPr>
              <a:t>SLR</a:t>
            </a:r>
            <a:r>
              <a:rPr lang="zh-CN" altLang="en-US" dirty="0">
                <a:solidFill>
                  <a:schemeClr val="tx2">
                    <a:lumMod val="60000"/>
                    <a:lumOff val="40000"/>
                  </a:schemeClr>
                </a:solidFill>
                <a:latin typeface="Times New Roman" pitchFamily="18" charset="0"/>
                <a:ea typeface="华文楷体" pitchFamily="2" charset="-122"/>
                <a:cs typeface="Times New Roman" pitchFamily="18" charset="0"/>
              </a:rPr>
              <a:t>自动机</a:t>
            </a:r>
            <a:endParaRPr lang="zh-CN" altLang="en-US" sz="2100" dirty="0">
              <a:solidFill>
                <a:schemeClr val="tx2">
                  <a:lumMod val="60000"/>
                  <a:lumOff val="40000"/>
                </a:schemeClr>
              </a:solidFill>
              <a:latin typeface="Times New Roman" pitchFamily="18" charset="0"/>
              <a:ea typeface="华文楷体" pitchFamily="2" charset="-122"/>
              <a:cs typeface="Times New Roman" pitchFamily="18" charset="0"/>
            </a:endParaRPr>
          </a:p>
        </p:txBody>
      </p:sp>
      <p:sp>
        <p:nvSpPr>
          <p:cNvPr id="20" name="内容占位符 2">
            <a:extLst>
              <a:ext uri="{FF2B5EF4-FFF2-40B4-BE49-F238E27FC236}">
                <a16:creationId xmlns:a16="http://schemas.microsoft.com/office/drawing/2014/main" id="{688372B7-3E4A-4299-A7FC-FEEEBBD0CB2A}"/>
              </a:ext>
            </a:extLst>
          </p:cNvPr>
          <p:cNvSpPr txBox="1">
            <a:spLocks/>
          </p:cNvSpPr>
          <p:nvPr/>
        </p:nvSpPr>
        <p:spPr bwMode="auto">
          <a:xfrm>
            <a:off x="773113" y="42863"/>
            <a:ext cx="4768850" cy="1990725"/>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a:t>
            </a:r>
            <a:r>
              <a:rPr lang="zh-CN" altLang="en-US" sz="1200">
                <a:solidFill>
                  <a:prstClr val="black"/>
                </a:solidFill>
                <a:latin typeface="华文楷体" panose="02010600040101010101" pitchFamily="2" charset="-122"/>
                <a:ea typeface="华文楷体" panose="02010600040101010101" pitchFamily="2" charset="-122"/>
              </a:rPr>
              <a:t>产生式                        语义动作</a:t>
            </a:r>
            <a:endParaRPr lang="en-US" altLang="zh-CN" sz="1200" i="1">
              <a:solidFill>
                <a:prstClr val="black"/>
              </a:solidFill>
              <a:latin typeface="Times New Roman" panose="02020603050405020304" pitchFamily="18" charset="0"/>
              <a:ea typeface="楷体_GB2312" pitchFamily="49" charset="-122"/>
            </a:endParaRP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E</a:t>
            </a:r>
            <a:r>
              <a:rPr lang="en-US" altLang="zh-CN" sz="1200" i="1">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print</a:t>
            </a:r>
            <a:r>
              <a:rPr lang="en-US" altLang="zh-CN" sz="1200" i="1">
                <a:solidFill>
                  <a:prstClr val="black"/>
                </a:solidFill>
                <a:latin typeface="Times New Roman" panose="02020603050405020304" pitchFamily="18" charset="0"/>
                <a:ea typeface="楷体_GB2312" pitchFamily="49" charset="-122"/>
              </a:rPr>
              <a: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E</a:t>
            </a:r>
            <a:r>
              <a:rPr lang="en-US" altLang="zh-CN" sz="1200" baseline="-25000">
                <a:solidFill>
                  <a:prstClr val="black"/>
                </a:solidFill>
                <a:latin typeface="Times New Roman" panose="02020603050405020304" pitchFamily="18" charset="0"/>
                <a:ea typeface="楷体_GB2312" pitchFamily="49" charset="-122"/>
              </a:rPr>
              <a:t>1 </a:t>
            </a:r>
            <a:r>
              <a:rPr lang="en-US" altLang="zh-CN" sz="1200" i="1">
                <a:solidFill>
                  <a:prstClr val="black"/>
                </a:solidFill>
                <a:latin typeface="Times New Roman" panose="02020603050405020304" pitchFamily="18" charset="0"/>
                <a:ea typeface="楷体_GB2312" pitchFamily="49" charset="-122"/>
              </a:rPr>
              <a:t>+ 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(3)</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(4)</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r>
              <a:rPr lang="en-US" altLang="zh-CN" sz="1200" baseline="-25000">
                <a:solidFill>
                  <a:prstClr val="black"/>
                </a:solidFill>
                <a:latin typeface="Times New Roman" panose="02020603050405020304" pitchFamily="18" charset="0"/>
                <a:ea typeface="楷体_GB2312" pitchFamily="49" charset="-122"/>
              </a:rPr>
              <a:t>1 </a:t>
            </a:r>
            <a:r>
              <a:rPr lang="en-US" altLang="zh-CN" sz="1200">
                <a:solidFill>
                  <a:prstClr val="black"/>
                </a:solidFill>
                <a:latin typeface="Times New Roman" panose="02020603050405020304" pitchFamily="18" charset="0"/>
                <a:ea typeface="楷体_GB2312" pitchFamily="49" charset="-122"/>
              </a:rPr>
              <a:t>*</a:t>
            </a:r>
            <a:r>
              <a:rPr lang="en-US" altLang="zh-CN" sz="1200">
                <a:solidFill>
                  <a:prstClr val="black"/>
                </a:solidFill>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a:t>
            </a:r>
            <a:r>
              <a:rPr kumimoji="1" lang="en-US" altLang="zh-CN" sz="1200">
                <a:solidFill>
                  <a:srgbClr val="000000"/>
                </a:solidFill>
                <a:latin typeface="Times New Roman" panose="02020603050405020304" pitchFamily="18" charset="0"/>
                <a:sym typeface="Symbol" panose="05050102010706020507" pitchFamily="18" charset="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(5)</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F</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(6)</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.val</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(7)</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digit</a:t>
            </a:r>
          </a:p>
          <a:p>
            <a:pPr marL="0" lvl="3">
              <a:spcBef>
                <a:spcPct val="20000"/>
              </a:spcBef>
              <a:buClr>
                <a:srgbClr val="31B6FD"/>
              </a:buClr>
              <a:buSzPct val="100000"/>
              <a:defRPr/>
            </a:pPr>
            <a:endParaRPr lang="en-US" altLang="zh-CN" sz="1500" i="1">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sz="150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r>
              <a:rPr lang="en-US" altLang="zh-CN" i="1">
                <a:solidFill>
                  <a:prstClr val="black"/>
                </a:solidFill>
                <a:latin typeface="Times New Roman" panose="02020603050405020304" pitchFamily="18" charset="0"/>
                <a:ea typeface="楷体_GB2312" pitchFamily="49" charset="-122"/>
              </a:rPr>
              <a:t>       </a:t>
            </a: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lvl="2">
              <a:spcBef>
                <a:spcPct val="20000"/>
              </a:spcBef>
              <a:buClr>
                <a:srgbClr val="31B6FD"/>
              </a:buClr>
              <a:buSzPct val="100000"/>
              <a:defRPr/>
            </a:pPr>
            <a:endParaRPr lang="zh-CN" altLang="en-US">
              <a:solidFill>
                <a:prstClr val="black"/>
              </a:solidFill>
              <a:latin typeface="Times New Roman" panose="02020603050405020304" pitchFamily="18" charset="0"/>
              <a:ea typeface="楷体_GB2312" pitchFamily="49" charset="-122"/>
            </a:endParaRPr>
          </a:p>
        </p:txBody>
      </p:sp>
      <p:sp>
        <p:nvSpPr>
          <p:cNvPr id="25" name="Line 41">
            <a:extLst>
              <a:ext uri="{FF2B5EF4-FFF2-40B4-BE49-F238E27FC236}">
                <a16:creationId xmlns:a16="http://schemas.microsoft.com/office/drawing/2014/main" id="{5B2FF12A-AB99-4724-8874-C739EF4C279D}"/>
              </a:ext>
            </a:extLst>
          </p:cNvPr>
          <p:cNvSpPr>
            <a:spLocks noChangeShapeType="1"/>
          </p:cNvSpPr>
          <p:nvPr/>
        </p:nvSpPr>
        <p:spPr bwMode="auto">
          <a:xfrm flipV="1">
            <a:off x="67325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26" name="Line 41">
            <a:extLst>
              <a:ext uri="{FF2B5EF4-FFF2-40B4-BE49-F238E27FC236}">
                <a16:creationId xmlns:a16="http://schemas.microsoft.com/office/drawing/2014/main" id="{F54D882E-F6A4-48FF-B965-F4FF1F5CE570}"/>
              </a:ext>
            </a:extLst>
          </p:cNvPr>
          <p:cNvSpPr>
            <a:spLocks noChangeShapeType="1"/>
          </p:cNvSpPr>
          <p:nvPr/>
        </p:nvSpPr>
        <p:spPr bwMode="auto">
          <a:xfrm flipV="1">
            <a:off x="6877050"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graphicFrame>
        <p:nvGraphicFramePr>
          <p:cNvPr id="19" name="Group 18">
            <a:extLst>
              <a:ext uri="{FF2B5EF4-FFF2-40B4-BE49-F238E27FC236}">
                <a16:creationId xmlns:a16="http://schemas.microsoft.com/office/drawing/2014/main" id="{743F1703-CDA3-4CB1-8FAF-F3E9C6C4B965}"/>
              </a:ext>
            </a:extLst>
          </p:cNvPr>
          <p:cNvGraphicFramePr>
            <a:graphicFrameLocks noGrp="1"/>
          </p:cNvGraphicFramePr>
          <p:nvPr>
            <p:extLst>
              <p:ext uri="{D42A27DB-BD31-4B8C-83A1-F6EECF244321}">
                <p14:modId xmlns:p14="http://schemas.microsoft.com/office/powerpoint/2010/main" val="3176273389"/>
              </p:ext>
            </p:extLst>
          </p:nvPr>
        </p:nvGraphicFramePr>
        <p:xfrm>
          <a:off x="7236296" y="3758942"/>
          <a:ext cx="1907703" cy="1371856"/>
        </p:xfrm>
        <a:graphic>
          <a:graphicData uri="http://schemas.openxmlformats.org/drawingml/2006/table">
            <a:tbl>
              <a:tblPr/>
              <a:tblGrid>
                <a:gridCol w="329064">
                  <a:extLst>
                    <a:ext uri="{9D8B030D-6E8A-4147-A177-3AD203B41FA5}">
                      <a16:colId xmlns:a16="http://schemas.microsoft.com/office/drawing/2014/main" val="20000"/>
                    </a:ext>
                  </a:extLst>
                </a:gridCol>
                <a:gridCol w="1578639">
                  <a:extLst>
                    <a:ext uri="{9D8B030D-6E8A-4147-A177-3AD203B41FA5}">
                      <a16:colId xmlns:a16="http://schemas.microsoft.com/office/drawing/2014/main" val="20001"/>
                    </a:ext>
                  </a:extLst>
                </a:gridCol>
              </a:tblGrid>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 name="矩形 1">
            <a:extLst>
              <a:ext uri="{FF2B5EF4-FFF2-40B4-BE49-F238E27FC236}">
                <a16:creationId xmlns:a16="http://schemas.microsoft.com/office/drawing/2014/main" id="{95D9E8F9-79A6-4DE5-901D-FEE318109FE4}"/>
              </a:ext>
            </a:extLst>
          </p:cNvPr>
          <p:cNvSpPr>
            <a:spLocks noChangeArrowheads="1"/>
          </p:cNvSpPr>
          <p:nvPr/>
        </p:nvSpPr>
        <p:spPr bwMode="auto">
          <a:xfrm>
            <a:off x="6434065" y="-22315"/>
            <a:ext cx="2206053" cy="400110"/>
          </a:xfrm>
          <a:prstGeom prst="rect">
            <a:avLst/>
          </a:prstGeom>
          <a:noFill/>
          <a:ln w="9525">
            <a:noFill/>
            <a:miter lim="800000"/>
            <a:headEnd/>
            <a:tailEnd/>
          </a:ln>
        </p:spPr>
        <p:txBody>
          <a:bodyPr wrap="none">
            <a:spAutoFit/>
          </a:bodyPr>
          <a:lstStyle/>
          <a:p>
            <a:pPr eaLnBrk="1" hangingPunct="1">
              <a:defRPr/>
            </a:pP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digit*</a:t>
            </a:r>
            <a:r>
              <a:rPr kumimoji="1" lang="en-US" altLang="zh-CN" sz="2000" dirty="0" err="1">
                <a:solidFill>
                  <a:schemeClr val="tx2">
                    <a:lumMod val="60000"/>
                    <a:lumOff val="40000"/>
                  </a:schemeClr>
                </a:solidFill>
                <a:latin typeface="Times New Roman" pitchFamily="18" charset="0"/>
                <a:ea typeface="楷体_GB2312" pitchFamily="49" charset="-122"/>
                <a:cs typeface="Times New Roman" pitchFamily="18" charset="0"/>
              </a:rPr>
              <a:t>digit+digit</a:t>
            </a: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a:t>
            </a:r>
            <a:endParaRPr lang="zh-CN" altLang="en-US" sz="20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3" name="灯片编号占位符 2">
            <a:extLst>
              <a:ext uri="{FF2B5EF4-FFF2-40B4-BE49-F238E27FC236}">
                <a16:creationId xmlns:a16="http://schemas.microsoft.com/office/drawing/2014/main" id="{B9A64C59-863B-4DAD-9BA0-2E6EA400BA18}"/>
              </a:ext>
            </a:extLst>
          </p:cNvPr>
          <p:cNvSpPr>
            <a:spLocks noGrp="1"/>
          </p:cNvSpPr>
          <p:nvPr>
            <p:ph type="sldNum" sz="quarter" idx="10"/>
          </p:nvPr>
        </p:nvSpPr>
        <p:spPr/>
        <p:txBody>
          <a:bodyPr/>
          <a:lstStyle/>
          <a:p>
            <a:pPr>
              <a:defRPr/>
            </a:pPr>
            <a:fld id="{8E104948-B687-4A74-87EB-9097C047E113}" type="slidenum">
              <a:rPr lang="zh-CN" altLang="en-US" smtClean="0"/>
              <a:pPr>
                <a:defRPr/>
              </a:pPr>
              <a:t>41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xit" presetSubtype="32" fill="hold" grpId="1" nodeType="clickEffect">
                                  <p:stCondLst>
                                    <p:cond delay="0"/>
                                  </p:stCondLst>
                                  <p:childTnLst>
                                    <p:anim calcmode="lin" valueType="num">
                                      <p:cBhvr>
                                        <p:cTn id="20" dur="500"/>
                                        <p:tgtEl>
                                          <p:spTgt spid="17"/>
                                        </p:tgtEl>
                                        <p:attrNameLst>
                                          <p:attrName>ppt_w</p:attrName>
                                        </p:attrNameLst>
                                      </p:cBhvr>
                                      <p:tavLst>
                                        <p:tav tm="0">
                                          <p:val>
                                            <p:strVal val="ppt_w"/>
                                          </p:val>
                                        </p:tav>
                                        <p:tav tm="100000">
                                          <p:val>
                                            <p:fltVal val="0"/>
                                          </p:val>
                                        </p:tav>
                                      </p:tavLst>
                                    </p:anim>
                                    <p:anim calcmode="lin" valueType="num">
                                      <p:cBhvr>
                                        <p:cTn id="21" dur="500"/>
                                        <p:tgtEl>
                                          <p:spTgt spid="17"/>
                                        </p:tgtEl>
                                        <p:attrNameLst>
                                          <p:attrName>ppt_h</p:attrName>
                                        </p:attrNameLst>
                                      </p:cBhvr>
                                      <p:tavLst>
                                        <p:tav tm="0">
                                          <p:val>
                                            <p:strVal val="ppt_h"/>
                                          </p:val>
                                        </p:tav>
                                        <p:tav tm="100000">
                                          <p:val>
                                            <p:fltVal val="0"/>
                                          </p:val>
                                        </p:tav>
                                      </p:tavLst>
                                    </p:anim>
                                    <p:animEffect transition="out" filter="fade">
                                      <p:cBhvr>
                                        <p:cTn id="22" dur="500"/>
                                        <p:tgtEl>
                                          <p:spTgt spid="17"/>
                                        </p:tgtEl>
                                      </p:cBhvr>
                                    </p:animEffect>
                                    <p:set>
                                      <p:cBhvr>
                                        <p:cTn id="23" dur="1" fill="hold">
                                          <p:stCondLst>
                                            <p:cond delay="499"/>
                                          </p:stCondLst>
                                        </p:cTn>
                                        <p:tgtEl>
                                          <p:spTgt spid="17"/>
                                        </p:tgtEl>
                                        <p:attrNameLst>
                                          <p:attrName>style.visibility</p:attrName>
                                        </p:attrNameLst>
                                      </p:cBhvr>
                                      <p:to>
                                        <p:strVal val="hidden"/>
                                      </p:to>
                                    </p:set>
                                  </p:childTnLst>
                                </p:cTn>
                              </p:par>
                              <p:par>
                                <p:cTn id="24" presetID="53" presetClass="exit" presetSubtype="32" fill="hold" grpId="1" nodeType="withEffect">
                                  <p:stCondLst>
                                    <p:cond delay="0"/>
                                  </p:stCondLst>
                                  <p:childTnLst>
                                    <p:anim calcmode="lin" valueType="num">
                                      <p:cBhvr>
                                        <p:cTn id="25" dur="500"/>
                                        <p:tgtEl>
                                          <p:spTgt spid="16"/>
                                        </p:tgtEl>
                                        <p:attrNameLst>
                                          <p:attrName>ppt_w</p:attrName>
                                        </p:attrNameLst>
                                      </p:cBhvr>
                                      <p:tavLst>
                                        <p:tav tm="0">
                                          <p:val>
                                            <p:strVal val="ppt_w"/>
                                          </p:val>
                                        </p:tav>
                                        <p:tav tm="100000">
                                          <p:val>
                                            <p:fltVal val="0"/>
                                          </p:val>
                                        </p:tav>
                                      </p:tavLst>
                                    </p:anim>
                                    <p:anim calcmode="lin" valueType="num">
                                      <p:cBhvr>
                                        <p:cTn id="26" dur="500"/>
                                        <p:tgtEl>
                                          <p:spTgt spid="16"/>
                                        </p:tgtEl>
                                        <p:attrNameLst>
                                          <p:attrName>ppt_h</p:attrName>
                                        </p:attrNameLst>
                                      </p:cBhvr>
                                      <p:tavLst>
                                        <p:tav tm="0">
                                          <p:val>
                                            <p:strVal val="ppt_h"/>
                                          </p:val>
                                        </p:tav>
                                        <p:tav tm="100000">
                                          <p:val>
                                            <p:fltVal val="0"/>
                                          </p:val>
                                        </p:tav>
                                      </p:tavLst>
                                    </p:anim>
                                    <p:animEffect transition="out" filter="fade">
                                      <p:cBhvr>
                                        <p:cTn id="27" dur="500"/>
                                        <p:tgtEl>
                                          <p:spTgt spid="16"/>
                                        </p:tgtEl>
                                      </p:cBhvr>
                                    </p:animEffect>
                                    <p:set>
                                      <p:cBhvr>
                                        <p:cTn id="28"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17"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a:extLst>
              <a:ext uri="{FF2B5EF4-FFF2-40B4-BE49-F238E27FC236}">
                <a16:creationId xmlns:a16="http://schemas.microsoft.com/office/drawing/2014/main" id="{F5AE47FF-4979-4E23-A190-C88C630A41DA}"/>
              </a:ext>
            </a:extLst>
          </p:cNvPr>
          <p:cNvSpPr>
            <a:spLocks noGrp="1"/>
          </p:cNvSpPr>
          <p:nvPr>
            <p:ph idx="1"/>
          </p:nvPr>
        </p:nvSpPr>
        <p:spPr>
          <a:xfrm>
            <a:off x="5748338" y="1173163"/>
            <a:ext cx="2019300" cy="317500"/>
          </a:xfrm>
        </p:spPr>
        <p:txBody>
          <a:bodyPr/>
          <a:lstStyle/>
          <a:p>
            <a:pPr marL="0" indent="0">
              <a:spcBef>
                <a:spcPct val="30000"/>
              </a:spcBef>
              <a:buSzTx/>
              <a:buFont typeface="Symbol" panose="05050102010706020507" pitchFamily="18" charset="2"/>
              <a:buNone/>
              <a:defRPr/>
            </a:pPr>
            <a:r>
              <a:rPr lang="zh-CN" altLang="en-US" sz="2100" dirty="0">
                <a:solidFill>
                  <a:srgbClr val="000000"/>
                </a:solidFill>
                <a:cs typeface="Times New Roman" panose="02020603050405020304" pitchFamily="18" charset="0"/>
              </a:rPr>
              <a:t>状态</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符号</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属性</a:t>
            </a:r>
          </a:p>
        </p:txBody>
      </p:sp>
      <p:sp>
        <p:nvSpPr>
          <p:cNvPr id="108547" name="Rectangle 2">
            <a:extLst>
              <a:ext uri="{FF2B5EF4-FFF2-40B4-BE49-F238E27FC236}">
                <a16:creationId xmlns:a16="http://schemas.microsoft.com/office/drawing/2014/main" id="{7606AC92-6A6D-46ED-BFBC-A65E06D1E0E0}"/>
              </a:ext>
            </a:extLst>
          </p:cNvPr>
          <p:cNvSpPr>
            <a:spLocks noGrp="1"/>
          </p:cNvSpPr>
          <p:nvPr>
            <p:ph type="title"/>
          </p:nvPr>
        </p:nvSpPr>
        <p:spPr>
          <a:xfrm>
            <a:off x="755650" y="268288"/>
            <a:ext cx="7931150" cy="358775"/>
          </a:xfrm>
        </p:spPr>
        <p:txBody>
          <a:bodyPr/>
          <a:lstStyle/>
          <a:p>
            <a:pPr eaLnBrk="1" hangingPunct="1"/>
            <a:r>
              <a:rPr kumimoji="1" lang="zh-CN" altLang="en-US">
                <a:solidFill>
                  <a:schemeClr val="folHlink"/>
                </a:solidFill>
                <a:latin typeface="楷体" panose="02010609060101010101" pitchFamily="49" charset="-122"/>
                <a:cs typeface="Times New Roman" panose="02020603050405020304" pitchFamily="18" charset="0"/>
              </a:rPr>
              <a:t>例</a:t>
            </a:r>
          </a:p>
        </p:txBody>
      </p:sp>
      <p:sp>
        <p:nvSpPr>
          <p:cNvPr id="129028" name="矩形 1">
            <a:extLst>
              <a:ext uri="{FF2B5EF4-FFF2-40B4-BE49-F238E27FC236}">
                <a16:creationId xmlns:a16="http://schemas.microsoft.com/office/drawing/2014/main" id="{2020B7DB-C134-4A76-B4F1-D668D5661AF8}"/>
              </a:ext>
            </a:extLst>
          </p:cNvPr>
          <p:cNvSpPr>
            <a:spLocks noChangeArrowheads="1"/>
          </p:cNvSpPr>
          <p:nvPr/>
        </p:nvSpPr>
        <p:spPr bwMode="auto">
          <a:xfrm>
            <a:off x="5715000" y="268288"/>
            <a:ext cx="1959191" cy="415498"/>
          </a:xfrm>
          <a:prstGeom prst="rect">
            <a:avLst/>
          </a:prstGeom>
          <a:noFill/>
          <a:ln w="9525">
            <a:noFill/>
            <a:miter lim="800000"/>
            <a:headEnd/>
            <a:tailEnd/>
          </a:ln>
        </p:spPr>
        <p:txBody>
          <a:bodyPr wrap="none">
            <a:spAutoFit/>
          </a:bodyPr>
          <a:lstStyle/>
          <a:p>
            <a:pPr eaLnBrk="1" hangingPunct="1">
              <a:defRPr/>
            </a:pPr>
            <a:r>
              <a:rPr kumimoji="1" lang="zh-CN" altLang="en-US" sz="2100" dirty="0">
                <a:solidFill>
                  <a:schemeClr val="tx2">
                    <a:lumMod val="60000"/>
                    <a:lumOff val="40000"/>
                  </a:schemeClr>
                </a:solidFill>
                <a:latin typeface="楷体" pitchFamily="49" charset="-122"/>
                <a:ea typeface="楷体" pitchFamily="49" charset="-122"/>
                <a:cs typeface="Times New Roman" pitchFamily="18" charset="0"/>
              </a:rPr>
              <a:t>输入：</a:t>
            </a:r>
            <a:r>
              <a:rPr kumimoji="1" lang="en-US" altLang="zh-CN" sz="2100" dirty="0">
                <a:solidFill>
                  <a:schemeClr val="tx2">
                    <a:lumMod val="60000"/>
                    <a:lumOff val="40000"/>
                  </a:schemeClr>
                </a:solidFill>
                <a:latin typeface="Times New Roman" pitchFamily="18" charset="0"/>
                <a:ea typeface="楷体_GB2312" pitchFamily="49" charset="-122"/>
                <a:cs typeface="Times New Roman" pitchFamily="18" charset="0"/>
              </a:rPr>
              <a:t> 3*5+4 $</a:t>
            </a:r>
            <a:endParaRPr lang="zh-CN" altLang="en-US" sz="21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2" name="矩形 1">
            <a:extLst>
              <a:ext uri="{FF2B5EF4-FFF2-40B4-BE49-F238E27FC236}">
                <a16:creationId xmlns:a16="http://schemas.microsoft.com/office/drawing/2014/main" id="{88D2A2E5-F8F8-44CE-B0F2-411675C26A28}"/>
              </a:ext>
            </a:extLst>
          </p:cNvPr>
          <p:cNvSpPr/>
          <p:nvPr/>
        </p:nvSpPr>
        <p:spPr>
          <a:xfrm>
            <a:off x="5797550"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0FC3E0A8-C041-4D52-B36C-2636C22422C2}"/>
              </a:ext>
            </a:extLst>
          </p:cNvPr>
          <p:cNvSpPr/>
          <p:nvPr/>
        </p:nvSpPr>
        <p:spPr>
          <a:xfrm>
            <a:off x="6459538" y="1490663"/>
            <a:ext cx="684212"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mn-ea"/>
                <a:cs typeface="Times New Roman" panose="02020603050405020304" pitchFamily="18" charset="0"/>
              </a:rPr>
              <a:t>$</a:t>
            </a:r>
            <a:endParaRPr lang="zh-CN" altLang="en-US" dirty="0">
              <a:solidFill>
                <a:prstClr val="black"/>
              </a:solidFill>
              <a:latin typeface="+mn-ea"/>
              <a:cs typeface="Times New Roman" panose="02020603050405020304" pitchFamily="18" charset="0"/>
            </a:endParaRPr>
          </a:p>
        </p:txBody>
      </p:sp>
      <p:sp>
        <p:nvSpPr>
          <p:cNvPr id="13" name="矩形 12">
            <a:extLst>
              <a:ext uri="{FF2B5EF4-FFF2-40B4-BE49-F238E27FC236}">
                <a16:creationId xmlns:a16="http://schemas.microsoft.com/office/drawing/2014/main" id="{2E4EEF33-10FC-4CA1-9065-8463B5F8C560}"/>
              </a:ext>
            </a:extLst>
          </p:cNvPr>
          <p:cNvSpPr/>
          <p:nvPr/>
        </p:nvSpPr>
        <p:spPr>
          <a:xfrm>
            <a:off x="7102475"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07FEE3B8-C389-413D-996E-50E91CE69455}"/>
              </a:ext>
            </a:extLst>
          </p:cNvPr>
          <p:cNvSpPr/>
          <p:nvPr/>
        </p:nvSpPr>
        <p:spPr>
          <a:xfrm>
            <a:off x="57943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2</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AB3164AE-805A-4053-82F7-8B3ED1F1EC6B}"/>
              </a:ext>
            </a:extLst>
          </p:cNvPr>
          <p:cNvSpPr/>
          <p:nvPr/>
        </p:nvSpPr>
        <p:spPr>
          <a:xfrm>
            <a:off x="64627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i="1" dirty="0">
                <a:solidFill>
                  <a:prstClr val="black"/>
                </a:solidFill>
                <a:latin typeface="Times New Roman" panose="02020603050405020304" pitchFamily="18" charset="0"/>
                <a:cs typeface="Times New Roman" panose="02020603050405020304" pitchFamily="18" charset="0"/>
              </a:rPr>
              <a:t>T</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8012F54F-E504-4566-A2A1-EABC77602E7C}"/>
              </a:ext>
            </a:extLst>
          </p:cNvPr>
          <p:cNvSpPr/>
          <p:nvPr/>
        </p:nvSpPr>
        <p:spPr>
          <a:xfrm>
            <a:off x="71104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3</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08555" name="图片 20">
            <a:extLst>
              <a:ext uri="{FF2B5EF4-FFF2-40B4-BE49-F238E27FC236}">
                <a16:creationId xmlns:a16="http://schemas.microsoft.com/office/drawing/2014/main" id="{2A744313-8F8B-453E-B681-549AB53404C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013" y="2033588"/>
            <a:ext cx="4700587"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6" name="矩形 21">
            <a:extLst>
              <a:ext uri="{FF2B5EF4-FFF2-40B4-BE49-F238E27FC236}">
                <a16:creationId xmlns:a16="http://schemas.microsoft.com/office/drawing/2014/main" id="{B50CF012-F907-4155-BD50-26F8B710958A}"/>
              </a:ext>
            </a:extLst>
          </p:cNvPr>
          <p:cNvSpPr>
            <a:spLocks noChangeArrowheads="1"/>
          </p:cNvSpPr>
          <p:nvPr/>
        </p:nvSpPr>
        <p:spPr bwMode="auto">
          <a:xfrm>
            <a:off x="0" y="4714875"/>
            <a:ext cx="1325563" cy="415925"/>
          </a:xfrm>
          <a:prstGeom prst="rect">
            <a:avLst/>
          </a:prstGeom>
          <a:noFill/>
          <a:ln w="9525">
            <a:noFill/>
            <a:miter lim="800000"/>
            <a:headEnd/>
            <a:tailEnd/>
          </a:ln>
        </p:spPr>
        <p:txBody>
          <a:bodyPr wrap="none">
            <a:spAutoFit/>
          </a:bodyPr>
          <a:lstStyle/>
          <a:p>
            <a:pPr>
              <a:defRPr/>
            </a:pPr>
            <a:r>
              <a:rPr lang="en-US" altLang="zh-CN" dirty="0">
                <a:solidFill>
                  <a:schemeClr val="tx2">
                    <a:lumMod val="60000"/>
                    <a:lumOff val="40000"/>
                  </a:schemeClr>
                </a:solidFill>
                <a:latin typeface="Times New Roman" pitchFamily="18" charset="0"/>
                <a:ea typeface="华文楷体" pitchFamily="2" charset="-122"/>
                <a:cs typeface="Times New Roman" pitchFamily="18" charset="0"/>
              </a:rPr>
              <a:t>SLR</a:t>
            </a:r>
            <a:r>
              <a:rPr lang="zh-CN" altLang="en-US" dirty="0">
                <a:solidFill>
                  <a:schemeClr val="tx2">
                    <a:lumMod val="60000"/>
                    <a:lumOff val="40000"/>
                  </a:schemeClr>
                </a:solidFill>
                <a:latin typeface="Times New Roman" pitchFamily="18" charset="0"/>
                <a:ea typeface="华文楷体" pitchFamily="2" charset="-122"/>
                <a:cs typeface="Times New Roman" pitchFamily="18" charset="0"/>
              </a:rPr>
              <a:t>自动机</a:t>
            </a:r>
            <a:endParaRPr lang="zh-CN" altLang="en-US" sz="2100" dirty="0">
              <a:solidFill>
                <a:schemeClr val="tx2">
                  <a:lumMod val="60000"/>
                  <a:lumOff val="40000"/>
                </a:schemeClr>
              </a:solidFill>
              <a:latin typeface="Times New Roman" pitchFamily="18" charset="0"/>
              <a:ea typeface="华文楷体" pitchFamily="2" charset="-122"/>
              <a:cs typeface="Times New Roman" pitchFamily="18" charset="0"/>
            </a:endParaRPr>
          </a:p>
        </p:txBody>
      </p:sp>
      <p:sp>
        <p:nvSpPr>
          <p:cNvPr id="20" name="内容占位符 2">
            <a:extLst>
              <a:ext uri="{FF2B5EF4-FFF2-40B4-BE49-F238E27FC236}">
                <a16:creationId xmlns:a16="http://schemas.microsoft.com/office/drawing/2014/main" id="{C0F8E83C-6933-4C2B-851B-A8A2F1DD2B48}"/>
              </a:ext>
            </a:extLst>
          </p:cNvPr>
          <p:cNvSpPr txBox="1">
            <a:spLocks/>
          </p:cNvSpPr>
          <p:nvPr/>
        </p:nvSpPr>
        <p:spPr bwMode="auto">
          <a:xfrm>
            <a:off x="773113" y="42863"/>
            <a:ext cx="4768850" cy="1990725"/>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rgbClr val="31B6FD"/>
              </a:buClr>
              <a:buSzPct val="100000"/>
              <a:defRPr/>
            </a:pPr>
            <a:r>
              <a:rPr lang="en-US" altLang="zh-CN" sz="1200" i="1" dirty="0">
                <a:solidFill>
                  <a:prstClr val="black"/>
                </a:solidFill>
                <a:latin typeface="Times New Roman" panose="02020603050405020304" pitchFamily="18" charset="0"/>
                <a:ea typeface="楷体_GB2312" pitchFamily="49" charset="-122"/>
              </a:rPr>
              <a:t>     </a:t>
            </a:r>
            <a:r>
              <a:rPr lang="zh-CN" altLang="en-US" sz="1200" dirty="0">
                <a:solidFill>
                  <a:prstClr val="black"/>
                </a:solidFill>
                <a:latin typeface="华文楷体" panose="02010600040101010101" pitchFamily="2" charset="-122"/>
                <a:ea typeface="华文楷体" panose="02010600040101010101" pitchFamily="2" charset="-122"/>
              </a:rPr>
              <a:t>产生式                        语义动作</a:t>
            </a:r>
            <a:endParaRPr lang="en-US" altLang="zh-CN" sz="1200" i="1" dirty="0">
              <a:solidFill>
                <a:prstClr val="black"/>
              </a:solidFill>
              <a:latin typeface="Times New Roman" panose="02020603050405020304" pitchFamily="18" charset="0"/>
              <a:ea typeface="楷体_GB2312" pitchFamily="49" charset="-122"/>
            </a:endParaRP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(1)</a:t>
            </a:r>
            <a:r>
              <a:rPr lang="en-US" altLang="zh-CN" sz="1200" i="1" dirty="0">
                <a:solidFill>
                  <a:prstClr val="black"/>
                </a:solidFill>
                <a:latin typeface="Times New Roman" panose="02020603050405020304" pitchFamily="18" charset="0"/>
                <a:ea typeface="楷体_GB2312" pitchFamily="49" charset="-122"/>
              </a:rPr>
              <a:t>E</a:t>
            </a:r>
            <a:r>
              <a:rPr lang="en-US" altLang="zh-CN" sz="12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dirty="0">
                <a:solidFill>
                  <a:prstClr val="black"/>
                </a:solidFill>
                <a:latin typeface="Times New Roman" panose="02020603050405020304" pitchFamily="18" charset="0"/>
                <a:ea typeface="楷体_GB2312" pitchFamily="49" charset="-122"/>
              </a:rPr>
              <a:t>→ </a:t>
            </a:r>
            <a:r>
              <a:rPr lang="en-US" altLang="zh-CN" sz="1200" i="1" dirty="0">
                <a:solidFill>
                  <a:prstClr val="black"/>
                </a:solidFill>
                <a:latin typeface="Times New Roman" panose="02020603050405020304" pitchFamily="18" charset="0"/>
                <a:ea typeface="楷体_GB2312" pitchFamily="49" charset="-122"/>
              </a:rPr>
              <a:t>E                  </a:t>
            </a:r>
            <a:r>
              <a:rPr lang="en-US" altLang="zh-CN" sz="1200" dirty="0">
                <a:solidFill>
                  <a:prstClr val="black"/>
                </a:solidFill>
                <a:latin typeface="Times New Roman" panose="02020603050405020304" pitchFamily="18" charset="0"/>
                <a:ea typeface="楷体_GB2312" pitchFamily="49" charset="-122"/>
              </a:rPr>
              <a:t>{ print</a:t>
            </a:r>
            <a:r>
              <a:rPr lang="en-US" altLang="zh-CN" sz="1200" i="1" dirty="0">
                <a:solidFill>
                  <a:prstClr val="black"/>
                </a:solidFill>
                <a:latin typeface="Times New Roman" panose="02020603050405020304" pitchFamily="18" charset="0"/>
                <a:ea typeface="楷体_GB2312" pitchFamily="49" charset="-122"/>
              </a:rPr>
              <a:t>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a:t>
            </a:r>
            <a:r>
              <a:rPr lang="en-US" altLang="zh-CN" sz="1200" dirty="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E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 E</a:t>
            </a:r>
            <a:r>
              <a:rPr lang="en-US" altLang="zh-CN" sz="1200" baseline="-25000" dirty="0">
                <a:solidFill>
                  <a:prstClr val="black"/>
                </a:solidFill>
                <a:latin typeface="Times New Roman" panose="02020603050405020304" pitchFamily="18" charset="0"/>
                <a:ea typeface="楷体_GB2312" pitchFamily="49" charset="-122"/>
              </a:rPr>
              <a:t>1 </a:t>
            </a:r>
            <a:r>
              <a:rPr lang="en-US" altLang="zh-CN" sz="1200" i="1" dirty="0">
                <a:solidFill>
                  <a:prstClr val="black"/>
                </a:solidFill>
                <a:latin typeface="Times New Roman" panose="02020603050405020304" pitchFamily="18" charset="0"/>
                <a:ea typeface="楷体_GB2312" pitchFamily="49" charset="-122"/>
              </a:rPr>
              <a:t>+ T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 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 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a:t>
            </a:r>
            <a:r>
              <a:rPr lang="en-US" altLang="zh-CN" sz="1200" dirty="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dirty="0">
                <a:solidFill>
                  <a:prstClr val="black"/>
                </a:solidFill>
                <a:latin typeface="Times New Roman" panose="02020603050405020304" pitchFamily="18" charset="0"/>
                <a:ea typeface="楷体_GB2312" pitchFamily="49" charset="-122"/>
              </a:rPr>
              <a:t>                                   top=top-</a:t>
            </a:r>
            <a:r>
              <a:rPr lang="en-US" altLang="zh-CN" sz="1200" dirty="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(3)</a:t>
            </a:r>
            <a:r>
              <a:rPr lang="en-US" altLang="zh-CN" sz="1200" i="1" dirty="0">
                <a:solidFill>
                  <a:prstClr val="black"/>
                </a:solidFill>
                <a:latin typeface="Times New Roman" panose="02020603050405020304" pitchFamily="18" charset="0"/>
                <a:ea typeface="楷体_GB2312" pitchFamily="49" charset="-122"/>
              </a:rPr>
              <a:t>E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 T</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(4)</a:t>
            </a:r>
            <a:r>
              <a:rPr lang="en-US" altLang="zh-CN" sz="1200" i="1" dirty="0">
                <a:solidFill>
                  <a:prstClr val="black"/>
                </a:solidFill>
                <a:latin typeface="Times New Roman" panose="02020603050405020304" pitchFamily="18" charset="0"/>
                <a:ea typeface="楷体_GB2312" pitchFamily="49" charset="-122"/>
              </a:rPr>
              <a:t>T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 T</a:t>
            </a:r>
            <a:r>
              <a:rPr lang="en-US" altLang="zh-CN" sz="1200" baseline="-25000" dirty="0">
                <a:solidFill>
                  <a:prstClr val="black"/>
                </a:solidFill>
                <a:latin typeface="Times New Roman" panose="02020603050405020304" pitchFamily="18" charset="0"/>
                <a:ea typeface="楷体_GB2312" pitchFamily="49" charset="-122"/>
              </a:rPr>
              <a:t>1 </a:t>
            </a:r>
            <a:r>
              <a:rPr lang="en-US" altLang="zh-CN" sz="1200" dirty="0">
                <a:solidFill>
                  <a:prstClr val="black"/>
                </a:solidFill>
                <a:latin typeface="Times New Roman" panose="02020603050405020304" pitchFamily="18" charset="0"/>
                <a:ea typeface="楷体_GB2312" pitchFamily="49" charset="-122"/>
              </a:rPr>
              <a:t>*</a:t>
            </a:r>
            <a:r>
              <a:rPr lang="en-US" altLang="zh-CN" sz="1200" dirty="0">
                <a:solidFill>
                  <a:prstClr val="black"/>
                </a:solidFill>
                <a:ea typeface="楷体_GB2312" pitchFamily="49" charset="-122"/>
              </a:rPr>
              <a:t> </a:t>
            </a:r>
            <a:r>
              <a:rPr lang="en-US" altLang="zh-CN" sz="1200" i="1" dirty="0">
                <a:solidFill>
                  <a:prstClr val="black"/>
                </a:solidFill>
                <a:latin typeface="Times New Roman" panose="02020603050405020304" pitchFamily="18" charset="0"/>
                <a:ea typeface="楷体_GB2312" pitchFamily="49" charset="-122"/>
              </a:rPr>
              <a:t>F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 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a:t>
            </a:r>
            <a:r>
              <a:rPr kumimoji="1" lang="en-US" altLang="zh-CN" sz="1200" dirty="0">
                <a:solidFill>
                  <a:srgbClr val="000000"/>
                </a:solidFill>
                <a:latin typeface="Times New Roman" panose="02020603050405020304" pitchFamily="18" charset="0"/>
                <a:sym typeface="Symbol" panose="05050102010706020507" pitchFamily="18" charset="2"/>
              </a:rPr>
              <a:t>× </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a:t>
            </a:r>
            <a:r>
              <a:rPr lang="en-US" altLang="zh-CN" sz="1200" dirty="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dirty="0">
                <a:solidFill>
                  <a:prstClr val="black"/>
                </a:solidFill>
                <a:latin typeface="Times New Roman" panose="02020603050405020304" pitchFamily="18" charset="0"/>
                <a:ea typeface="楷体_GB2312" pitchFamily="49" charset="-122"/>
              </a:rPr>
              <a:t>                                   top=top-</a:t>
            </a:r>
            <a:r>
              <a:rPr lang="en-US" altLang="zh-CN" sz="1200" dirty="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(5)</a:t>
            </a:r>
            <a:r>
              <a:rPr lang="en-US" altLang="zh-CN" sz="1200" i="1" dirty="0">
                <a:solidFill>
                  <a:prstClr val="black"/>
                </a:solidFill>
                <a:latin typeface="Times New Roman" panose="02020603050405020304" pitchFamily="18" charset="0"/>
                <a:ea typeface="楷体_GB2312" pitchFamily="49" charset="-122"/>
              </a:rPr>
              <a:t>T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 F</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(6)</a:t>
            </a:r>
            <a:r>
              <a:rPr lang="en-US" altLang="zh-CN" sz="1200" i="1" dirty="0">
                <a:solidFill>
                  <a:prstClr val="black"/>
                </a:solidFill>
                <a:latin typeface="Times New Roman" panose="02020603050405020304" pitchFamily="18" charset="0"/>
                <a:ea typeface="楷体_GB2312" pitchFamily="49" charset="-122"/>
              </a:rPr>
              <a:t>F  </a:t>
            </a:r>
            <a:r>
              <a:rPr lang="en-US" altLang="zh-CN" sz="1200" dirty="0">
                <a:solidFill>
                  <a:prstClr val="black"/>
                </a:solidFill>
                <a:latin typeface="Times New Roman" panose="02020603050405020304" pitchFamily="18" charset="0"/>
                <a:ea typeface="楷体_GB2312" pitchFamily="49" charset="-122"/>
              </a:rPr>
              <a:t>→ ( </a:t>
            </a:r>
            <a:r>
              <a:rPr lang="en-US" altLang="zh-CN" sz="1200" i="1" dirty="0">
                <a:solidFill>
                  <a:prstClr val="black"/>
                </a:solidFill>
                <a:latin typeface="Times New Roman" panose="02020603050405020304" pitchFamily="18" charset="0"/>
                <a:ea typeface="楷体_GB2312" pitchFamily="49" charset="-122"/>
              </a:rPr>
              <a:t>E </a:t>
            </a:r>
            <a:r>
              <a:rPr lang="en-US" altLang="zh-CN" sz="1200" dirty="0">
                <a:solidFill>
                  <a:prstClr val="black"/>
                </a:solidFill>
                <a:latin typeface="Times New Roman" panose="02020603050405020304" pitchFamily="18" charset="0"/>
                <a:ea typeface="楷体_GB2312" pitchFamily="49" charset="-122"/>
              </a:rPr>
              <a:t>)             {</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 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1]</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dirty="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dirty="0">
                <a:solidFill>
                  <a:prstClr val="black"/>
                </a:solidFill>
                <a:latin typeface="Times New Roman" panose="02020603050405020304" pitchFamily="18" charset="0"/>
                <a:ea typeface="楷体_GB2312" pitchFamily="49" charset="-122"/>
              </a:rPr>
              <a:t>                                   top=top-</a:t>
            </a:r>
            <a:r>
              <a:rPr lang="en-US" altLang="zh-CN" sz="1200" dirty="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(7)</a:t>
            </a:r>
            <a:r>
              <a:rPr lang="en-US" altLang="zh-CN" sz="1200" i="1" dirty="0">
                <a:solidFill>
                  <a:prstClr val="black"/>
                </a:solidFill>
                <a:latin typeface="Times New Roman" panose="02020603050405020304" pitchFamily="18" charset="0"/>
                <a:ea typeface="楷体_GB2312" pitchFamily="49" charset="-122"/>
              </a:rPr>
              <a:t>F </a:t>
            </a:r>
            <a:r>
              <a:rPr lang="en-US" altLang="zh-CN" sz="1200" dirty="0">
                <a:solidFill>
                  <a:prstClr val="black"/>
                </a:solidFill>
                <a:latin typeface="Times New Roman" panose="02020603050405020304" pitchFamily="18" charset="0"/>
                <a:ea typeface="楷体_GB2312" pitchFamily="49" charset="-122"/>
              </a:rPr>
              <a:t> → digit</a:t>
            </a:r>
          </a:p>
          <a:p>
            <a:pPr marL="0" lvl="3">
              <a:spcBef>
                <a:spcPct val="20000"/>
              </a:spcBef>
              <a:buClr>
                <a:srgbClr val="31B6FD"/>
              </a:buClr>
              <a:buSzPct val="100000"/>
              <a:defRPr/>
            </a:pPr>
            <a:endParaRPr lang="en-US" altLang="zh-CN" sz="1500" i="1" dirty="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sz="1500" dirty="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dirty="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r>
              <a:rPr lang="en-US" altLang="zh-CN" i="1" dirty="0">
                <a:solidFill>
                  <a:prstClr val="black"/>
                </a:solidFill>
                <a:latin typeface="Times New Roman" panose="02020603050405020304" pitchFamily="18" charset="0"/>
                <a:ea typeface="楷体_GB2312" pitchFamily="49" charset="-122"/>
              </a:rPr>
              <a:t>       </a:t>
            </a:r>
            <a:endParaRPr lang="en-US" altLang="zh-CN" dirty="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dirty="0">
              <a:solidFill>
                <a:prstClr val="black"/>
              </a:solidFill>
              <a:latin typeface="Times New Roman" panose="02020603050405020304" pitchFamily="18" charset="0"/>
              <a:ea typeface="楷体_GB2312" pitchFamily="49" charset="-122"/>
            </a:endParaRPr>
          </a:p>
          <a:p>
            <a:pPr lvl="2">
              <a:spcBef>
                <a:spcPct val="20000"/>
              </a:spcBef>
              <a:buClr>
                <a:srgbClr val="31B6FD"/>
              </a:buClr>
              <a:buSzPct val="100000"/>
              <a:defRPr/>
            </a:pPr>
            <a:endParaRPr lang="zh-CN" altLang="en-US" dirty="0">
              <a:solidFill>
                <a:prstClr val="black"/>
              </a:solidFill>
              <a:latin typeface="Times New Roman" panose="02020603050405020304" pitchFamily="18" charset="0"/>
              <a:ea typeface="楷体_GB2312" pitchFamily="49" charset="-122"/>
            </a:endParaRPr>
          </a:p>
        </p:txBody>
      </p:sp>
      <p:sp>
        <p:nvSpPr>
          <p:cNvPr id="21" name="矩形 20">
            <a:extLst>
              <a:ext uri="{FF2B5EF4-FFF2-40B4-BE49-F238E27FC236}">
                <a16:creationId xmlns:a16="http://schemas.microsoft.com/office/drawing/2014/main" id="{6300085E-2E68-4E0D-82D5-104C40F3AE59}"/>
              </a:ext>
            </a:extLst>
          </p:cNvPr>
          <p:cNvSpPr/>
          <p:nvPr/>
        </p:nvSpPr>
        <p:spPr>
          <a:xfrm>
            <a:off x="57943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latin typeface="Times New Roman" panose="02020603050405020304" pitchFamily="18" charset="0"/>
                <a:cs typeface="Times New Roman" panose="02020603050405020304" pitchFamily="18" charset="0"/>
              </a:rPr>
              <a:t>7</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E43D3A8C-9F2F-45C0-AA6C-7728DF7CA555}"/>
              </a:ext>
            </a:extLst>
          </p:cNvPr>
          <p:cNvSpPr/>
          <p:nvPr/>
        </p:nvSpPr>
        <p:spPr>
          <a:xfrm>
            <a:off x="6453188" y="2247900"/>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E1D9CC78-4E33-4267-AAA7-27E7D518409E}"/>
              </a:ext>
            </a:extLst>
          </p:cNvPr>
          <p:cNvSpPr/>
          <p:nvPr/>
        </p:nvSpPr>
        <p:spPr>
          <a:xfrm>
            <a:off x="71024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BD65FA14-C1C7-4EBC-86E5-CE4C419B6A0A}"/>
              </a:ext>
            </a:extLst>
          </p:cNvPr>
          <p:cNvSpPr/>
          <p:nvPr/>
        </p:nvSpPr>
        <p:spPr>
          <a:xfrm>
            <a:off x="57943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latin typeface="Times New Roman" panose="02020603050405020304" pitchFamily="18" charset="0"/>
                <a:cs typeface="Times New Roman" panose="02020603050405020304" pitchFamily="18" charset="0"/>
              </a:rPr>
              <a:t>5</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9EAB16FC-482C-45A5-BF01-A1BB0C75AD09}"/>
              </a:ext>
            </a:extLst>
          </p:cNvPr>
          <p:cNvSpPr/>
          <p:nvPr/>
        </p:nvSpPr>
        <p:spPr>
          <a:xfrm>
            <a:off x="6453188" y="262572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latin typeface="Times New Roman" panose="02020603050405020304" pitchFamily="18" charset="0"/>
                <a:cs typeface="Times New Roman" panose="02020603050405020304" pitchFamily="18" charset="0"/>
              </a:rPr>
              <a:t>d</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2574D6B0-EAF6-44FB-A2BA-D40DFBD63B64}"/>
              </a:ext>
            </a:extLst>
          </p:cNvPr>
          <p:cNvSpPr/>
          <p:nvPr/>
        </p:nvSpPr>
        <p:spPr>
          <a:xfrm>
            <a:off x="71024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5</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3" name="Line 41">
            <a:extLst>
              <a:ext uri="{FF2B5EF4-FFF2-40B4-BE49-F238E27FC236}">
                <a16:creationId xmlns:a16="http://schemas.microsoft.com/office/drawing/2014/main" id="{99FBAA8F-340F-4630-97A5-886DED52CFCA}"/>
              </a:ext>
            </a:extLst>
          </p:cNvPr>
          <p:cNvSpPr>
            <a:spLocks noChangeShapeType="1"/>
          </p:cNvSpPr>
          <p:nvPr/>
        </p:nvSpPr>
        <p:spPr bwMode="auto">
          <a:xfrm flipV="1">
            <a:off x="67325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4" name="Line 41">
            <a:extLst>
              <a:ext uri="{FF2B5EF4-FFF2-40B4-BE49-F238E27FC236}">
                <a16:creationId xmlns:a16="http://schemas.microsoft.com/office/drawing/2014/main" id="{2DA4ACF2-AF44-4C9A-88FA-1C171CE6EB25}"/>
              </a:ext>
            </a:extLst>
          </p:cNvPr>
          <p:cNvSpPr>
            <a:spLocks noChangeShapeType="1"/>
          </p:cNvSpPr>
          <p:nvPr/>
        </p:nvSpPr>
        <p:spPr bwMode="auto">
          <a:xfrm flipV="1">
            <a:off x="6877050"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5" name="Line 41">
            <a:extLst>
              <a:ext uri="{FF2B5EF4-FFF2-40B4-BE49-F238E27FC236}">
                <a16:creationId xmlns:a16="http://schemas.microsoft.com/office/drawing/2014/main" id="{B35AE6EA-D177-4D01-9BCC-962BB347290C}"/>
              </a:ext>
            </a:extLst>
          </p:cNvPr>
          <p:cNvSpPr>
            <a:spLocks noChangeShapeType="1"/>
          </p:cNvSpPr>
          <p:nvPr/>
        </p:nvSpPr>
        <p:spPr bwMode="auto">
          <a:xfrm flipV="1">
            <a:off x="7019925"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6" name="Line 41">
            <a:extLst>
              <a:ext uri="{FF2B5EF4-FFF2-40B4-BE49-F238E27FC236}">
                <a16:creationId xmlns:a16="http://schemas.microsoft.com/office/drawing/2014/main" id="{CF55817D-DC06-4800-9A54-34765AE08E37}"/>
              </a:ext>
            </a:extLst>
          </p:cNvPr>
          <p:cNvSpPr>
            <a:spLocks noChangeShapeType="1"/>
          </p:cNvSpPr>
          <p:nvPr/>
        </p:nvSpPr>
        <p:spPr bwMode="auto">
          <a:xfrm flipV="1">
            <a:off x="71643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graphicFrame>
        <p:nvGraphicFramePr>
          <p:cNvPr id="27" name="Group 18">
            <a:extLst>
              <a:ext uri="{FF2B5EF4-FFF2-40B4-BE49-F238E27FC236}">
                <a16:creationId xmlns:a16="http://schemas.microsoft.com/office/drawing/2014/main" id="{AC28CB84-5064-45F1-A740-BC0CBF6662A6}"/>
              </a:ext>
            </a:extLst>
          </p:cNvPr>
          <p:cNvGraphicFramePr>
            <a:graphicFrameLocks noGrp="1"/>
          </p:cNvGraphicFramePr>
          <p:nvPr>
            <p:extLst>
              <p:ext uri="{D42A27DB-BD31-4B8C-83A1-F6EECF244321}">
                <p14:modId xmlns:p14="http://schemas.microsoft.com/office/powerpoint/2010/main" val="3176273389"/>
              </p:ext>
            </p:extLst>
          </p:nvPr>
        </p:nvGraphicFramePr>
        <p:xfrm>
          <a:off x="7236296" y="3758942"/>
          <a:ext cx="1907703" cy="1371856"/>
        </p:xfrm>
        <a:graphic>
          <a:graphicData uri="http://schemas.openxmlformats.org/drawingml/2006/table">
            <a:tbl>
              <a:tblPr/>
              <a:tblGrid>
                <a:gridCol w="329064">
                  <a:extLst>
                    <a:ext uri="{9D8B030D-6E8A-4147-A177-3AD203B41FA5}">
                      <a16:colId xmlns:a16="http://schemas.microsoft.com/office/drawing/2014/main" val="20000"/>
                    </a:ext>
                  </a:extLst>
                </a:gridCol>
                <a:gridCol w="1578639">
                  <a:extLst>
                    <a:ext uri="{9D8B030D-6E8A-4147-A177-3AD203B41FA5}">
                      <a16:colId xmlns:a16="http://schemas.microsoft.com/office/drawing/2014/main" val="20001"/>
                    </a:ext>
                  </a:extLst>
                </a:gridCol>
              </a:tblGrid>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8" name="矩形 1">
            <a:extLst>
              <a:ext uri="{FF2B5EF4-FFF2-40B4-BE49-F238E27FC236}">
                <a16:creationId xmlns:a16="http://schemas.microsoft.com/office/drawing/2014/main" id="{9D27350B-9EB4-43C3-AF1F-6AE49DBA5B65}"/>
              </a:ext>
            </a:extLst>
          </p:cNvPr>
          <p:cNvSpPr>
            <a:spLocks noChangeArrowheads="1"/>
          </p:cNvSpPr>
          <p:nvPr/>
        </p:nvSpPr>
        <p:spPr bwMode="auto">
          <a:xfrm>
            <a:off x="6434065" y="-22315"/>
            <a:ext cx="2206053" cy="400110"/>
          </a:xfrm>
          <a:prstGeom prst="rect">
            <a:avLst/>
          </a:prstGeom>
          <a:noFill/>
          <a:ln w="9525">
            <a:noFill/>
            <a:miter lim="800000"/>
            <a:headEnd/>
            <a:tailEnd/>
          </a:ln>
        </p:spPr>
        <p:txBody>
          <a:bodyPr wrap="none">
            <a:spAutoFit/>
          </a:bodyPr>
          <a:lstStyle/>
          <a:p>
            <a:pPr eaLnBrk="1" hangingPunct="1">
              <a:defRPr/>
            </a:pP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digit*</a:t>
            </a:r>
            <a:r>
              <a:rPr kumimoji="1" lang="en-US" altLang="zh-CN" sz="2000" dirty="0" err="1">
                <a:solidFill>
                  <a:schemeClr val="tx2">
                    <a:lumMod val="60000"/>
                    <a:lumOff val="40000"/>
                  </a:schemeClr>
                </a:solidFill>
                <a:latin typeface="Times New Roman" pitchFamily="18" charset="0"/>
                <a:ea typeface="楷体_GB2312" pitchFamily="49" charset="-122"/>
                <a:cs typeface="Times New Roman" pitchFamily="18" charset="0"/>
              </a:rPr>
              <a:t>digit+digit</a:t>
            </a: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a:t>
            </a:r>
            <a:endParaRPr lang="zh-CN" altLang="en-US" sz="20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3" name="灯片编号占位符 2">
            <a:extLst>
              <a:ext uri="{FF2B5EF4-FFF2-40B4-BE49-F238E27FC236}">
                <a16:creationId xmlns:a16="http://schemas.microsoft.com/office/drawing/2014/main" id="{ED300876-2A0E-4B8C-A54D-AAA2EA317F58}"/>
              </a:ext>
            </a:extLst>
          </p:cNvPr>
          <p:cNvSpPr>
            <a:spLocks noGrp="1"/>
          </p:cNvSpPr>
          <p:nvPr>
            <p:ph type="sldNum" sz="quarter" idx="10"/>
          </p:nvPr>
        </p:nvSpPr>
        <p:spPr/>
        <p:txBody>
          <a:bodyPr/>
          <a:lstStyle/>
          <a:p>
            <a:pPr>
              <a:defRPr/>
            </a:pPr>
            <a:fld id="{8E104948-B687-4A74-87EB-9097C047E113}" type="slidenum">
              <a:rPr lang="zh-CN" altLang="en-US" smtClean="0"/>
              <a:pPr>
                <a:defRPr/>
              </a:pPr>
              <a:t>42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tgtEl>
                                          <p:spTgt spid="21"/>
                                        </p:tgtEl>
                                        <p:attrNameLst>
                                          <p:attrName>ppt_w</p:attrName>
                                        </p:attrNameLst>
                                      </p:cBhvr>
                                      <p:tavLst>
                                        <p:tav tm="0">
                                          <p:val>
                                            <p:fltVal val="0"/>
                                          </p:val>
                                        </p:tav>
                                        <p:tav tm="100000">
                                          <p:val>
                                            <p:strVal val="#ppt_w"/>
                                          </p:val>
                                        </p:tav>
                                      </p:tavLst>
                                    </p:anim>
                                    <p:anim calcmode="lin" valueType="num">
                                      <p:cBhvr>
                                        <p:cTn id="22" dur="500" fill="hold"/>
                                        <p:tgtEl>
                                          <p:spTgt spid="21"/>
                                        </p:tgtEl>
                                        <p:attrNameLst>
                                          <p:attrName>ppt_h</p:attrName>
                                        </p:attrNameLst>
                                      </p:cBhvr>
                                      <p:tavLst>
                                        <p:tav tm="0">
                                          <p:val>
                                            <p:fltVal val="0"/>
                                          </p:val>
                                        </p:tav>
                                        <p:tav tm="100000">
                                          <p:val>
                                            <p:strVal val="#ppt_h"/>
                                          </p:val>
                                        </p:tav>
                                      </p:tavLst>
                                    </p:anim>
                                    <p:animEffect transition="in" filter="fade">
                                      <p:cBhvr>
                                        <p:cTn id="23" dur="500"/>
                                        <p:tgtEl>
                                          <p:spTgt spid="21"/>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 calcmode="lin" valueType="num">
                                      <p:cBhvr>
                                        <p:cTn id="26" dur="500" fill="hold"/>
                                        <p:tgtEl>
                                          <p:spTgt spid="22"/>
                                        </p:tgtEl>
                                        <p:attrNameLst>
                                          <p:attrName>ppt_w</p:attrName>
                                        </p:attrNameLst>
                                      </p:cBhvr>
                                      <p:tavLst>
                                        <p:tav tm="0">
                                          <p:val>
                                            <p:fltVal val="0"/>
                                          </p:val>
                                        </p:tav>
                                        <p:tav tm="100000">
                                          <p:val>
                                            <p:strVal val="#ppt_w"/>
                                          </p:val>
                                        </p:tav>
                                      </p:tavLst>
                                    </p:anim>
                                    <p:anim calcmode="lin" valueType="num">
                                      <p:cBhvr>
                                        <p:cTn id="27" dur="500" fill="hold"/>
                                        <p:tgtEl>
                                          <p:spTgt spid="22"/>
                                        </p:tgtEl>
                                        <p:attrNameLst>
                                          <p:attrName>ppt_h</p:attrName>
                                        </p:attrNameLst>
                                      </p:cBhvr>
                                      <p:tavLst>
                                        <p:tav tm="0">
                                          <p:val>
                                            <p:fltVal val="0"/>
                                          </p:val>
                                        </p:tav>
                                        <p:tav tm="100000">
                                          <p:val>
                                            <p:strVal val="#ppt_h"/>
                                          </p:val>
                                        </p:tav>
                                      </p:tavLst>
                                    </p:anim>
                                    <p:animEffect transition="in" filter="fade">
                                      <p:cBhvr>
                                        <p:cTn id="28" dur="500"/>
                                        <p:tgtEl>
                                          <p:spTgt spid="2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500" fill="hold"/>
                                        <p:tgtEl>
                                          <p:spTgt spid="23"/>
                                        </p:tgtEl>
                                        <p:attrNameLst>
                                          <p:attrName>ppt_w</p:attrName>
                                        </p:attrNameLst>
                                      </p:cBhvr>
                                      <p:tavLst>
                                        <p:tav tm="0">
                                          <p:val>
                                            <p:fltVal val="0"/>
                                          </p:val>
                                        </p:tav>
                                        <p:tav tm="100000">
                                          <p:val>
                                            <p:strVal val="#ppt_w"/>
                                          </p:val>
                                        </p:tav>
                                      </p:tavLst>
                                    </p:anim>
                                    <p:anim calcmode="lin" valueType="num">
                                      <p:cBhvr>
                                        <p:cTn id="32" dur="500" fill="hold"/>
                                        <p:tgtEl>
                                          <p:spTgt spid="23"/>
                                        </p:tgtEl>
                                        <p:attrNameLst>
                                          <p:attrName>ppt_h</p:attrName>
                                        </p:attrNameLst>
                                      </p:cBhvr>
                                      <p:tavLst>
                                        <p:tav tm="0">
                                          <p:val>
                                            <p:fltVal val="0"/>
                                          </p:val>
                                        </p:tav>
                                        <p:tav tm="100000">
                                          <p:val>
                                            <p:strVal val="#ppt_h"/>
                                          </p:val>
                                        </p:tav>
                                      </p:tavLst>
                                    </p:anim>
                                    <p:animEffect transition="in" filter="fade">
                                      <p:cBhvr>
                                        <p:cTn id="33" dur="500"/>
                                        <p:tgtEl>
                                          <p:spTgt spid="2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16" fill="hold" nodeType="clickEffect">
                                  <p:stCondLst>
                                    <p:cond delay="0"/>
                                  </p:stCondLst>
                                  <p:childTnLst>
                                    <p:set>
                                      <p:cBhvr>
                                        <p:cTn id="37" dur="1" fill="hold">
                                          <p:stCondLst>
                                            <p:cond delay="0"/>
                                          </p:stCondLst>
                                        </p:cTn>
                                        <p:tgtEl>
                                          <p:spTgt spid="35"/>
                                        </p:tgtEl>
                                        <p:attrNameLst>
                                          <p:attrName>style.visibility</p:attrName>
                                        </p:attrNameLst>
                                      </p:cBhvr>
                                      <p:to>
                                        <p:strVal val="visible"/>
                                      </p:to>
                                    </p:set>
                                    <p:anim calcmode="lin" valueType="num">
                                      <p:cBhvr>
                                        <p:cTn id="38" dur="500" fill="hold"/>
                                        <p:tgtEl>
                                          <p:spTgt spid="35"/>
                                        </p:tgtEl>
                                        <p:attrNameLst>
                                          <p:attrName>ppt_w</p:attrName>
                                        </p:attrNameLst>
                                      </p:cBhvr>
                                      <p:tavLst>
                                        <p:tav tm="0">
                                          <p:val>
                                            <p:fltVal val="0"/>
                                          </p:val>
                                        </p:tav>
                                        <p:tav tm="100000">
                                          <p:val>
                                            <p:strVal val="#ppt_w"/>
                                          </p:val>
                                        </p:tav>
                                      </p:tavLst>
                                    </p:anim>
                                    <p:anim calcmode="lin" valueType="num">
                                      <p:cBhvr>
                                        <p:cTn id="39" dur="500" fill="hold"/>
                                        <p:tgtEl>
                                          <p:spTgt spid="35"/>
                                        </p:tgtEl>
                                        <p:attrNameLst>
                                          <p:attrName>ppt_h</p:attrName>
                                        </p:attrNameLst>
                                      </p:cBhvr>
                                      <p:tavLst>
                                        <p:tav tm="0">
                                          <p:val>
                                            <p:fltVal val="0"/>
                                          </p:val>
                                        </p:tav>
                                        <p:tav tm="100000">
                                          <p:val>
                                            <p:strVal val="#ppt_h"/>
                                          </p:val>
                                        </p:tav>
                                      </p:tavLst>
                                    </p:anim>
                                    <p:animEffect transition="in" filter="fade">
                                      <p:cBhvr>
                                        <p:cTn id="40" dur="500"/>
                                        <p:tgtEl>
                                          <p:spTgt spid="3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p:cTn id="45" dur="500" fill="hold"/>
                                        <p:tgtEl>
                                          <p:spTgt spid="24"/>
                                        </p:tgtEl>
                                        <p:attrNameLst>
                                          <p:attrName>ppt_w</p:attrName>
                                        </p:attrNameLst>
                                      </p:cBhvr>
                                      <p:tavLst>
                                        <p:tav tm="0">
                                          <p:val>
                                            <p:fltVal val="0"/>
                                          </p:val>
                                        </p:tav>
                                        <p:tav tm="100000">
                                          <p:val>
                                            <p:strVal val="#ppt_w"/>
                                          </p:val>
                                        </p:tav>
                                      </p:tavLst>
                                    </p:anim>
                                    <p:anim calcmode="lin" valueType="num">
                                      <p:cBhvr>
                                        <p:cTn id="46" dur="500" fill="hold"/>
                                        <p:tgtEl>
                                          <p:spTgt spid="24"/>
                                        </p:tgtEl>
                                        <p:attrNameLst>
                                          <p:attrName>ppt_h</p:attrName>
                                        </p:attrNameLst>
                                      </p:cBhvr>
                                      <p:tavLst>
                                        <p:tav tm="0">
                                          <p:val>
                                            <p:fltVal val="0"/>
                                          </p:val>
                                        </p:tav>
                                        <p:tav tm="100000">
                                          <p:val>
                                            <p:strVal val="#ppt_h"/>
                                          </p:val>
                                        </p:tav>
                                      </p:tavLst>
                                    </p:anim>
                                    <p:animEffect transition="in" filter="fade">
                                      <p:cBhvr>
                                        <p:cTn id="47" dur="500"/>
                                        <p:tgtEl>
                                          <p:spTgt spid="24"/>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 calcmode="lin" valueType="num">
                                      <p:cBhvr>
                                        <p:cTn id="50" dur="500" fill="hold"/>
                                        <p:tgtEl>
                                          <p:spTgt spid="25"/>
                                        </p:tgtEl>
                                        <p:attrNameLst>
                                          <p:attrName>ppt_w</p:attrName>
                                        </p:attrNameLst>
                                      </p:cBhvr>
                                      <p:tavLst>
                                        <p:tav tm="0">
                                          <p:val>
                                            <p:fltVal val="0"/>
                                          </p:val>
                                        </p:tav>
                                        <p:tav tm="100000">
                                          <p:val>
                                            <p:strVal val="#ppt_w"/>
                                          </p:val>
                                        </p:tav>
                                      </p:tavLst>
                                    </p:anim>
                                    <p:anim calcmode="lin" valueType="num">
                                      <p:cBhvr>
                                        <p:cTn id="51" dur="500" fill="hold"/>
                                        <p:tgtEl>
                                          <p:spTgt spid="25"/>
                                        </p:tgtEl>
                                        <p:attrNameLst>
                                          <p:attrName>ppt_h</p:attrName>
                                        </p:attrNameLst>
                                      </p:cBhvr>
                                      <p:tavLst>
                                        <p:tav tm="0">
                                          <p:val>
                                            <p:fltVal val="0"/>
                                          </p:val>
                                        </p:tav>
                                        <p:tav tm="100000">
                                          <p:val>
                                            <p:strVal val="#ppt_h"/>
                                          </p:val>
                                        </p:tav>
                                      </p:tavLst>
                                    </p:anim>
                                    <p:animEffect transition="in" filter="fade">
                                      <p:cBhvr>
                                        <p:cTn id="52" dur="500"/>
                                        <p:tgtEl>
                                          <p:spTgt spid="25"/>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500" fill="hold"/>
                                        <p:tgtEl>
                                          <p:spTgt spid="26"/>
                                        </p:tgtEl>
                                        <p:attrNameLst>
                                          <p:attrName>ppt_w</p:attrName>
                                        </p:attrNameLst>
                                      </p:cBhvr>
                                      <p:tavLst>
                                        <p:tav tm="0">
                                          <p:val>
                                            <p:fltVal val="0"/>
                                          </p:val>
                                        </p:tav>
                                        <p:tav tm="100000">
                                          <p:val>
                                            <p:strVal val="#ppt_w"/>
                                          </p:val>
                                        </p:tav>
                                      </p:tavLst>
                                    </p:anim>
                                    <p:anim calcmode="lin" valueType="num">
                                      <p:cBhvr>
                                        <p:cTn id="56" dur="500" fill="hold"/>
                                        <p:tgtEl>
                                          <p:spTgt spid="26"/>
                                        </p:tgtEl>
                                        <p:attrNameLst>
                                          <p:attrName>ppt_h</p:attrName>
                                        </p:attrNameLst>
                                      </p:cBhvr>
                                      <p:tavLst>
                                        <p:tav tm="0">
                                          <p:val>
                                            <p:fltVal val="0"/>
                                          </p:val>
                                        </p:tav>
                                        <p:tav tm="100000">
                                          <p:val>
                                            <p:strVal val="#ppt_h"/>
                                          </p:val>
                                        </p:tav>
                                      </p:tavLst>
                                    </p:anim>
                                    <p:animEffect transition="in" filter="fade">
                                      <p:cBhvr>
                                        <p:cTn id="57" dur="500"/>
                                        <p:tgtEl>
                                          <p:spTgt spid="2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3" presetClass="entr" presetSubtype="16" fill="hold" nodeType="clickEffect">
                                  <p:stCondLst>
                                    <p:cond delay="0"/>
                                  </p:stCondLst>
                                  <p:childTnLst>
                                    <p:set>
                                      <p:cBhvr>
                                        <p:cTn id="61" dur="1" fill="hold">
                                          <p:stCondLst>
                                            <p:cond delay="0"/>
                                          </p:stCondLst>
                                        </p:cTn>
                                        <p:tgtEl>
                                          <p:spTgt spid="36"/>
                                        </p:tgtEl>
                                        <p:attrNameLst>
                                          <p:attrName>style.visibility</p:attrName>
                                        </p:attrNameLst>
                                      </p:cBhvr>
                                      <p:to>
                                        <p:strVal val="visible"/>
                                      </p:to>
                                    </p:set>
                                    <p:anim calcmode="lin" valueType="num">
                                      <p:cBhvr>
                                        <p:cTn id="62" dur="500" fill="hold"/>
                                        <p:tgtEl>
                                          <p:spTgt spid="36"/>
                                        </p:tgtEl>
                                        <p:attrNameLst>
                                          <p:attrName>ppt_w</p:attrName>
                                        </p:attrNameLst>
                                      </p:cBhvr>
                                      <p:tavLst>
                                        <p:tav tm="0">
                                          <p:val>
                                            <p:fltVal val="0"/>
                                          </p:val>
                                        </p:tav>
                                        <p:tav tm="100000">
                                          <p:val>
                                            <p:strVal val="#ppt_w"/>
                                          </p:val>
                                        </p:tav>
                                      </p:tavLst>
                                    </p:anim>
                                    <p:anim calcmode="lin" valueType="num">
                                      <p:cBhvr>
                                        <p:cTn id="63" dur="500" fill="hold"/>
                                        <p:tgtEl>
                                          <p:spTgt spid="36"/>
                                        </p:tgtEl>
                                        <p:attrNameLst>
                                          <p:attrName>ppt_h</p:attrName>
                                        </p:attrNameLst>
                                      </p:cBhvr>
                                      <p:tavLst>
                                        <p:tav tm="0">
                                          <p:val>
                                            <p:fltVal val="0"/>
                                          </p:val>
                                        </p:tav>
                                        <p:tav tm="100000">
                                          <p:val>
                                            <p:strVal val="#ppt_h"/>
                                          </p:val>
                                        </p:tav>
                                      </p:tavLst>
                                    </p:anim>
                                    <p:animEffect transition="in" filter="fade">
                                      <p:cBhvr>
                                        <p:cTn id="64" dur="500"/>
                                        <p:tgtEl>
                                          <p:spTgt spid="3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53" presetClass="exit" presetSubtype="32" fill="hold" grpId="1" nodeType="clickEffect">
                                  <p:stCondLst>
                                    <p:cond delay="0"/>
                                  </p:stCondLst>
                                  <p:childTnLst>
                                    <p:anim calcmode="lin" valueType="num">
                                      <p:cBhvr>
                                        <p:cTn id="68" dur="500"/>
                                        <p:tgtEl>
                                          <p:spTgt spid="24"/>
                                        </p:tgtEl>
                                        <p:attrNameLst>
                                          <p:attrName>ppt_w</p:attrName>
                                        </p:attrNameLst>
                                      </p:cBhvr>
                                      <p:tavLst>
                                        <p:tav tm="0">
                                          <p:val>
                                            <p:strVal val="ppt_w"/>
                                          </p:val>
                                        </p:tav>
                                        <p:tav tm="100000">
                                          <p:val>
                                            <p:fltVal val="0"/>
                                          </p:val>
                                        </p:tav>
                                      </p:tavLst>
                                    </p:anim>
                                    <p:anim calcmode="lin" valueType="num">
                                      <p:cBhvr>
                                        <p:cTn id="69" dur="500"/>
                                        <p:tgtEl>
                                          <p:spTgt spid="24"/>
                                        </p:tgtEl>
                                        <p:attrNameLst>
                                          <p:attrName>ppt_h</p:attrName>
                                        </p:attrNameLst>
                                      </p:cBhvr>
                                      <p:tavLst>
                                        <p:tav tm="0">
                                          <p:val>
                                            <p:strVal val="ppt_h"/>
                                          </p:val>
                                        </p:tav>
                                        <p:tav tm="100000">
                                          <p:val>
                                            <p:fltVal val="0"/>
                                          </p:val>
                                        </p:tav>
                                      </p:tavLst>
                                    </p:anim>
                                    <p:animEffect transition="out" filter="fade">
                                      <p:cBhvr>
                                        <p:cTn id="70" dur="500"/>
                                        <p:tgtEl>
                                          <p:spTgt spid="24"/>
                                        </p:tgtEl>
                                      </p:cBhvr>
                                    </p:animEffect>
                                    <p:set>
                                      <p:cBhvr>
                                        <p:cTn id="71" dur="1" fill="hold">
                                          <p:stCondLst>
                                            <p:cond delay="499"/>
                                          </p:stCondLst>
                                        </p:cTn>
                                        <p:tgtEl>
                                          <p:spTgt spid="24"/>
                                        </p:tgtEl>
                                        <p:attrNameLst>
                                          <p:attrName>style.visibility</p:attrName>
                                        </p:attrNameLst>
                                      </p:cBhvr>
                                      <p:to>
                                        <p:strVal val="hidden"/>
                                      </p:to>
                                    </p:set>
                                  </p:childTnLst>
                                </p:cTn>
                              </p:par>
                              <p:par>
                                <p:cTn id="72" presetID="53" presetClass="exit" presetSubtype="32" fill="hold" grpId="1" nodeType="withEffect">
                                  <p:stCondLst>
                                    <p:cond delay="0"/>
                                  </p:stCondLst>
                                  <p:childTnLst>
                                    <p:anim calcmode="lin" valueType="num">
                                      <p:cBhvr>
                                        <p:cTn id="73" dur="500"/>
                                        <p:tgtEl>
                                          <p:spTgt spid="25"/>
                                        </p:tgtEl>
                                        <p:attrNameLst>
                                          <p:attrName>ppt_w</p:attrName>
                                        </p:attrNameLst>
                                      </p:cBhvr>
                                      <p:tavLst>
                                        <p:tav tm="0">
                                          <p:val>
                                            <p:strVal val="ppt_w"/>
                                          </p:val>
                                        </p:tav>
                                        <p:tav tm="100000">
                                          <p:val>
                                            <p:fltVal val="0"/>
                                          </p:val>
                                        </p:tav>
                                      </p:tavLst>
                                    </p:anim>
                                    <p:anim calcmode="lin" valueType="num">
                                      <p:cBhvr>
                                        <p:cTn id="74" dur="500"/>
                                        <p:tgtEl>
                                          <p:spTgt spid="25"/>
                                        </p:tgtEl>
                                        <p:attrNameLst>
                                          <p:attrName>ppt_h</p:attrName>
                                        </p:attrNameLst>
                                      </p:cBhvr>
                                      <p:tavLst>
                                        <p:tav tm="0">
                                          <p:val>
                                            <p:strVal val="ppt_h"/>
                                          </p:val>
                                        </p:tav>
                                        <p:tav tm="100000">
                                          <p:val>
                                            <p:fltVal val="0"/>
                                          </p:val>
                                        </p:tav>
                                      </p:tavLst>
                                    </p:anim>
                                    <p:animEffect transition="out" filter="fade">
                                      <p:cBhvr>
                                        <p:cTn id="75" dur="500"/>
                                        <p:tgtEl>
                                          <p:spTgt spid="25"/>
                                        </p:tgtEl>
                                      </p:cBhvr>
                                    </p:animEffect>
                                    <p:set>
                                      <p:cBhvr>
                                        <p:cTn id="76"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1" grpId="0" animBg="1"/>
      <p:bldP spid="22" grpId="0" animBg="1"/>
      <p:bldP spid="23" grpId="0" animBg="1"/>
      <p:bldP spid="24" grpId="0" animBg="1"/>
      <p:bldP spid="24" grpId="1" animBg="1"/>
      <p:bldP spid="25" grpId="0" animBg="1"/>
      <p:bldP spid="25" grpId="1" animBg="1"/>
      <p:bldP spid="2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a:extLst>
              <a:ext uri="{FF2B5EF4-FFF2-40B4-BE49-F238E27FC236}">
                <a16:creationId xmlns:a16="http://schemas.microsoft.com/office/drawing/2014/main" id="{98F23219-A76A-4CCC-B77C-1CA2D0A5BCA7}"/>
              </a:ext>
            </a:extLst>
          </p:cNvPr>
          <p:cNvSpPr>
            <a:spLocks noGrp="1"/>
          </p:cNvSpPr>
          <p:nvPr>
            <p:ph idx="1"/>
          </p:nvPr>
        </p:nvSpPr>
        <p:spPr>
          <a:xfrm>
            <a:off x="5748338" y="1173163"/>
            <a:ext cx="2019300" cy="317500"/>
          </a:xfrm>
        </p:spPr>
        <p:txBody>
          <a:bodyPr/>
          <a:lstStyle/>
          <a:p>
            <a:pPr marL="0" indent="0">
              <a:spcBef>
                <a:spcPct val="30000"/>
              </a:spcBef>
              <a:buSzTx/>
              <a:buFont typeface="Symbol" panose="05050102010706020507" pitchFamily="18" charset="2"/>
              <a:buNone/>
              <a:defRPr/>
            </a:pPr>
            <a:r>
              <a:rPr lang="zh-CN" altLang="en-US" sz="2100" dirty="0">
                <a:solidFill>
                  <a:srgbClr val="000000"/>
                </a:solidFill>
                <a:cs typeface="Times New Roman" panose="02020603050405020304" pitchFamily="18" charset="0"/>
              </a:rPr>
              <a:t>状态</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符号</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属性</a:t>
            </a:r>
          </a:p>
        </p:txBody>
      </p:sp>
      <p:sp>
        <p:nvSpPr>
          <p:cNvPr id="110595" name="Rectangle 2">
            <a:extLst>
              <a:ext uri="{FF2B5EF4-FFF2-40B4-BE49-F238E27FC236}">
                <a16:creationId xmlns:a16="http://schemas.microsoft.com/office/drawing/2014/main" id="{00913033-1EEA-49AC-B232-72CD71148FCC}"/>
              </a:ext>
            </a:extLst>
          </p:cNvPr>
          <p:cNvSpPr>
            <a:spLocks noGrp="1"/>
          </p:cNvSpPr>
          <p:nvPr>
            <p:ph type="title"/>
          </p:nvPr>
        </p:nvSpPr>
        <p:spPr>
          <a:xfrm>
            <a:off x="755650" y="268288"/>
            <a:ext cx="7931150" cy="358775"/>
          </a:xfrm>
        </p:spPr>
        <p:txBody>
          <a:bodyPr/>
          <a:lstStyle/>
          <a:p>
            <a:pPr eaLnBrk="1" hangingPunct="1"/>
            <a:r>
              <a:rPr kumimoji="1" lang="zh-CN" altLang="en-US">
                <a:solidFill>
                  <a:schemeClr val="folHlink"/>
                </a:solidFill>
                <a:latin typeface="楷体" panose="02010609060101010101" pitchFamily="49" charset="-122"/>
                <a:cs typeface="Times New Roman" panose="02020603050405020304" pitchFamily="18" charset="0"/>
              </a:rPr>
              <a:t>例</a:t>
            </a:r>
          </a:p>
        </p:txBody>
      </p:sp>
      <p:sp>
        <p:nvSpPr>
          <p:cNvPr id="131076" name="矩形 1">
            <a:extLst>
              <a:ext uri="{FF2B5EF4-FFF2-40B4-BE49-F238E27FC236}">
                <a16:creationId xmlns:a16="http://schemas.microsoft.com/office/drawing/2014/main" id="{9749A34D-1C3C-4482-8A2F-17550D94DCBF}"/>
              </a:ext>
            </a:extLst>
          </p:cNvPr>
          <p:cNvSpPr>
            <a:spLocks noChangeArrowheads="1"/>
          </p:cNvSpPr>
          <p:nvPr/>
        </p:nvSpPr>
        <p:spPr bwMode="auto">
          <a:xfrm>
            <a:off x="5715000" y="268288"/>
            <a:ext cx="1959191" cy="415498"/>
          </a:xfrm>
          <a:prstGeom prst="rect">
            <a:avLst/>
          </a:prstGeom>
          <a:noFill/>
          <a:ln w="9525">
            <a:noFill/>
            <a:miter lim="800000"/>
            <a:headEnd/>
            <a:tailEnd/>
          </a:ln>
        </p:spPr>
        <p:txBody>
          <a:bodyPr wrap="none">
            <a:spAutoFit/>
          </a:bodyPr>
          <a:lstStyle/>
          <a:p>
            <a:pPr eaLnBrk="1" hangingPunct="1">
              <a:defRPr/>
            </a:pPr>
            <a:r>
              <a:rPr kumimoji="1" lang="zh-CN" altLang="en-US" sz="2100" dirty="0">
                <a:solidFill>
                  <a:schemeClr val="tx2">
                    <a:lumMod val="60000"/>
                    <a:lumOff val="40000"/>
                  </a:schemeClr>
                </a:solidFill>
                <a:latin typeface="楷体" pitchFamily="49" charset="-122"/>
                <a:ea typeface="楷体" pitchFamily="49" charset="-122"/>
                <a:cs typeface="Times New Roman" pitchFamily="18" charset="0"/>
              </a:rPr>
              <a:t>输入：</a:t>
            </a:r>
            <a:r>
              <a:rPr kumimoji="1" lang="en-US" altLang="zh-CN" sz="2100" dirty="0">
                <a:solidFill>
                  <a:schemeClr val="tx2">
                    <a:lumMod val="60000"/>
                    <a:lumOff val="40000"/>
                  </a:schemeClr>
                </a:solidFill>
                <a:latin typeface="Times New Roman" pitchFamily="18" charset="0"/>
                <a:ea typeface="楷体_GB2312" pitchFamily="49" charset="-122"/>
                <a:cs typeface="Times New Roman" pitchFamily="18" charset="0"/>
              </a:rPr>
              <a:t> 3*5+4 $</a:t>
            </a:r>
            <a:endParaRPr lang="zh-CN" altLang="en-US" sz="21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2" name="矩形 1">
            <a:extLst>
              <a:ext uri="{FF2B5EF4-FFF2-40B4-BE49-F238E27FC236}">
                <a16:creationId xmlns:a16="http://schemas.microsoft.com/office/drawing/2014/main" id="{3F3388F0-F9BD-4CDE-B3AE-BA46251A3995}"/>
              </a:ext>
            </a:extLst>
          </p:cNvPr>
          <p:cNvSpPr/>
          <p:nvPr/>
        </p:nvSpPr>
        <p:spPr>
          <a:xfrm>
            <a:off x="5797550"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826A6B64-28C7-421A-9300-D1AA1DF99DE1}"/>
              </a:ext>
            </a:extLst>
          </p:cNvPr>
          <p:cNvSpPr/>
          <p:nvPr/>
        </p:nvSpPr>
        <p:spPr>
          <a:xfrm>
            <a:off x="6459538" y="1490663"/>
            <a:ext cx="684212"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mn-ea"/>
                <a:cs typeface="Times New Roman" panose="02020603050405020304" pitchFamily="18" charset="0"/>
              </a:rPr>
              <a:t>$</a:t>
            </a:r>
            <a:endParaRPr lang="zh-CN" altLang="en-US" dirty="0">
              <a:solidFill>
                <a:prstClr val="black"/>
              </a:solidFill>
              <a:latin typeface="+mn-ea"/>
              <a:cs typeface="Times New Roman" panose="02020603050405020304" pitchFamily="18" charset="0"/>
            </a:endParaRPr>
          </a:p>
        </p:txBody>
      </p:sp>
      <p:sp>
        <p:nvSpPr>
          <p:cNvPr id="13" name="矩形 12">
            <a:extLst>
              <a:ext uri="{FF2B5EF4-FFF2-40B4-BE49-F238E27FC236}">
                <a16:creationId xmlns:a16="http://schemas.microsoft.com/office/drawing/2014/main" id="{E7CDD315-26C6-4346-922B-46F4FD8B9DA1}"/>
              </a:ext>
            </a:extLst>
          </p:cNvPr>
          <p:cNvSpPr/>
          <p:nvPr/>
        </p:nvSpPr>
        <p:spPr>
          <a:xfrm>
            <a:off x="7102475"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C804F412-037F-42F8-955F-B4C7D51FFB67}"/>
              </a:ext>
            </a:extLst>
          </p:cNvPr>
          <p:cNvSpPr/>
          <p:nvPr/>
        </p:nvSpPr>
        <p:spPr>
          <a:xfrm>
            <a:off x="57943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2</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0F97ABD7-768C-4A97-B7F8-27F0B878D841}"/>
              </a:ext>
            </a:extLst>
          </p:cNvPr>
          <p:cNvSpPr/>
          <p:nvPr/>
        </p:nvSpPr>
        <p:spPr>
          <a:xfrm>
            <a:off x="64627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i="1" dirty="0">
                <a:solidFill>
                  <a:prstClr val="black"/>
                </a:solidFill>
                <a:latin typeface="Times New Roman" panose="02020603050405020304" pitchFamily="18" charset="0"/>
                <a:cs typeface="Times New Roman" panose="02020603050405020304" pitchFamily="18" charset="0"/>
              </a:rPr>
              <a:t>T</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628F281D-FB9F-40A4-8BFF-B90B70BF45F0}"/>
              </a:ext>
            </a:extLst>
          </p:cNvPr>
          <p:cNvSpPr/>
          <p:nvPr/>
        </p:nvSpPr>
        <p:spPr>
          <a:xfrm>
            <a:off x="71104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3</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10603" name="图片 20">
            <a:extLst>
              <a:ext uri="{FF2B5EF4-FFF2-40B4-BE49-F238E27FC236}">
                <a16:creationId xmlns:a16="http://schemas.microsoft.com/office/drawing/2014/main" id="{F14233D0-2EF3-4AE4-84CE-A73399A894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013" y="2033588"/>
            <a:ext cx="4700587"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84" name="矩形 21">
            <a:extLst>
              <a:ext uri="{FF2B5EF4-FFF2-40B4-BE49-F238E27FC236}">
                <a16:creationId xmlns:a16="http://schemas.microsoft.com/office/drawing/2014/main" id="{C42FED3C-166E-46F8-87E6-5718E2F7F74E}"/>
              </a:ext>
            </a:extLst>
          </p:cNvPr>
          <p:cNvSpPr>
            <a:spLocks noChangeArrowheads="1"/>
          </p:cNvSpPr>
          <p:nvPr/>
        </p:nvSpPr>
        <p:spPr bwMode="auto">
          <a:xfrm>
            <a:off x="0" y="4714875"/>
            <a:ext cx="1325563" cy="415925"/>
          </a:xfrm>
          <a:prstGeom prst="rect">
            <a:avLst/>
          </a:prstGeom>
          <a:noFill/>
          <a:ln w="9525">
            <a:noFill/>
            <a:miter lim="800000"/>
            <a:headEnd/>
            <a:tailEnd/>
          </a:ln>
        </p:spPr>
        <p:txBody>
          <a:bodyPr wrap="none">
            <a:spAutoFit/>
          </a:bodyPr>
          <a:lstStyle/>
          <a:p>
            <a:pPr>
              <a:defRPr/>
            </a:pPr>
            <a:r>
              <a:rPr lang="en-US" altLang="zh-CN" dirty="0">
                <a:solidFill>
                  <a:schemeClr val="tx2">
                    <a:lumMod val="60000"/>
                    <a:lumOff val="40000"/>
                  </a:schemeClr>
                </a:solidFill>
                <a:latin typeface="Times New Roman" pitchFamily="18" charset="0"/>
                <a:ea typeface="华文楷体" pitchFamily="2" charset="-122"/>
                <a:cs typeface="Times New Roman" pitchFamily="18" charset="0"/>
              </a:rPr>
              <a:t>SLR</a:t>
            </a:r>
            <a:r>
              <a:rPr lang="zh-CN" altLang="en-US" dirty="0">
                <a:solidFill>
                  <a:schemeClr val="tx2">
                    <a:lumMod val="60000"/>
                    <a:lumOff val="40000"/>
                  </a:schemeClr>
                </a:solidFill>
                <a:latin typeface="Times New Roman" pitchFamily="18" charset="0"/>
                <a:ea typeface="华文楷体" pitchFamily="2" charset="-122"/>
                <a:cs typeface="Times New Roman" pitchFamily="18" charset="0"/>
              </a:rPr>
              <a:t>自动机</a:t>
            </a:r>
            <a:endParaRPr lang="zh-CN" altLang="en-US" sz="2100" dirty="0">
              <a:solidFill>
                <a:schemeClr val="tx2">
                  <a:lumMod val="60000"/>
                  <a:lumOff val="40000"/>
                </a:schemeClr>
              </a:solidFill>
              <a:latin typeface="Times New Roman" pitchFamily="18" charset="0"/>
              <a:ea typeface="华文楷体" pitchFamily="2" charset="-122"/>
              <a:cs typeface="Times New Roman" pitchFamily="18" charset="0"/>
            </a:endParaRPr>
          </a:p>
        </p:txBody>
      </p:sp>
      <p:sp>
        <p:nvSpPr>
          <p:cNvPr id="20" name="内容占位符 2">
            <a:extLst>
              <a:ext uri="{FF2B5EF4-FFF2-40B4-BE49-F238E27FC236}">
                <a16:creationId xmlns:a16="http://schemas.microsoft.com/office/drawing/2014/main" id="{CC8EB63C-D3AA-4957-AAAE-4E8449BDCA8F}"/>
              </a:ext>
            </a:extLst>
          </p:cNvPr>
          <p:cNvSpPr txBox="1">
            <a:spLocks/>
          </p:cNvSpPr>
          <p:nvPr/>
        </p:nvSpPr>
        <p:spPr bwMode="auto">
          <a:xfrm>
            <a:off x="773113" y="42863"/>
            <a:ext cx="4768850" cy="1990725"/>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a:t>
            </a:r>
            <a:r>
              <a:rPr lang="zh-CN" altLang="en-US" sz="1200">
                <a:solidFill>
                  <a:prstClr val="black"/>
                </a:solidFill>
                <a:latin typeface="华文楷体" panose="02010600040101010101" pitchFamily="2" charset="-122"/>
                <a:ea typeface="华文楷体" panose="02010600040101010101" pitchFamily="2" charset="-122"/>
              </a:rPr>
              <a:t>产生式                        语义动作</a:t>
            </a:r>
            <a:endParaRPr lang="en-US" altLang="zh-CN" sz="1200" i="1">
              <a:solidFill>
                <a:prstClr val="black"/>
              </a:solidFill>
              <a:latin typeface="Times New Roman" panose="02020603050405020304" pitchFamily="18" charset="0"/>
              <a:ea typeface="楷体_GB2312" pitchFamily="49" charset="-122"/>
            </a:endParaRP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E</a:t>
            </a:r>
            <a:r>
              <a:rPr lang="en-US" altLang="zh-CN" sz="1200" i="1">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print</a:t>
            </a:r>
            <a:r>
              <a:rPr lang="en-US" altLang="zh-CN" sz="1200" i="1">
                <a:solidFill>
                  <a:prstClr val="black"/>
                </a:solidFill>
                <a:latin typeface="Times New Roman" panose="02020603050405020304" pitchFamily="18" charset="0"/>
                <a:ea typeface="楷体_GB2312" pitchFamily="49" charset="-122"/>
              </a:rPr>
              <a: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E</a:t>
            </a:r>
            <a:r>
              <a:rPr lang="en-US" altLang="zh-CN" sz="1200" baseline="-25000">
                <a:solidFill>
                  <a:prstClr val="black"/>
                </a:solidFill>
                <a:latin typeface="Times New Roman" panose="02020603050405020304" pitchFamily="18" charset="0"/>
                <a:ea typeface="楷体_GB2312" pitchFamily="49" charset="-122"/>
              </a:rPr>
              <a:t>1 </a:t>
            </a:r>
            <a:r>
              <a:rPr lang="en-US" altLang="zh-CN" sz="1200" i="1">
                <a:solidFill>
                  <a:prstClr val="black"/>
                </a:solidFill>
                <a:latin typeface="Times New Roman" panose="02020603050405020304" pitchFamily="18" charset="0"/>
                <a:ea typeface="楷体_GB2312" pitchFamily="49" charset="-122"/>
              </a:rPr>
              <a:t>+ 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(3)</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(4)</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r>
              <a:rPr lang="en-US" altLang="zh-CN" sz="1200" baseline="-25000">
                <a:solidFill>
                  <a:prstClr val="black"/>
                </a:solidFill>
                <a:latin typeface="Times New Roman" panose="02020603050405020304" pitchFamily="18" charset="0"/>
                <a:ea typeface="楷体_GB2312" pitchFamily="49" charset="-122"/>
              </a:rPr>
              <a:t>1 </a:t>
            </a:r>
            <a:r>
              <a:rPr lang="en-US" altLang="zh-CN" sz="1200">
                <a:solidFill>
                  <a:prstClr val="black"/>
                </a:solidFill>
                <a:latin typeface="Times New Roman" panose="02020603050405020304" pitchFamily="18" charset="0"/>
                <a:ea typeface="楷体_GB2312" pitchFamily="49" charset="-122"/>
              </a:rPr>
              <a:t>*</a:t>
            </a:r>
            <a:r>
              <a:rPr lang="en-US" altLang="zh-CN" sz="1200">
                <a:solidFill>
                  <a:prstClr val="black"/>
                </a:solidFill>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a:t>
            </a:r>
            <a:r>
              <a:rPr kumimoji="1" lang="en-US" altLang="zh-CN" sz="1200">
                <a:solidFill>
                  <a:srgbClr val="000000"/>
                </a:solidFill>
                <a:latin typeface="Times New Roman" panose="02020603050405020304" pitchFamily="18" charset="0"/>
                <a:sym typeface="Symbol" panose="05050102010706020507" pitchFamily="18" charset="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(5)</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F</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(6)</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.val</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(7)</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digit</a:t>
            </a:r>
          </a:p>
          <a:p>
            <a:pPr marL="0" lvl="3">
              <a:spcBef>
                <a:spcPct val="20000"/>
              </a:spcBef>
              <a:buClr>
                <a:srgbClr val="31B6FD"/>
              </a:buClr>
              <a:buSzPct val="100000"/>
              <a:defRPr/>
            </a:pPr>
            <a:endParaRPr lang="en-US" altLang="zh-CN" sz="1500" i="1">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sz="150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r>
              <a:rPr lang="en-US" altLang="zh-CN" i="1">
                <a:solidFill>
                  <a:prstClr val="black"/>
                </a:solidFill>
                <a:latin typeface="Times New Roman" panose="02020603050405020304" pitchFamily="18" charset="0"/>
                <a:ea typeface="楷体_GB2312" pitchFamily="49" charset="-122"/>
              </a:rPr>
              <a:t>       </a:t>
            </a: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lvl="2">
              <a:spcBef>
                <a:spcPct val="20000"/>
              </a:spcBef>
              <a:buClr>
                <a:srgbClr val="31B6FD"/>
              </a:buClr>
              <a:buSzPct val="100000"/>
              <a:defRPr/>
            </a:pPr>
            <a:endParaRPr lang="zh-CN" altLang="en-US">
              <a:solidFill>
                <a:prstClr val="black"/>
              </a:solidFill>
              <a:latin typeface="Times New Roman" panose="02020603050405020304" pitchFamily="18" charset="0"/>
              <a:ea typeface="楷体_GB2312" pitchFamily="49" charset="-122"/>
            </a:endParaRPr>
          </a:p>
        </p:txBody>
      </p:sp>
      <p:sp>
        <p:nvSpPr>
          <p:cNvPr id="21" name="矩形 20">
            <a:extLst>
              <a:ext uri="{FF2B5EF4-FFF2-40B4-BE49-F238E27FC236}">
                <a16:creationId xmlns:a16="http://schemas.microsoft.com/office/drawing/2014/main" id="{387ADAC1-5BAB-4CFA-9172-E3A0B2E1EDCD}"/>
              </a:ext>
            </a:extLst>
          </p:cNvPr>
          <p:cNvSpPr/>
          <p:nvPr/>
        </p:nvSpPr>
        <p:spPr>
          <a:xfrm>
            <a:off x="57943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7</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29DBEC51-992F-488B-AC0D-A5ED640F1D33}"/>
              </a:ext>
            </a:extLst>
          </p:cNvPr>
          <p:cNvSpPr/>
          <p:nvPr/>
        </p:nvSpPr>
        <p:spPr>
          <a:xfrm>
            <a:off x="6453188" y="2247900"/>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CC40EED1-DC92-4237-9FC5-332CFDA9C034}"/>
              </a:ext>
            </a:extLst>
          </p:cNvPr>
          <p:cNvSpPr/>
          <p:nvPr/>
        </p:nvSpPr>
        <p:spPr>
          <a:xfrm>
            <a:off x="71024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50CB9774-FD52-43D4-A2AC-00DFF6973BE0}"/>
              </a:ext>
            </a:extLst>
          </p:cNvPr>
          <p:cNvSpPr/>
          <p:nvPr/>
        </p:nvSpPr>
        <p:spPr>
          <a:xfrm>
            <a:off x="57943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10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D8DBFFBF-6CC0-4926-9718-90D05CFF54CE}"/>
              </a:ext>
            </a:extLst>
          </p:cNvPr>
          <p:cNvSpPr/>
          <p:nvPr/>
        </p:nvSpPr>
        <p:spPr>
          <a:xfrm>
            <a:off x="6453188" y="262572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i="1" dirty="0">
                <a:solidFill>
                  <a:prstClr val="black"/>
                </a:solidFill>
                <a:latin typeface="Times New Roman" panose="02020603050405020304" pitchFamily="18" charset="0"/>
                <a:cs typeface="Times New Roman" panose="02020603050405020304" pitchFamily="18" charset="0"/>
              </a:rPr>
              <a:t>F</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190BF7A7-82CA-453F-B81D-6AA962D0D369}"/>
              </a:ext>
            </a:extLst>
          </p:cNvPr>
          <p:cNvSpPr/>
          <p:nvPr/>
        </p:nvSpPr>
        <p:spPr>
          <a:xfrm>
            <a:off x="71024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5</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id="{4845C3C3-7D9C-471B-A858-1EFF86CDDF94}"/>
              </a:ext>
            </a:extLst>
          </p:cNvPr>
          <p:cNvSpPr/>
          <p:nvPr/>
        </p:nvSpPr>
        <p:spPr>
          <a:xfrm>
            <a:off x="71024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15</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4" name="Line 41">
            <a:extLst>
              <a:ext uri="{FF2B5EF4-FFF2-40B4-BE49-F238E27FC236}">
                <a16:creationId xmlns:a16="http://schemas.microsoft.com/office/drawing/2014/main" id="{91C1AAEB-45BC-4ECA-B51B-CBFD2D5737C2}"/>
              </a:ext>
            </a:extLst>
          </p:cNvPr>
          <p:cNvSpPr>
            <a:spLocks noChangeShapeType="1"/>
          </p:cNvSpPr>
          <p:nvPr/>
        </p:nvSpPr>
        <p:spPr bwMode="auto">
          <a:xfrm flipV="1">
            <a:off x="67325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5" name="Line 41">
            <a:extLst>
              <a:ext uri="{FF2B5EF4-FFF2-40B4-BE49-F238E27FC236}">
                <a16:creationId xmlns:a16="http://schemas.microsoft.com/office/drawing/2014/main" id="{11A77675-E10D-4BC4-A3A8-8DF6742CDCD4}"/>
              </a:ext>
            </a:extLst>
          </p:cNvPr>
          <p:cNvSpPr>
            <a:spLocks noChangeShapeType="1"/>
          </p:cNvSpPr>
          <p:nvPr/>
        </p:nvSpPr>
        <p:spPr bwMode="auto">
          <a:xfrm flipV="1">
            <a:off x="6877050"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6" name="Line 41">
            <a:extLst>
              <a:ext uri="{FF2B5EF4-FFF2-40B4-BE49-F238E27FC236}">
                <a16:creationId xmlns:a16="http://schemas.microsoft.com/office/drawing/2014/main" id="{15483C28-FDAF-40C3-8F3F-88AEF23E7AFE}"/>
              </a:ext>
            </a:extLst>
          </p:cNvPr>
          <p:cNvSpPr>
            <a:spLocks noChangeShapeType="1"/>
          </p:cNvSpPr>
          <p:nvPr/>
        </p:nvSpPr>
        <p:spPr bwMode="auto">
          <a:xfrm flipV="1">
            <a:off x="7019925"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7" name="Line 41">
            <a:extLst>
              <a:ext uri="{FF2B5EF4-FFF2-40B4-BE49-F238E27FC236}">
                <a16:creationId xmlns:a16="http://schemas.microsoft.com/office/drawing/2014/main" id="{8B645766-22EC-4D80-B6EF-FBA79A153D75}"/>
              </a:ext>
            </a:extLst>
          </p:cNvPr>
          <p:cNvSpPr>
            <a:spLocks noChangeShapeType="1"/>
          </p:cNvSpPr>
          <p:nvPr/>
        </p:nvSpPr>
        <p:spPr bwMode="auto">
          <a:xfrm flipV="1">
            <a:off x="71643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graphicFrame>
        <p:nvGraphicFramePr>
          <p:cNvPr id="27" name="Group 18">
            <a:extLst>
              <a:ext uri="{FF2B5EF4-FFF2-40B4-BE49-F238E27FC236}">
                <a16:creationId xmlns:a16="http://schemas.microsoft.com/office/drawing/2014/main" id="{BD997717-731A-46FF-ADF9-BBC3E698A6D6}"/>
              </a:ext>
            </a:extLst>
          </p:cNvPr>
          <p:cNvGraphicFramePr>
            <a:graphicFrameLocks noGrp="1"/>
          </p:cNvGraphicFramePr>
          <p:nvPr>
            <p:extLst>
              <p:ext uri="{D42A27DB-BD31-4B8C-83A1-F6EECF244321}">
                <p14:modId xmlns:p14="http://schemas.microsoft.com/office/powerpoint/2010/main" val="3176273389"/>
              </p:ext>
            </p:extLst>
          </p:nvPr>
        </p:nvGraphicFramePr>
        <p:xfrm>
          <a:off x="7236296" y="3758942"/>
          <a:ext cx="1907703" cy="1371856"/>
        </p:xfrm>
        <a:graphic>
          <a:graphicData uri="http://schemas.openxmlformats.org/drawingml/2006/table">
            <a:tbl>
              <a:tblPr/>
              <a:tblGrid>
                <a:gridCol w="329064">
                  <a:extLst>
                    <a:ext uri="{9D8B030D-6E8A-4147-A177-3AD203B41FA5}">
                      <a16:colId xmlns:a16="http://schemas.microsoft.com/office/drawing/2014/main" val="20000"/>
                    </a:ext>
                  </a:extLst>
                </a:gridCol>
                <a:gridCol w="1578639">
                  <a:extLst>
                    <a:ext uri="{9D8B030D-6E8A-4147-A177-3AD203B41FA5}">
                      <a16:colId xmlns:a16="http://schemas.microsoft.com/office/drawing/2014/main" val="20001"/>
                    </a:ext>
                  </a:extLst>
                </a:gridCol>
              </a:tblGrid>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8" name="矩形 1">
            <a:extLst>
              <a:ext uri="{FF2B5EF4-FFF2-40B4-BE49-F238E27FC236}">
                <a16:creationId xmlns:a16="http://schemas.microsoft.com/office/drawing/2014/main" id="{6AF526B4-0F60-4BAB-935E-057B13FF57DE}"/>
              </a:ext>
            </a:extLst>
          </p:cNvPr>
          <p:cNvSpPr>
            <a:spLocks noChangeArrowheads="1"/>
          </p:cNvSpPr>
          <p:nvPr/>
        </p:nvSpPr>
        <p:spPr bwMode="auto">
          <a:xfrm>
            <a:off x="6434065" y="-22315"/>
            <a:ext cx="2206053" cy="400110"/>
          </a:xfrm>
          <a:prstGeom prst="rect">
            <a:avLst/>
          </a:prstGeom>
          <a:noFill/>
          <a:ln w="9525">
            <a:noFill/>
            <a:miter lim="800000"/>
            <a:headEnd/>
            <a:tailEnd/>
          </a:ln>
        </p:spPr>
        <p:txBody>
          <a:bodyPr wrap="none">
            <a:spAutoFit/>
          </a:bodyPr>
          <a:lstStyle/>
          <a:p>
            <a:pPr eaLnBrk="1" hangingPunct="1">
              <a:defRPr/>
            </a:pP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digit*</a:t>
            </a:r>
            <a:r>
              <a:rPr kumimoji="1" lang="en-US" altLang="zh-CN" sz="2000" dirty="0" err="1">
                <a:solidFill>
                  <a:schemeClr val="tx2">
                    <a:lumMod val="60000"/>
                    <a:lumOff val="40000"/>
                  </a:schemeClr>
                </a:solidFill>
                <a:latin typeface="Times New Roman" pitchFamily="18" charset="0"/>
                <a:ea typeface="楷体_GB2312" pitchFamily="49" charset="-122"/>
                <a:cs typeface="Times New Roman" pitchFamily="18" charset="0"/>
              </a:rPr>
              <a:t>digit+digit</a:t>
            </a: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a:t>
            </a:r>
            <a:endParaRPr lang="zh-CN" altLang="en-US" sz="20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3" name="灯片编号占位符 2">
            <a:extLst>
              <a:ext uri="{FF2B5EF4-FFF2-40B4-BE49-F238E27FC236}">
                <a16:creationId xmlns:a16="http://schemas.microsoft.com/office/drawing/2014/main" id="{FC4FFFC9-A066-4A64-9CFB-AC0DB511D474}"/>
              </a:ext>
            </a:extLst>
          </p:cNvPr>
          <p:cNvSpPr>
            <a:spLocks noGrp="1"/>
          </p:cNvSpPr>
          <p:nvPr>
            <p:ph type="sldNum" sz="quarter" idx="10"/>
          </p:nvPr>
        </p:nvSpPr>
        <p:spPr/>
        <p:txBody>
          <a:bodyPr/>
          <a:lstStyle/>
          <a:p>
            <a:pPr>
              <a:defRPr/>
            </a:pPr>
            <a:fld id="{8E104948-B687-4A74-87EB-9097C047E113}" type="slidenum">
              <a:rPr lang="zh-CN" altLang="en-US" smtClean="0"/>
              <a:pPr>
                <a:defRPr/>
              </a:pPr>
              <a:t>43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500" fill="hold"/>
                                        <p:tgtEl>
                                          <p:spTgt spid="24"/>
                                        </p:tgtEl>
                                        <p:attrNameLst>
                                          <p:attrName>ppt_w</p:attrName>
                                        </p:attrNameLst>
                                      </p:cBhvr>
                                      <p:tavLst>
                                        <p:tav tm="0">
                                          <p:val>
                                            <p:fltVal val="0"/>
                                          </p:val>
                                        </p:tav>
                                        <p:tav tm="100000">
                                          <p:val>
                                            <p:strVal val="#ppt_w"/>
                                          </p:val>
                                        </p:tav>
                                      </p:tavLst>
                                    </p:anim>
                                    <p:anim calcmode="lin" valueType="num">
                                      <p:cBhvr>
                                        <p:cTn id="15" dur="500" fill="hold"/>
                                        <p:tgtEl>
                                          <p:spTgt spid="24"/>
                                        </p:tgtEl>
                                        <p:attrNameLst>
                                          <p:attrName>ppt_h</p:attrName>
                                        </p:attrNameLst>
                                      </p:cBhvr>
                                      <p:tavLst>
                                        <p:tav tm="0">
                                          <p:val>
                                            <p:fltVal val="0"/>
                                          </p:val>
                                        </p:tav>
                                        <p:tav tm="100000">
                                          <p:val>
                                            <p:strVal val="#ppt_h"/>
                                          </p:val>
                                        </p:tav>
                                      </p:tavLst>
                                    </p:anim>
                                    <p:animEffect transition="in" filter="fade">
                                      <p:cBhvr>
                                        <p:cTn id="16" dur="500"/>
                                        <p:tgtEl>
                                          <p:spTgt spid="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xit" presetSubtype="32" fill="hold" grpId="1" nodeType="clickEffect">
                                  <p:stCondLst>
                                    <p:cond delay="0"/>
                                  </p:stCondLst>
                                  <p:childTnLst>
                                    <p:anim calcmode="lin" valueType="num">
                                      <p:cBhvr>
                                        <p:cTn id="27" dur="500"/>
                                        <p:tgtEl>
                                          <p:spTgt spid="25"/>
                                        </p:tgtEl>
                                        <p:attrNameLst>
                                          <p:attrName>ppt_w</p:attrName>
                                        </p:attrNameLst>
                                      </p:cBhvr>
                                      <p:tavLst>
                                        <p:tav tm="0">
                                          <p:val>
                                            <p:strVal val="ppt_w"/>
                                          </p:val>
                                        </p:tav>
                                        <p:tav tm="100000">
                                          <p:val>
                                            <p:fltVal val="0"/>
                                          </p:val>
                                        </p:tav>
                                      </p:tavLst>
                                    </p:anim>
                                    <p:anim calcmode="lin" valueType="num">
                                      <p:cBhvr>
                                        <p:cTn id="28" dur="500"/>
                                        <p:tgtEl>
                                          <p:spTgt spid="25"/>
                                        </p:tgtEl>
                                        <p:attrNameLst>
                                          <p:attrName>ppt_h</p:attrName>
                                        </p:attrNameLst>
                                      </p:cBhvr>
                                      <p:tavLst>
                                        <p:tav tm="0">
                                          <p:val>
                                            <p:strVal val="ppt_h"/>
                                          </p:val>
                                        </p:tav>
                                        <p:tav tm="100000">
                                          <p:val>
                                            <p:fltVal val="0"/>
                                          </p:val>
                                        </p:tav>
                                      </p:tavLst>
                                    </p:anim>
                                    <p:animEffect transition="out" filter="fade">
                                      <p:cBhvr>
                                        <p:cTn id="29" dur="500"/>
                                        <p:tgtEl>
                                          <p:spTgt spid="25"/>
                                        </p:tgtEl>
                                      </p:cBhvr>
                                    </p:animEffect>
                                    <p:set>
                                      <p:cBhvr>
                                        <p:cTn id="30" dur="1" fill="hold">
                                          <p:stCondLst>
                                            <p:cond delay="499"/>
                                          </p:stCondLst>
                                        </p:cTn>
                                        <p:tgtEl>
                                          <p:spTgt spid="25"/>
                                        </p:tgtEl>
                                        <p:attrNameLst>
                                          <p:attrName>style.visibility</p:attrName>
                                        </p:attrNameLst>
                                      </p:cBhvr>
                                      <p:to>
                                        <p:strVal val="hidden"/>
                                      </p:to>
                                    </p:set>
                                  </p:childTnLst>
                                </p:cTn>
                              </p:par>
                              <p:par>
                                <p:cTn id="31" presetID="53" presetClass="exit" presetSubtype="32" fill="hold" grpId="1" nodeType="withEffect">
                                  <p:stCondLst>
                                    <p:cond delay="0"/>
                                  </p:stCondLst>
                                  <p:childTnLst>
                                    <p:anim calcmode="lin" valueType="num">
                                      <p:cBhvr>
                                        <p:cTn id="32" dur="500"/>
                                        <p:tgtEl>
                                          <p:spTgt spid="24"/>
                                        </p:tgtEl>
                                        <p:attrNameLst>
                                          <p:attrName>ppt_w</p:attrName>
                                        </p:attrNameLst>
                                      </p:cBhvr>
                                      <p:tavLst>
                                        <p:tav tm="0">
                                          <p:val>
                                            <p:strVal val="ppt_w"/>
                                          </p:val>
                                        </p:tav>
                                        <p:tav tm="100000">
                                          <p:val>
                                            <p:fltVal val="0"/>
                                          </p:val>
                                        </p:tav>
                                      </p:tavLst>
                                    </p:anim>
                                    <p:anim calcmode="lin" valueType="num">
                                      <p:cBhvr>
                                        <p:cTn id="33" dur="500"/>
                                        <p:tgtEl>
                                          <p:spTgt spid="24"/>
                                        </p:tgtEl>
                                        <p:attrNameLst>
                                          <p:attrName>ppt_h</p:attrName>
                                        </p:attrNameLst>
                                      </p:cBhvr>
                                      <p:tavLst>
                                        <p:tav tm="0">
                                          <p:val>
                                            <p:strVal val="ppt_h"/>
                                          </p:val>
                                        </p:tav>
                                        <p:tav tm="100000">
                                          <p:val>
                                            <p:fltVal val="0"/>
                                          </p:val>
                                        </p:tav>
                                      </p:tavLst>
                                    </p:anim>
                                    <p:animEffect transition="out" filter="fade">
                                      <p:cBhvr>
                                        <p:cTn id="34" dur="500"/>
                                        <p:tgtEl>
                                          <p:spTgt spid="24"/>
                                        </p:tgtEl>
                                      </p:cBhvr>
                                    </p:animEffect>
                                    <p:set>
                                      <p:cBhvr>
                                        <p:cTn id="35" dur="1" fill="hold">
                                          <p:stCondLst>
                                            <p:cond delay="499"/>
                                          </p:stCondLst>
                                        </p:cTn>
                                        <p:tgtEl>
                                          <p:spTgt spid="24"/>
                                        </p:tgtEl>
                                        <p:attrNameLst>
                                          <p:attrName>style.visibility</p:attrName>
                                        </p:attrNameLst>
                                      </p:cBhvr>
                                      <p:to>
                                        <p:strVal val="hidden"/>
                                      </p:to>
                                    </p:set>
                                  </p:childTnLst>
                                </p:cTn>
                              </p:par>
                              <p:par>
                                <p:cTn id="36" presetID="53" presetClass="exit" presetSubtype="32" fill="hold" grpId="0" nodeType="withEffect">
                                  <p:stCondLst>
                                    <p:cond delay="0"/>
                                  </p:stCondLst>
                                  <p:childTnLst>
                                    <p:anim calcmode="lin" valueType="num">
                                      <p:cBhvr>
                                        <p:cTn id="37" dur="500"/>
                                        <p:tgtEl>
                                          <p:spTgt spid="26"/>
                                        </p:tgtEl>
                                        <p:attrNameLst>
                                          <p:attrName>ppt_w</p:attrName>
                                        </p:attrNameLst>
                                      </p:cBhvr>
                                      <p:tavLst>
                                        <p:tav tm="0">
                                          <p:val>
                                            <p:strVal val="ppt_w"/>
                                          </p:val>
                                        </p:tav>
                                        <p:tav tm="100000">
                                          <p:val>
                                            <p:fltVal val="0"/>
                                          </p:val>
                                        </p:tav>
                                      </p:tavLst>
                                    </p:anim>
                                    <p:anim calcmode="lin" valueType="num">
                                      <p:cBhvr>
                                        <p:cTn id="38" dur="500"/>
                                        <p:tgtEl>
                                          <p:spTgt spid="26"/>
                                        </p:tgtEl>
                                        <p:attrNameLst>
                                          <p:attrName>ppt_h</p:attrName>
                                        </p:attrNameLst>
                                      </p:cBhvr>
                                      <p:tavLst>
                                        <p:tav tm="0">
                                          <p:val>
                                            <p:strVal val="ppt_h"/>
                                          </p:val>
                                        </p:tav>
                                        <p:tav tm="100000">
                                          <p:val>
                                            <p:fltVal val="0"/>
                                          </p:val>
                                        </p:tav>
                                      </p:tavLst>
                                    </p:anim>
                                    <p:animEffect transition="out" filter="fade">
                                      <p:cBhvr>
                                        <p:cTn id="39" dur="500"/>
                                        <p:tgtEl>
                                          <p:spTgt spid="26"/>
                                        </p:tgtEl>
                                      </p:cBhvr>
                                    </p:animEffect>
                                    <p:set>
                                      <p:cBhvr>
                                        <p:cTn id="40" dur="1" fill="hold">
                                          <p:stCondLst>
                                            <p:cond delay="499"/>
                                          </p:stCondLst>
                                        </p:cTn>
                                        <p:tgtEl>
                                          <p:spTgt spid="26"/>
                                        </p:tgtEl>
                                        <p:attrNameLst>
                                          <p:attrName>style.visibility</p:attrName>
                                        </p:attrNameLst>
                                      </p:cBhvr>
                                      <p:to>
                                        <p:strVal val="hidden"/>
                                      </p:to>
                                    </p:set>
                                  </p:childTnLst>
                                </p:cTn>
                              </p:par>
                              <p:par>
                                <p:cTn id="41" presetID="53" presetClass="exit" presetSubtype="32" fill="hold" grpId="0" nodeType="withEffect">
                                  <p:stCondLst>
                                    <p:cond delay="0"/>
                                  </p:stCondLst>
                                  <p:childTnLst>
                                    <p:anim calcmode="lin" valueType="num">
                                      <p:cBhvr>
                                        <p:cTn id="42" dur="500"/>
                                        <p:tgtEl>
                                          <p:spTgt spid="23"/>
                                        </p:tgtEl>
                                        <p:attrNameLst>
                                          <p:attrName>ppt_w</p:attrName>
                                        </p:attrNameLst>
                                      </p:cBhvr>
                                      <p:tavLst>
                                        <p:tav tm="0">
                                          <p:val>
                                            <p:strVal val="ppt_w"/>
                                          </p:val>
                                        </p:tav>
                                        <p:tav tm="100000">
                                          <p:val>
                                            <p:fltVal val="0"/>
                                          </p:val>
                                        </p:tav>
                                      </p:tavLst>
                                    </p:anim>
                                    <p:anim calcmode="lin" valueType="num">
                                      <p:cBhvr>
                                        <p:cTn id="43" dur="500"/>
                                        <p:tgtEl>
                                          <p:spTgt spid="23"/>
                                        </p:tgtEl>
                                        <p:attrNameLst>
                                          <p:attrName>ppt_h</p:attrName>
                                        </p:attrNameLst>
                                      </p:cBhvr>
                                      <p:tavLst>
                                        <p:tav tm="0">
                                          <p:val>
                                            <p:strVal val="ppt_h"/>
                                          </p:val>
                                        </p:tav>
                                        <p:tav tm="100000">
                                          <p:val>
                                            <p:fltVal val="0"/>
                                          </p:val>
                                        </p:tav>
                                      </p:tavLst>
                                    </p:anim>
                                    <p:animEffect transition="out" filter="fade">
                                      <p:cBhvr>
                                        <p:cTn id="44" dur="500"/>
                                        <p:tgtEl>
                                          <p:spTgt spid="23"/>
                                        </p:tgtEl>
                                      </p:cBhvr>
                                    </p:animEffect>
                                    <p:set>
                                      <p:cBhvr>
                                        <p:cTn id="45" dur="1" fill="hold">
                                          <p:stCondLst>
                                            <p:cond delay="499"/>
                                          </p:stCondLst>
                                        </p:cTn>
                                        <p:tgtEl>
                                          <p:spTgt spid="23"/>
                                        </p:tgtEl>
                                        <p:attrNameLst>
                                          <p:attrName>style.visibility</p:attrName>
                                        </p:attrNameLst>
                                      </p:cBhvr>
                                      <p:to>
                                        <p:strVal val="hidden"/>
                                      </p:to>
                                    </p:set>
                                  </p:childTnLst>
                                </p:cTn>
                              </p:par>
                              <p:par>
                                <p:cTn id="46" presetID="53" presetClass="exit" presetSubtype="32" fill="hold" grpId="0" nodeType="withEffect">
                                  <p:stCondLst>
                                    <p:cond delay="0"/>
                                  </p:stCondLst>
                                  <p:childTnLst>
                                    <p:anim calcmode="lin" valueType="num">
                                      <p:cBhvr>
                                        <p:cTn id="47" dur="500"/>
                                        <p:tgtEl>
                                          <p:spTgt spid="22"/>
                                        </p:tgtEl>
                                        <p:attrNameLst>
                                          <p:attrName>ppt_w</p:attrName>
                                        </p:attrNameLst>
                                      </p:cBhvr>
                                      <p:tavLst>
                                        <p:tav tm="0">
                                          <p:val>
                                            <p:strVal val="ppt_w"/>
                                          </p:val>
                                        </p:tav>
                                        <p:tav tm="100000">
                                          <p:val>
                                            <p:fltVal val="0"/>
                                          </p:val>
                                        </p:tav>
                                      </p:tavLst>
                                    </p:anim>
                                    <p:anim calcmode="lin" valueType="num">
                                      <p:cBhvr>
                                        <p:cTn id="48" dur="500"/>
                                        <p:tgtEl>
                                          <p:spTgt spid="22"/>
                                        </p:tgtEl>
                                        <p:attrNameLst>
                                          <p:attrName>ppt_h</p:attrName>
                                        </p:attrNameLst>
                                      </p:cBhvr>
                                      <p:tavLst>
                                        <p:tav tm="0">
                                          <p:val>
                                            <p:strVal val="ppt_h"/>
                                          </p:val>
                                        </p:tav>
                                        <p:tav tm="100000">
                                          <p:val>
                                            <p:fltVal val="0"/>
                                          </p:val>
                                        </p:tav>
                                      </p:tavLst>
                                    </p:anim>
                                    <p:animEffect transition="out" filter="fade">
                                      <p:cBhvr>
                                        <p:cTn id="49" dur="500"/>
                                        <p:tgtEl>
                                          <p:spTgt spid="22"/>
                                        </p:tgtEl>
                                      </p:cBhvr>
                                    </p:animEffect>
                                    <p:set>
                                      <p:cBhvr>
                                        <p:cTn id="50" dur="1" fill="hold">
                                          <p:stCondLst>
                                            <p:cond delay="499"/>
                                          </p:stCondLst>
                                        </p:cTn>
                                        <p:tgtEl>
                                          <p:spTgt spid="22"/>
                                        </p:tgtEl>
                                        <p:attrNameLst>
                                          <p:attrName>style.visibility</p:attrName>
                                        </p:attrNameLst>
                                      </p:cBhvr>
                                      <p:to>
                                        <p:strVal val="hidden"/>
                                      </p:to>
                                    </p:set>
                                  </p:childTnLst>
                                </p:cTn>
                              </p:par>
                              <p:par>
                                <p:cTn id="51" presetID="53" presetClass="exit" presetSubtype="32" fill="hold" grpId="0" nodeType="withEffect">
                                  <p:stCondLst>
                                    <p:cond delay="0"/>
                                  </p:stCondLst>
                                  <p:childTnLst>
                                    <p:anim calcmode="lin" valueType="num">
                                      <p:cBhvr>
                                        <p:cTn id="52" dur="500"/>
                                        <p:tgtEl>
                                          <p:spTgt spid="21"/>
                                        </p:tgtEl>
                                        <p:attrNameLst>
                                          <p:attrName>ppt_w</p:attrName>
                                        </p:attrNameLst>
                                      </p:cBhvr>
                                      <p:tavLst>
                                        <p:tav tm="0">
                                          <p:val>
                                            <p:strVal val="ppt_w"/>
                                          </p:val>
                                        </p:tav>
                                        <p:tav tm="100000">
                                          <p:val>
                                            <p:fltVal val="0"/>
                                          </p:val>
                                        </p:tav>
                                      </p:tavLst>
                                    </p:anim>
                                    <p:anim calcmode="lin" valueType="num">
                                      <p:cBhvr>
                                        <p:cTn id="53" dur="500"/>
                                        <p:tgtEl>
                                          <p:spTgt spid="21"/>
                                        </p:tgtEl>
                                        <p:attrNameLst>
                                          <p:attrName>ppt_h</p:attrName>
                                        </p:attrNameLst>
                                      </p:cBhvr>
                                      <p:tavLst>
                                        <p:tav tm="0">
                                          <p:val>
                                            <p:strVal val="ppt_h"/>
                                          </p:val>
                                        </p:tav>
                                        <p:tav tm="100000">
                                          <p:val>
                                            <p:fltVal val="0"/>
                                          </p:val>
                                        </p:tav>
                                      </p:tavLst>
                                    </p:anim>
                                    <p:animEffect transition="out" filter="fade">
                                      <p:cBhvr>
                                        <p:cTn id="54" dur="500"/>
                                        <p:tgtEl>
                                          <p:spTgt spid="21"/>
                                        </p:tgtEl>
                                      </p:cBhvr>
                                    </p:animEffect>
                                    <p:set>
                                      <p:cBhvr>
                                        <p:cTn id="55" dur="1" fill="hold">
                                          <p:stCondLst>
                                            <p:cond delay="499"/>
                                          </p:stCondLst>
                                        </p:cTn>
                                        <p:tgtEl>
                                          <p:spTgt spid="21"/>
                                        </p:tgtEl>
                                        <p:attrNameLst>
                                          <p:attrName>style.visibility</p:attrName>
                                        </p:attrNameLst>
                                      </p:cBhvr>
                                      <p:to>
                                        <p:strVal val="hidden"/>
                                      </p:to>
                                    </p:set>
                                  </p:childTnLst>
                                </p:cTn>
                              </p:par>
                              <p:par>
                                <p:cTn id="56" presetID="53" presetClass="exit" presetSubtype="32" fill="hold" grpId="0" nodeType="withEffect">
                                  <p:stCondLst>
                                    <p:cond delay="0"/>
                                  </p:stCondLst>
                                  <p:childTnLst>
                                    <p:anim calcmode="lin" valueType="num">
                                      <p:cBhvr>
                                        <p:cTn id="57" dur="500"/>
                                        <p:tgtEl>
                                          <p:spTgt spid="16"/>
                                        </p:tgtEl>
                                        <p:attrNameLst>
                                          <p:attrName>ppt_w</p:attrName>
                                        </p:attrNameLst>
                                      </p:cBhvr>
                                      <p:tavLst>
                                        <p:tav tm="0">
                                          <p:val>
                                            <p:strVal val="ppt_w"/>
                                          </p:val>
                                        </p:tav>
                                        <p:tav tm="100000">
                                          <p:val>
                                            <p:fltVal val="0"/>
                                          </p:val>
                                        </p:tav>
                                      </p:tavLst>
                                    </p:anim>
                                    <p:anim calcmode="lin" valueType="num">
                                      <p:cBhvr>
                                        <p:cTn id="58" dur="500"/>
                                        <p:tgtEl>
                                          <p:spTgt spid="16"/>
                                        </p:tgtEl>
                                        <p:attrNameLst>
                                          <p:attrName>ppt_h</p:attrName>
                                        </p:attrNameLst>
                                      </p:cBhvr>
                                      <p:tavLst>
                                        <p:tav tm="0">
                                          <p:val>
                                            <p:strVal val="ppt_h"/>
                                          </p:val>
                                        </p:tav>
                                        <p:tav tm="100000">
                                          <p:val>
                                            <p:fltVal val="0"/>
                                          </p:val>
                                        </p:tav>
                                      </p:tavLst>
                                    </p:anim>
                                    <p:animEffect transition="out" filter="fade">
                                      <p:cBhvr>
                                        <p:cTn id="59" dur="500"/>
                                        <p:tgtEl>
                                          <p:spTgt spid="16"/>
                                        </p:tgtEl>
                                      </p:cBhvr>
                                    </p:animEffect>
                                    <p:set>
                                      <p:cBhvr>
                                        <p:cTn id="60" dur="1" fill="hold">
                                          <p:stCondLst>
                                            <p:cond delay="499"/>
                                          </p:stCondLst>
                                        </p:cTn>
                                        <p:tgtEl>
                                          <p:spTgt spid="16"/>
                                        </p:tgtEl>
                                        <p:attrNameLst>
                                          <p:attrName>style.visibility</p:attrName>
                                        </p:attrNameLst>
                                      </p:cBhvr>
                                      <p:to>
                                        <p:strVal val="hidden"/>
                                      </p:to>
                                    </p:set>
                                  </p:childTnLst>
                                </p:cTn>
                              </p:par>
                              <p:par>
                                <p:cTn id="61" presetID="53" presetClass="exit" presetSubtype="32" fill="hold" grpId="0" nodeType="withEffect">
                                  <p:stCondLst>
                                    <p:cond delay="0"/>
                                  </p:stCondLst>
                                  <p:childTnLst>
                                    <p:anim calcmode="lin" valueType="num">
                                      <p:cBhvr>
                                        <p:cTn id="62" dur="500"/>
                                        <p:tgtEl>
                                          <p:spTgt spid="17"/>
                                        </p:tgtEl>
                                        <p:attrNameLst>
                                          <p:attrName>ppt_w</p:attrName>
                                        </p:attrNameLst>
                                      </p:cBhvr>
                                      <p:tavLst>
                                        <p:tav tm="0">
                                          <p:val>
                                            <p:strVal val="ppt_w"/>
                                          </p:val>
                                        </p:tav>
                                        <p:tav tm="100000">
                                          <p:val>
                                            <p:fltVal val="0"/>
                                          </p:val>
                                        </p:tav>
                                      </p:tavLst>
                                    </p:anim>
                                    <p:anim calcmode="lin" valueType="num">
                                      <p:cBhvr>
                                        <p:cTn id="63" dur="500"/>
                                        <p:tgtEl>
                                          <p:spTgt spid="17"/>
                                        </p:tgtEl>
                                        <p:attrNameLst>
                                          <p:attrName>ppt_h</p:attrName>
                                        </p:attrNameLst>
                                      </p:cBhvr>
                                      <p:tavLst>
                                        <p:tav tm="0">
                                          <p:val>
                                            <p:strVal val="ppt_h"/>
                                          </p:val>
                                        </p:tav>
                                        <p:tav tm="100000">
                                          <p:val>
                                            <p:fltVal val="0"/>
                                          </p:val>
                                        </p:tav>
                                      </p:tavLst>
                                    </p:anim>
                                    <p:animEffect transition="out" filter="fade">
                                      <p:cBhvr>
                                        <p:cTn id="64" dur="500"/>
                                        <p:tgtEl>
                                          <p:spTgt spid="17"/>
                                        </p:tgtEl>
                                      </p:cBhvr>
                                    </p:animEffect>
                                    <p:set>
                                      <p:cBhvr>
                                        <p:cTn id="65"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1" grpId="0" animBg="1"/>
      <p:bldP spid="22" grpId="0" animBg="1"/>
      <p:bldP spid="23" grpId="0" animBg="1"/>
      <p:bldP spid="24" grpId="0" animBg="1"/>
      <p:bldP spid="24" grpId="1" animBg="1"/>
      <p:bldP spid="25" grpId="0" animBg="1"/>
      <p:bldP spid="25" grpId="1" animBg="1"/>
      <p:bldP spid="26" grpId="0" animBg="1"/>
      <p:bldP spid="2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a:extLst>
              <a:ext uri="{FF2B5EF4-FFF2-40B4-BE49-F238E27FC236}">
                <a16:creationId xmlns:a16="http://schemas.microsoft.com/office/drawing/2014/main" id="{3D29BECC-7D01-45D5-81B7-CE339F875CAB}"/>
              </a:ext>
            </a:extLst>
          </p:cNvPr>
          <p:cNvSpPr>
            <a:spLocks noGrp="1"/>
          </p:cNvSpPr>
          <p:nvPr>
            <p:ph idx="1"/>
          </p:nvPr>
        </p:nvSpPr>
        <p:spPr>
          <a:xfrm>
            <a:off x="5748338" y="1173163"/>
            <a:ext cx="2019300" cy="317500"/>
          </a:xfrm>
        </p:spPr>
        <p:txBody>
          <a:bodyPr/>
          <a:lstStyle/>
          <a:p>
            <a:pPr marL="0" indent="0">
              <a:spcBef>
                <a:spcPct val="30000"/>
              </a:spcBef>
              <a:buSzTx/>
              <a:buFont typeface="Symbol" panose="05050102010706020507" pitchFamily="18" charset="2"/>
              <a:buNone/>
              <a:defRPr/>
            </a:pPr>
            <a:r>
              <a:rPr lang="zh-CN" altLang="en-US" sz="2100" dirty="0">
                <a:solidFill>
                  <a:srgbClr val="000000"/>
                </a:solidFill>
                <a:cs typeface="Times New Roman" panose="02020603050405020304" pitchFamily="18" charset="0"/>
              </a:rPr>
              <a:t>状态</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符号</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属性</a:t>
            </a:r>
          </a:p>
        </p:txBody>
      </p:sp>
      <p:sp>
        <p:nvSpPr>
          <p:cNvPr id="112643" name="Rectangle 2">
            <a:extLst>
              <a:ext uri="{FF2B5EF4-FFF2-40B4-BE49-F238E27FC236}">
                <a16:creationId xmlns:a16="http://schemas.microsoft.com/office/drawing/2014/main" id="{69F0A7B8-58CA-4B84-9407-F0C744290915}"/>
              </a:ext>
            </a:extLst>
          </p:cNvPr>
          <p:cNvSpPr>
            <a:spLocks noGrp="1"/>
          </p:cNvSpPr>
          <p:nvPr>
            <p:ph type="title"/>
          </p:nvPr>
        </p:nvSpPr>
        <p:spPr>
          <a:xfrm>
            <a:off x="755650" y="268288"/>
            <a:ext cx="7931150" cy="358775"/>
          </a:xfrm>
        </p:spPr>
        <p:txBody>
          <a:bodyPr/>
          <a:lstStyle/>
          <a:p>
            <a:pPr eaLnBrk="1" hangingPunct="1"/>
            <a:r>
              <a:rPr kumimoji="1" lang="zh-CN" altLang="en-US">
                <a:solidFill>
                  <a:schemeClr val="folHlink"/>
                </a:solidFill>
                <a:latin typeface="楷体" panose="02010609060101010101" pitchFamily="49" charset="-122"/>
                <a:cs typeface="Times New Roman" panose="02020603050405020304" pitchFamily="18" charset="0"/>
              </a:rPr>
              <a:t>例</a:t>
            </a:r>
          </a:p>
        </p:txBody>
      </p:sp>
      <p:sp>
        <p:nvSpPr>
          <p:cNvPr id="133124" name="矩形 1">
            <a:extLst>
              <a:ext uri="{FF2B5EF4-FFF2-40B4-BE49-F238E27FC236}">
                <a16:creationId xmlns:a16="http://schemas.microsoft.com/office/drawing/2014/main" id="{F5881FDE-0646-4AB0-98F2-2F7D44BA1283}"/>
              </a:ext>
            </a:extLst>
          </p:cNvPr>
          <p:cNvSpPr>
            <a:spLocks noChangeArrowheads="1"/>
          </p:cNvSpPr>
          <p:nvPr/>
        </p:nvSpPr>
        <p:spPr bwMode="auto">
          <a:xfrm>
            <a:off x="5715000" y="268288"/>
            <a:ext cx="1959191" cy="415498"/>
          </a:xfrm>
          <a:prstGeom prst="rect">
            <a:avLst/>
          </a:prstGeom>
          <a:noFill/>
          <a:ln w="9525">
            <a:noFill/>
            <a:miter lim="800000"/>
            <a:headEnd/>
            <a:tailEnd/>
          </a:ln>
        </p:spPr>
        <p:txBody>
          <a:bodyPr wrap="none">
            <a:spAutoFit/>
          </a:bodyPr>
          <a:lstStyle/>
          <a:p>
            <a:pPr eaLnBrk="1" hangingPunct="1">
              <a:defRPr/>
            </a:pPr>
            <a:r>
              <a:rPr kumimoji="1" lang="zh-CN" altLang="en-US" sz="2100" dirty="0">
                <a:solidFill>
                  <a:schemeClr val="tx2">
                    <a:lumMod val="60000"/>
                    <a:lumOff val="40000"/>
                  </a:schemeClr>
                </a:solidFill>
                <a:latin typeface="楷体" pitchFamily="49" charset="-122"/>
                <a:ea typeface="楷体" pitchFamily="49" charset="-122"/>
                <a:cs typeface="Times New Roman" pitchFamily="18" charset="0"/>
              </a:rPr>
              <a:t>输入：</a:t>
            </a:r>
            <a:r>
              <a:rPr kumimoji="1" lang="en-US" altLang="zh-CN" sz="2100" dirty="0">
                <a:solidFill>
                  <a:schemeClr val="tx2">
                    <a:lumMod val="60000"/>
                    <a:lumOff val="40000"/>
                  </a:schemeClr>
                </a:solidFill>
                <a:latin typeface="Times New Roman" pitchFamily="18" charset="0"/>
                <a:ea typeface="楷体_GB2312" pitchFamily="49" charset="-122"/>
                <a:cs typeface="Times New Roman" pitchFamily="18" charset="0"/>
              </a:rPr>
              <a:t> 3*5+4 $</a:t>
            </a:r>
            <a:endParaRPr lang="zh-CN" altLang="en-US" sz="21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2" name="矩形 1">
            <a:extLst>
              <a:ext uri="{FF2B5EF4-FFF2-40B4-BE49-F238E27FC236}">
                <a16:creationId xmlns:a16="http://schemas.microsoft.com/office/drawing/2014/main" id="{D41D6CE6-592F-404E-A1C8-77550FC3DFCA}"/>
              </a:ext>
            </a:extLst>
          </p:cNvPr>
          <p:cNvSpPr/>
          <p:nvPr/>
        </p:nvSpPr>
        <p:spPr>
          <a:xfrm>
            <a:off x="5797550"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1766BEA7-ED97-4252-94B6-D1E7B2B92610}"/>
              </a:ext>
            </a:extLst>
          </p:cNvPr>
          <p:cNvSpPr/>
          <p:nvPr/>
        </p:nvSpPr>
        <p:spPr>
          <a:xfrm>
            <a:off x="6459538" y="1490663"/>
            <a:ext cx="684212"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mn-ea"/>
                <a:cs typeface="Times New Roman" panose="02020603050405020304" pitchFamily="18" charset="0"/>
              </a:rPr>
              <a:t>$</a:t>
            </a:r>
            <a:endParaRPr lang="zh-CN" altLang="en-US" dirty="0">
              <a:solidFill>
                <a:prstClr val="black"/>
              </a:solidFill>
              <a:latin typeface="+mn-ea"/>
              <a:cs typeface="Times New Roman" panose="02020603050405020304" pitchFamily="18" charset="0"/>
            </a:endParaRPr>
          </a:p>
        </p:txBody>
      </p:sp>
      <p:sp>
        <p:nvSpPr>
          <p:cNvPr id="13" name="矩形 12">
            <a:extLst>
              <a:ext uri="{FF2B5EF4-FFF2-40B4-BE49-F238E27FC236}">
                <a16:creationId xmlns:a16="http://schemas.microsoft.com/office/drawing/2014/main" id="{C2A6F55E-5415-458B-BDC4-8B2B6EE9835E}"/>
              </a:ext>
            </a:extLst>
          </p:cNvPr>
          <p:cNvSpPr/>
          <p:nvPr/>
        </p:nvSpPr>
        <p:spPr>
          <a:xfrm>
            <a:off x="7102475"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E8A52FA7-1244-46AD-85FC-D410691A2679}"/>
              </a:ext>
            </a:extLst>
          </p:cNvPr>
          <p:cNvSpPr/>
          <p:nvPr/>
        </p:nvSpPr>
        <p:spPr>
          <a:xfrm>
            <a:off x="57943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2</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10E29BC9-5545-4B88-B98D-0629BCD791FC}"/>
              </a:ext>
            </a:extLst>
          </p:cNvPr>
          <p:cNvSpPr/>
          <p:nvPr/>
        </p:nvSpPr>
        <p:spPr>
          <a:xfrm>
            <a:off x="64627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i="1" dirty="0">
                <a:solidFill>
                  <a:prstClr val="black"/>
                </a:solidFill>
                <a:latin typeface="Times New Roman" panose="02020603050405020304" pitchFamily="18" charset="0"/>
                <a:cs typeface="Times New Roman" panose="02020603050405020304" pitchFamily="18" charset="0"/>
              </a:rPr>
              <a:t>T</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7CB2C154-DBB1-4319-BB70-1DA9D65E4CAD}"/>
              </a:ext>
            </a:extLst>
          </p:cNvPr>
          <p:cNvSpPr/>
          <p:nvPr/>
        </p:nvSpPr>
        <p:spPr>
          <a:xfrm>
            <a:off x="71104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3</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12651" name="图片 20">
            <a:extLst>
              <a:ext uri="{FF2B5EF4-FFF2-40B4-BE49-F238E27FC236}">
                <a16:creationId xmlns:a16="http://schemas.microsoft.com/office/drawing/2014/main" id="{61639F98-B96B-4D69-ACAA-4B9C87F967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013" y="2033588"/>
            <a:ext cx="4700587"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32" name="矩形 21">
            <a:extLst>
              <a:ext uri="{FF2B5EF4-FFF2-40B4-BE49-F238E27FC236}">
                <a16:creationId xmlns:a16="http://schemas.microsoft.com/office/drawing/2014/main" id="{A2554142-F732-47D0-A7E6-6FB703223685}"/>
              </a:ext>
            </a:extLst>
          </p:cNvPr>
          <p:cNvSpPr>
            <a:spLocks noChangeArrowheads="1"/>
          </p:cNvSpPr>
          <p:nvPr/>
        </p:nvSpPr>
        <p:spPr bwMode="auto">
          <a:xfrm>
            <a:off x="0" y="4714875"/>
            <a:ext cx="1325563" cy="415925"/>
          </a:xfrm>
          <a:prstGeom prst="rect">
            <a:avLst/>
          </a:prstGeom>
          <a:noFill/>
          <a:ln w="9525">
            <a:noFill/>
            <a:miter lim="800000"/>
            <a:headEnd/>
            <a:tailEnd/>
          </a:ln>
        </p:spPr>
        <p:txBody>
          <a:bodyPr wrap="none">
            <a:spAutoFit/>
          </a:bodyPr>
          <a:lstStyle/>
          <a:p>
            <a:pPr>
              <a:defRPr/>
            </a:pPr>
            <a:r>
              <a:rPr lang="en-US" altLang="zh-CN" dirty="0">
                <a:solidFill>
                  <a:schemeClr val="tx2">
                    <a:lumMod val="60000"/>
                    <a:lumOff val="40000"/>
                  </a:schemeClr>
                </a:solidFill>
                <a:latin typeface="Times New Roman" pitchFamily="18" charset="0"/>
                <a:ea typeface="华文楷体" pitchFamily="2" charset="-122"/>
                <a:cs typeface="Times New Roman" pitchFamily="18" charset="0"/>
              </a:rPr>
              <a:t>SLR</a:t>
            </a:r>
            <a:r>
              <a:rPr lang="zh-CN" altLang="en-US" dirty="0">
                <a:solidFill>
                  <a:schemeClr val="tx2">
                    <a:lumMod val="60000"/>
                    <a:lumOff val="40000"/>
                  </a:schemeClr>
                </a:solidFill>
                <a:latin typeface="Times New Roman" pitchFamily="18" charset="0"/>
                <a:ea typeface="华文楷体" pitchFamily="2" charset="-122"/>
                <a:cs typeface="Times New Roman" pitchFamily="18" charset="0"/>
              </a:rPr>
              <a:t>自动机</a:t>
            </a:r>
            <a:endParaRPr lang="zh-CN" altLang="en-US" sz="2100" dirty="0">
              <a:solidFill>
                <a:schemeClr val="tx2">
                  <a:lumMod val="60000"/>
                  <a:lumOff val="40000"/>
                </a:schemeClr>
              </a:solidFill>
              <a:latin typeface="Times New Roman" pitchFamily="18" charset="0"/>
              <a:ea typeface="华文楷体" pitchFamily="2" charset="-122"/>
              <a:cs typeface="Times New Roman" pitchFamily="18" charset="0"/>
            </a:endParaRPr>
          </a:p>
        </p:txBody>
      </p:sp>
      <p:sp>
        <p:nvSpPr>
          <p:cNvPr id="20" name="内容占位符 2">
            <a:extLst>
              <a:ext uri="{FF2B5EF4-FFF2-40B4-BE49-F238E27FC236}">
                <a16:creationId xmlns:a16="http://schemas.microsoft.com/office/drawing/2014/main" id="{5F37F79B-7169-4041-B35A-DC2E67721F65}"/>
              </a:ext>
            </a:extLst>
          </p:cNvPr>
          <p:cNvSpPr txBox="1">
            <a:spLocks/>
          </p:cNvSpPr>
          <p:nvPr/>
        </p:nvSpPr>
        <p:spPr bwMode="auto">
          <a:xfrm>
            <a:off x="773113" y="42863"/>
            <a:ext cx="4768850" cy="1990725"/>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a:t>
            </a:r>
            <a:r>
              <a:rPr lang="zh-CN" altLang="en-US" sz="1200">
                <a:solidFill>
                  <a:prstClr val="black"/>
                </a:solidFill>
                <a:latin typeface="华文楷体" panose="02010600040101010101" pitchFamily="2" charset="-122"/>
                <a:ea typeface="华文楷体" panose="02010600040101010101" pitchFamily="2" charset="-122"/>
              </a:rPr>
              <a:t>产生式                        语义动作</a:t>
            </a:r>
            <a:endParaRPr lang="en-US" altLang="zh-CN" sz="1200" i="1">
              <a:solidFill>
                <a:prstClr val="black"/>
              </a:solidFill>
              <a:latin typeface="Times New Roman" panose="02020603050405020304" pitchFamily="18" charset="0"/>
              <a:ea typeface="楷体_GB2312" pitchFamily="49" charset="-122"/>
            </a:endParaRP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E</a:t>
            </a:r>
            <a:r>
              <a:rPr lang="en-US" altLang="zh-CN" sz="1200" i="1">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print</a:t>
            </a:r>
            <a:r>
              <a:rPr lang="en-US" altLang="zh-CN" sz="1200" i="1">
                <a:solidFill>
                  <a:prstClr val="black"/>
                </a:solidFill>
                <a:latin typeface="Times New Roman" panose="02020603050405020304" pitchFamily="18" charset="0"/>
                <a:ea typeface="楷体_GB2312" pitchFamily="49" charset="-122"/>
              </a:rPr>
              <a: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E</a:t>
            </a:r>
            <a:r>
              <a:rPr lang="en-US" altLang="zh-CN" sz="1200" baseline="-25000">
                <a:solidFill>
                  <a:prstClr val="black"/>
                </a:solidFill>
                <a:latin typeface="Times New Roman" panose="02020603050405020304" pitchFamily="18" charset="0"/>
                <a:ea typeface="楷体_GB2312" pitchFamily="49" charset="-122"/>
              </a:rPr>
              <a:t>1 </a:t>
            </a:r>
            <a:r>
              <a:rPr lang="en-US" altLang="zh-CN" sz="1200" i="1">
                <a:solidFill>
                  <a:prstClr val="black"/>
                </a:solidFill>
                <a:latin typeface="Times New Roman" panose="02020603050405020304" pitchFamily="18" charset="0"/>
                <a:ea typeface="楷体_GB2312" pitchFamily="49" charset="-122"/>
              </a:rPr>
              <a:t>+ 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(3)</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(4)</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r>
              <a:rPr lang="en-US" altLang="zh-CN" sz="1200" baseline="-25000">
                <a:solidFill>
                  <a:prstClr val="black"/>
                </a:solidFill>
                <a:latin typeface="Times New Roman" panose="02020603050405020304" pitchFamily="18" charset="0"/>
                <a:ea typeface="楷体_GB2312" pitchFamily="49" charset="-122"/>
              </a:rPr>
              <a:t>1 </a:t>
            </a:r>
            <a:r>
              <a:rPr lang="en-US" altLang="zh-CN" sz="1200">
                <a:solidFill>
                  <a:prstClr val="black"/>
                </a:solidFill>
                <a:latin typeface="Times New Roman" panose="02020603050405020304" pitchFamily="18" charset="0"/>
                <a:ea typeface="楷体_GB2312" pitchFamily="49" charset="-122"/>
              </a:rPr>
              <a:t>*</a:t>
            </a:r>
            <a:r>
              <a:rPr lang="en-US" altLang="zh-CN" sz="1200">
                <a:solidFill>
                  <a:prstClr val="black"/>
                </a:solidFill>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a:t>
            </a:r>
            <a:r>
              <a:rPr kumimoji="1" lang="en-US" altLang="zh-CN" sz="1200">
                <a:solidFill>
                  <a:srgbClr val="000000"/>
                </a:solidFill>
                <a:latin typeface="Times New Roman" panose="02020603050405020304" pitchFamily="18" charset="0"/>
                <a:sym typeface="Symbol" panose="05050102010706020507" pitchFamily="18" charset="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(5)</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F</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(6)</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.val</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(7)</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digit</a:t>
            </a:r>
          </a:p>
          <a:p>
            <a:pPr marL="0" lvl="3">
              <a:spcBef>
                <a:spcPct val="20000"/>
              </a:spcBef>
              <a:buClr>
                <a:srgbClr val="31B6FD"/>
              </a:buClr>
              <a:buSzPct val="100000"/>
              <a:defRPr/>
            </a:pPr>
            <a:endParaRPr lang="en-US" altLang="zh-CN" sz="1500" i="1">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sz="150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r>
              <a:rPr lang="en-US" altLang="zh-CN" i="1">
                <a:solidFill>
                  <a:prstClr val="black"/>
                </a:solidFill>
                <a:latin typeface="Times New Roman" panose="02020603050405020304" pitchFamily="18" charset="0"/>
                <a:ea typeface="楷体_GB2312" pitchFamily="49" charset="-122"/>
              </a:rPr>
              <a:t>       </a:t>
            </a: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lvl="2">
              <a:spcBef>
                <a:spcPct val="20000"/>
              </a:spcBef>
              <a:buClr>
                <a:srgbClr val="31B6FD"/>
              </a:buClr>
              <a:buSzPct val="100000"/>
              <a:defRPr/>
            </a:pPr>
            <a:endParaRPr lang="zh-CN" altLang="en-US">
              <a:solidFill>
                <a:prstClr val="black"/>
              </a:solidFill>
              <a:latin typeface="Times New Roman" panose="02020603050405020304" pitchFamily="18" charset="0"/>
              <a:ea typeface="楷体_GB2312" pitchFamily="49" charset="-122"/>
            </a:endParaRPr>
          </a:p>
        </p:txBody>
      </p:sp>
      <p:sp>
        <p:nvSpPr>
          <p:cNvPr id="29" name="矩形 28">
            <a:extLst>
              <a:ext uri="{FF2B5EF4-FFF2-40B4-BE49-F238E27FC236}">
                <a16:creationId xmlns:a16="http://schemas.microsoft.com/office/drawing/2014/main" id="{CE6ACF2D-E32E-4260-AD2D-7B9EA72A8543}"/>
              </a:ext>
            </a:extLst>
          </p:cNvPr>
          <p:cNvSpPr/>
          <p:nvPr/>
        </p:nvSpPr>
        <p:spPr>
          <a:xfrm>
            <a:off x="71024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15</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6" name="Line 41">
            <a:extLst>
              <a:ext uri="{FF2B5EF4-FFF2-40B4-BE49-F238E27FC236}">
                <a16:creationId xmlns:a16="http://schemas.microsoft.com/office/drawing/2014/main" id="{8FF5F5B4-E3FA-48BA-BA36-43486A3D062F}"/>
              </a:ext>
            </a:extLst>
          </p:cNvPr>
          <p:cNvSpPr>
            <a:spLocks noChangeShapeType="1"/>
          </p:cNvSpPr>
          <p:nvPr/>
        </p:nvSpPr>
        <p:spPr bwMode="auto">
          <a:xfrm flipV="1">
            <a:off x="67325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7" name="Line 41">
            <a:extLst>
              <a:ext uri="{FF2B5EF4-FFF2-40B4-BE49-F238E27FC236}">
                <a16:creationId xmlns:a16="http://schemas.microsoft.com/office/drawing/2014/main" id="{57440D40-3772-43BA-8D25-630B729F6D67}"/>
              </a:ext>
            </a:extLst>
          </p:cNvPr>
          <p:cNvSpPr>
            <a:spLocks noChangeShapeType="1"/>
          </p:cNvSpPr>
          <p:nvPr/>
        </p:nvSpPr>
        <p:spPr bwMode="auto">
          <a:xfrm flipV="1">
            <a:off x="6877050"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8" name="Line 41">
            <a:extLst>
              <a:ext uri="{FF2B5EF4-FFF2-40B4-BE49-F238E27FC236}">
                <a16:creationId xmlns:a16="http://schemas.microsoft.com/office/drawing/2014/main" id="{B95B32EC-6FE2-442C-BBC7-890FA3CE9EE4}"/>
              </a:ext>
            </a:extLst>
          </p:cNvPr>
          <p:cNvSpPr>
            <a:spLocks noChangeShapeType="1"/>
          </p:cNvSpPr>
          <p:nvPr/>
        </p:nvSpPr>
        <p:spPr bwMode="auto">
          <a:xfrm flipV="1">
            <a:off x="7019925"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9" name="Line 41">
            <a:extLst>
              <a:ext uri="{FF2B5EF4-FFF2-40B4-BE49-F238E27FC236}">
                <a16:creationId xmlns:a16="http://schemas.microsoft.com/office/drawing/2014/main" id="{3D316D4E-D8FD-40CC-BA4D-F60C6F3A4D98}"/>
              </a:ext>
            </a:extLst>
          </p:cNvPr>
          <p:cNvSpPr>
            <a:spLocks noChangeShapeType="1"/>
          </p:cNvSpPr>
          <p:nvPr/>
        </p:nvSpPr>
        <p:spPr bwMode="auto">
          <a:xfrm flipV="1">
            <a:off x="71643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graphicFrame>
        <p:nvGraphicFramePr>
          <p:cNvPr id="19" name="Group 18">
            <a:extLst>
              <a:ext uri="{FF2B5EF4-FFF2-40B4-BE49-F238E27FC236}">
                <a16:creationId xmlns:a16="http://schemas.microsoft.com/office/drawing/2014/main" id="{078A2BED-9AAA-477A-8E40-762BECD3677B}"/>
              </a:ext>
            </a:extLst>
          </p:cNvPr>
          <p:cNvGraphicFramePr>
            <a:graphicFrameLocks noGrp="1"/>
          </p:cNvGraphicFramePr>
          <p:nvPr>
            <p:extLst>
              <p:ext uri="{D42A27DB-BD31-4B8C-83A1-F6EECF244321}">
                <p14:modId xmlns:p14="http://schemas.microsoft.com/office/powerpoint/2010/main" val="3176273389"/>
              </p:ext>
            </p:extLst>
          </p:nvPr>
        </p:nvGraphicFramePr>
        <p:xfrm>
          <a:off x="7236296" y="3758942"/>
          <a:ext cx="1907703" cy="1371856"/>
        </p:xfrm>
        <a:graphic>
          <a:graphicData uri="http://schemas.openxmlformats.org/drawingml/2006/table">
            <a:tbl>
              <a:tblPr/>
              <a:tblGrid>
                <a:gridCol w="329064">
                  <a:extLst>
                    <a:ext uri="{9D8B030D-6E8A-4147-A177-3AD203B41FA5}">
                      <a16:colId xmlns:a16="http://schemas.microsoft.com/office/drawing/2014/main" val="20000"/>
                    </a:ext>
                  </a:extLst>
                </a:gridCol>
                <a:gridCol w="1578639">
                  <a:extLst>
                    <a:ext uri="{9D8B030D-6E8A-4147-A177-3AD203B41FA5}">
                      <a16:colId xmlns:a16="http://schemas.microsoft.com/office/drawing/2014/main" val="20001"/>
                    </a:ext>
                  </a:extLst>
                </a:gridCol>
              </a:tblGrid>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 name="矩形 1">
            <a:extLst>
              <a:ext uri="{FF2B5EF4-FFF2-40B4-BE49-F238E27FC236}">
                <a16:creationId xmlns:a16="http://schemas.microsoft.com/office/drawing/2014/main" id="{F6EEC1FB-3B4A-4388-8BE1-3E1E666A8EFA}"/>
              </a:ext>
            </a:extLst>
          </p:cNvPr>
          <p:cNvSpPr>
            <a:spLocks noChangeArrowheads="1"/>
          </p:cNvSpPr>
          <p:nvPr/>
        </p:nvSpPr>
        <p:spPr bwMode="auto">
          <a:xfrm>
            <a:off x="6434065" y="-22315"/>
            <a:ext cx="2206053" cy="400110"/>
          </a:xfrm>
          <a:prstGeom prst="rect">
            <a:avLst/>
          </a:prstGeom>
          <a:noFill/>
          <a:ln w="9525">
            <a:noFill/>
            <a:miter lim="800000"/>
            <a:headEnd/>
            <a:tailEnd/>
          </a:ln>
        </p:spPr>
        <p:txBody>
          <a:bodyPr wrap="none">
            <a:spAutoFit/>
          </a:bodyPr>
          <a:lstStyle/>
          <a:p>
            <a:pPr eaLnBrk="1" hangingPunct="1">
              <a:defRPr/>
            </a:pP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digit*</a:t>
            </a:r>
            <a:r>
              <a:rPr kumimoji="1" lang="en-US" altLang="zh-CN" sz="2000" dirty="0" err="1">
                <a:solidFill>
                  <a:schemeClr val="tx2">
                    <a:lumMod val="60000"/>
                    <a:lumOff val="40000"/>
                  </a:schemeClr>
                </a:solidFill>
                <a:latin typeface="Times New Roman" pitchFamily="18" charset="0"/>
                <a:ea typeface="楷体_GB2312" pitchFamily="49" charset="-122"/>
                <a:cs typeface="Times New Roman" pitchFamily="18" charset="0"/>
              </a:rPr>
              <a:t>digit+digit</a:t>
            </a: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a:t>
            </a:r>
            <a:endParaRPr lang="zh-CN" altLang="en-US" sz="20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3" name="灯片编号占位符 2">
            <a:extLst>
              <a:ext uri="{FF2B5EF4-FFF2-40B4-BE49-F238E27FC236}">
                <a16:creationId xmlns:a16="http://schemas.microsoft.com/office/drawing/2014/main" id="{2BA68DCC-3AED-4550-8237-B4B78D784D69}"/>
              </a:ext>
            </a:extLst>
          </p:cNvPr>
          <p:cNvSpPr>
            <a:spLocks noGrp="1"/>
          </p:cNvSpPr>
          <p:nvPr>
            <p:ph type="sldNum" sz="quarter" idx="10"/>
          </p:nvPr>
        </p:nvSpPr>
        <p:spPr/>
        <p:txBody>
          <a:bodyPr/>
          <a:lstStyle/>
          <a:p>
            <a:pPr>
              <a:defRPr/>
            </a:pPr>
            <a:fld id="{8E104948-B687-4A74-87EB-9097C047E113}" type="slidenum">
              <a:rPr lang="zh-CN" altLang="en-US" smtClean="0"/>
              <a:pPr>
                <a:defRPr/>
              </a:pPr>
              <a:t>44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xit" presetSubtype="32" fill="hold" grpId="1" nodeType="clickEffect">
                                  <p:stCondLst>
                                    <p:cond delay="0"/>
                                  </p:stCondLst>
                                  <p:childTnLst>
                                    <p:anim calcmode="lin" valueType="num">
                                      <p:cBhvr>
                                        <p:cTn id="20" dur="500"/>
                                        <p:tgtEl>
                                          <p:spTgt spid="17"/>
                                        </p:tgtEl>
                                        <p:attrNameLst>
                                          <p:attrName>ppt_w</p:attrName>
                                        </p:attrNameLst>
                                      </p:cBhvr>
                                      <p:tavLst>
                                        <p:tav tm="0">
                                          <p:val>
                                            <p:strVal val="ppt_w"/>
                                          </p:val>
                                        </p:tav>
                                        <p:tav tm="100000">
                                          <p:val>
                                            <p:fltVal val="0"/>
                                          </p:val>
                                        </p:tav>
                                      </p:tavLst>
                                    </p:anim>
                                    <p:anim calcmode="lin" valueType="num">
                                      <p:cBhvr>
                                        <p:cTn id="21" dur="500"/>
                                        <p:tgtEl>
                                          <p:spTgt spid="17"/>
                                        </p:tgtEl>
                                        <p:attrNameLst>
                                          <p:attrName>ppt_h</p:attrName>
                                        </p:attrNameLst>
                                      </p:cBhvr>
                                      <p:tavLst>
                                        <p:tav tm="0">
                                          <p:val>
                                            <p:strVal val="ppt_h"/>
                                          </p:val>
                                        </p:tav>
                                        <p:tav tm="100000">
                                          <p:val>
                                            <p:fltVal val="0"/>
                                          </p:val>
                                        </p:tav>
                                      </p:tavLst>
                                    </p:anim>
                                    <p:animEffect transition="out" filter="fade">
                                      <p:cBhvr>
                                        <p:cTn id="22" dur="500"/>
                                        <p:tgtEl>
                                          <p:spTgt spid="17"/>
                                        </p:tgtEl>
                                      </p:cBhvr>
                                    </p:animEffect>
                                    <p:set>
                                      <p:cBhvr>
                                        <p:cTn id="23" dur="1" fill="hold">
                                          <p:stCondLst>
                                            <p:cond delay="499"/>
                                          </p:stCondLst>
                                        </p:cTn>
                                        <p:tgtEl>
                                          <p:spTgt spid="17"/>
                                        </p:tgtEl>
                                        <p:attrNameLst>
                                          <p:attrName>style.visibility</p:attrName>
                                        </p:attrNameLst>
                                      </p:cBhvr>
                                      <p:to>
                                        <p:strVal val="hidden"/>
                                      </p:to>
                                    </p:set>
                                  </p:childTnLst>
                                </p:cTn>
                              </p:par>
                              <p:par>
                                <p:cTn id="24" presetID="53" presetClass="exit" presetSubtype="32" fill="hold" grpId="1" nodeType="withEffect">
                                  <p:stCondLst>
                                    <p:cond delay="0"/>
                                  </p:stCondLst>
                                  <p:childTnLst>
                                    <p:anim calcmode="lin" valueType="num">
                                      <p:cBhvr>
                                        <p:cTn id="25" dur="500"/>
                                        <p:tgtEl>
                                          <p:spTgt spid="16"/>
                                        </p:tgtEl>
                                        <p:attrNameLst>
                                          <p:attrName>ppt_w</p:attrName>
                                        </p:attrNameLst>
                                      </p:cBhvr>
                                      <p:tavLst>
                                        <p:tav tm="0">
                                          <p:val>
                                            <p:strVal val="ppt_w"/>
                                          </p:val>
                                        </p:tav>
                                        <p:tav tm="100000">
                                          <p:val>
                                            <p:fltVal val="0"/>
                                          </p:val>
                                        </p:tav>
                                      </p:tavLst>
                                    </p:anim>
                                    <p:anim calcmode="lin" valueType="num">
                                      <p:cBhvr>
                                        <p:cTn id="26" dur="500"/>
                                        <p:tgtEl>
                                          <p:spTgt spid="16"/>
                                        </p:tgtEl>
                                        <p:attrNameLst>
                                          <p:attrName>ppt_h</p:attrName>
                                        </p:attrNameLst>
                                      </p:cBhvr>
                                      <p:tavLst>
                                        <p:tav tm="0">
                                          <p:val>
                                            <p:strVal val="ppt_h"/>
                                          </p:val>
                                        </p:tav>
                                        <p:tav tm="100000">
                                          <p:val>
                                            <p:fltVal val="0"/>
                                          </p:val>
                                        </p:tav>
                                      </p:tavLst>
                                    </p:anim>
                                    <p:animEffect transition="out" filter="fade">
                                      <p:cBhvr>
                                        <p:cTn id="27" dur="500"/>
                                        <p:tgtEl>
                                          <p:spTgt spid="16"/>
                                        </p:tgtEl>
                                      </p:cBhvr>
                                    </p:animEffect>
                                    <p:set>
                                      <p:cBhvr>
                                        <p:cTn id="28"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17"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a:extLst>
              <a:ext uri="{FF2B5EF4-FFF2-40B4-BE49-F238E27FC236}">
                <a16:creationId xmlns:a16="http://schemas.microsoft.com/office/drawing/2014/main" id="{2C245E32-9DB0-4476-8073-197D70A0C478}"/>
              </a:ext>
            </a:extLst>
          </p:cNvPr>
          <p:cNvSpPr>
            <a:spLocks noGrp="1"/>
          </p:cNvSpPr>
          <p:nvPr>
            <p:ph idx="1"/>
          </p:nvPr>
        </p:nvSpPr>
        <p:spPr>
          <a:xfrm>
            <a:off x="5748338" y="1173163"/>
            <a:ext cx="2019300" cy="317500"/>
          </a:xfrm>
        </p:spPr>
        <p:txBody>
          <a:bodyPr/>
          <a:lstStyle/>
          <a:p>
            <a:pPr marL="0" indent="0">
              <a:spcBef>
                <a:spcPct val="30000"/>
              </a:spcBef>
              <a:buSzTx/>
              <a:buFont typeface="Symbol" panose="05050102010706020507" pitchFamily="18" charset="2"/>
              <a:buNone/>
              <a:defRPr/>
            </a:pPr>
            <a:r>
              <a:rPr lang="zh-CN" altLang="en-US" sz="2100" dirty="0">
                <a:solidFill>
                  <a:srgbClr val="000000"/>
                </a:solidFill>
                <a:cs typeface="Times New Roman" panose="02020603050405020304" pitchFamily="18" charset="0"/>
              </a:rPr>
              <a:t>状态</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符号</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属性</a:t>
            </a:r>
          </a:p>
        </p:txBody>
      </p:sp>
      <p:sp>
        <p:nvSpPr>
          <p:cNvPr id="114691" name="Rectangle 2">
            <a:extLst>
              <a:ext uri="{FF2B5EF4-FFF2-40B4-BE49-F238E27FC236}">
                <a16:creationId xmlns:a16="http://schemas.microsoft.com/office/drawing/2014/main" id="{EFF1352E-7C8C-47D8-981F-543E2CD2FA8D}"/>
              </a:ext>
            </a:extLst>
          </p:cNvPr>
          <p:cNvSpPr>
            <a:spLocks noGrp="1"/>
          </p:cNvSpPr>
          <p:nvPr>
            <p:ph type="title"/>
          </p:nvPr>
        </p:nvSpPr>
        <p:spPr>
          <a:xfrm>
            <a:off x="755650" y="268288"/>
            <a:ext cx="7931150" cy="358775"/>
          </a:xfrm>
        </p:spPr>
        <p:txBody>
          <a:bodyPr/>
          <a:lstStyle/>
          <a:p>
            <a:pPr eaLnBrk="1" hangingPunct="1"/>
            <a:r>
              <a:rPr kumimoji="1" lang="zh-CN" altLang="en-US">
                <a:solidFill>
                  <a:schemeClr val="folHlink"/>
                </a:solidFill>
                <a:latin typeface="楷体" panose="02010609060101010101" pitchFamily="49" charset="-122"/>
                <a:cs typeface="Times New Roman" panose="02020603050405020304" pitchFamily="18" charset="0"/>
              </a:rPr>
              <a:t>例</a:t>
            </a:r>
          </a:p>
        </p:txBody>
      </p:sp>
      <p:sp>
        <p:nvSpPr>
          <p:cNvPr id="135172" name="矩形 1">
            <a:extLst>
              <a:ext uri="{FF2B5EF4-FFF2-40B4-BE49-F238E27FC236}">
                <a16:creationId xmlns:a16="http://schemas.microsoft.com/office/drawing/2014/main" id="{14DF1571-7AB0-4741-A9BC-C11D1918FE59}"/>
              </a:ext>
            </a:extLst>
          </p:cNvPr>
          <p:cNvSpPr>
            <a:spLocks noChangeArrowheads="1"/>
          </p:cNvSpPr>
          <p:nvPr/>
        </p:nvSpPr>
        <p:spPr bwMode="auto">
          <a:xfrm>
            <a:off x="5715000" y="268288"/>
            <a:ext cx="2019294" cy="414337"/>
          </a:xfrm>
          <a:prstGeom prst="rect">
            <a:avLst/>
          </a:prstGeom>
          <a:noFill/>
          <a:ln w="9525">
            <a:noFill/>
            <a:miter lim="800000"/>
            <a:headEnd/>
            <a:tailEnd/>
          </a:ln>
        </p:spPr>
        <p:txBody>
          <a:bodyPr wrap="square">
            <a:spAutoFit/>
          </a:bodyPr>
          <a:lstStyle/>
          <a:p>
            <a:pPr eaLnBrk="1" hangingPunct="1">
              <a:defRPr/>
            </a:pPr>
            <a:r>
              <a:rPr kumimoji="1" lang="zh-CN" altLang="en-US" sz="2100" dirty="0">
                <a:solidFill>
                  <a:schemeClr val="tx2">
                    <a:lumMod val="60000"/>
                    <a:lumOff val="40000"/>
                  </a:schemeClr>
                </a:solidFill>
                <a:latin typeface="楷体" pitchFamily="49" charset="-122"/>
                <a:ea typeface="楷体" pitchFamily="49" charset="-122"/>
                <a:cs typeface="Times New Roman" pitchFamily="18" charset="0"/>
              </a:rPr>
              <a:t>输入：</a:t>
            </a:r>
            <a:r>
              <a:rPr kumimoji="1" lang="en-US" altLang="zh-CN" sz="2100" dirty="0">
                <a:solidFill>
                  <a:schemeClr val="tx2">
                    <a:lumMod val="60000"/>
                    <a:lumOff val="40000"/>
                  </a:schemeClr>
                </a:solidFill>
                <a:latin typeface="Times New Roman" pitchFamily="18" charset="0"/>
                <a:ea typeface="楷体_GB2312" pitchFamily="49" charset="-122"/>
                <a:cs typeface="Times New Roman" pitchFamily="18" charset="0"/>
              </a:rPr>
              <a:t> 3*5+4 $</a:t>
            </a:r>
            <a:endParaRPr lang="zh-CN" altLang="en-US" sz="21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2" name="矩形 1">
            <a:extLst>
              <a:ext uri="{FF2B5EF4-FFF2-40B4-BE49-F238E27FC236}">
                <a16:creationId xmlns:a16="http://schemas.microsoft.com/office/drawing/2014/main" id="{C7B6259A-07FB-4029-8B39-4A999C0441EE}"/>
              </a:ext>
            </a:extLst>
          </p:cNvPr>
          <p:cNvSpPr/>
          <p:nvPr/>
        </p:nvSpPr>
        <p:spPr>
          <a:xfrm>
            <a:off x="5797550"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A17EE3AA-0393-49C0-B467-88D440F5EAA9}"/>
              </a:ext>
            </a:extLst>
          </p:cNvPr>
          <p:cNvSpPr/>
          <p:nvPr/>
        </p:nvSpPr>
        <p:spPr>
          <a:xfrm>
            <a:off x="6459538" y="1490663"/>
            <a:ext cx="684212"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mn-ea"/>
                <a:cs typeface="Times New Roman" panose="02020603050405020304" pitchFamily="18" charset="0"/>
              </a:rPr>
              <a:t>$</a:t>
            </a:r>
            <a:endParaRPr lang="zh-CN" altLang="en-US" dirty="0">
              <a:solidFill>
                <a:prstClr val="black"/>
              </a:solidFill>
              <a:latin typeface="+mn-ea"/>
              <a:cs typeface="Times New Roman" panose="02020603050405020304" pitchFamily="18" charset="0"/>
            </a:endParaRPr>
          </a:p>
        </p:txBody>
      </p:sp>
      <p:sp>
        <p:nvSpPr>
          <p:cNvPr id="13" name="矩形 12">
            <a:extLst>
              <a:ext uri="{FF2B5EF4-FFF2-40B4-BE49-F238E27FC236}">
                <a16:creationId xmlns:a16="http://schemas.microsoft.com/office/drawing/2014/main" id="{E0797470-38D8-4617-B32B-ACAD23A450F2}"/>
              </a:ext>
            </a:extLst>
          </p:cNvPr>
          <p:cNvSpPr/>
          <p:nvPr/>
        </p:nvSpPr>
        <p:spPr>
          <a:xfrm>
            <a:off x="7102475"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4D1D07AB-C03C-4625-A8EE-1C99958ABA35}"/>
              </a:ext>
            </a:extLst>
          </p:cNvPr>
          <p:cNvSpPr/>
          <p:nvPr/>
        </p:nvSpPr>
        <p:spPr>
          <a:xfrm>
            <a:off x="57943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1</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B239173E-2552-4E51-9F73-FDAEEE9F3B3F}"/>
              </a:ext>
            </a:extLst>
          </p:cNvPr>
          <p:cNvSpPr/>
          <p:nvPr/>
        </p:nvSpPr>
        <p:spPr>
          <a:xfrm>
            <a:off x="64627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i="1" dirty="0">
                <a:solidFill>
                  <a:prstClr val="black"/>
                </a:solidFill>
                <a:latin typeface="Times New Roman" panose="02020603050405020304" pitchFamily="18" charset="0"/>
                <a:cs typeface="Times New Roman" panose="02020603050405020304" pitchFamily="18" charset="0"/>
              </a:rPr>
              <a:t>E</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7E40B0D6-E013-4903-91E7-4BFDB7E5CAB7}"/>
              </a:ext>
            </a:extLst>
          </p:cNvPr>
          <p:cNvSpPr/>
          <p:nvPr/>
        </p:nvSpPr>
        <p:spPr>
          <a:xfrm>
            <a:off x="71104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3</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14699" name="图片 20">
            <a:extLst>
              <a:ext uri="{FF2B5EF4-FFF2-40B4-BE49-F238E27FC236}">
                <a16:creationId xmlns:a16="http://schemas.microsoft.com/office/drawing/2014/main" id="{041E604E-6957-4776-BDBE-96F8D34B95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013" y="2033588"/>
            <a:ext cx="4700587"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80" name="矩形 21">
            <a:extLst>
              <a:ext uri="{FF2B5EF4-FFF2-40B4-BE49-F238E27FC236}">
                <a16:creationId xmlns:a16="http://schemas.microsoft.com/office/drawing/2014/main" id="{2B62DBFA-A005-492F-BA5F-6EDC81FB817D}"/>
              </a:ext>
            </a:extLst>
          </p:cNvPr>
          <p:cNvSpPr>
            <a:spLocks noChangeArrowheads="1"/>
          </p:cNvSpPr>
          <p:nvPr/>
        </p:nvSpPr>
        <p:spPr bwMode="auto">
          <a:xfrm>
            <a:off x="0" y="4714875"/>
            <a:ext cx="1325563" cy="415925"/>
          </a:xfrm>
          <a:prstGeom prst="rect">
            <a:avLst/>
          </a:prstGeom>
          <a:noFill/>
          <a:ln w="9525">
            <a:noFill/>
            <a:miter lim="800000"/>
            <a:headEnd/>
            <a:tailEnd/>
          </a:ln>
        </p:spPr>
        <p:txBody>
          <a:bodyPr wrap="none">
            <a:spAutoFit/>
          </a:bodyPr>
          <a:lstStyle/>
          <a:p>
            <a:pPr>
              <a:defRPr/>
            </a:pPr>
            <a:r>
              <a:rPr lang="en-US" altLang="zh-CN" dirty="0">
                <a:solidFill>
                  <a:schemeClr val="tx2">
                    <a:lumMod val="60000"/>
                    <a:lumOff val="40000"/>
                  </a:schemeClr>
                </a:solidFill>
                <a:latin typeface="Times New Roman" pitchFamily="18" charset="0"/>
                <a:ea typeface="华文楷体" pitchFamily="2" charset="-122"/>
                <a:cs typeface="Times New Roman" pitchFamily="18" charset="0"/>
              </a:rPr>
              <a:t>SLR</a:t>
            </a:r>
            <a:r>
              <a:rPr lang="zh-CN" altLang="en-US" dirty="0">
                <a:solidFill>
                  <a:schemeClr val="tx2">
                    <a:lumMod val="60000"/>
                    <a:lumOff val="40000"/>
                  </a:schemeClr>
                </a:solidFill>
                <a:latin typeface="Times New Roman" pitchFamily="18" charset="0"/>
                <a:ea typeface="华文楷体" pitchFamily="2" charset="-122"/>
                <a:cs typeface="Times New Roman" pitchFamily="18" charset="0"/>
              </a:rPr>
              <a:t>自动机</a:t>
            </a:r>
            <a:endParaRPr lang="zh-CN" altLang="en-US" sz="2100" dirty="0">
              <a:solidFill>
                <a:schemeClr val="tx2">
                  <a:lumMod val="60000"/>
                  <a:lumOff val="40000"/>
                </a:schemeClr>
              </a:solidFill>
              <a:latin typeface="Times New Roman" pitchFamily="18" charset="0"/>
              <a:ea typeface="华文楷体" pitchFamily="2" charset="-122"/>
              <a:cs typeface="Times New Roman" pitchFamily="18" charset="0"/>
            </a:endParaRPr>
          </a:p>
        </p:txBody>
      </p:sp>
      <p:sp>
        <p:nvSpPr>
          <p:cNvPr id="20" name="内容占位符 2">
            <a:extLst>
              <a:ext uri="{FF2B5EF4-FFF2-40B4-BE49-F238E27FC236}">
                <a16:creationId xmlns:a16="http://schemas.microsoft.com/office/drawing/2014/main" id="{8C9F0130-4D98-4FD2-AEF2-AE60A9CB1D3C}"/>
              </a:ext>
            </a:extLst>
          </p:cNvPr>
          <p:cNvSpPr txBox="1">
            <a:spLocks/>
          </p:cNvSpPr>
          <p:nvPr/>
        </p:nvSpPr>
        <p:spPr bwMode="auto">
          <a:xfrm>
            <a:off x="773113" y="42863"/>
            <a:ext cx="4768850" cy="1990725"/>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a:t>
            </a:r>
            <a:r>
              <a:rPr lang="zh-CN" altLang="en-US" sz="1200">
                <a:solidFill>
                  <a:prstClr val="black"/>
                </a:solidFill>
                <a:latin typeface="华文楷体" panose="02010600040101010101" pitchFamily="2" charset="-122"/>
                <a:ea typeface="华文楷体" panose="02010600040101010101" pitchFamily="2" charset="-122"/>
              </a:rPr>
              <a:t>产生式                        语义动作</a:t>
            </a:r>
            <a:endParaRPr lang="en-US" altLang="zh-CN" sz="1200" i="1">
              <a:solidFill>
                <a:prstClr val="black"/>
              </a:solidFill>
              <a:latin typeface="Times New Roman" panose="02020603050405020304" pitchFamily="18" charset="0"/>
              <a:ea typeface="楷体_GB2312" pitchFamily="49" charset="-122"/>
            </a:endParaRP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E</a:t>
            </a:r>
            <a:r>
              <a:rPr lang="en-US" altLang="zh-CN" sz="1200" i="1">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print</a:t>
            </a:r>
            <a:r>
              <a:rPr lang="en-US" altLang="zh-CN" sz="1200" i="1">
                <a:solidFill>
                  <a:prstClr val="black"/>
                </a:solidFill>
                <a:latin typeface="Times New Roman" panose="02020603050405020304" pitchFamily="18" charset="0"/>
                <a:ea typeface="楷体_GB2312" pitchFamily="49" charset="-122"/>
              </a:rPr>
              <a: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E</a:t>
            </a:r>
            <a:r>
              <a:rPr lang="en-US" altLang="zh-CN" sz="1200" baseline="-25000">
                <a:solidFill>
                  <a:prstClr val="black"/>
                </a:solidFill>
                <a:latin typeface="Times New Roman" panose="02020603050405020304" pitchFamily="18" charset="0"/>
                <a:ea typeface="楷体_GB2312" pitchFamily="49" charset="-122"/>
              </a:rPr>
              <a:t>1 </a:t>
            </a:r>
            <a:r>
              <a:rPr lang="en-US" altLang="zh-CN" sz="1200" i="1">
                <a:solidFill>
                  <a:prstClr val="black"/>
                </a:solidFill>
                <a:latin typeface="Times New Roman" panose="02020603050405020304" pitchFamily="18" charset="0"/>
                <a:ea typeface="楷体_GB2312" pitchFamily="49" charset="-122"/>
              </a:rPr>
              <a:t>+ 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(3)</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(4)</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r>
              <a:rPr lang="en-US" altLang="zh-CN" sz="1200" baseline="-25000">
                <a:solidFill>
                  <a:prstClr val="black"/>
                </a:solidFill>
                <a:latin typeface="Times New Roman" panose="02020603050405020304" pitchFamily="18" charset="0"/>
                <a:ea typeface="楷体_GB2312" pitchFamily="49" charset="-122"/>
              </a:rPr>
              <a:t>1 </a:t>
            </a:r>
            <a:r>
              <a:rPr lang="en-US" altLang="zh-CN" sz="1200">
                <a:solidFill>
                  <a:prstClr val="black"/>
                </a:solidFill>
                <a:latin typeface="Times New Roman" panose="02020603050405020304" pitchFamily="18" charset="0"/>
                <a:ea typeface="楷体_GB2312" pitchFamily="49" charset="-122"/>
              </a:rPr>
              <a:t>*</a:t>
            </a:r>
            <a:r>
              <a:rPr lang="en-US" altLang="zh-CN" sz="1200">
                <a:solidFill>
                  <a:prstClr val="black"/>
                </a:solidFill>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a:t>
            </a:r>
            <a:r>
              <a:rPr kumimoji="1" lang="en-US" altLang="zh-CN" sz="1200">
                <a:solidFill>
                  <a:srgbClr val="000000"/>
                </a:solidFill>
                <a:latin typeface="Times New Roman" panose="02020603050405020304" pitchFamily="18" charset="0"/>
                <a:sym typeface="Symbol" panose="05050102010706020507" pitchFamily="18" charset="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(5)</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F</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(6)</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.val</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(7)</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digit</a:t>
            </a:r>
          </a:p>
          <a:p>
            <a:pPr marL="0" lvl="3">
              <a:spcBef>
                <a:spcPct val="20000"/>
              </a:spcBef>
              <a:buClr>
                <a:srgbClr val="31B6FD"/>
              </a:buClr>
              <a:buSzPct val="100000"/>
              <a:defRPr/>
            </a:pPr>
            <a:endParaRPr lang="en-US" altLang="zh-CN" sz="1500" i="1">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sz="150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r>
              <a:rPr lang="en-US" altLang="zh-CN" i="1">
                <a:solidFill>
                  <a:prstClr val="black"/>
                </a:solidFill>
                <a:latin typeface="Times New Roman" panose="02020603050405020304" pitchFamily="18" charset="0"/>
                <a:ea typeface="楷体_GB2312" pitchFamily="49" charset="-122"/>
              </a:rPr>
              <a:t>       </a:t>
            </a: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lvl="2">
              <a:spcBef>
                <a:spcPct val="20000"/>
              </a:spcBef>
              <a:buClr>
                <a:srgbClr val="31B6FD"/>
              </a:buClr>
              <a:buSzPct val="100000"/>
              <a:defRPr/>
            </a:pPr>
            <a:endParaRPr lang="zh-CN" altLang="en-US">
              <a:solidFill>
                <a:prstClr val="black"/>
              </a:solidFill>
              <a:latin typeface="Times New Roman" panose="02020603050405020304" pitchFamily="18" charset="0"/>
              <a:ea typeface="楷体_GB2312" pitchFamily="49" charset="-122"/>
            </a:endParaRPr>
          </a:p>
        </p:txBody>
      </p:sp>
      <p:sp>
        <p:nvSpPr>
          <p:cNvPr id="29" name="矩形 28">
            <a:extLst>
              <a:ext uri="{FF2B5EF4-FFF2-40B4-BE49-F238E27FC236}">
                <a16:creationId xmlns:a16="http://schemas.microsoft.com/office/drawing/2014/main" id="{AB70B1EB-0088-444B-8ED4-ECBD5DD11371}"/>
              </a:ext>
            </a:extLst>
          </p:cNvPr>
          <p:cNvSpPr/>
          <p:nvPr/>
        </p:nvSpPr>
        <p:spPr>
          <a:xfrm>
            <a:off x="71024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15</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E6D60169-5D0B-4731-B83D-A68C9B24C0FA}"/>
              </a:ext>
            </a:extLst>
          </p:cNvPr>
          <p:cNvSpPr/>
          <p:nvPr/>
        </p:nvSpPr>
        <p:spPr>
          <a:xfrm>
            <a:off x="57943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6</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7418B01B-088C-49E9-A955-B587ED19FC43}"/>
              </a:ext>
            </a:extLst>
          </p:cNvPr>
          <p:cNvSpPr/>
          <p:nvPr/>
        </p:nvSpPr>
        <p:spPr>
          <a:xfrm>
            <a:off x="6459538" y="2247900"/>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a:defRPr/>
            </a:pPr>
            <a:r>
              <a:rPr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23" name="矩形 22">
            <a:extLst>
              <a:ext uri="{FF2B5EF4-FFF2-40B4-BE49-F238E27FC236}">
                <a16:creationId xmlns:a16="http://schemas.microsoft.com/office/drawing/2014/main" id="{ADC25986-209F-4804-BF37-8C0F44A53CA9}"/>
              </a:ext>
            </a:extLst>
          </p:cNvPr>
          <p:cNvSpPr/>
          <p:nvPr/>
        </p:nvSpPr>
        <p:spPr>
          <a:xfrm>
            <a:off x="71024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CE11BD6C-4E84-468F-994A-9C1C2A1CE17C}"/>
              </a:ext>
            </a:extLst>
          </p:cNvPr>
          <p:cNvSpPr/>
          <p:nvPr/>
        </p:nvSpPr>
        <p:spPr>
          <a:xfrm>
            <a:off x="57943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5</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4452A5C7-EDDE-4665-A061-FC44A9BA1E28}"/>
              </a:ext>
            </a:extLst>
          </p:cNvPr>
          <p:cNvSpPr/>
          <p:nvPr/>
        </p:nvSpPr>
        <p:spPr>
          <a:xfrm>
            <a:off x="6459538" y="262572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a:defRPr/>
            </a:pPr>
            <a:r>
              <a:rPr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d</a:t>
            </a:r>
          </a:p>
        </p:txBody>
      </p:sp>
      <p:sp>
        <p:nvSpPr>
          <p:cNvPr id="26" name="矩形 25">
            <a:extLst>
              <a:ext uri="{FF2B5EF4-FFF2-40B4-BE49-F238E27FC236}">
                <a16:creationId xmlns:a16="http://schemas.microsoft.com/office/drawing/2014/main" id="{2C973EA3-A46C-4D2D-8278-82454D0C28CF}"/>
              </a:ext>
            </a:extLst>
          </p:cNvPr>
          <p:cNvSpPr/>
          <p:nvPr/>
        </p:nvSpPr>
        <p:spPr>
          <a:xfrm>
            <a:off x="71024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4</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8" name="Line 41">
            <a:extLst>
              <a:ext uri="{FF2B5EF4-FFF2-40B4-BE49-F238E27FC236}">
                <a16:creationId xmlns:a16="http://schemas.microsoft.com/office/drawing/2014/main" id="{0A2858B7-7D7C-4178-A7CF-797CAC5D5BD7}"/>
              </a:ext>
            </a:extLst>
          </p:cNvPr>
          <p:cNvSpPr>
            <a:spLocks noChangeShapeType="1"/>
          </p:cNvSpPr>
          <p:nvPr/>
        </p:nvSpPr>
        <p:spPr bwMode="auto">
          <a:xfrm flipV="1">
            <a:off x="67325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9" name="Line 41">
            <a:extLst>
              <a:ext uri="{FF2B5EF4-FFF2-40B4-BE49-F238E27FC236}">
                <a16:creationId xmlns:a16="http://schemas.microsoft.com/office/drawing/2014/main" id="{40972EF0-D1E3-463B-8920-1F8D83ACB7C3}"/>
              </a:ext>
            </a:extLst>
          </p:cNvPr>
          <p:cNvSpPr>
            <a:spLocks noChangeShapeType="1"/>
          </p:cNvSpPr>
          <p:nvPr/>
        </p:nvSpPr>
        <p:spPr bwMode="auto">
          <a:xfrm flipV="1">
            <a:off x="6877050"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0" name="Line 41">
            <a:extLst>
              <a:ext uri="{FF2B5EF4-FFF2-40B4-BE49-F238E27FC236}">
                <a16:creationId xmlns:a16="http://schemas.microsoft.com/office/drawing/2014/main" id="{7D42E3AF-022E-4E36-8F3F-0BFD48593EB4}"/>
              </a:ext>
            </a:extLst>
          </p:cNvPr>
          <p:cNvSpPr>
            <a:spLocks noChangeShapeType="1"/>
          </p:cNvSpPr>
          <p:nvPr/>
        </p:nvSpPr>
        <p:spPr bwMode="auto">
          <a:xfrm flipV="1">
            <a:off x="7019925"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1" name="Line 41">
            <a:extLst>
              <a:ext uri="{FF2B5EF4-FFF2-40B4-BE49-F238E27FC236}">
                <a16:creationId xmlns:a16="http://schemas.microsoft.com/office/drawing/2014/main" id="{826A39CE-DE34-40E6-8C0F-BA388BAE1CCE}"/>
              </a:ext>
            </a:extLst>
          </p:cNvPr>
          <p:cNvSpPr>
            <a:spLocks noChangeShapeType="1"/>
          </p:cNvSpPr>
          <p:nvPr/>
        </p:nvSpPr>
        <p:spPr bwMode="auto">
          <a:xfrm flipV="1">
            <a:off x="71643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2" name="Line 41">
            <a:extLst>
              <a:ext uri="{FF2B5EF4-FFF2-40B4-BE49-F238E27FC236}">
                <a16:creationId xmlns:a16="http://schemas.microsoft.com/office/drawing/2014/main" id="{2ED53CCE-0ED2-476E-ACB8-231C3C58AD8F}"/>
              </a:ext>
            </a:extLst>
          </p:cNvPr>
          <p:cNvSpPr>
            <a:spLocks noChangeShapeType="1"/>
          </p:cNvSpPr>
          <p:nvPr/>
        </p:nvSpPr>
        <p:spPr bwMode="auto">
          <a:xfrm flipV="1">
            <a:off x="7307263"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3" name="Line 41">
            <a:extLst>
              <a:ext uri="{FF2B5EF4-FFF2-40B4-BE49-F238E27FC236}">
                <a16:creationId xmlns:a16="http://schemas.microsoft.com/office/drawing/2014/main" id="{A88FA9AA-D58B-4781-AE4E-A1C4834DCC2D}"/>
              </a:ext>
            </a:extLst>
          </p:cNvPr>
          <p:cNvSpPr>
            <a:spLocks noChangeShapeType="1"/>
          </p:cNvSpPr>
          <p:nvPr/>
        </p:nvSpPr>
        <p:spPr bwMode="auto">
          <a:xfrm flipV="1">
            <a:off x="74818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graphicFrame>
        <p:nvGraphicFramePr>
          <p:cNvPr id="27" name="Group 18">
            <a:extLst>
              <a:ext uri="{FF2B5EF4-FFF2-40B4-BE49-F238E27FC236}">
                <a16:creationId xmlns:a16="http://schemas.microsoft.com/office/drawing/2014/main" id="{5FA87647-ADAE-42F9-A200-7029113CA75E}"/>
              </a:ext>
            </a:extLst>
          </p:cNvPr>
          <p:cNvGraphicFramePr>
            <a:graphicFrameLocks noGrp="1"/>
          </p:cNvGraphicFramePr>
          <p:nvPr>
            <p:extLst>
              <p:ext uri="{D42A27DB-BD31-4B8C-83A1-F6EECF244321}">
                <p14:modId xmlns:p14="http://schemas.microsoft.com/office/powerpoint/2010/main" val="3176273389"/>
              </p:ext>
            </p:extLst>
          </p:nvPr>
        </p:nvGraphicFramePr>
        <p:xfrm>
          <a:off x="7236296" y="3758942"/>
          <a:ext cx="1907703" cy="1371856"/>
        </p:xfrm>
        <a:graphic>
          <a:graphicData uri="http://schemas.openxmlformats.org/drawingml/2006/table">
            <a:tbl>
              <a:tblPr/>
              <a:tblGrid>
                <a:gridCol w="329064">
                  <a:extLst>
                    <a:ext uri="{9D8B030D-6E8A-4147-A177-3AD203B41FA5}">
                      <a16:colId xmlns:a16="http://schemas.microsoft.com/office/drawing/2014/main" val="20000"/>
                    </a:ext>
                  </a:extLst>
                </a:gridCol>
                <a:gridCol w="1578639">
                  <a:extLst>
                    <a:ext uri="{9D8B030D-6E8A-4147-A177-3AD203B41FA5}">
                      <a16:colId xmlns:a16="http://schemas.microsoft.com/office/drawing/2014/main" val="20001"/>
                    </a:ext>
                  </a:extLst>
                </a:gridCol>
              </a:tblGrid>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8" name="矩形 1">
            <a:extLst>
              <a:ext uri="{FF2B5EF4-FFF2-40B4-BE49-F238E27FC236}">
                <a16:creationId xmlns:a16="http://schemas.microsoft.com/office/drawing/2014/main" id="{0A735876-D813-4F25-B78C-FB419355A7B7}"/>
              </a:ext>
            </a:extLst>
          </p:cNvPr>
          <p:cNvSpPr>
            <a:spLocks noChangeArrowheads="1"/>
          </p:cNvSpPr>
          <p:nvPr/>
        </p:nvSpPr>
        <p:spPr bwMode="auto">
          <a:xfrm>
            <a:off x="6434065" y="-22315"/>
            <a:ext cx="2206053" cy="400110"/>
          </a:xfrm>
          <a:prstGeom prst="rect">
            <a:avLst/>
          </a:prstGeom>
          <a:noFill/>
          <a:ln w="9525">
            <a:noFill/>
            <a:miter lim="800000"/>
            <a:headEnd/>
            <a:tailEnd/>
          </a:ln>
        </p:spPr>
        <p:txBody>
          <a:bodyPr wrap="none">
            <a:spAutoFit/>
          </a:bodyPr>
          <a:lstStyle/>
          <a:p>
            <a:pPr eaLnBrk="1" hangingPunct="1">
              <a:defRPr/>
            </a:pP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digit*</a:t>
            </a:r>
            <a:r>
              <a:rPr kumimoji="1" lang="en-US" altLang="zh-CN" sz="2000" dirty="0" err="1">
                <a:solidFill>
                  <a:schemeClr val="tx2">
                    <a:lumMod val="60000"/>
                    <a:lumOff val="40000"/>
                  </a:schemeClr>
                </a:solidFill>
                <a:latin typeface="Times New Roman" pitchFamily="18" charset="0"/>
                <a:ea typeface="楷体_GB2312" pitchFamily="49" charset="-122"/>
                <a:cs typeface="Times New Roman" pitchFamily="18" charset="0"/>
              </a:rPr>
              <a:t>digit+digit</a:t>
            </a: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a:t>
            </a:r>
            <a:endParaRPr lang="zh-CN" altLang="en-US" sz="20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3" name="灯片编号占位符 2">
            <a:extLst>
              <a:ext uri="{FF2B5EF4-FFF2-40B4-BE49-F238E27FC236}">
                <a16:creationId xmlns:a16="http://schemas.microsoft.com/office/drawing/2014/main" id="{4BE6E09C-8E86-4C9E-8C01-99346FE047D6}"/>
              </a:ext>
            </a:extLst>
          </p:cNvPr>
          <p:cNvSpPr>
            <a:spLocks noGrp="1"/>
          </p:cNvSpPr>
          <p:nvPr>
            <p:ph type="sldNum" sz="quarter" idx="10"/>
          </p:nvPr>
        </p:nvSpPr>
        <p:spPr/>
        <p:txBody>
          <a:bodyPr/>
          <a:lstStyle/>
          <a:p>
            <a:pPr>
              <a:defRPr/>
            </a:pPr>
            <a:fld id="{8E104948-B687-4A74-87EB-9097C047E113}" type="slidenum">
              <a:rPr lang="zh-CN" altLang="en-US" smtClean="0"/>
              <a:pPr>
                <a:defRPr/>
              </a:pPr>
              <a:t>45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p:cTn id="26" dur="500" fill="hold"/>
                                        <p:tgtEl>
                                          <p:spTgt spid="21"/>
                                        </p:tgtEl>
                                        <p:attrNameLst>
                                          <p:attrName>ppt_w</p:attrName>
                                        </p:attrNameLst>
                                      </p:cBhvr>
                                      <p:tavLst>
                                        <p:tav tm="0">
                                          <p:val>
                                            <p:fltVal val="0"/>
                                          </p:val>
                                        </p:tav>
                                        <p:tav tm="100000">
                                          <p:val>
                                            <p:strVal val="#ppt_w"/>
                                          </p:val>
                                        </p:tav>
                                      </p:tavLst>
                                    </p:anim>
                                    <p:anim calcmode="lin" valueType="num">
                                      <p:cBhvr>
                                        <p:cTn id="27" dur="500" fill="hold"/>
                                        <p:tgtEl>
                                          <p:spTgt spid="21"/>
                                        </p:tgtEl>
                                        <p:attrNameLst>
                                          <p:attrName>ppt_h</p:attrName>
                                        </p:attrNameLst>
                                      </p:cBhvr>
                                      <p:tavLst>
                                        <p:tav tm="0">
                                          <p:val>
                                            <p:fltVal val="0"/>
                                          </p:val>
                                        </p:tav>
                                        <p:tav tm="100000">
                                          <p:val>
                                            <p:strVal val="#ppt_h"/>
                                          </p:val>
                                        </p:tav>
                                      </p:tavLst>
                                    </p:anim>
                                    <p:animEffect transition="in" filter="fade">
                                      <p:cBhvr>
                                        <p:cTn id="28" dur="500"/>
                                        <p:tgtEl>
                                          <p:spTgt spid="21"/>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500" fill="hold"/>
                                        <p:tgtEl>
                                          <p:spTgt spid="23"/>
                                        </p:tgtEl>
                                        <p:attrNameLst>
                                          <p:attrName>ppt_w</p:attrName>
                                        </p:attrNameLst>
                                      </p:cBhvr>
                                      <p:tavLst>
                                        <p:tav tm="0">
                                          <p:val>
                                            <p:fltVal val="0"/>
                                          </p:val>
                                        </p:tav>
                                        <p:tav tm="100000">
                                          <p:val>
                                            <p:strVal val="#ppt_w"/>
                                          </p:val>
                                        </p:tav>
                                      </p:tavLst>
                                    </p:anim>
                                    <p:anim calcmode="lin" valueType="num">
                                      <p:cBhvr>
                                        <p:cTn id="32" dur="500" fill="hold"/>
                                        <p:tgtEl>
                                          <p:spTgt spid="23"/>
                                        </p:tgtEl>
                                        <p:attrNameLst>
                                          <p:attrName>ppt_h</p:attrName>
                                        </p:attrNameLst>
                                      </p:cBhvr>
                                      <p:tavLst>
                                        <p:tav tm="0">
                                          <p:val>
                                            <p:fltVal val="0"/>
                                          </p:val>
                                        </p:tav>
                                        <p:tav tm="100000">
                                          <p:val>
                                            <p:strVal val="#ppt_h"/>
                                          </p:val>
                                        </p:tav>
                                      </p:tavLst>
                                    </p:anim>
                                    <p:animEffect transition="in" filter="fade">
                                      <p:cBhvr>
                                        <p:cTn id="33" dur="500"/>
                                        <p:tgtEl>
                                          <p:spTgt spid="2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16" fill="hold" nodeType="clickEffect">
                                  <p:stCondLst>
                                    <p:cond delay="0"/>
                                  </p:stCondLst>
                                  <p:childTnLst>
                                    <p:set>
                                      <p:cBhvr>
                                        <p:cTn id="37" dur="1" fill="hold">
                                          <p:stCondLst>
                                            <p:cond delay="0"/>
                                          </p:stCondLst>
                                        </p:cTn>
                                        <p:tgtEl>
                                          <p:spTgt spid="42"/>
                                        </p:tgtEl>
                                        <p:attrNameLst>
                                          <p:attrName>style.visibility</p:attrName>
                                        </p:attrNameLst>
                                      </p:cBhvr>
                                      <p:to>
                                        <p:strVal val="visible"/>
                                      </p:to>
                                    </p:set>
                                    <p:anim calcmode="lin" valueType="num">
                                      <p:cBhvr>
                                        <p:cTn id="38" dur="500" fill="hold"/>
                                        <p:tgtEl>
                                          <p:spTgt spid="42"/>
                                        </p:tgtEl>
                                        <p:attrNameLst>
                                          <p:attrName>ppt_w</p:attrName>
                                        </p:attrNameLst>
                                      </p:cBhvr>
                                      <p:tavLst>
                                        <p:tav tm="0">
                                          <p:val>
                                            <p:fltVal val="0"/>
                                          </p:val>
                                        </p:tav>
                                        <p:tav tm="100000">
                                          <p:val>
                                            <p:strVal val="#ppt_w"/>
                                          </p:val>
                                        </p:tav>
                                      </p:tavLst>
                                    </p:anim>
                                    <p:anim calcmode="lin" valueType="num">
                                      <p:cBhvr>
                                        <p:cTn id="39" dur="500" fill="hold"/>
                                        <p:tgtEl>
                                          <p:spTgt spid="42"/>
                                        </p:tgtEl>
                                        <p:attrNameLst>
                                          <p:attrName>ppt_h</p:attrName>
                                        </p:attrNameLst>
                                      </p:cBhvr>
                                      <p:tavLst>
                                        <p:tav tm="0">
                                          <p:val>
                                            <p:fltVal val="0"/>
                                          </p:val>
                                        </p:tav>
                                        <p:tav tm="100000">
                                          <p:val>
                                            <p:strVal val="#ppt_h"/>
                                          </p:val>
                                        </p:tav>
                                      </p:tavLst>
                                    </p:anim>
                                    <p:animEffect transition="in" filter="fade">
                                      <p:cBhvr>
                                        <p:cTn id="40" dur="500"/>
                                        <p:tgtEl>
                                          <p:spTgt spid="4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p:cTn id="45" dur="500" fill="hold"/>
                                        <p:tgtEl>
                                          <p:spTgt spid="25"/>
                                        </p:tgtEl>
                                        <p:attrNameLst>
                                          <p:attrName>ppt_w</p:attrName>
                                        </p:attrNameLst>
                                      </p:cBhvr>
                                      <p:tavLst>
                                        <p:tav tm="0">
                                          <p:val>
                                            <p:fltVal val="0"/>
                                          </p:val>
                                        </p:tav>
                                        <p:tav tm="100000">
                                          <p:val>
                                            <p:strVal val="#ppt_w"/>
                                          </p:val>
                                        </p:tav>
                                      </p:tavLst>
                                    </p:anim>
                                    <p:anim calcmode="lin" valueType="num">
                                      <p:cBhvr>
                                        <p:cTn id="46" dur="500" fill="hold"/>
                                        <p:tgtEl>
                                          <p:spTgt spid="25"/>
                                        </p:tgtEl>
                                        <p:attrNameLst>
                                          <p:attrName>ppt_h</p:attrName>
                                        </p:attrNameLst>
                                      </p:cBhvr>
                                      <p:tavLst>
                                        <p:tav tm="0">
                                          <p:val>
                                            <p:fltVal val="0"/>
                                          </p:val>
                                        </p:tav>
                                        <p:tav tm="100000">
                                          <p:val>
                                            <p:strVal val="#ppt_h"/>
                                          </p:val>
                                        </p:tav>
                                      </p:tavLst>
                                    </p:anim>
                                    <p:animEffect transition="in" filter="fade">
                                      <p:cBhvr>
                                        <p:cTn id="47" dur="500"/>
                                        <p:tgtEl>
                                          <p:spTgt spid="25"/>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p:cTn id="50" dur="500" fill="hold"/>
                                        <p:tgtEl>
                                          <p:spTgt spid="24"/>
                                        </p:tgtEl>
                                        <p:attrNameLst>
                                          <p:attrName>ppt_w</p:attrName>
                                        </p:attrNameLst>
                                      </p:cBhvr>
                                      <p:tavLst>
                                        <p:tav tm="0">
                                          <p:val>
                                            <p:fltVal val="0"/>
                                          </p:val>
                                        </p:tav>
                                        <p:tav tm="100000">
                                          <p:val>
                                            <p:strVal val="#ppt_w"/>
                                          </p:val>
                                        </p:tav>
                                      </p:tavLst>
                                    </p:anim>
                                    <p:anim calcmode="lin" valueType="num">
                                      <p:cBhvr>
                                        <p:cTn id="51" dur="500" fill="hold"/>
                                        <p:tgtEl>
                                          <p:spTgt spid="24"/>
                                        </p:tgtEl>
                                        <p:attrNameLst>
                                          <p:attrName>ppt_h</p:attrName>
                                        </p:attrNameLst>
                                      </p:cBhvr>
                                      <p:tavLst>
                                        <p:tav tm="0">
                                          <p:val>
                                            <p:fltVal val="0"/>
                                          </p:val>
                                        </p:tav>
                                        <p:tav tm="100000">
                                          <p:val>
                                            <p:strVal val="#ppt_h"/>
                                          </p:val>
                                        </p:tav>
                                      </p:tavLst>
                                    </p:anim>
                                    <p:animEffect transition="in" filter="fade">
                                      <p:cBhvr>
                                        <p:cTn id="52" dur="500"/>
                                        <p:tgtEl>
                                          <p:spTgt spid="24"/>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500" fill="hold"/>
                                        <p:tgtEl>
                                          <p:spTgt spid="26"/>
                                        </p:tgtEl>
                                        <p:attrNameLst>
                                          <p:attrName>ppt_w</p:attrName>
                                        </p:attrNameLst>
                                      </p:cBhvr>
                                      <p:tavLst>
                                        <p:tav tm="0">
                                          <p:val>
                                            <p:fltVal val="0"/>
                                          </p:val>
                                        </p:tav>
                                        <p:tav tm="100000">
                                          <p:val>
                                            <p:strVal val="#ppt_w"/>
                                          </p:val>
                                        </p:tav>
                                      </p:tavLst>
                                    </p:anim>
                                    <p:anim calcmode="lin" valueType="num">
                                      <p:cBhvr>
                                        <p:cTn id="56" dur="500" fill="hold"/>
                                        <p:tgtEl>
                                          <p:spTgt spid="26"/>
                                        </p:tgtEl>
                                        <p:attrNameLst>
                                          <p:attrName>ppt_h</p:attrName>
                                        </p:attrNameLst>
                                      </p:cBhvr>
                                      <p:tavLst>
                                        <p:tav tm="0">
                                          <p:val>
                                            <p:fltVal val="0"/>
                                          </p:val>
                                        </p:tav>
                                        <p:tav tm="100000">
                                          <p:val>
                                            <p:strVal val="#ppt_h"/>
                                          </p:val>
                                        </p:tav>
                                      </p:tavLst>
                                    </p:anim>
                                    <p:animEffect transition="in" filter="fade">
                                      <p:cBhvr>
                                        <p:cTn id="57" dur="500"/>
                                        <p:tgtEl>
                                          <p:spTgt spid="2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3" presetClass="entr" presetSubtype="16" fill="hold" nodeType="clickEffect">
                                  <p:stCondLst>
                                    <p:cond delay="0"/>
                                  </p:stCondLst>
                                  <p:childTnLst>
                                    <p:set>
                                      <p:cBhvr>
                                        <p:cTn id="61" dur="1" fill="hold">
                                          <p:stCondLst>
                                            <p:cond delay="0"/>
                                          </p:stCondLst>
                                        </p:cTn>
                                        <p:tgtEl>
                                          <p:spTgt spid="43"/>
                                        </p:tgtEl>
                                        <p:attrNameLst>
                                          <p:attrName>style.visibility</p:attrName>
                                        </p:attrNameLst>
                                      </p:cBhvr>
                                      <p:to>
                                        <p:strVal val="visible"/>
                                      </p:to>
                                    </p:set>
                                    <p:anim calcmode="lin" valueType="num">
                                      <p:cBhvr>
                                        <p:cTn id="62" dur="500" fill="hold"/>
                                        <p:tgtEl>
                                          <p:spTgt spid="43"/>
                                        </p:tgtEl>
                                        <p:attrNameLst>
                                          <p:attrName>ppt_w</p:attrName>
                                        </p:attrNameLst>
                                      </p:cBhvr>
                                      <p:tavLst>
                                        <p:tav tm="0">
                                          <p:val>
                                            <p:fltVal val="0"/>
                                          </p:val>
                                        </p:tav>
                                        <p:tav tm="100000">
                                          <p:val>
                                            <p:strVal val="#ppt_w"/>
                                          </p:val>
                                        </p:tav>
                                      </p:tavLst>
                                    </p:anim>
                                    <p:anim calcmode="lin" valueType="num">
                                      <p:cBhvr>
                                        <p:cTn id="63" dur="500" fill="hold"/>
                                        <p:tgtEl>
                                          <p:spTgt spid="43"/>
                                        </p:tgtEl>
                                        <p:attrNameLst>
                                          <p:attrName>ppt_h</p:attrName>
                                        </p:attrNameLst>
                                      </p:cBhvr>
                                      <p:tavLst>
                                        <p:tav tm="0">
                                          <p:val>
                                            <p:fltVal val="0"/>
                                          </p:val>
                                        </p:tav>
                                        <p:tav tm="100000">
                                          <p:val>
                                            <p:strVal val="#ppt_h"/>
                                          </p:val>
                                        </p:tav>
                                      </p:tavLst>
                                    </p:anim>
                                    <p:animEffect transition="in" filter="fade">
                                      <p:cBhvr>
                                        <p:cTn id="64" dur="500"/>
                                        <p:tgtEl>
                                          <p:spTgt spid="4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53" presetClass="exit" presetSubtype="32" fill="hold" grpId="1" nodeType="clickEffect">
                                  <p:stCondLst>
                                    <p:cond delay="0"/>
                                  </p:stCondLst>
                                  <p:childTnLst>
                                    <p:anim calcmode="lin" valueType="num">
                                      <p:cBhvr>
                                        <p:cTn id="68" dur="500"/>
                                        <p:tgtEl>
                                          <p:spTgt spid="25"/>
                                        </p:tgtEl>
                                        <p:attrNameLst>
                                          <p:attrName>ppt_w</p:attrName>
                                        </p:attrNameLst>
                                      </p:cBhvr>
                                      <p:tavLst>
                                        <p:tav tm="0">
                                          <p:val>
                                            <p:strVal val="ppt_w"/>
                                          </p:val>
                                        </p:tav>
                                        <p:tav tm="100000">
                                          <p:val>
                                            <p:fltVal val="0"/>
                                          </p:val>
                                        </p:tav>
                                      </p:tavLst>
                                    </p:anim>
                                    <p:anim calcmode="lin" valueType="num">
                                      <p:cBhvr>
                                        <p:cTn id="69" dur="500"/>
                                        <p:tgtEl>
                                          <p:spTgt spid="25"/>
                                        </p:tgtEl>
                                        <p:attrNameLst>
                                          <p:attrName>ppt_h</p:attrName>
                                        </p:attrNameLst>
                                      </p:cBhvr>
                                      <p:tavLst>
                                        <p:tav tm="0">
                                          <p:val>
                                            <p:strVal val="ppt_h"/>
                                          </p:val>
                                        </p:tav>
                                        <p:tav tm="100000">
                                          <p:val>
                                            <p:fltVal val="0"/>
                                          </p:val>
                                        </p:tav>
                                      </p:tavLst>
                                    </p:anim>
                                    <p:animEffect transition="out" filter="fade">
                                      <p:cBhvr>
                                        <p:cTn id="70" dur="500"/>
                                        <p:tgtEl>
                                          <p:spTgt spid="25"/>
                                        </p:tgtEl>
                                      </p:cBhvr>
                                    </p:animEffect>
                                    <p:set>
                                      <p:cBhvr>
                                        <p:cTn id="71" dur="1" fill="hold">
                                          <p:stCondLst>
                                            <p:cond delay="499"/>
                                          </p:stCondLst>
                                        </p:cTn>
                                        <p:tgtEl>
                                          <p:spTgt spid="25"/>
                                        </p:tgtEl>
                                        <p:attrNameLst>
                                          <p:attrName>style.visibility</p:attrName>
                                        </p:attrNameLst>
                                      </p:cBhvr>
                                      <p:to>
                                        <p:strVal val="hidden"/>
                                      </p:to>
                                    </p:set>
                                  </p:childTnLst>
                                </p:cTn>
                              </p:par>
                              <p:par>
                                <p:cTn id="72" presetID="53" presetClass="exit" presetSubtype="32" fill="hold" grpId="1" nodeType="withEffect">
                                  <p:stCondLst>
                                    <p:cond delay="0"/>
                                  </p:stCondLst>
                                  <p:childTnLst>
                                    <p:anim calcmode="lin" valueType="num">
                                      <p:cBhvr>
                                        <p:cTn id="73" dur="500"/>
                                        <p:tgtEl>
                                          <p:spTgt spid="24"/>
                                        </p:tgtEl>
                                        <p:attrNameLst>
                                          <p:attrName>ppt_w</p:attrName>
                                        </p:attrNameLst>
                                      </p:cBhvr>
                                      <p:tavLst>
                                        <p:tav tm="0">
                                          <p:val>
                                            <p:strVal val="ppt_w"/>
                                          </p:val>
                                        </p:tav>
                                        <p:tav tm="100000">
                                          <p:val>
                                            <p:fltVal val="0"/>
                                          </p:val>
                                        </p:tav>
                                      </p:tavLst>
                                    </p:anim>
                                    <p:anim calcmode="lin" valueType="num">
                                      <p:cBhvr>
                                        <p:cTn id="74" dur="500"/>
                                        <p:tgtEl>
                                          <p:spTgt spid="24"/>
                                        </p:tgtEl>
                                        <p:attrNameLst>
                                          <p:attrName>ppt_h</p:attrName>
                                        </p:attrNameLst>
                                      </p:cBhvr>
                                      <p:tavLst>
                                        <p:tav tm="0">
                                          <p:val>
                                            <p:strVal val="ppt_h"/>
                                          </p:val>
                                        </p:tav>
                                        <p:tav tm="100000">
                                          <p:val>
                                            <p:fltVal val="0"/>
                                          </p:val>
                                        </p:tav>
                                      </p:tavLst>
                                    </p:anim>
                                    <p:animEffect transition="out" filter="fade">
                                      <p:cBhvr>
                                        <p:cTn id="75" dur="500"/>
                                        <p:tgtEl>
                                          <p:spTgt spid="24"/>
                                        </p:tgtEl>
                                      </p:cBhvr>
                                    </p:animEffect>
                                    <p:set>
                                      <p:cBhvr>
                                        <p:cTn id="76"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1" grpId="0" animBg="1"/>
      <p:bldP spid="22" grpId="0" animBg="1"/>
      <p:bldP spid="23" grpId="0" animBg="1"/>
      <p:bldP spid="24" grpId="0" animBg="1"/>
      <p:bldP spid="24" grpId="1" animBg="1"/>
      <p:bldP spid="25" grpId="0" animBg="1"/>
      <p:bldP spid="25" grpId="1" animBg="1"/>
      <p:bldP spid="2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14063F63-73DA-43EC-9E3E-508296E80965}"/>
              </a:ext>
            </a:extLst>
          </p:cNvPr>
          <p:cNvSpPr>
            <a:spLocks noGrp="1"/>
          </p:cNvSpPr>
          <p:nvPr>
            <p:ph idx="1"/>
          </p:nvPr>
        </p:nvSpPr>
        <p:spPr>
          <a:xfrm>
            <a:off x="5748338" y="1173163"/>
            <a:ext cx="2019300" cy="317500"/>
          </a:xfrm>
        </p:spPr>
        <p:txBody>
          <a:bodyPr/>
          <a:lstStyle/>
          <a:p>
            <a:pPr marL="0" indent="0">
              <a:spcBef>
                <a:spcPct val="30000"/>
              </a:spcBef>
              <a:buSzTx/>
              <a:buFont typeface="Symbol" panose="05050102010706020507" pitchFamily="18" charset="2"/>
              <a:buNone/>
              <a:defRPr/>
            </a:pPr>
            <a:r>
              <a:rPr lang="zh-CN" altLang="en-US" sz="2100" dirty="0">
                <a:solidFill>
                  <a:srgbClr val="000000"/>
                </a:solidFill>
                <a:cs typeface="Times New Roman" panose="02020603050405020304" pitchFamily="18" charset="0"/>
              </a:rPr>
              <a:t>状态</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符号</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属性</a:t>
            </a:r>
          </a:p>
        </p:txBody>
      </p:sp>
      <p:sp>
        <p:nvSpPr>
          <p:cNvPr id="116739" name="Rectangle 2">
            <a:extLst>
              <a:ext uri="{FF2B5EF4-FFF2-40B4-BE49-F238E27FC236}">
                <a16:creationId xmlns:a16="http://schemas.microsoft.com/office/drawing/2014/main" id="{F7153E80-1259-41FF-9350-60B0211FD997}"/>
              </a:ext>
            </a:extLst>
          </p:cNvPr>
          <p:cNvSpPr>
            <a:spLocks noGrp="1"/>
          </p:cNvSpPr>
          <p:nvPr>
            <p:ph type="title"/>
          </p:nvPr>
        </p:nvSpPr>
        <p:spPr>
          <a:xfrm>
            <a:off x="755650" y="268288"/>
            <a:ext cx="7931150" cy="358775"/>
          </a:xfrm>
        </p:spPr>
        <p:txBody>
          <a:bodyPr/>
          <a:lstStyle/>
          <a:p>
            <a:pPr eaLnBrk="1" hangingPunct="1"/>
            <a:r>
              <a:rPr kumimoji="1" lang="zh-CN" altLang="en-US">
                <a:solidFill>
                  <a:schemeClr val="folHlink"/>
                </a:solidFill>
                <a:latin typeface="楷体" panose="02010609060101010101" pitchFamily="49" charset="-122"/>
                <a:cs typeface="Times New Roman" panose="02020603050405020304" pitchFamily="18" charset="0"/>
              </a:rPr>
              <a:t>例</a:t>
            </a:r>
          </a:p>
        </p:txBody>
      </p:sp>
      <p:sp>
        <p:nvSpPr>
          <p:cNvPr id="137220" name="矩形 1">
            <a:extLst>
              <a:ext uri="{FF2B5EF4-FFF2-40B4-BE49-F238E27FC236}">
                <a16:creationId xmlns:a16="http://schemas.microsoft.com/office/drawing/2014/main" id="{67E8A1CE-5F81-49D6-B873-747357FB2AF7}"/>
              </a:ext>
            </a:extLst>
          </p:cNvPr>
          <p:cNvSpPr>
            <a:spLocks noChangeArrowheads="1"/>
          </p:cNvSpPr>
          <p:nvPr/>
        </p:nvSpPr>
        <p:spPr bwMode="auto">
          <a:xfrm>
            <a:off x="5715000" y="268288"/>
            <a:ext cx="1959191" cy="415498"/>
          </a:xfrm>
          <a:prstGeom prst="rect">
            <a:avLst/>
          </a:prstGeom>
          <a:noFill/>
          <a:ln w="9525">
            <a:noFill/>
            <a:miter lim="800000"/>
            <a:headEnd/>
            <a:tailEnd/>
          </a:ln>
        </p:spPr>
        <p:txBody>
          <a:bodyPr wrap="none">
            <a:spAutoFit/>
          </a:bodyPr>
          <a:lstStyle/>
          <a:p>
            <a:pPr eaLnBrk="1" hangingPunct="1">
              <a:defRPr/>
            </a:pPr>
            <a:r>
              <a:rPr kumimoji="1" lang="zh-CN" altLang="en-US" sz="2100" dirty="0">
                <a:solidFill>
                  <a:schemeClr val="tx2">
                    <a:lumMod val="60000"/>
                    <a:lumOff val="40000"/>
                  </a:schemeClr>
                </a:solidFill>
                <a:latin typeface="楷体" pitchFamily="49" charset="-122"/>
                <a:ea typeface="楷体" pitchFamily="49" charset="-122"/>
                <a:cs typeface="Times New Roman" pitchFamily="18" charset="0"/>
              </a:rPr>
              <a:t>输入：</a:t>
            </a:r>
            <a:r>
              <a:rPr kumimoji="1" lang="en-US" altLang="zh-CN" sz="2100" dirty="0">
                <a:solidFill>
                  <a:schemeClr val="tx2">
                    <a:lumMod val="60000"/>
                    <a:lumOff val="40000"/>
                  </a:schemeClr>
                </a:solidFill>
                <a:latin typeface="Times New Roman" pitchFamily="18" charset="0"/>
                <a:ea typeface="楷体_GB2312" pitchFamily="49" charset="-122"/>
                <a:cs typeface="Times New Roman" pitchFamily="18" charset="0"/>
              </a:rPr>
              <a:t> 3*5+4 $</a:t>
            </a:r>
            <a:endParaRPr lang="zh-CN" altLang="en-US" sz="21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2" name="矩形 1">
            <a:extLst>
              <a:ext uri="{FF2B5EF4-FFF2-40B4-BE49-F238E27FC236}">
                <a16:creationId xmlns:a16="http://schemas.microsoft.com/office/drawing/2014/main" id="{D74B5D30-1631-4403-B941-80A3840638D1}"/>
              </a:ext>
            </a:extLst>
          </p:cNvPr>
          <p:cNvSpPr/>
          <p:nvPr/>
        </p:nvSpPr>
        <p:spPr>
          <a:xfrm>
            <a:off x="5797550"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7EEA87C0-9030-43BA-B716-6DFB6DE7DC48}"/>
              </a:ext>
            </a:extLst>
          </p:cNvPr>
          <p:cNvSpPr/>
          <p:nvPr/>
        </p:nvSpPr>
        <p:spPr>
          <a:xfrm>
            <a:off x="6459538" y="1490663"/>
            <a:ext cx="684212"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mn-ea"/>
                <a:cs typeface="Times New Roman" panose="02020603050405020304" pitchFamily="18" charset="0"/>
              </a:rPr>
              <a:t>$</a:t>
            </a:r>
            <a:endParaRPr lang="zh-CN" altLang="en-US" dirty="0">
              <a:solidFill>
                <a:prstClr val="black"/>
              </a:solidFill>
              <a:latin typeface="+mn-ea"/>
              <a:cs typeface="Times New Roman" panose="02020603050405020304" pitchFamily="18" charset="0"/>
            </a:endParaRPr>
          </a:p>
        </p:txBody>
      </p:sp>
      <p:sp>
        <p:nvSpPr>
          <p:cNvPr id="13" name="矩形 12">
            <a:extLst>
              <a:ext uri="{FF2B5EF4-FFF2-40B4-BE49-F238E27FC236}">
                <a16:creationId xmlns:a16="http://schemas.microsoft.com/office/drawing/2014/main" id="{0F2E184D-BACF-4D46-9B69-6346C991BA3E}"/>
              </a:ext>
            </a:extLst>
          </p:cNvPr>
          <p:cNvSpPr/>
          <p:nvPr/>
        </p:nvSpPr>
        <p:spPr>
          <a:xfrm>
            <a:off x="7102475"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5EA5496B-C4F1-4B45-B03D-E6935F063F99}"/>
              </a:ext>
            </a:extLst>
          </p:cNvPr>
          <p:cNvSpPr/>
          <p:nvPr/>
        </p:nvSpPr>
        <p:spPr>
          <a:xfrm>
            <a:off x="57943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1</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A3847660-740C-4553-8C14-A725343B40B6}"/>
              </a:ext>
            </a:extLst>
          </p:cNvPr>
          <p:cNvSpPr/>
          <p:nvPr/>
        </p:nvSpPr>
        <p:spPr>
          <a:xfrm>
            <a:off x="64627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i="1" dirty="0">
                <a:solidFill>
                  <a:prstClr val="black"/>
                </a:solidFill>
                <a:latin typeface="Times New Roman" panose="02020603050405020304" pitchFamily="18" charset="0"/>
                <a:cs typeface="Times New Roman" panose="02020603050405020304" pitchFamily="18" charset="0"/>
              </a:rPr>
              <a:t>E</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0DF0C0CB-94EF-450F-A0C9-3B7F8E1EFBB7}"/>
              </a:ext>
            </a:extLst>
          </p:cNvPr>
          <p:cNvSpPr/>
          <p:nvPr/>
        </p:nvSpPr>
        <p:spPr>
          <a:xfrm>
            <a:off x="71104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3</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16747" name="图片 20">
            <a:extLst>
              <a:ext uri="{FF2B5EF4-FFF2-40B4-BE49-F238E27FC236}">
                <a16:creationId xmlns:a16="http://schemas.microsoft.com/office/drawing/2014/main" id="{6EDE0BBD-944F-4316-8184-48EE5B38AA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013" y="2033588"/>
            <a:ext cx="4700587"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8" name="矩形 21">
            <a:extLst>
              <a:ext uri="{FF2B5EF4-FFF2-40B4-BE49-F238E27FC236}">
                <a16:creationId xmlns:a16="http://schemas.microsoft.com/office/drawing/2014/main" id="{C88DE8AA-0979-4579-B978-0A03799C242A}"/>
              </a:ext>
            </a:extLst>
          </p:cNvPr>
          <p:cNvSpPr>
            <a:spLocks noChangeArrowheads="1"/>
          </p:cNvSpPr>
          <p:nvPr/>
        </p:nvSpPr>
        <p:spPr bwMode="auto">
          <a:xfrm>
            <a:off x="0" y="4714875"/>
            <a:ext cx="1325563" cy="415925"/>
          </a:xfrm>
          <a:prstGeom prst="rect">
            <a:avLst/>
          </a:prstGeom>
          <a:noFill/>
          <a:ln w="9525">
            <a:noFill/>
            <a:miter lim="800000"/>
            <a:headEnd/>
            <a:tailEnd/>
          </a:ln>
        </p:spPr>
        <p:txBody>
          <a:bodyPr wrap="none">
            <a:spAutoFit/>
          </a:bodyPr>
          <a:lstStyle/>
          <a:p>
            <a:pPr>
              <a:defRPr/>
            </a:pPr>
            <a:r>
              <a:rPr lang="en-US" altLang="zh-CN" dirty="0">
                <a:solidFill>
                  <a:schemeClr val="tx2">
                    <a:lumMod val="60000"/>
                    <a:lumOff val="40000"/>
                  </a:schemeClr>
                </a:solidFill>
                <a:latin typeface="Times New Roman" pitchFamily="18" charset="0"/>
                <a:ea typeface="华文楷体" pitchFamily="2" charset="-122"/>
                <a:cs typeface="Times New Roman" pitchFamily="18" charset="0"/>
              </a:rPr>
              <a:t>SLR</a:t>
            </a:r>
            <a:r>
              <a:rPr lang="zh-CN" altLang="en-US" dirty="0">
                <a:solidFill>
                  <a:schemeClr val="tx2">
                    <a:lumMod val="60000"/>
                    <a:lumOff val="40000"/>
                  </a:schemeClr>
                </a:solidFill>
                <a:latin typeface="Times New Roman" pitchFamily="18" charset="0"/>
                <a:ea typeface="华文楷体" pitchFamily="2" charset="-122"/>
                <a:cs typeface="Times New Roman" pitchFamily="18" charset="0"/>
              </a:rPr>
              <a:t>自动机</a:t>
            </a:r>
            <a:endParaRPr lang="zh-CN" altLang="en-US" sz="2100" dirty="0">
              <a:solidFill>
                <a:schemeClr val="tx2">
                  <a:lumMod val="60000"/>
                  <a:lumOff val="40000"/>
                </a:schemeClr>
              </a:solidFill>
              <a:latin typeface="Times New Roman" pitchFamily="18" charset="0"/>
              <a:ea typeface="华文楷体" pitchFamily="2" charset="-122"/>
              <a:cs typeface="Times New Roman" pitchFamily="18" charset="0"/>
            </a:endParaRPr>
          </a:p>
        </p:txBody>
      </p:sp>
      <p:sp>
        <p:nvSpPr>
          <p:cNvPr id="20" name="内容占位符 2">
            <a:extLst>
              <a:ext uri="{FF2B5EF4-FFF2-40B4-BE49-F238E27FC236}">
                <a16:creationId xmlns:a16="http://schemas.microsoft.com/office/drawing/2014/main" id="{228F9F6F-5761-4137-80EA-679864B48AB6}"/>
              </a:ext>
            </a:extLst>
          </p:cNvPr>
          <p:cNvSpPr txBox="1">
            <a:spLocks/>
          </p:cNvSpPr>
          <p:nvPr/>
        </p:nvSpPr>
        <p:spPr bwMode="auto">
          <a:xfrm>
            <a:off x="773113" y="42863"/>
            <a:ext cx="4768850" cy="1990725"/>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a:t>
            </a:r>
            <a:r>
              <a:rPr lang="zh-CN" altLang="en-US" sz="1200">
                <a:solidFill>
                  <a:prstClr val="black"/>
                </a:solidFill>
                <a:latin typeface="华文楷体" panose="02010600040101010101" pitchFamily="2" charset="-122"/>
                <a:ea typeface="华文楷体" panose="02010600040101010101" pitchFamily="2" charset="-122"/>
              </a:rPr>
              <a:t>产生式                        语义动作</a:t>
            </a:r>
            <a:endParaRPr lang="en-US" altLang="zh-CN" sz="1200" i="1">
              <a:solidFill>
                <a:prstClr val="black"/>
              </a:solidFill>
              <a:latin typeface="Times New Roman" panose="02020603050405020304" pitchFamily="18" charset="0"/>
              <a:ea typeface="楷体_GB2312" pitchFamily="49" charset="-122"/>
            </a:endParaRP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E</a:t>
            </a:r>
            <a:r>
              <a:rPr lang="en-US" altLang="zh-CN" sz="1200" i="1">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print</a:t>
            </a:r>
            <a:r>
              <a:rPr lang="en-US" altLang="zh-CN" sz="1200" i="1">
                <a:solidFill>
                  <a:prstClr val="black"/>
                </a:solidFill>
                <a:latin typeface="Times New Roman" panose="02020603050405020304" pitchFamily="18" charset="0"/>
                <a:ea typeface="楷体_GB2312" pitchFamily="49" charset="-122"/>
              </a:rPr>
              <a: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E</a:t>
            </a:r>
            <a:r>
              <a:rPr lang="en-US" altLang="zh-CN" sz="1200" baseline="-25000">
                <a:solidFill>
                  <a:prstClr val="black"/>
                </a:solidFill>
                <a:latin typeface="Times New Roman" panose="02020603050405020304" pitchFamily="18" charset="0"/>
                <a:ea typeface="楷体_GB2312" pitchFamily="49" charset="-122"/>
              </a:rPr>
              <a:t>1 </a:t>
            </a:r>
            <a:r>
              <a:rPr lang="en-US" altLang="zh-CN" sz="1200" i="1">
                <a:solidFill>
                  <a:prstClr val="black"/>
                </a:solidFill>
                <a:latin typeface="Times New Roman" panose="02020603050405020304" pitchFamily="18" charset="0"/>
                <a:ea typeface="楷体_GB2312" pitchFamily="49" charset="-122"/>
              </a:rPr>
              <a:t>+ 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(3)</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(4)</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r>
              <a:rPr lang="en-US" altLang="zh-CN" sz="1200" baseline="-25000">
                <a:solidFill>
                  <a:prstClr val="black"/>
                </a:solidFill>
                <a:latin typeface="Times New Roman" panose="02020603050405020304" pitchFamily="18" charset="0"/>
                <a:ea typeface="楷体_GB2312" pitchFamily="49" charset="-122"/>
              </a:rPr>
              <a:t>1 </a:t>
            </a:r>
            <a:r>
              <a:rPr lang="en-US" altLang="zh-CN" sz="1200">
                <a:solidFill>
                  <a:prstClr val="black"/>
                </a:solidFill>
                <a:latin typeface="Times New Roman" panose="02020603050405020304" pitchFamily="18" charset="0"/>
                <a:ea typeface="楷体_GB2312" pitchFamily="49" charset="-122"/>
              </a:rPr>
              <a:t>*</a:t>
            </a:r>
            <a:r>
              <a:rPr lang="en-US" altLang="zh-CN" sz="1200">
                <a:solidFill>
                  <a:prstClr val="black"/>
                </a:solidFill>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a:t>
            </a:r>
            <a:r>
              <a:rPr kumimoji="1" lang="en-US" altLang="zh-CN" sz="1200">
                <a:solidFill>
                  <a:srgbClr val="000000"/>
                </a:solidFill>
                <a:latin typeface="Times New Roman" panose="02020603050405020304" pitchFamily="18" charset="0"/>
                <a:sym typeface="Symbol" panose="05050102010706020507" pitchFamily="18" charset="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(5)</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F</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(6)</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.val</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(7)</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digit</a:t>
            </a:r>
          </a:p>
          <a:p>
            <a:pPr marL="0" lvl="3">
              <a:spcBef>
                <a:spcPct val="20000"/>
              </a:spcBef>
              <a:buClr>
                <a:srgbClr val="31B6FD"/>
              </a:buClr>
              <a:buSzPct val="100000"/>
              <a:defRPr/>
            </a:pPr>
            <a:endParaRPr lang="en-US" altLang="zh-CN" sz="1500" i="1">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sz="150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r>
              <a:rPr lang="en-US" altLang="zh-CN" i="1">
                <a:solidFill>
                  <a:prstClr val="black"/>
                </a:solidFill>
                <a:latin typeface="Times New Roman" panose="02020603050405020304" pitchFamily="18" charset="0"/>
                <a:ea typeface="楷体_GB2312" pitchFamily="49" charset="-122"/>
              </a:rPr>
              <a:t>       </a:t>
            </a: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lvl="2">
              <a:spcBef>
                <a:spcPct val="20000"/>
              </a:spcBef>
              <a:buClr>
                <a:srgbClr val="31B6FD"/>
              </a:buClr>
              <a:buSzPct val="100000"/>
              <a:defRPr/>
            </a:pPr>
            <a:endParaRPr lang="zh-CN" altLang="en-US">
              <a:solidFill>
                <a:prstClr val="black"/>
              </a:solidFill>
              <a:latin typeface="Times New Roman" panose="02020603050405020304" pitchFamily="18" charset="0"/>
              <a:ea typeface="楷体_GB2312" pitchFamily="49" charset="-122"/>
            </a:endParaRPr>
          </a:p>
        </p:txBody>
      </p:sp>
      <p:sp>
        <p:nvSpPr>
          <p:cNvPr id="29" name="矩形 28">
            <a:extLst>
              <a:ext uri="{FF2B5EF4-FFF2-40B4-BE49-F238E27FC236}">
                <a16:creationId xmlns:a16="http://schemas.microsoft.com/office/drawing/2014/main" id="{0282F45C-65E3-4450-99C7-62933E34D8C2}"/>
              </a:ext>
            </a:extLst>
          </p:cNvPr>
          <p:cNvSpPr/>
          <p:nvPr/>
        </p:nvSpPr>
        <p:spPr>
          <a:xfrm>
            <a:off x="71024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15</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99D07C2E-F0D5-447F-9C17-798D342B0FF0}"/>
              </a:ext>
            </a:extLst>
          </p:cNvPr>
          <p:cNvSpPr/>
          <p:nvPr/>
        </p:nvSpPr>
        <p:spPr>
          <a:xfrm>
            <a:off x="57943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6</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AC4F772-84B4-4D59-8BF1-9B1F3EF65AA2}"/>
              </a:ext>
            </a:extLst>
          </p:cNvPr>
          <p:cNvSpPr/>
          <p:nvPr/>
        </p:nvSpPr>
        <p:spPr>
          <a:xfrm>
            <a:off x="6459538" y="2247900"/>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a:defRPr/>
            </a:pPr>
            <a:r>
              <a:rPr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23" name="矩形 22">
            <a:extLst>
              <a:ext uri="{FF2B5EF4-FFF2-40B4-BE49-F238E27FC236}">
                <a16:creationId xmlns:a16="http://schemas.microsoft.com/office/drawing/2014/main" id="{28AB4113-5663-42FD-96D0-391F1CB1E441}"/>
              </a:ext>
            </a:extLst>
          </p:cNvPr>
          <p:cNvSpPr/>
          <p:nvPr/>
        </p:nvSpPr>
        <p:spPr>
          <a:xfrm>
            <a:off x="71024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11F9038D-FB96-44A2-8279-FD9C90F55E2A}"/>
              </a:ext>
            </a:extLst>
          </p:cNvPr>
          <p:cNvSpPr/>
          <p:nvPr/>
        </p:nvSpPr>
        <p:spPr>
          <a:xfrm>
            <a:off x="57943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3</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7778F8AD-EDF6-4A76-BBC5-17C154735B1C}"/>
              </a:ext>
            </a:extLst>
          </p:cNvPr>
          <p:cNvSpPr/>
          <p:nvPr/>
        </p:nvSpPr>
        <p:spPr>
          <a:xfrm>
            <a:off x="6459538" y="262572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a:defRPr/>
            </a:pPr>
            <a:r>
              <a:rPr lang="en-US" altLang="zh-CN" i="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F</a:t>
            </a:r>
          </a:p>
        </p:txBody>
      </p:sp>
      <p:sp>
        <p:nvSpPr>
          <p:cNvPr id="26" name="矩形 25">
            <a:extLst>
              <a:ext uri="{FF2B5EF4-FFF2-40B4-BE49-F238E27FC236}">
                <a16:creationId xmlns:a16="http://schemas.microsoft.com/office/drawing/2014/main" id="{BA53FCBE-777C-4D53-800C-9D9A602C5871}"/>
              </a:ext>
            </a:extLst>
          </p:cNvPr>
          <p:cNvSpPr/>
          <p:nvPr/>
        </p:nvSpPr>
        <p:spPr>
          <a:xfrm>
            <a:off x="71024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4</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8" name="Line 41">
            <a:extLst>
              <a:ext uri="{FF2B5EF4-FFF2-40B4-BE49-F238E27FC236}">
                <a16:creationId xmlns:a16="http://schemas.microsoft.com/office/drawing/2014/main" id="{2F927F8B-C4EB-4F0E-B00E-822C8EAD5C40}"/>
              </a:ext>
            </a:extLst>
          </p:cNvPr>
          <p:cNvSpPr>
            <a:spLocks noChangeShapeType="1"/>
          </p:cNvSpPr>
          <p:nvPr/>
        </p:nvSpPr>
        <p:spPr bwMode="auto">
          <a:xfrm flipV="1">
            <a:off x="67325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9" name="Line 41">
            <a:extLst>
              <a:ext uri="{FF2B5EF4-FFF2-40B4-BE49-F238E27FC236}">
                <a16:creationId xmlns:a16="http://schemas.microsoft.com/office/drawing/2014/main" id="{F76AC892-FAF6-4FE4-91D7-0615C97753E4}"/>
              </a:ext>
            </a:extLst>
          </p:cNvPr>
          <p:cNvSpPr>
            <a:spLocks noChangeShapeType="1"/>
          </p:cNvSpPr>
          <p:nvPr/>
        </p:nvSpPr>
        <p:spPr bwMode="auto">
          <a:xfrm flipV="1">
            <a:off x="6877050"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0" name="Line 41">
            <a:extLst>
              <a:ext uri="{FF2B5EF4-FFF2-40B4-BE49-F238E27FC236}">
                <a16:creationId xmlns:a16="http://schemas.microsoft.com/office/drawing/2014/main" id="{8B4C20EE-1F26-428B-A1BD-6618BAC695B1}"/>
              </a:ext>
            </a:extLst>
          </p:cNvPr>
          <p:cNvSpPr>
            <a:spLocks noChangeShapeType="1"/>
          </p:cNvSpPr>
          <p:nvPr/>
        </p:nvSpPr>
        <p:spPr bwMode="auto">
          <a:xfrm flipV="1">
            <a:off x="7019925"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1" name="Line 41">
            <a:extLst>
              <a:ext uri="{FF2B5EF4-FFF2-40B4-BE49-F238E27FC236}">
                <a16:creationId xmlns:a16="http://schemas.microsoft.com/office/drawing/2014/main" id="{D2DB94B5-D9EC-4FFB-AB9F-77B2CE3EBA0A}"/>
              </a:ext>
            </a:extLst>
          </p:cNvPr>
          <p:cNvSpPr>
            <a:spLocks noChangeShapeType="1"/>
          </p:cNvSpPr>
          <p:nvPr/>
        </p:nvSpPr>
        <p:spPr bwMode="auto">
          <a:xfrm flipV="1">
            <a:off x="71643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2" name="Line 41">
            <a:extLst>
              <a:ext uri="{FF2B5EF4-FFF2-40B4-BE49-F238E27FC236}">
                <a16:creationId xmlns:a16="http://schemas.microsoft.com/office/drawing/2014/main" id="{DEB24119-DA81-46BB-8AD6-C75B61B36DC0}"/>
              </a:ext>
            </a:extLst>
          </p:cNvPr>
          <p:cNvSpPr>
            <a:spLocks noChangeShapeType="1"/>
          </p:cNvSpPr>
          <p:nvPr/>
        </p:nvSpPr>
        <p:spPr bwMode="auto">
          <a:xfrm flipV="1">
            <a:off x="7307263"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3" name="Line 41">
            <a:extLst>
              <a:ext uri="{FF2B5EF4-FFF2-40B4-BE49-F238E27FC236}">
                <a16:creationId xmlns:a16="http://schemas.microsoft.com/office/drawing/2014/main" id="{6A4DE93B-A416-4406-812E-659FA8F0A8ED}"/>
              </a:ext>
            </a:extLst>
          </p:cNvPr>
          <p:cNvSpPr>
            <a:spLocks noChangeShapeType="1"/>
          </p:cNvSpPr>
          <p:nvPr/>
        </p:nvSpPr>
        <p:spPr bwMode="auto">
          <a:xfrm flipV="1">
            <a:off x="74818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graphicFrame>
        <p:nvGraphicFramePr>
          <p:cNvPr id="27" name="Group 18">
            <a:extLst>
              <a:ext uri="{FF2B5EF4-FFF2-40B4-BE49-F238E27FC236}">
                <a16:creationId xmlns:a16="http://schemas.microsoft.com/office/drawing/2014/main" id="{034684D8-3331-42A5-80E6-BB1478C76717}"/>
              </a:ext>
            </a:extLst>
          </p:cNvPr>
          <p:cNvGraphicFramePr>
            <a:graphicFrameLocks noGrp="1"/>
          </p:cNvGraphicFramePr>
          <p:nvPr>
            <p:extLst>
              <p:ext uri="{D42A27DB-BD31-4B8C-83A1-F6EECF244321}">
                <p14:modId xmlns:p14="http://schemas.microsoft.com/office/powerpoint/2010/main" val="3176273389"/>
              </p:ext>
            </p:extLst>
          </p:nvPr>
        </p:nvGraphicFramePr>
        <p:xfrm>
          <a:off x="7236296" y="3758942"/>
          <a:ext cx="1907703" cy="1371856"/>
        </p:xfrm>
        <a:graphic>
          <a:graphicData uri="http://schemas.openxmlformats.org/drawingml/2006/table">
            <a:tbl>
              <a:tblPr/>
              <a:tblGrid>
                <a:gridCol w="329064">
                  <a:extLst>
                    <a:ext uri="{9D8B030D-6E8A-4147-A177-3AD203B41FA5}">
                      <a16:colId xmlns:a16="http://schemas.microsoft.com/office/drawing/2014/main" val="20000"/>
                    </a:ext>
                  </a:extLst>
                </a:gridCol>
                <a:gridCol w="1578639">
                  <a:extLst>
                    <a:ext uri="{9D8B030D-6E8A-4147-A177-3AD203B41FA5}">
                      <a16:colId xmlns:a16="http://schemas.microsoft.com/office/drawing/2014/main" val="20001"/>
                    </a:ext>
                  </a:extLst>
                </a:gridCol>
              </a:tblGrid>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8" name="矩形 1">
            <a:extLst>
              <a:ext uri="{FF2B5EF4-FFF2-40B4-BE49-F238E27FC236}">
                <a16:creationId xmlns:a16="http://schemas.microsoft.com/office/drawing/2014/main" id="{93BE0024-6440-475F-A83C-F939E657BDF5}"/>
              </a:ext>
            </a:extLst>
          </p:cNvPr>
          <p:cNvSpPr>
            <a:spLocks noChangeArrowheads="1"/>
          </p:cNvSpPr>
          <p:nvPr/>
        </p:nvSpPr>
        <p:spPr bwMode="auto">
          <a:xfrm>
            <a:off x="6434065" y="-22315"/>
            <a:ext cx="2206053" cy="400110"/>
          </a:xfrm>
          <a:prstGeom prst="rect">
            <a:avLst/>
          </a:prstGeom>
          <a:noFill/>
          <a:ln w="9525">
            <a:noFill/>
            <a:miter lim="800000"/>
            <a:headEnd/>
            <a:tailEnd/>
          </a:ln>
        </p:spPr>
        <p:txBody>
          <a:bodyPr wrap="none">
            <a:spAutoFit/>
          </a:bodyPr>
          <a:lstStyle/>
          <a:p>
            <a:pPr eaLnBrk="1" hangingPunct="1">
              <a:defRPr/>
            </a:pP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digit*</a:t>
            </a:r>
            <a:r>
              <a:rPr kumimoji="1" lang="en-US" altLang="zh-CN" sz="2000" dirty="0" err="1">
                <a:solidFill>
                  <a:schemeClr val="tx2">
                    <a:lumMod val="60000"/>
                    <a:lumOff val="40000"/>
                  </a:schemeClr>
                </a:solidFill>
                <a:latin typeface="Times New Roman" pitchFamily="18" charset="0"/>
                <a:ea typeface="楷体_GB2312" pitchFamily="49" charset="-122"/>
                <a:cs typeface="Times New Roman" pitchFamily="18" charset="0"/>
              </a:rPr>
              <a:t>digit+digit</a:t>
            </a: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a:t>
            </a:r>
            <a:endParaRPr lang="zh-CN" altLang="en-US" sz="20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3" name="灯片编号占位符 2">
            <a:extLst>
              <a:ext uri="{FF2B5EF4-FFF2-40B4-BE49-F238E27FC236}">
                <a16:creationId xmlns:a16="http://schemas.microsoft.com/office/drawing/2014/main" id="{9FC37457-D0C8-4EEE-8144-7AA263CB063B}"/>
              </a:ext>
            </a:extLst>
          </p:cNvPr>
          <p:cNvSpPr>
            <a:spLocks noGrp="1"/>
          </p:cNvSpPr>
          <p:nvPr>
            <p:ph type="sldNum" sz="quarter" idx="10"/>
          </p:nvPr>
        </p:nvSpPr>
        <p:spPr/>
        <p:txBody>
          <a:bodyPr/>
          <a:lstStyle/>
          <a:p>
            <a:pPr>
              <a:defRPr/>
            </a:pPr>
            <a:fld id="{8E104948-B687-4A74-87EB-9097C047E113}" type="slidenum">
              <a:rPr lang="zh-CN" altLang="en-US" smtClean="0"/>
              <a:pPr>
                <a:defRPr/>
              </a:pPr>
              <a:t>46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500" fill="hold"/>
                                        <p:tgtEl>
                                          <p:spTgt spid="24"/>
                                        </p:tgtEl>
                                        <p:attrNameLst>
                                          <p:attrName>ppt_w</p:attrName>
                                        </p:attrNameLst>
                                      </p:cBhvr>
                                      <p:tavLst>
                                        <p:tav tm="0">
                                          <p:val>
                                            <p:fltVal val="0"/>
                                          </p:val>
                                        </p:tav>
                                        <p:tav tm="100000">
                                          <p:val>
                                            <p:strVal val="#ppt_w"/>
                                          </p:val>
                                        </p:tav>
                                      </p:tavLst>
                                    </p:anim>
                                    <p:anim calcmode="lin" valueType="num">
                                      <p:cBhvr>
                                        <p:cTn id="15" dur="500" fill="hold"/>
                                        <p:tgtEl>
                                          <p:spTgt spid="24"/>
                                        </p:tgtEl>
                                        <p:attrNameLst>
                                          <p:attrName>ppt_h</p:attrName>
                                        </p:attrNameLst>
                                      </p:cBhvr>
                                      <p:tavLst>
                                        <p:tav tm="0">
                                          <p:val>
                                            <p:fltVal val="0"/>
                                          </p:val>
                                        </p:tav>
                                        <p:tav tm="100000">
                                          <p:val>
                                            <p:strVal val="#ppt_h"/>
                                          </p:val>
                                        </p:tav>
                                      </p:tavLst>
                                    </p:anim>
                                    <p:animEffect transition="in" filter="fade">
                                      <p:cBhvr>
                                        <p:cTn id="16" dur="500"/>
                                        <p:tgtEl>
                                          <p:spTgt spid="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xit" presetSubtype="32" fill="hold" grpId="1" nodeType="clickEffect">
                                  <p:stCondLst>
                                    <p:cond delay="0"/>
                                  </p:stCondLst>
                                  <p:childTnLst>
                                    <p:anim calcmode="lin" valueType="num">
                                      <p:cBhvr>
                                        <p:cTn id="20" dur="500"/>
                                        <p:tgtEl>
                                          <p:spTgt spid="25"/>
                                        </p:tgtEl>
                                        <p:attrNameLst>
                                          <p:attrName>ppt_w</p:attrName>
                                        </p:attrNameLst>
                                      </p:cBhvr>
                                      <p:tavLst>
                                        <p:tav tm="0">
                                          <p:val>
                                            <p:strVal val="ppt_w"/>
                                          </p:val>
                                        </p:tav>
                                        <p:tav tm="100000">
                                          <p:val>
                                            <p:fltVal val="0"/>
                                          </p:val>
                                        </p:tav>
                                      </p:tavLst>
                                    </p:anim>
                                    <p:anim calcmode="lin" valueType="num">
                                      <p:cBhvr>
                                        <p:cTn id="21" dur="500"/>
                                        <p:tgtEl>
                                          <p:spTgt spid="25"/>
                                        </p:tgtEl>
                                        <p:attrNameLst>
                                          <p:attrName>ppt_h</p:attrName>
                                        </p:attrNameLst>
                                      </p:cBhvr>
                                      <p:tavLst>
                                        <p:tav tm="0">
                                          <p:val>
                                            <p:strVal val="ppt_h"/>
                                          </p:val>
                                        </p:tav>
                                        <p:tav tm="100000">
                                          <p:val>
                                            <p:fltVal val="0"/>
                                          </p:val>
                                        </p:tav>
                                      </p:tavLst>
                                    </p:anim>
                                    <p:animEffect transition="out" filter="fade">
                                      <p:cBhvr>
                                        <p:cTn id="22" dur="500"/>
                                        <p:tgtEl>
                                          <p:spTgt spid="25"/>
                                        </p:tgtEl>
                                      </p:cBhvr>
                                    </p:animEffect>
                                    <p:set>
                                      <p:cBhvr>
                                        <p:cTn id="23" dur="1" fill="hold">
                                          <p:stCondLst>
                                            <p:cond delay="499"/>
                                          </p:stCondLst>
                                        </p:cTn>
                                        <p:tgtEl>
                                          <p:spTgt spid="25"/>
                                        </p:tgtEl>
                                        <p:attrNameLst>
                                          <p:attrName>style.visibility</p:attrName>
                                        </p:attrNameLst>
                                      </p:cBhvr>
                                      <p:to>
                                        <p:strVal val="hidden"/>
                                      </p:to>
                                    </p:set>
                                  </p:childTnLst>
                                </p:cTn>
                              </p:par>
                              <p:par>
                                <p:cTn id="24" presetID="53" presetClass="exit" presetSubtype="32" fill="hold" grpId="1" nodeType="withEffect">
                                  <p:stCondLst>
                                    <p:cond delay="0"/>
                                  </p:stCondLst>
                                  <p:childTnLst>
                                    <p:anim calcmode="lin" valueType="num">
                                      <p:cBhvr>
                                        <p:cTn id="25" dur="500"/>
                                        <p:tgtEl>
                                          <p:spTgt spid="24"/>
                                        </p:tgtEl>
                                        <p:attrNameLst>
                                          <p:attrName>ppt_w</p:attrName>
                                        </p:attrNameLst>
                                      </p:cBhvr>
                                      <p:tavLst>
                                        <p:tav tm="0">
                                          <p:val>
                                            <p:strVal val="ppt_w"/>
                                          </p:val>
                                        </p:tav>
                                        <p:tav tm="100000">
                                          <p:val>
                                            <p:fltVal val="0"/>
                                          </p:val>
                                        </p:tav>
                                      </p:tavLst>
                                    </p:anim>
                                    <p:anim calcmode="lin" valueType="num">
                                      <p:cBhvr>
                                        <p:cTn id="26" dur="500"/>
                                        <p:tgtEl>
                                          <p:spTgt spid="24"/>
                                        </p:tgtEl>
                                        <p:attrNameLst>
                                          <p:attrName>ppt_h</p:attrName>
                                        </p:attrNameLst>
                                      </p:cBhvr>
                                      <p:tavLst>
                                        <p:tav tm="0">
                                          <p:val>
                                            <p:strVal val="ppt_h"/>
                                          </p:val>
                                        </p:tav>
                                        <p:tav tm="100000">
                                          <p:val>
                                            <p:fltVal val="0"/>
                                          </p:val>
                                        </p:tav>
                                      </p:tavLst>
                                    </p:anim>
                                    <p:animEffect transition="out" filter="fade">
                                      <p:cBhvr>
                                        <p:cTn id="27" dur="500"/>
                                        <p:tgtEl>
                                          <p:spTgt spid="24"/>
                                        </p:tgtEl>
                                      </p:cBhvr>
                                    </p:animEffect>
                                    <p:set>
                                      <p:cBhvr>
                                        <p:cTn id="28"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25" grpId="0" animBg="1"/>
      <p:bldP spid="25"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a:extLst>
              <a:ext uri="{FF2B5EF4-FFF2-40B4-BE49-F238E27FC236}">
                <a16:creationId xmlns:a16="http://schemas.microsoft.com/office/drawing/2014/main" id="{0D4BBFE3-5D82-4A66-BE58-32D927E4B2B3}"/>
              </a:ext>
            </a:extLst>
          </p:cNvPr>
          <p:cNvSpPr>
            <a:spLocks noGrp="1"/>
          </p:cNvSpPr>
          <p:nvPr>
            <p:ph idx="1"/>
          </p:nvPr>
        </p:nvSpPr>
        <p:spPr>
          <a:xfrm>
            <a:off x="5748338" y="1173163"/>
            <a:ext cx="2019300" cy="317500"/>
          </a:xfrm>
        </p:spPr>
        <p:txBody>
          <a:bodyPr/>
          <a:lstStyle/>
          <a:p>
            <a:pPr marL="0" indent="0">
              <a:spcBef>
                <a:spcPct val="30000"/>
              </a:spcBef>
              <a:buSzTx/>
              <a:buFont typeface="Symbol" panose="05050102010706020507" pitchFamily="18" charset="2"/>
              <a:buNone/>
              <a:defRPr/>
            </a:pPr>
            <a:r>
              <a:rPr lang="zh-CN" altLang="en-US" sz="2100" dirty="0">
                <a:solidFill>
                  <a:srgbClr val="000000"/>
                </a:solidFill>
                <a:cs typeface="Times New Roman" panose="02020603050405020304" pitchFamily="18" charset="0"/>
              </a:rPr>
              <a:t>状态</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符号</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属性</a:t>
            </a:r>
          </a:p>
        </p:txBody>
      </p:sp>
      <p:sp>
        <p:nvSpPr>
          <p:cNvPr id="118787" name="Rectangle 2">
            <a:extLst>
              <a:ext uri="{FF2B5EF4-FFF2-40B4-BE49-F238E27FC236}">
                <a16:creationId xmlns:a16="http://schemas.microsoft.com/office/drawing/2014/main" id="{423D9D3B-EB21-41F3-B29A-C2F959F543A6}"/>
              </a:ext>
            </a:extLst>
          </p:cNvPr>
          <p:cNvSpPr>
            <a:spLocks noGrp="1"/>
          </p:cNvSpPr>
          <p:nvPr>
            <p:ph type="title"/>
          </p:nvPr>
        </p:nvSpPr>
        <p:spPr>
          <a:xfrm>
            <a:off x="755650" y="268288"/>
            <a:ext cx="7931150" cy="358775"/>
          </a:xfrm>
        </p:spPr>
        <p:txBody>
          <a:bodyPr/>
          <a:lstStyle/>
          <a:p>
            <a:pPr eaLnBrk="1" hangingPunct="1"/>
            <a:r>
              <a:rPr kumimoji="1" lang="zh-CN" altLang="en-US">
                <a:solidFill>
                  <a:schemeClr val="folHlink"/>
                </a:solidFill>
                <a:latin typeface="楷体" panose="02010609060101010101" pitchFamily="49" charset="-122"/>
                <a:cs typeface="Times New Roman" panose="02020603050405020304" pitchFamily="18" charset="0"/>
              </a:rPr>
              <a:t>例</a:t>
            </a:r>
          </a:p>
        </p:txBody>
      </p:sp>
      <p:sp>
        <p:nvSpPr>
          <p:cNvPr id="139268" name="矩形 1">
            <a:extLst>
              <a:ext uri="{FF2B5EF4-FFF2-40B4-BE49-F238E27FC236}">
                <a16:creationId xmlns:a16="http://schemas.microsoft.com/office/drawing/2014/main" id="{03DAD408-B2DF-4645-94F1-4AB3BEE84F08}"/>
              </a:ext>
            </a:extLst>
          </p:cNvPr>
          <p:cNvSpPr>
            <a:spLocks noChangeArrowheads="1"/>
          </p:cNvSpPr>
          <p:nvPr/>
        </p:nvSpPr>
        <p:spPr bwMode="auto">
          <a:xfrm>
            <a:off x="5715000" y="268288"/>
            <a:ext cx="1959191" cy="415498"/>
          </a:xfrm>
          <a:prstGeom prst="rect">
            <a:avLst/>
          </a:prstGeom>
          <a:noFill/>
          <a:ln w="9525">
            <a:noFill/>
            <a:miter lim="800000"/>
            <a:headEnd/>
            <a:tailEnd/>
          </a:ln>
        </p:spPr>
        <p:txBody>
          <a:bodyPr wrap="none">
            <a:spAutoFit/>
          </a:bodyPr>
          <a:lstStyle/>
          <a:p>
            <a:pPr eaLnBrk="1" hangingPunct="1">
              <a:defRPr/>
            </a:pPr>
            <a:r>
              <a:rPr kumimoji="1" lang="zh-CN" altLang="en-US" sz="2100" dirty="0">
                <a:solidFill>
                  <a:schemeClr val="tx2">
                    <a:lumMod val="60000"/>
                    <a:lumOff val="40000"/>
                  </a:schemeClr>
                </a:solidFill>
                <a:latin typeface="楷体" pitchFamily="49" charset="-122"/>
                <a:ea typeface="楷体" pitchFamily="49" charset="-122"/>
                <a:cs typeface="Times New Roman" pitchFamily="18" charset="0"/>
              </a:rPr>
              <a:t>输入：</a:t>
            </a:r>
            <a:r>
              <a:rPr kumimoji="1" lang="en-US" altLang="zh-CN" sz="2100" dirty="0">
                <a:solidFill>
                  <a:schemeClr val="tx2">
                    <a:lumMod val="60000"/>
                    <a:lumOff val="40000"/>
                  </a:schemeClr>
                </a:solidFill>
                <a:latin typeface="Times New Roman" pitchFamily="18" charset="0"/>
                <a:ea typeface="楷体_GB2312" pitchFamily="49" charset="-122"/>
                <a:cs typeface="Times New Roman" pitchFamily="18" charset="0"/>
              </a:rPr>
              <a:t> 3*5+4 $</a:t>
            </a:r>
            <a:endParaRPr lang="zh-CN" altLang="en-US" sz="21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2" name="矩形 1">
            <a:extLst>
              <a:ext uri="{FF2B5EF4-FFF2-40B4-BE49-F238E27FC236}">
                <a16:creationId xmlns:a16="http://schemas.microsoft.com/office/drawing/2014/main" id="{38C474B9-985F-4D54-BEF8-C7B9307266F8}"/>
              </a:ext>
            </a:extLst>
          </p:cNvPr>
          <p:cNvSpPr/>
          <p:nvPr/>
        </p:nvSpPr>
        <p:spPr>
          <a:xfrm>
            <a:off x="5797550"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B6232DCC-8981-48C4-9064-00CDA95275DB}"/>
              </a:ext>
            </a:extLst>
          </p:cNvPr>
          <p:cNvSpPr/>
          <p:nvPr/>
        </p:nvSpPr>
        <p:spPr>
          <a:xfrm>
            <a:off x="6459538" y="1490663"/>
            <a:ext cx="684212"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mn-ea"/>
                <a:cs typeface="Times New Roman" panose="02020603050405020304" pitchFamily="18" charset="0"/>
              </a:rPr>
              <a:t>$</a:t>
            </a:r>
            <a:endParaRPr lang="zh-CN" altLang="en-US" dirty="0">
              <a:solidFill>
                <a:prstClr val="black"/>
              </a:solidFill>
              <a:latin typeface="+mn-ea"/>
              <a:cs typeface="Times New Roman" panose="02020603050405020304" pitchFamily="18" charset="0"/>
            </a:endParaRPr>
          </a:p>
        </p:txBody>
      </p:sp>
      <p:sp>
        <p:nvSpPr>
          <p:cNvPr id="13" name="矩形 12">
            <a:extLst>
              <a:ext uri="{FF2B5EF4-FFF2-40B4-BE49-F238E27FC236}">
                <a16:creationId xmlns:a16="http://schemas.microsoft.com/office/drawing/2014/main" id="{D82F6D61-745C-4EF0-8A6C-0BFCE5941701}"/>
              </a:ext>
            </a:extLst>
          </p:cNvPr>
          <p:cNvSpPr/>
          <p:nvPr/>
        </p:nvSpPr>
        <p:spPr>
          <a:xfrm>
            <a:off x="7102475"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4" name="Line 41">
            <a:extLst>
              <a:ext uri="{FF2B5EF4-FFF2-40B4-BE49-F238E27FC236}">
                <a16:creationId xmlns:a16="http://schemas.microsoft.com/office/drawing/2014/main" id="{B6084940-9E8D-4529-B40A-80CA1DCEBBD3}"/>
              </a:ext>
            </a:extLst>
          </p:cNvPr>
          <p:cNvSpPr>
            <a:spLocks noChangeShapeType="1"/>
          </p:cNvSpPr>
          <p:nvPr/>
        </p:nvSpPr>
        <p:spPr bwMode="auto">
          <a:xfrm flipV="1">
            <a:off x="67325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16" name="矩形 15">
            <a:extLst>
              <a:ext uri="{FF2B5EF4-FFF2-40B4-BE49-F238E27FC236}">
                <a16:creationId xmlns:a16="http://schemas.microsoft.com/office/drawing/2014/main" id="{BA98EB8B-87BA-4C37-AB81-A7001854E8AE}"/>
              </a:ext>
            </a:extLst>
          </p:cNvPr>
          <p:cNvSpPr/>
          <p:nvPr/>
        </p:nvSpPr>
        <p:spPr>
          <a:xfrm>
            <a:off x="57943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1</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8EB59738-A3A5-41D5-A528-F1964E914266}"/>
              </a:ext>
            </a:extLst>
          </p:cNvPr>
          <p:cNvSpPr/>
          <p:nvPr/>
        </p:nvSpPr>
        <p:spPr>
          <a:xfrm>
            <a:off x="64627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i="1" dirty="0">
                <a:solidFill>
                  <a:prstClr val="black"/>
                </a:solidFill>
                <a:latin typeface="Times New Roman" panose="02020603050405020304" pitchFamily="18" charset="0"/>
                <a:cs typeface="Times New Roman" panose="02020603050405020304" pitchFamily="18" charset="0"/>
              </a:rPr>
              <a:t>E</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BF744505-1E81-4617-AD42-F7633B31AD57}"/>
              </a:ext>
            </a:extLst>
          </p:cNvPr>
          <p:cNvSpPr/>
          <p:nvPr/>
        </p:nvSpPr>
        <p:spPr>
          <a:xfrm>
            <a:off x="71104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3</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9" name="Line 41">
            <a:extLst>
              <a:ext uri="{FF2B5EF4-FFF2-40B4-BE49-F238E27FC236}">
                <a16:creationId xmlns:a16="http://schemas.microsoft.com/office/drawing/2014/main" id="{24F33E45-3FBC-404B-AF8D-18D79A76E196}"/>
              </a:ext>
            </a:extLst>
          </p:cNvPr>
          <p:cNvSpPr>
            <a:spLocks noChangeShapeType="1"/>
          </p:cNvSpPr>
          <p:nvPr/>
        </p:nvSpPr>
        <p:spPr bwMode="auto">
          <a:xfrm flipV="1">
            <a:off x="6877050"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pic>
        <p:nvPicPr>
          <p:cNvPr id="118797" name="图片 20">
            <a:extLst>
              <a:ext uri="{FF2B5EF4-FFF2-40B4-BE49-F238E27FC236}">
                <a16:creationId xmlns:a16="http://schemas.microsoft.com/office/drawing/2014/main" id="{A5266DE4-F545-40CF-AF39-DE264FBA3F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013" y="2033588"/>
            <a:ext cx="4700587"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78" name="矩形 21">
            <a:extLst>
              <a:ext uri="{FF2B5EF4-FFF2-40B4-BE49-F238E27FC236}">
                <a16:creationId xmlns:a16="http://schemas.microsoft.com/office/drawing/2014/main" id="{F45748D6-CA57-4CAB-A39E-9DCEF9A40982}"/>
              </a:ext>
            </a:extLst>
          </p:cNvPr>
          <p:cNvSpPr>
            <a:spLocks noChangeArrowheads="1"/>
          </p:cNvSpPr>
          <p:nvPr/>
        </p:nvSpPr>
        <p:spPr bwMode="auto">
          <a:xfrm>
            <a:off x="0" y="4714875"/>
            <a:ext cx="1325563" cy="415925"/>
          </a:xfrm>
          <a:prstGeom prst="rect">
            <a:avLst/>
          </a:prstGeom>
          <a:noFill/>
          <a:ln w="9525">
            <a:noFill/>
            <a:miter lim="800000"/>
            <a:headEnd/>
            <a:tailEnd/>
          </a:ln>
        </p:spPr>
        <p:txBody>
          <a:bodyPr wrap="none">
            <a:spAutoFit/>
          </a:bodyPr>
          <a:lstStyle/>
          <a:p>
            <a:pPr>
              <a:defRPr/>
            </a:pPr>
            <a:r>
              <a:rPr lang="en-US" altLang="zh-CN" dirty="0">
                <a:solidFill>
                  <a:schemeClr val="tx2">
                    <a:lumMod val="60000"/>
                    <a:lumOff val="40000"/>
                  </a:schemeClr>
                </a:solidFill>
                <a:latin typeface="Times New Roman" pitchFamily="18" charset="0"/>
                <a:ea typeface="华文楷体" pitchFamily="2" charset="-122"/>
                <a:cs typeface="Times New Roman" pitchFamily="18" charset="0"/>
              </a:rPr>
              <a:t>SLR</a:t>
            </a:r>
            <a:r>
              <a:rPr lang="zh-CN" altLang="en-US" dirty="0">
                <a:solidFill>
                  <a:schemeClr val="tx2">
                    <a:lumMod val="60000"/>
                    <a:lumOff val="40000"/>
                  </a:schemeClr>
                </a:solidFill>
                <a:latin typeface="Times New Roman" pitchFamily="18" charset="0"/>
                <a:ea typeface="华文楷体" pitchFamily="2" charset="-122"/>
                <a:cs typeface="Times New Roman" pitchFamily="18" charset="0"/>
              </a:rPr>
              <a:t>自动机</a:t>
            </a:r>
            <a:endParaRPr lang="zh-CN" altLang="en-US" sz="2100" dirty="0">
              <a:solidFill>
                <a:schemeClr val="tx2">
                  <a:lumMod val="60000"/>
                  <a:lumOff val="40000"/>
                </a:schemeClr>
              </a:solidFill>
              <a:latin typeface="Times New Roman" pitchFamily="18" charset="0"/>
              <a:ea typeface="华文楷体" pitchFamily="2" charset="-122"/>
              <a:cs typeface="Times New Roman" pitchFamily="18" charset="0"/>
            </a:endParaRPr>
          </a:p>
        </p:txBody>
      </p:sp>
      <p:sp>
        <p:nvSpPr>
          <p:cNvPr id="20" name="内容占位符 2">
            <a:extLst>
              <a:ext uri="{FF2B5EF4-FFF2-40B4-BE49-F238E27FC236}">
                <a16:creationId xmlns:a16="http://schemas.microsoft.com/office/drawing/2014/main" id="{3E4DC5E8-4461-446D-AC18-D9992CC22CCB}"/>
              </a:ext>
            </a:extLst>
          </p:cNvPr>
          <p:cNvSpPr txBox="1">
            <a:spLocks/>
          </p:cNvSpPr>
          <p:nvPr/>
        </p:nvSpPr>
        <p:spPr bwMode="auto">
          <a:xfrm>
            <a:off x="773113" y="42863"/>
            <a:ext cx="4768850" cy="1990725"/>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rgbClr val="31B6FD"/>
              </a:buClr>
              <a:buSzPct val="100000"/>
              <a:defRPr/>
            </a:pPr>
            <a:r>
              <a:rPr lang="en-US" altLang="zh-CN" sz="1200" i="1" dirty="0">
                <a:solidFill>
                  <a:prstClr val="black"/>
                </a:solidFill>
                <a:latin typeface="Times New Roman" panose="02020603050405020304" pitchFamily="18" charset="0"/>
                <a:ea typeface="楷体_GB2312" pitchFamily="49" charset="-122"/>
              </a:rPr>
              <a:t>     </a:t>
            </a:r>
            <a:r>
              <a:rPr lang="zh-CN" altLang="en-US" sz="1200" dirty="0">
                <a:solidFill>
                  <a:prstClr val="black"/>
                </a:solidFill>
                <a:latin typeface="华文楷体" panose="02010600040101010101" pitchFamily="2" charset="-122"/>
                <a:ea typeface="华文楷体" panose="02010600040101010101" pitchFamily="2" charset="-122"/>
              </a:rPr>
              <a:t>产生式                        语义动作</a:t>
            </a:r>
            <a:endParaRPr lang="en-US" altLang="zh-CN" sz="1200" i="1" dirty="0">
              <a:solidFill>
                <a:prstClr val="black"/>
              </a:solidFill>
              <a:latin typeface="Times New Roman" panose="02020603050405020304" pitchFamily="18" charset="0"/>
              <a:ea typeface="楷体_GB2312" pitchFamily="49" charset="-122"/>
            </a:endParaRP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(1)</a:t>
            </a:r>
            <a:r>
              <a:rPr lang="en-US" altLang="zh-CN" sz="1200" i="1" dirty="0">
                <a:solidFill>
                  <a:prstClr val="black"/>
                </a:solidFill>
                <a:latin typeface="Times New Roman" panose="02020603050405020304" pitchFamily="18" charset="0"/>
                <a:ea typeface="楷体_GB2312" pitchFamily="49" charset="-122"/>
              </a:rPr>
              <a:t>E</a:t>
            </a:r>
            <a:r>
              <a:rPr lang="en-US" altLang="zh-CN" sz="12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dirty="0">
                <a:solidFill>
                  <a:prstClr val="black"/>
                </a:solidFill>
                <a:latin typeface="Times New Roman" panose="02020603050405020304" pitchFamily="18" charset="0"/>
                <a:ea typeface="楷体_GB2312" pitchFamily="49" charset="-122"/>
              </a:rPr>
              <a:t>→ </a:t>
            </a:r>
            <a:r>
              <a:rPr lang="en-US" altLang="zh-CN" sz="1200" i="1" dirty="0">
                <a:solidFill>
                  <a:prstClr val="black"/>
                </a:solidFill>
                <a:latin typeface="Times New Roman" panose="02020603050405020304" pitchFamily="18" charset="0"/>
                <a:ea typeface="楷体_GB2312" pitchFamily="49" charset="-122"/>
              </a:rPr>
              <a:t>E                  </a:t>
            </a:r>
            <a:r>
              <a:rPr lang="en-US" altLang="zh-CN" sz="1200" dirty="0">
                <a:solidFill>
                  <a:prstClr val="black"/>
                </a:solidFill>
                <a:latin typeface="Times New Roman" panose="02020603050405020304" pitchFamily="18" charset="0"/>
                <a:ea typeface="楷体_GB2312" pitchFamily="49" charset="-122"/>
              </a:rPr>
              <a:t>{ print</a:t>
            </a:r>
            <a:r>
              <a:rPr lang="en-US" altLang="zh-CN" sz="1200" i="1" dirty="0">
                <a:solidFill>
                  <a:prstClr val="black"/>
                </a:solidFill>
                <a:latin typeface="Times New Roman" panose="02020603050405020304" pitchFamily="18" charset="0"/>
                <a:ea typeface="楷体_GB2312" pitchFamily="49" charset="-122"/>
              </a:rPr>
              <a:t>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a:t>
            </a:r>
            <a:r>
              <a:rPr lang="en-US" altLang="zh-CN" sz="1200" dirty="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E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 E</a:t>
            </a:r>
            <a:r>
              <a:rPr lang="en-US" altLang="zh-CN" sz="1200" baseline="-25000" dirty="0">
                <a:solidFill>
                  <a:prstClr val="black"/>
                </a:solidFill>
                <a:latin typeface="Times New Roman" panose="02020603050405020304" pitchFamily="18" charset="0"/>
                <a:ea typeface="楷体_GB2312" pitchFamily="49" charset="-122"/>
              </a:rPr>
              <a:t>1 </a:t>
            </a:r>
            <a:r>
              <a:rPr lang="en-US" altLang="zh-CN" sz="1200" i="1" dirty="0">
                <a:solidFill>
                  <a:prstClr val="black"/>
                </a:solidFill>
                <a:latin typeface="Times New Roman" panose="02020603050405020304" pitchFamily="18" charset="0"/>
                <a:ea typeface="楷体_GB2312" pitchFamily="49" charset="-122"/>
              </a:rPr>
              <a:t>+ T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 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 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a:t>
            </a:r>
            <a:r>
              <a:rPr lang="en-US" altLang="zh-CN" sz="1200" dirty="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dirty="0">
                <a:solidFill>
                  <a:prstClr val="black"/>
                </a:solidFill>
                <a:latin typeface="Times New Roman" panose="02020603050405020304" pitchFamily="18" charset="0"/>
                <a:ea typeface="楷体_GB2312" pitchFamily="49" charset="-122"/>
              </a:rPr>
              <a:t>                                   top=top-</a:t>
            </a:r>
            <a:r>
              <a:rPr lang="en-US" altLang="zh-CN" sz="1200" dirty="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(3)</a:t>
            </a:r>
            <a:r>
              <a:rPr lang="en-US" altLang="zh-CN" sz="1200" i="1" dirty="0">
                <a:solidFill>
                  <a:prstClr val="black"/>
                </a:solidFill>
                <a:latin typeface="Times New Roman" panose="02020603050405020304" pitchFamily="18" charset="0"/>
                <a:ea typeface="楷体_GB2312" pitchFamily="49" charset="-122"/>
              </a:rPr>
              <a:t>E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 T</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(4)</a:t>
            </a:r>
            <a:r>
              <a:rPr lang="en-US" altLang="zh-CN" sz="1200" i="1" dirty="0">
                <a:solidFill>
                  <a:prstClr val="black"/>
                </a:solidFill>
                <a:latin typeface="Times New Roman" panose="02020603050405020304" pitchFamily="18" charset="0"/>
                <a:ea typeface="楷体_GB2312" pitchFamily="49" charset="-122"/>
              </a:rPr>
              <a:t>T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 T</a:t>
            </a:r>
            <a:r>
              <a:rPr lang="en-US" altLang="zh-CN" sz="1200" baseline="-25000" dirty="0">
                <a:solidFill>
                  <a:prstClr val="black"/>
                </a:solidFill>
                <a:latin typeface="Times New Roman" panose="02020603050405020304" pitchFamily="18" charset="0"/>
                <a:ea typeface="楷体_GB2312" pitchFamily="49" charset="-122"/>
              </a:rPr>
              <a:t>1 </a:t>
            </a:r>
            <a:r>
              <a:rPr lang="en-US" altLang="zh-CN" sz="1200" dirty="0">
                <a:solidFill>
                  <a:prstClr val="black"/>
                </a:solidFill>
                <a:latin typeface="Times New Roman" panose="02020603050405020304" pitchFamily="18" charset="0"/>
                <a:ea typeface="楷体_GB2312" pitchFamily="49" charset="-122"/>
              </a:rPr>
              <a:t>*</a:t>
            </a:r>
            <a:r>
              <a:rPr lang="en-US" altLang="zh-CN" sz="1200" dirty="0">
                <a:solidFill>
                  <a:prstClr val="black"/>
                </a:solidFill>
                <a:ea typeface="楷体_GB2312" pitchFamily="49" charset="-122"/>
              </a:rPr>
              <a:t> </a:t>
            </a:r>
            <a:r>
              <a:rPr lang="en-US" altLang="zh-CN" sz="1200" i="1" dirty="0">
                <a:solidFill>
                  <a:prstClr val="black"/>
                </a:solidFill>
                <a:latin typeface="Times New Roman" panose="02020603050405020304" pitchFamily="18" charset="0"/>
                <a:ea typeface="楷体_GB2312" pitchFamily="49" charset="-122"/>
              </a:rPr>
              <a:t>F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 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a:t>
            </a:r>
            <a:r>
              <a:rPr kumimoji="1" lang="en-US" altLang="zh-CN" sz="1200" dirty="0">
                <a:solidFill>
                  <a:srgbClr val="000000"/>
                </a:solidFill>
                <a:latin typeface="Times New Roman" panose="02020603050405020304" pitchFamily="18" charset="0"/>
                <a:sym typeface="Symbol" panose="05050102010706020507" pitchFamily="18" charset="2"/>
              </a:rPr>
              <a:t>× </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a:t>
            </a:r>
            <a:r>
              <a:rPr lang="en-US" altLang="zh-CN" sz="1200" dirty="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dirty="0">
                <a:solidFill>
                  <a:prstClr val="black"/>
                </a:solidFill>
                <a:latin typeface="Times New Roman" panose="02020603050405020304" pitchFamily="18" charset="0"/>
                <a:ea typeface="楷体_GB2312" pitchFamily="49" charset="-122"/>
              </a:rPr>
              <a:t>                                   top=top-</a:t>
            </a:r>
            <a:r>
              <a:rPr lang="en-US" altLang="zh-CN" sz="1200" dirty="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(5)</a:t>
            </a:r>
            <a:r>
              <a:rPr lang="en-US" altLang="zh-CN" sz="1200" i="1" dirty="0">
                <a:solidFill>
                  <a:prstClr val="black"/>
                </a:solidFill>
                <a:latin typeface="Times New Roman" panose="02020603050405020304" pitchFamily="18" charset="0"/>
                <a:ea typeface="楷体_GB2312" pitchFamily="49" charset="-122"/>
              </a:rPr>
              <a:t>T  </a:t>
            </a:r>
            <a:r>
              <a:rPr lang="en-US" altLang="zh-CN" sz="1200" dirty="0">
                <a:solidFill>
                  <a:prstClr val="black"/>
                </a:solidFill>
                <a:latin typeface="Times New Roman" panose="02020603050405020304" pitchFamily="18" charset="0"/>
                <a:ea typeface="楷体_GB2312" pitchFamily="49" charset="-122"/>
              </a:rPr>
              <a:t>→</a:t>
            </a:r>
            <a:r>
              <a:rPr lang="en-US" altLang="zh-CN" sz="1200" i="1" dirty="0">
                <a:solidFill>
                  <a:prstClr val="black"/>
                </a:solidFill>
                <a:latin typeface="Times New Roman" panose="02020603050405020304" pitchFamily="18" charset="0"/>
                <a:ea typeface="楷体_GB2312" pitchFamily="49" charset="-122"/>
              </a:rPr>
              <a:t> F</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(6)</a:t>
            </a:r>
            <a:r>
              <a:rPr lang="en-US" altLang="zh-CN" sz="1200" i="1" dirty="0">
                <a:solidFill>
                  <a:prstClr val="black"/>
                </a:solidFill>
                <a:latin typeface="Times New Roman" panose="02020603050405020304" pitchFamily="18" charset="0"/>
                <a:ea typeface="楷体_GB2312" pitchFamily="49" charset="-122"/>
              </a:rPr>
              <a:t>F  </a:t>
            </a:r>
            <a:r>
              <a:rPr lang="en-US" altLang="zh-CN" sz="1200" dirty="0">
                <a:solidFill>
                  <a:prstClr val="black"/>
                </a:solidFill>
                <a:latin typeface="Times New Roman" panose="02020603050405020304" pitchFamily="18" charset="0"/>
                <a:ea typeface="楷体_GB2312" pitchFamily="49" charset="-122"/>
              </a:rPr>
              <a:t>→ ( </a:t>
            </a:r>
            <a:r>
              <a:rPr lang="en-US" altLang="zh-CN" sz="1200" i="1" dirty="0">
                <a:solidFill>
                  <a:prstClr val="black"/>
                </a:solidFill>
                <a:latin typeface="Times New Roman" panose="02020603050405020304" pitchFamily="18" charset="0"/>
                <a:ea typeface="楷体_GB2312" pitchFamily="49" charset="-122"/>
              </a:rPr>
              <a:t>E </a:t>
            </a:r>
            <a:r>
              <a:rPr lang="en-US" altLang="zh-CN" sz="1200" dirty="0">
                <a:solidFill>
                  <a:prstClr val="black"/>
                </a:solidFill>
                <a:latin typeface="Times New Roman" panose="02020603050405020304" pitchFamily="18" charset="0"/>
                <a:ea typeface="楷体_GB2312" pitchFamily="49" charset="-122"/>
              </a:rPr>
              <a:t>)             {</a:t>
            </a:r>
            <a:r>
              <a:rPr lang="en-US" altLang="zh-CN" sz="1200" i="1" dirty="0">
                <a:solidFill>
                  <a:prstClr val="black"/>
                </a:solidFill>
                <a:latin typeface="Times New Roman" panose="02020603050405020304" pitchFamily="18" charset="0"/>
                <a:ea typeface="楷体_GB2312" pitchFamily="49" charset="-122"/>
              </a:rPr>
              <a:t>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2]</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i="1" dirty="0">
                <a:solidFill>
                  <a:prstClr val="black"/>
                </a:solidFill>
                <a:latin typeface="Times New Roman" panose="02020603050405020304" pitchFamily="18" charset="0"/>
                <a:ea typeface="楷体_GB2312" pitchFamily="49" charset="-122"/>
              </a:rPr>
              <a:t> = stack</a:t>
            </a:r>
            <a:r>
              <a:rPr kumimoji="1" lang="en-US" altLang="zh-CN" sz="1200" dirty="0">
                <a:solidFill>
                  <a:prstClr val="black"/>
                </a:solidFill>
                <a:latin typeface="Times New Roman" panose="02020603050405020304" pitchFamily="18" charset="0"/>
                <a:ea typeface="楷体_GB2312" pitchFamily="49" charset="-122"/>
              </a:rPr>
              <a:t>[</a:t>
            </a:r>
            <a:r>
              <a:rPr kumimoji="1" lang="en-US" altLang="zh-CN" sz="1200" i="1" dirty="0">
                <a:solidFill>
                  <a:prstClr val="black"/>
                </a:solidFill>
                <a:latin typeface="Times New Roman" panose="02020603050405020304" pitchFamily="18" charset="0"/>
                <a:ea typeface="楷体_GB2312" pitchFamily="49" charset="-122"/>
              </a:rPr>
              <a:t>top-</a:t>
            </a:r>
            <a:r>
              <a:rPr kumimoji="1" lang="en-US" altLang="zh-CN" sz="1200" dirty="0">
                <a:solidFill>
                  <a:prstClr val="black"/>
                </a:solidFill>
                <a:latin typeface="Times New Roman" panose="02020603050405020304" pitchFamily="18" charset="0"/>
                <a:ea typeface="楷体_GB2312" pitchFamily="49" charset="-122"/>
              </a:rPr>
              <a:t>1]</a:t>
            </a:r>
            <a:r>
              <a:rPr lang="en-US" altLang="zh-CN" sz="1200" i="1" dirty="0">
                <a:solidFill>
                  <a:prstClr val="black"/>
                </a:solidFill>
                <a:latin typeface="Times New Roman" panose="02020603050405020304" pitchFamily="18" charset="0"/>
                <a:ea typeface="楷体_GB2312" pitchFamily="49" charset="-122"/>
              </a:rPr>
              <a:t>.</a:t>
            </a:r>
            <a:r>
              <a:rPr lang="en-US" altLang="zh-CN" sz="1200" i="1" dirty="0" err="1">
                <a:solidFill>
                  <a:prstClr val="black"/>
                </a:solidFill>
                <a:latin typeface="Times New Roman" panose="02020603050405020304" pitchFamily="18" charset="0"/>
                <a:ea typeface="楷体_GB2312" pitchFamily="49" charset="-122"/>
              </a:rPr>
              <a:t>val</a:t>
            </a:r>
            <a:r>
              <a:rPr lang="en-US" altLang="zh-CN" sz="1200" dirty="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dirty="0">
                <a:solidFill>
                  <a:prstClr val="black"/>
                </a:solidFill>
                <a:latin typeface="Times New Roman" panose="02020603050405020304" pitchFamily="18" charset="0"/>
                <a:ea typeface="楷体_GB2312" pitchFamily="49" charset="-122"/>
              </a:rPr>
              <a:t>                                   top=top-</a:t>
            </a:r>
            <a:r>
              <a:rPr lang="en-US" altLang="zh-CN" sz="1200" dirty="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dirty="0">
                <a:solidFill>
                  <a:prstClr val="black"/>
                </a:solidFill>
                <a:latin typeface="Times New Roman" panose="02020603050405020304" pitchFamily="18" charset="0"/>
                <a:ea typeface="楷体_GB2312" pitchFamily="49" charset="-122"/>
              </a:rPr>
              <a:t>(7)</a:t>
            </a:r>
            <a:r>
              <a:rPr lang="en-US" altLang="zh-CN" sz="1200" i="1" dirty="0">
                <a:solidFill>
                  <a:prstClr val="black"/>
                </a:solidFill>
                <a:latin typeface="Times New Roman" panose="02020603050405020304" pitchFamily="18" charset="0"/>
                <a:ea typeface="楷体_GB2312" pitchFamily="49" charset="-122"/>
              </a:rPr>
              <a:t>F </a:t>
            </a:r>
            <a:r>
              <a:rPr lang="en-US" altLang="zh-CN" sz="1200" dirty="0">
                <a:solidFill>
                  <a:prstClr val="black"/>
                </a:solidFill>
                <a:latin typeface="Times New Roman" panose="02020603050405020304" pitchFamily="18" charset="0"/>
                <a:ea typeface="楷体_GB2312" pitchFamily="49" charset="-122"/>
              </a:rPr>
              <a:t> → digit</a:t>
            </a:r>
          </a:p>
          <a:p>
            <a:pPr marL="0" lvl="3">
              <a:spcBef>
                <a:spcPct val="20000"/>
              </a:spcBef>
              <a:buClr>
                <a:srgbClr val="31B6FD"/>
              </a:buClr>
              <a:buSzPct val="100000"/>
              <a:defRPr/>
            </a:pPr>
            <a:endParaRPr lang="en-US" altLang="zh-CN" sz="1500" i="1" dirty="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sz="1500" dirty="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dirty="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r>
              <a:rPr lang="en-US" altLang="zh-CN" i="1" dirty="0">
                <a:solidFill>
                  <a:prstClr val="black"/>
                </a:solidFill>
                <a:latin typeface="Times New Roman" panose="02020603050405020304" pitchFamily="18" charset="0"/>
                <a:ea typeface="楷体_GB2312" pitchFamily="49" charset="-122"/>
              </a:rPr>
              <a:t>       </a:t>
            </a:r>
            <a:endParaRPr lang="en-US" altLang="zh-CN" dirty="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dirty="0">
              <a:solidFill>
                <a:prstClr val="black"/>
              </a:solidFill>
              <a:latin typeface="Times New Roman" panose="02020603050405020304" pitchFamily="18" charset="0"/>
              <a:ea typeface="楷体_GB2312" pitchFamily="49" charset="-122"/>
            </a:endParaRPr>
          </a:p>
          <a:p>
            <a:pPr lvl="2">
              <a:spcBef>
                <a:spcPct val="20000"/>
              </a:spcBef>
              <a:buClr>
                <a:srgbClr val="31B6FD"/>
              </a:buClr>
              <a:buSzPct val="100000"/>
              <a:defRPr/>
            </a:pPr>
            <a:endParaRPr lang="zh-CN" altLang="en-US" dirty="0">
              <a:solidFill>
                <a:prstClr val="black"/>
              </a:solidFill>
              <a:latin typeface="Times New Roman" panose="02020603050405020304" pitchFamily="18" charset="0"/>
              <a:ea typeface="楷体_GB2312" pitchFamily="49" charset="-122"/>
            </a:endParaRPr>
          </a:p>
        </p:txBody>
      </p:sp>
      <p:sp>
        <p:nvSpPr>
          <p:cNvPr id="27" name="Line 41">
            <a:extLst>
              <a:ext uri="{FF2B5EF4-FFF2-40B4-BE49-F238E27FC236}">
                <a16:creationId xmlns:a16="http://schemas.microsoft.com/office/drawing/2014/main" id="{57566D26-2D8A-4730-A986-EBAEB4F6C2A8}"/>
              </a:ext>
            </a:extLst>
          </p:cNvPr>
          <p:cNvSpPr>
            <a:spLocks noChangeShapeType="1"/>
          </p:cNvSpPr>
          <p:nvPr/>
        </p:nvSpPr>
        <p:spPr bwMode="auto">
          <a:xfrm flipV="1">
            <a:off x="7019925"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28" name="Line 41">
            <a:extLst>
              <a:ext uri="{FF2B5EF4-FFF2-40B4-BE49-F238E27FC236}">
                <a16:creationId xmlns:a16="http://schemas.microsoft.com/office/drawing/2014/main" id="{DEECB588-2E14-4627-8821-67F6137ADA4E}"/>
              </a:ext>
            </a:extLst>
          </p:cNvPr>
          <p:cNvSpPr>
            <a:spLocks noChangeShapeType="1"/>
          </p:cNvSpPr>
          <p:nvPr/>
        </p:nvSpPr>
        <p:spPr bwMode="auto">
          <a:xfrm flipV="1">
            <a:off x="71643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29" name="矩形 28">
            <a:extLst>
              <a:ext uri="{FF2B5EF4-FFF2-40B4-BE49-F238E27FC236}">
                <a16:creationId xmlns:a16="http://schemas.microsoft.com/office/drawing/2014/main" id="{622F4D06-BF7E-4C7F-8C14-EB9E73815664}"/>
              </a:ext>
            </a:extLst>
          </p:cNvPr>
          <p:cNvSpPr/>
          <p:nvPr/>
        </p:nvSpPr>
        <p:spPr>
          <a:xfrm>
            <a:off x="71024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15</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2B62048A-48E3-46FF-B79F-78DB4FF85E9F}"/>
              </a:ext>
            </a:extLst>
          </p:cNvPr>
          <p:cNvSpPr/>
          <p:nvPr/>
        </p:nvSpPr>
        <p:spPr>
          <a:xfrm>
            <a:off x="57943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6</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AA1267EC-9535-420E-A050-EB56245AD4C7}"/>
              </a:ext>
            </a:extLst>
          </p:cNvPr>
          <p:cNvSpPr/>
          <p:nvPr/>
        </p:nvSpPr>
        <p:spPr>
          <a:xfrm>
            <a:off x="6459538" y="2247900"/>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a:defRPr/>
            </a:pPr>
            <a:r>
              <a:rPr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23" name="矩形 22">
            <a:extLst>
              <a:ext uri="{FF2B5EF4-FFF2-40B4-BE49-F238E27FC236}">
                <a16:creationId xmlns:a16="http://schemas.microsoft.com/office/drawing/2014/main" id="{24C45653-8112-4B41-B202-A86A32D28213}"/>
              </a:ext>
            </a:extLst>
          </p:cNvPr>
          <p:cNvSpPr/>
          <p:nvPr/>
        </p:nvSpPr>
        <p:spPr>
          <a:xfrm>
            <a:off x="7102475" y="2247900"/>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225029F9-97A0-464C-8AA6-5DD940B7B412}"/>
              </a:ext>
            </a:extLst>
          </p:cNvPr>
          <p:cNvSpPr/>
          <p:nvPr/>
        </p:nvSpPr>
        <p:spPr>
          <a:xfrm>
            <a:off x="57943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9</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8A7FC12A-CE0F-4A88-94E3-47663952A56D}"/>
              </a:ext>
            </a:extLst>
          </p:cNvPr>
          <p:cNvSpPr/>
          <p:nvPr/>
        </p:nvSpPr>
        <p:spPr>
          <a:xfrm>
            <a:off x="6459538" y="262572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a:defRPr/>
            </a:pPr>
            <a:r>
              <a:rPr lang="en-US" altLang="zh-CN" i="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p>
        </p:txBody>
      </p:sp>
      <p:sp>
        <p:nvSpPr>
          <p:cNvPr id="26" name="矩形 25">
            <a:extLst>
              <a:ext uri="{FF2B5EF4-FFF2-40B4-BE49-F238E27FC236}">
                <a16:creationId xmlns:a16="http://schemas.microsoft.com/office/drawing/2014/main" id="{9E81781A-8B57-4406-ABD0-CDB5ED09A3A9}"/>
              </a:ext>
            </a:extLst>
          </p:cNvPr>
          <p:cNvSpPr/>
          <p:nvPr/>
        </p:nvSpPr>
        <p:spPr>
          <a:xfrm>
            <a:off x="7102475" y="262572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4</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0" name="Line 41">
            <a:extLst>
              <a:ext uri="{FF2B5EF4-FFF2-40B4-BE49-F238E27FC236}">
                <a16:creationId xmlns:a16="http://schemas.microsoft.com/office/drawing/2014/main" id="{9BA7984A-958A-4301-8E9D-F1D3E4643AB7}"/>
              </a:ext>
            </a:extLst>
          </p:cNvPr>
          <p:cNvSpPr>
            <a:spLocks noChangeShapeType="1"/>
          </p:cNvSpPr>
          <p:nvPr/>
        </p:nvSpPr>
        <p:spPr bwMode="auto">
          <a:xfrm flipV="1">
            <a:off x="7307263"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1" name="Line 41">
            <a:extLst>
              <a:ext uri="{FF2B5EF4-FFF2-40B4-BE49-F238E27FC236}">
                <a16:creationId xmlns:a16="http://schemas.microsoft.com/office/drawing/2014/main" id="{0ED812F7-7C52-44D9-AAA7-BB8575C0226F}"/>
              </a:ext>
            </a:extLst>
          </p:cNvPr>
          <p:cNvSpPr>
            <a:spLocks noChangeShapeType="1"/>
          </p:cNvSpPr>
          <p:nvPr/>
        </p:nvSpPr>
        <p:spPr bwMode="auto">
          <a:xfrm flipV="1">
            <a:off x="74818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33" name="矩形 32">
            <a:extLst>
              <a:ext uri="{FF2B5EF4-FFF2-40B4-BE49-F238E27FC236}">
                <a16:creationId xmlns:a16="http://schemas.microsoft.com/office/drawing/2014/main" id="{8B6B5FD1-ABD5-4406-BB85-305B0438A9B4}"/>
              </a:ext>
            </a:extLst>
          </p:cNvPr>
          <p:cNvSpPr/>
          <p:nvPr/>
        </p:nvSpPr>
        <p:spPr>
          <a:xfrm>
            <a:off x="7092950"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19</a:t>
            </a:r>
            <a:endParaRPr lang="zh-CN" alt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32" name="Group 18">
            <a:extLst>
              <a:ext uri="{FF2B5EF4-FFF2-40B4-BE49-F238E27FC236}">
                <a16:creationId xmlns:a16="http://schemas.microsoft.com/office/drawing/2014/main" id="{142F1D35-43B0-4E10-ADA2-711224D55FC0}"/>
              </a:ext>
            </a:extLst>
          </p:cNvPr>
          <p:cNvGraphicFramePr>
            <a:graphicFrameLocks noGrp="1"/>
          </p:cNvGraphicFramePr>
          <p:nvPr>
            <p:extLst>
              <p:ext uri="{D42A27DB-BD31-4B8C-83A1-F6EECF244321}">
                <p14:modId xmlns:p14="http://schemas.microsoft.com/office/powerpoint/2010/main" val="3176273389"/>
              </p:ext>
            </p:extLst>
          </p:nvPr>
        </p:nvGraphicFramePr>
        <p:xfrm>
          <a:off x="7236296" y="3758942"/>
          <a:ext cx="1907703" cy="1371856"/>
        </p:xfrm>
        <a:graphic>
          <a:graphicData uri="http://schemas.openxmlformats.org/drawingml/2006/table">
            <a:tbl>
              <a:tblPr/>
              <a:tblGrid>
                <a:gridCol w="329064">
                  <a:extLst>
                    <a:ext uri="{9D8B030D-6E8A-4147-A177-3AD203B41FA5}">
                      <a16:colId xmlns:a16="http://schemas.microsoft.com/office/drawing/2014/main" val="20000"/>
                    </a:ext>
                  </a:extLst>
                </a:gridCol>
                <a:gridCol w="1578639">
                  <a:extLst>
                    <a:ext uri="{9D8B030D-6E8A-4147-A177-3AD203B41FA5}">
                      <a16:colId xmlns:a16="http://schemas.microsoft.com/office/drawing/2014/main" val="20001"/>
                    </a:ext>
                  </a:extLst>
                </a:gridCol>
              </a:tblGrid>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4" name="矩形 1">
            <a:extLst>
              <a:ext uri="{FF2B5EF4-FFF2-40B4-BE49-F238E27FC236}">
                <a16:creationId xmlns:a16="http://schemas.microsoft.com/office/drawing/2014/main" id="{CDE2EEC7-FD14-49B8-A4FA-A708953B88EA}"/>
              </a:ext>
            </a:extLst>
          </p:cNvPr>
          <p:cNvSpPr>
            <a:spLocks noChangeArrowheads="1"/>
          </p:cNvSpPr>
          <p:nvPr/>
        </p:nvSpPr>
        <p:spPr bwMode="auto">
          <a:xfrm>
            <a:off x="6434065" y="-22315"/>
            <a:ext cx="2206053" cy="400110"/>
          </a:xfrm>
          <a:prstGeom prst="rect">
            <a:avLst/>
          </a:prstGeom>
          <a:noFill/>
          <a:ln w="9525">
            <a:noFill/>
            <a:miter lim="800000"/>
            <a:headEnd/>
            <a:tailEnd/>
          </a:ln>
        </p:spPr>
        <p:txBody>
          <a:bodyPr wrap="none">
            <a:spAutoFit/>
          </a:bodyPr>
          <a:lstStyle/>
          <a:p>
            <a:pPr eaLnBrk="1" hangingPunct="1">
              <a:defRPr/>
            </a:pP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digit*</a:t>
            </a:r>
            <a:r>
              <a:rPr kumimoji="1" lang="en-US" altLang="zh-CN" sz="2000" dirty="0" err="1">
                <a:solidFill>
                  <a:schemeClr val="tx2">
                    <a:lumMod val="60000"/>
                    <a:lumOff val="40000"/>
                  </a:schemeClr>
                </a:solidFill>
                <a:latin typeface="Times New Roman" pitchFamily="18" charset="0"/>
                <a:ea typeface="楷体_GB2312" pitchFamily="49" charset="-122"/>
                <a:cs typeface="Times New Roman" pitchFamily="18" charset="0"/>
              </a:rPr>
              <a:t>digit+digit</a:t>
            </a: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a:t>
            </a:r>
            <a:endParaRPr lang="zh-CN" altLang="en-US" sz="20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3" name="灯片编号占位符 2">
            <a:extLst>
              <a:ext uri="{FF2B5EF4-FFF2-40B4-BE49-F238E27FC236}">
                <a16:creationId xmlns:a16="http://schemas.microsoft.com/office/drawing/2014/main" id="{58501BD0-CAC8-468C-915B-603898ACA8AF}"/>
              </a:ext>
            </a:extLst>
          </p:cNvPr>
          <p:cNvSpPr>
            <a:spLocks noGrp="1"/>
          </p:cNvSpPr>
          <p:nvPr>
            <p:ph type="sldNum" sz="quarter" idx="10"/>
          </p:nvPr>
        </p:nvSpPr>
        <p:spPr/>
        <p:txBody>
          <a:bodyPr/>
          <a:lstStyle/>
          <a:p>
            <a:pPr>
              <a:defRPr/>
            </a:pPr>
            <a:fld id="{8E104948-B687-4A74-87EB-9097C047E113}" type="slidenum">
              <a:rPr lang="zh-CN" altLang="en-US" smtClean="0"/>
              <a:pPr>
                <a:defRPr/>
              </a:pPr>
              <a:t>47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500" fill="hold"/>
                                        <p:tgtEl>
                                          <p:spTgt spid="24"/>
                                        </p:tgtEl>
                                        <p:attrNameLst>
                                          <p:attrName>ppt_w</p:attrName>
                                        </p:attrNameLst>
                                      </p:cBhvr>
                                      <p:tavLst>
                                        <p:tav tm="0">
                                          <p:val>
                                            <p:fltVal val="0"/>
                                          </p:val>
                                        </p:tav>
                                        <p:tav tm="100000">
                                          <p:val>
                                            <p:strVal val="#ppt_w"/>
                                          </p:val>
                                        </p:tav>
                                      </p:tavLst>
                                    </p:anim>
                                    <p:anim calcmode="lin" valueType="num">
                                      <p:cBhvr>
                                        <p:cTn id="15" dur="500" fill="hold"/>
                                        <p:tgtEl>
                                          <p:spTgt spid="24"/>
                                        </p:tgtEl>
                                        <p:attrNameLst>
                                          <p:attrName>ppt_h</p:attrName>
                                        </p:attrNameLst>
                                      </p:cBhvr>
                                      <p:tavLst>
                                        <p:tav tm="0">
                                          <p:val>
                                            <p:fltVal val="0"/>
                                          </p:val>
                                        </p:tav>
                                        <p:tav tm="100000">
                                          <p:val>
                                            <p:strVal val="#ppt_h"/>
                                          </p:val>
                                        </p:tav>
                                      </p:tavLst>
                                    </p:anim>
                                    <p:animEffect transition="in" filter="fade">
                                      <p:cBhvr>
                                        <p:cTn id="16" dur="500"/>
                                        <p:tgtEl>
                                          <p:spTgt spid="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p:cTn id="21" dur="500" fill="hold"/>
                                        <p:tgtEl>
                                          <p:spTgt spid="33"/>
                                        </p:tgtEl>
                                        <p:attrNameLst>
                                          <p:attrName>ppt_w</p:attrName>
                                        </p:attrNameLst>
                                      </p:cBhvr>
                                      <p:tavLst>
                                        <p:tav tm="0">
                                          <p:val>
                                            <p:fltVal val="0"/>
                                          </p:val>
                                        </p:tav>
                                        <p:tav tm="100000">
                                          <p:val>
                                            <p:strVal val="#ppt_w"/>
                                          </p:val>
                                        </p:tav>
                                      </p:tavLst>
                                    </p:anim>
                                    <p:anim calcmode="lin" valueType="num">
                                      <p:cBhvr>
                                        <p:cTn id="22" dur="500" fill="hold"/>
                                        <p:tgtEl>
                                          <p:spTgt spid="33"/>
                                        </p:tgtEl>
                                        <p:attrNameLst>
                                          <p:attrName>ppt_h</p:attrName>
                                        </p:attrNameLst>
                                      </p:cBhvr>
                                      <p:tavLst>
                                        <p:tav tm="0">
                                          <p:val>
                                            <p:fltVal val="0"/>
                                          </p:val>
                                        </p:tav>
                                        <p:tav tm="100000">
                                          <p:val>
                                            <p:strVal val="#ppt_h"/>
                                          </p:val>
                                        </p:tav>
                                      </p:tavLst>
                                    </p:anim>
                                    <p:animEffect transition="in" filter="fade">
                                      <p:cBhvr>
                                        <p:cTn id="23" dur="500"/>
                                        <p:tgtEl>
                                          <p:spTgt spid="3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xit" presetSubtype="32" fill="hold" grpId="1" nodeType="clickEffect">
                                  <p:stCondLst>
                                    <p:cond delay="0"/>
                                  </p:stCondLst>
                                  <p:childTnLst>
                                    <p:anim calcmode="lin" valueType="num">
                                      <p:cBhvr>
                                        <p:cTn id="27" dur="500"/>
                                        <p:tgtEl>
                                          <p:spTgt spid="25"/>
                                        </p:tgtEl>
                                        <p:attrNameLst>
                                          <p:attrName>ppt_w</p:attrName>
                                        </p:attrNameLst>
                                      </p:cBhvr>
                                      <p:tavLst>
                                        <p:tav tm="0">
                                          <p:val>
                                            <p:strVal val="ppt_w"/>
                                          </p:val>
                                        </p:tav>
                                        <p:tav tm="100000">
                                          <p:val>
                                            <p:fltVal val="0"/>
                                          </p:val>
                                        </p:tav>
                                      </p:tavLst>
                                    </p:anim>
                                    <p:anim calcmode="lin" valueType="num">
                                      <p:cBhvr>
                                        <p:cTn id="28" dur="500"/>
                                        <p:tgtEl>
                                          <p:spTgt spid="25"/>
                                        </p:tgtEl>
                                        <p:attrNameLst>
                                          <p:attrName>ppt_h</p:attrName>
                                        </p:attrNameLst>
                                      </p:cBhvr>
                                      <p:tavLst>
                                        <p:tav tm="0">
                                          <p:val>
                                            <p:strVal val="ppt_h"/>
                                          </p:val>
                                        </p:tav>
                                        <p:tav tm="100000">
                                          <p:val>
                                            <p:fltVal val="0"/>
                                          </p:val>
                                        </p:tav>
                                      </p:tavLst>
                                    </p:anim>
                                    <p:animEffect transition="out" filter="fade">
                                      <p:cBhvr>
                                        <p:cTn id="29" dur="500"/>
                                        <p:tgtEl>
                                          <p:spTgt spid="25"/>
                                        </p:tgtEl>
                                      </p:cBhvr>
                                    </p:animEffect>
                                    <p:set>
                                      <p:cBhvr>
                                        <p:cTn id="30" dur="1" fill="hold">
                                          <p:stCondLst>
                                            <p:cond delay="499"/>
                                          </p:stCondLst>
                                        </p:cTn>
                                        <p:tgtEl>
                                          <p:spTgt spid="25"/>
                                        </p:tgtEl>
                                        <p:attrNameLst>
                                          <p:attrName>style.visibility</p:attrName>
                                        </p:attrNameLst>
                                      </p:cBhvr>
                                      <p:to>
                                        <p:strVal val="hidden"/>
                                      </p:to>
                                    </p:set>
                                  </p:childTnLst>
                                </p:cTn>
                              </p:par>
                              <p:par>
                                <p:cTn id="31" presetID="53" presetClass="exit" presetSubtype="32" fill="hold" grpId="1" nodeType="withEffect">
                                  <p:stCondLst>
                                    <p:cond delay="0"/>
                                  </p:stCondLst>
                                  <p:childTnLst>
                                    <p:anim calcmode="lin" valueType="num">
                                      <p:cBhvr>
                                        <p:cTn id="32" dur="500"/>
                                        <p:tgtEl>
                                          <p:spTgt spid="24"/>
                                        </p:tgtEl>
                                        <p:attrNameLst>
                                          <p:attrName>ppt_w</p:attrName>
                                        </p:attrNameLst>
                                      </p:cBhvr>
                                      <p:tavLst>
                                        <p:tav tm="0">
                                          <p:val>
                                            <p:strVal val="ppt_w"/>
                                          </p:val>
                                        </p:tav>
                                        <p:tav tm="100000">
                                          <p:val>
                                            <p:fltVal val="0"/>
                                          </p:val>
                                        </p:tav>
                                      </p:tavLst>
                                    </p:anim>
                                    <p:anim calcmode="lin" valueType="num">
                                      <p:cBhvr>
                                        <p:cTn id="33" dur="500"/>
                                        <p:tgtEl>
                                          <p:spTgt spid="24"/>
                                        </p:tgtEl>
                                        <p:attrNameLst>
                                          <p:attrName>ppt_h</p:attrName>
                                        </p:attrNameLst>
                                      </p:cBhvr>
                                      <p:tavLst>
                                        <p:tav tm="0">
                                          <p:val>
                                            <p:strVal val="ppt_h"/>
                                          </p:val>
                                        </p:tav>
                                        <p:tav tm="100000">
                                          <p:val>
                                            <p:fltVal val="0"/>
                                          </p:val>
                                        </p:tav>
                                      </p:tavLst>
                                    </p:anim>
                                    <p:animEffect transition="out" filter="fade">
                                      <p:cBhvr>
                                        <p:cTn id="34" dur="500"/>
                                        <p:tgtEl>
                                          <p:spTgt spid="24"/>
                                        </p:tgtEl>
                                      </p:cBhvr>
                                    </p:animEffect>
                                    <p:set>
                                      <p:cBhvr>
                                        <p:cTn id="35" dur="1" fill="hold">
                                          <p:stCondLst>
                                            <p:cond delay="499"/>
                                          </p:stCondLst>
                                        </p:cTn>
                                        <p:tgtEl>
                                          <p:spTgt spid="24"/>
                                        </p:tgtEl>
                                        <p:attrNameLst>
                                          <p:attrName>style.visibility</p:attrName>
                                        </p:attrNameLst>
                                      </p:cBhvr>
                                      <p:to>
                                        <p:strVal val="hidden"/>
                                      </p:to>
                                    </p:set>
                                  </p:childTnLst>
                                </p:cTn>
                              </p:par>
                              <p:par>
                                <p:cTn id="36" presetID="53" presetClass="exit" presetSubtype="32" fill="hold" grpId="0" nodeType="withEffect">
                                  <p:stCondLst>
                                    <p:cond delay="0"/>
                                  </p:stCondLst>
                                  <p:childTnLst>
                                    <p:anim calcmode="lin" valueType="num">
                                      <p:cBhvr>
                                        <p:cTn id="37" dur="500"/>
                                        <p:tgtEl>
                                          <p:spTgt spid="16"/>
                                        </p:tgtEl>
                                        <p:attrNameLst>
                                          <p:attrName>ppt_w</p:attrName>
                                        </p:attrNameLst>
                                      </p:cBhvr>
                                      <p:tavLst>
                                        <p:tav tm="0">
                                          <p:val>
                                            <p:strVal val="ppt_w"/>
                                          </p:val>
                                        </p:tav>
                                        <p:tav tm="100000">
                                          <p:val>
                                            <p:fltVal val="0"/>
                                          </p:val>
                                        </p:tav>
                                      </p:tavLst>
                                    </p:anim>
                                    <p:anim calcmode="lin" valueType="num">
                                      <p:cBhvr>
                                        <p:cTn id="38" dur="500"/>
                                        <p:tgtEl>
                                          <p:spTgt spid="16"/>
                                        </p:tgtEl>
                                        <p:attrNameLst>
                                          <p:attrName>ppt_h</p:attrName>
                                        </p:attrNameLst>
                                      </p:cBhvr>
                                      <p:tavLst>
                                        <p:tav tm="0">
                                          <p:val>
                                            <p:strVal val="ppt_h"/>
                                          </p:val>
                                        </p:tav>
                                        <p:tav tm="100000">
                                          <p:val>
                                            <p:fltVal val="0"/>
                                          </p:val>
                                        </p:tav>
                                      </p:tavLst>
                                    </p:anim>
                                    <p:animEffect transition="out" filter="fade">
                                      <p:cBhvr>
                                        <p:cTn id="39" dur="500"/>
                                        <p:tgtEl>
                                          <p:spTgt spid="16"/>
                                        </p:tgtEl>
                                      </p:cBhvr>
                                    </p:animEffect>
                                    <p:set>
                                      <p:cBhvr>
                                        <p:cTn id="40" dur="1" fill="hold">
                                          <p:stCondLst>
                                            <p:cond delay="499"/>
                                          </p:stCondLst>
                                        </p:cTn>
                                        <p:tgtEl>
                                          <p:spTgt spid="16"/>
                                        </p:tgtEl>
                                        <p:attrNameLst>
                                          <p:attrName>style.visibility</p:attrName>
                                        </p:attrNameLst>
                                      </p:cBhvr>
                                      <p:to>
                                        <p:strVal val="hidden"/>
                                      </p:to>
                                    </p:set>
                                  </p:childTnLst>
                                </p:cTn>
                              </p:par>
                              <p:par>
                                <p:cTn id="41" presetID="53" presetClass="exit" presetSubtype="32" fill="hold" grpId="0" nodeType="withEffect">
                                  <p:stCondLst>
                                    <p:cond delay="0"/>
                                  </p:stCondLst>
                                  <p:childTnLst>
                                    <p:anim calcmode="lin" valueType="num">
                                      <p:cBhvr>
                                        <p:cTn id="42" dur="500"/>
                                        <p:tgtEl>
                                          <p:spTgt spid="17"/>
                                        </p:tgtEl>
                                        <p:attrNameLst>
                                          <p:attrName>ppt_w</p:attrName>
                                        </p:attrNameLst>
                                      </p:cBhvr>
                                      <p:tavLst>
                                        <p:tav tm="0">
                                          <p:val>
                                            <p:strVal val="ppt_w"/>
                                          </p:val>
                                        </p:tav>
                                        <p:tav tm="100000">
                                          <p:val>
                                            <p:fltVal val="0"/>
                                          </p:val>
                                        </p:tav>
                                      </p:tavLst>
                                    </p:anim>
                                    <p:anim calcmode="lin" valueType="num">
                                      <p:cBhvr>
                                        <p:cTn id="43" dur="500"/>
                                        <p:tgtEl>
                                          <p:spTgt spid="17"/>
                                        </p:tgtEl>
                                        <p:attrNameLst>
                                          <p:attrName>ppt_h</p:attrName>
                                        </p:attrNameLst>
                                      </p:cBhvr>
                                      <p:tavLst>
                                        <p:tav tm="0">
                                          <p:val>
                                            <p:strVal val="ppt_h"/>
                                          </p:val>
                                        </p:tav>
                                        <p:tav tm="100000">
                                          <p:val>
                                            <p:fltVal val="0"/>
                                          </p:val>
                                        </p:tav>
                                      </p:tavLst>
                                    </p:anim>
                                    <p:animEffect transition="out" filter="fade">
                                      <p:cBhvr>
                                        <p:cTn id="44" dur="500"/>
                                        <p:tgtEl>
                                          <p:spTgt spid="17"/>
                                        </p:tgtEl>
                                      </p:cBhvr>
                                    </p:animEffect>
                                    <p:set>
                                      <p:cBhvr>
                                        <p:cTn id="45" dur="1" fill="hold">
                                          <p:stCondLst>
                                            <p:cond delay="499"/>
                                          </p:stCondLst>
                                        </p:cTn>
                                        <p:tgtEl>
                                          <p:spTgt spid="17"/>
                                        </p:tgtEl>
                                        <p:attrNameLst>
                                          <p:attrName>style.visibility</p:attrName>
                                        </p:attrNameLst>
                                      </p:cBhvr>
                                      <p:to>
                                        <p:strVal val="hidden"/>
                                      </p:to>
                                    </p:set>
                                  </p:childTnLst>
                                </p:cTn>
                              </p:par>
                              <p:par>
                                <p:cTn id="46" presetID="53" presetClass="exit" presetSubtype="32" fill="hold" grpId="0" nodeType="withEffect">
                                  <p:stCondLst>
                                    <p:cond delay="0"/>
                                  </p:stCondLst>
                                  <p:childTnLst>
                                    <p:anim calcmode="lin" valueType="num">
                                      <p:cBhvr>
                                        <p:cTn id="47" dur="500"/>
                                        <p:tgtEl>
                                          <p:spTgt spid="21"/>
                                        </p:tgtEl>
                                        <p:attrNameLst>
                                          <p:attrName>ppt_w</p:attrName>
                                        </p:attrNameLst>
                                      </p:cBhvr>
                                      <p:tavLst>
                                        <p:tav tm="0">
                                          <p:val>
                                            <p:strVal val="ppt_w"/>
                                          </p:val>
                                        </p:tav>
                                        <p:tav tm="100000">
                                          <p:val>
                                            <p:fltVal val="0"/>
                                          </p:val>
                                        </p:tav>
                                      </p:tavLst>
                                    </p:anim>
                                    <p:anim calcmode="lin" valueType="num">
                                      <p:cBhvr>
                                        <p:cTn id="48" dur="500"/>
                                        <p:tgtEl>
                                          <p:spTgt spid="21"/>
                                        </p:tgtEl>
                                        <p:attrNameLst>
                                          <p:attrName>ppt_h</p:attrName>
                                        </p:attrNameLst>
                                      </p:cBhvr>
                                      <p:tavLst>
                                        <p:tav tm="0">
                                          <p:val>
                                            <p:strVal val="ppt_h"/>
                                          </p:val>
                                        </p:tav>
                                        <p:tav tm="100000">
                                          <p:val>
                                            <p:fltVal val="0"/>
                                          </p:val>
                                        </p:tav>
                                      </p:tavLst>
                                    </p:anim>
                                    <p:animEffect transition="out" filter="fade">
                                      <p:cBhvr>
                                        <p:cTn id="49" dur="500"/>
                                        <p:tgtEl>
                                          <p:spTgt spid="21"/>
                                        </p:tgtEl>
                                      </p:cBhvr>
                                    </p:animEffect>
                                    <p:set>
                                      <p:cBhvr>
                                        <p:cTn id="50" dur="1" fill="hold">
                                          <p:stCondLst>
                                            <p:cond delay="499"/>
                                          </p:stCondLst>
                                        </p:cTn>
                                        <p:tgtEl>
                                          <p:spTgt spid="21"/>
                                        </p:tgtEl>
                                        <p:attrNameLst>
                                          <p:attrName>style.visibility</p:attrName>
                                        </p:attrNameLst>
                                      </p:cBhvr>
                                      <p:to>
                                        <p:strVal val="hidden"/>
                                      </p:to>
                                    </p:set>
                                  </p:childTnLst>
                                </p:cTn>
                              </p:par>
                              <p:par>
                                <p:cTn id="51" presetID="53" presetClass="exit" presetSubtype="32" fill="hold" grpId="0" nodeType="withEffect">
                                  <p:stCondLst>
                                    <p:cond delay="0"/>
                                  </p:stCondLst>
                                  <p:childTnLst>
                                    <p:anim calcmode="lin" valueType="num">
                                      <p:cBhvr>
                                        <p:cTn id="52" dur="500"/>
                                        <p:tgtEl>
                                          <p:spTgt spid="22"/>
                                        </p:tgtEl>
                                        <p:attrNameLst>
                                          <p:attrName>ppt_w</p:attrName>
                                        </p:attrNameLst>
                                      </p:cBhvr>
                                      <p:tavLst>
                                        <p:tav tm="0">
                                          <p:val>
                                            <p:strVal val="ppt_w"/>
                                          </p:val>
                                        </p:tav>
                                        <p:tav tm="100000">
                                          <p:val>
                                            <p:fltVal val="0"/>
                                          </p:val>
                                        </p:tav>
                                      </p:tavLst>
                                    </p:anim>
                                    <p:anim calcmode="lin" valueType="num">
                                      <p:cBhvr>
                                        <p:cTn id="53" dur="500"/>
                                        <p:tgtEl>
                                          <p:spTgt spid="22"/>
                                        </p:tgtEl>
                                        <p:attrNameLst>
                                          <p:attrName>ppt_h</p:attrName>
                                        </p:attrNameLst>
                                      </p:cBhvr>
                                      <p:tavLst>
                                        <p:tav tm="0">
                                          <p:val>
                                            <p:strVal val="ppt_h"/>
                                          </p:val>
                                        </p:tav>
                                        <p:tav tm="100000">
                                          <p:val>
                                            <p:fltVal val="0"/>
                                          </p:val>
                                        </p:tav>
                                      </p:tavLst>
                                    </p:anim>
                                    <p:animEffect transition="out" filter="fade">
                                      <p:cBhvr>
                                        <p:cTn id="54" dur="500"/>
                                        <p:tgtEl>
                                          <p:spTgt spid="22"/>
                                        </p:tgtEl>
                                      </p:cBhvr>
                                    </p:animEffect>
                                    <p:set>
                                      <p:cBhvr>
                                        <p:cTn id="55" dur="1" fill="hold">
                                          <p:stCondLst>
                                            <p:cond delay="499"/>
                                          </p:stCondLst>
                                        </p:cTn>
                                        <p:tgtEl>
                                          <p:spTgt spid="22"/>
                                        </p:tgtEl>
                                        <p:attrNameLst>
                                          <p:attrName>style.visibility</p:attrName>
                                        </p:attrNameLst>
                                      </p:cBhvr>
                                      <p:to>
                                        <p:strVal val="hidden"/>
                                      </p:to>
                                    </p:set>
                                  </p:childTnLst>
                                </p:cTn>
                              </p:par>
                              <p:par>
                                <p:cTn id="56" presetID="53" presetClass="exit" presetSubtype="32" fill="hold" grpId="0" nodeType="withEffect">
                                  <p:stCondLst>
                                    <p:cond delay="0"/>
                                  </p:stCondLst>
                                  <p:childTnLst>
                                    <p:anim calcmode="lin" valueType="num">
                                      <p:cBhvr>
                                        <p:cTn id="57" dur="500"/>
                                        <p:tgtEl>
                                          <p:spTgt spid="23"/>
                                        </p:tgtEl>
                                        <p:attrNameLst>
                                          <p:attrName>ppt_w</p:attrName>
                                        </p:attrNameLst>
                                      </p:cBhvr>
                                      <p:tavLst>
                                        <p:tav tm="0">
                                          <p:val>
                                            <p:strVal val="ppt_w"/>
                                          </p:val>
                                        </p:tav>
                                        <p:tav tm="100000">
                                          <p:val>
                                            <p:fltVal val="0"/>
                                          </p:val>
                                        </p:tav>
                                      </p:tavLst>
                                    </p:anim>
                                    <p:anim calcmode="lin" valueType="num">
                                      <p:cBhvr>
                                        <p:cTn id="58" dur="500"/>
                                        <p:tgtEl>
                                          <p:spTgt spid="23"/>
                                        </p:tgtEl>
                                        <p:attrNameLst>
                                          <p:attrName>ppt_h</p:attrName>
                                        </p:attrNameLst>
                                      </p:cBhvr>
                                      <p:tavLst>
                                        <p:tav tm="0">
                                          <p:val>
                                            <p:strVal val="ppt_h"/>
                                          </p:val>
                                        </p:tav>
                                        <p:tav tm="100000">
                                          <p:val>
                                            <p:fltVal val="0"/>
                                          </p:val>
                                        </p:tav>
                                      </p:tavLst>
                                    </p:anim>
                                    <p:animEffect transition="out" filter="fade">
                                      <p:cBhvr>
                                        <p:cTn id="59" dur="500"/>
                                        <p:tgtEl>
                                          <p:spTgt spid="23"/>
                                        </p:tgtEl>
                                      </p:cBhvr>
                                    </p:animEffect>
                                    <p:set>
                                      <p:cBhvr>
                                        <p:cTn id="60" dur="1" fill="hold">
                                          <p:stCondLst>
                                            <p:cond delay="499"/>
                                          </p:stCondLst>
                                        </p:cTn>
                                        <p:tgtEl>
                                          <p:spTgt spid="23"/>
                                        </p:tgtEl>
                                        <p:attrNameLst>
                                          <p:attrName>style.visibility</p:attrName>
                                        </p:attrNameLst>
                                      </p:cBhvr>
                                      <p:to>
                                        <p:strVal val="hidden"/>
                                      </p:to>
                                    </p:set>
                                  </p:childTnLst>
                                </p:cTn>
                              </p:par>
                              <p:par>
                                <p:cTn id="61" presetID="53" presetClass="exit" presetSubtype="32" fill="hold" grpId="0" nodeType="withEffect">
                                  <p:stCondLst>
                                    <p:cond delay="0"/>
                                  </p:stCondLst>
                                  <p:childTnLst>
                                    <p:anim calcmode="lin" valueType="num">
                                      <p:cBhvr>
                                        <p:cTn id="62" dur="500"/>
                                        <p:tgtEl>
                                          <p:spTgt spid="26"/>
                                        </p:tgtEl>
                                        <p:attrNameLst>
                                          <p:attrName>ppt_w</p:attrName>
                                        </p:attrNameLst>
                                      </p:cBhvr>
                                      <p:tavLst>
                                        <p:tav tm="0">
                                          <p:val>
                                            <p:strVal val="ppt_w"/>
                                          </p:val>
                                        </p:tav>
                                        <p:tav tm="100000">
                                          <p:val>
                                            <p:fltVal val="0"/>
                                          </p:val>
                                        </p:tav>
                                      </p:tavLst>
                                    </p:anim>
                                    <p:anim calcmode="lin" valueType="num">
                                      <p:cBhvr>
                                        <p:cTn id="63" dur="500"/>
                                        <p:tgtEl>
                                          <p:spTgt spid="26"/>
                                        </p:tgtEl>
                                        <p:attrNameLst>
                                          <p:attrName>ppt_h</p:attrName>
                                        </p:attrNameLst>
                                      </p:cBhvr>
                                      <p:tavLst>
                                        <p:tav tm="0">
                                          <p:val>
                                            <p:strVal val="ppt_h"/>
                                          </p:val>
                                        </p:tav>
                                        <p:tav tm="100000">
                                          <p:val>
                                            <p:fltVal val="0"/>
                                          </p:val>
                                        </p:tav>
                                      </p:tavLst>
                                    </p:anim>
                                    <p:animEffect transition="out" filter="fade">
                                      <p:cBhvr>
                                        <p:cTn id="64" dur="500"/>
                                        <p:tgtEl>
                                          <p:spTgt spid="26"/>
                                        </p:tgtEl>
                                      </p:cBhvr>
                                    </p:animEffect>
                                    <p:set>
                                      <p:cBhvr>
                                        <p:cTn id="65" dur="1" fill="hold">
                                          <p:stCondLst>
                                            <p:cond delay="4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1" grpId="0" animBg="1"/>
      <p:bldP spid="22" grpId="0" animBg="1"/>
      <p:bldP spid="23" grpId="0" animBg="1"/>
      <p:bldP spid="24" grpId="0" animBg="1"/>
      <p:bldP spid="24" grpId="1" animBg="1"/>
      <p:bldP spid="25" grpId="0" animBg="1"/>
      <p:bldP spid="25" grpId="1" animBg="1"/>
      <p:bldP spid="26" grpId="0" animBg="1"/>
      <p:bldP spid="3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a:extLst>
              <a:ext uri="{FF2B5EF4-FFF2-40B4-BE49-F238E27FC236}">
                <a16:creationId xmlns:a16="http://schemas.microsoft.com/office/drawing/2014/main" id="{0E318AF0-B85C-4AB2-878D-1656C0F3D98C}"/>
              </a:ext>
            </a:extLst>
          </p:cNvPr>
          <p:cNvSpPr>
            <a:spLocks noGrp="1"/>
          </p:cNvSpPr>
          <p:nvPr>
            <p:ph idx="1"/>
          </p:nvPr>
        </p:nvSpPr>
        <p:spPr>
          <a:xfrm>
            <a:off x="5748338" y="1173163"/>
            <a:ext cx="2019300" cy="317500"/>
          </a:xfrm>
        </p:spPr>
        <p:txBody>
          <a:bodyPr/>
          <a:lstStyle/>
          <a:p>
            <a:pPr marL="0" indent="0">
              <a:spcBef>
                <a:spcPct val="30000"/>
              </a:spcBef>
              <a:buSzTx/>
              <a:buFont typeface="Symbol" panose="05050102010706020507" pitchFamily="18" charset="2"/>
              <a:buNone/>
              <a:defRPr/>
            </a:pPr>
            <a:r>
              <a:rPr lang="zh-CN" altLang="en-US" sz="2100" dirty="0">
                <a:solidFill>
                  <a:srgbClr val="000000"/>
                </a:solidFill>
                <a:cs typeface="Times New Roman" panose="02020603050405020304" pitchFamily="18" charset="0"/>
              </a:rPr>
              <a:t>状态</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符号</a:t>
            </a:r>
            <a:r>
              <a:rPr lang="en-US" altLang="zh-CN" sz="2100" dirty="0">
                <a:solidFill>
                  <a:srgbClr val="000000"/>
                </a:solidFill>
                <a:cs typeface="Times New Roman" panose="02020603050405020304" pitchFamily="18" charset="0"/>
              </a:rPr>
              <a:t> </a:t>
            </a:r>
            <a:r>
              <a:rPr lang="zh-CN" altLang="en-US" sz="2100" dirty="0">
                <a:solidFill>
                  <a:srgbClr val="000000"/>
                </a:solidFill>
                <a:cs typeface="Times New Roman" panose="02020603050405020304" pitchFamily="18" charset="0"/>
              </a:rPr>
              <a:t>属性</a:t>
            </a:r>
          </a:p>
        </p:txBody>
      </p:sp>
      <p:sp>
        <p:nvSpPr>
          <p:cNvPr id="120835" name="Rectangle 2">
            <a:extLst>
              <a:ext uri="{FF2B5EF4-FFF2-40B4-BE49-F238E27FC236}">
                <a16:creationId xmlns:a16="http://schemas.microsoft.com/office/drawing/2014/main" id="{D4A6C064-5CDF-484F-B29E-1EE1220AEA82}"/>
              </a:ext>
            </a:extLst>
          </p:cNvPr>
          <p:cNvSpPr>
            <a:spLocks noGrp="1"/>
          </p:cNvSpPr>
          <p:nvPr>
            <p:ph type="title"/>
          </p:nvPr>
        </p:nvSpPr>
        <p:spPr>
          <a:xfrm>
            <a:off x="755650" y="268288"/>
            <a:ext cx="7931150" cy="358775"/>
          </a:xfrm>
        </p:spPr>
        <p:txBody>
          <a:bodyPr/>
          <a:lstStyle/>
          <a:p>
            <a:pPr eaLnBrk="1" hangingPunct="1"/>
            <a:r>
              <a:rPr kumimoji="1" lang="zh-CN" altLang="en-US">
                <a:solidFill>
                  <a:schemeClr val="folHlink"/>
                </a:solidFill>
                <a:latin typeface="楷体" panose="02010609060101010101" pitchFamily="49" charset="-122"/>
                <a:cs typeface="Times New Roman" panose="02020603050405020304" pitchFamily="18" charset="0"/>
              </a:rPr>
              <a:t>例</a:t>
            </a:r>
          </a:p>
        </p:txBody>
      </p:sp>
      <p:sp>
        <p:nvSpPr>
          <p:cNvPr id="141316" name="矩形 1">
            <a:extLst>
              <a:ext uri="{FF2B5EF4-FFF2-40B4-BE49-F238E27FC236}">
                <a16:creationId xmlns:a16="http://schemas.microsoft.com/office/drawing/2014/main" id="{7112A318-C45F-47C4-9290-4BAED42EF7AC}"/>
              </a:ext>
            </a:extLst>
          </p:cNvPr>
          <p:cNvSpPr>
            <a:spLocks noChangeArrowheads="1"/>
          </p:cNvSpPr>
          <p:nvPr/>
        </p:nvSpPr>
        <p:spPr bwMode="auto">
          <a:xfrm>
            <a:off x="5715000" y="268288"/>
            <a:ext cx="2071688" cy="414337"/>
          </a:xfrm>
          <a:prstGeom prst="rect">
            <a:avLst/>
          </a:prstGeom>
          <a:noFill/>
          <a:ln w="9525">
            <a:noFill/>
            <a:miter lim="800000"/>
            <a:headEnd/>
            <a:tailEnd/>
          </a:ln>
        </p:spPr>
        <p:txBody>
          <a:bodyPr>
            <a:spAutoFit/>
          </a:bodyPr>
          <a:lstStyle/>
          <a:p>
            <a:pPr eaLnBrk="1" hangingPunct="1">
              <a:defRPr/>
            </a:pPr>
            <a:r>
              <a:rPr kumimoji="1" lang="zh-CN" altLang="en-US" sz="2100" dirty="0">
                <a:solidFill>
                  <a:schemeClr val="tx2">
                    <a:lumMod val="60000"/>
                    <a:lumOff val="40000"/>
                  </a:schemeClr>
                </a:solidFill>
                <a:latin typeface="楷体" pitchFamily="49" charset="-122"/>
                <a:ea typeface="楷体" pitchFamily="49" charset="-122"/>
                <a:cs typeface="Times New Roman" pitchFamily="18" charset="0"/>
              </a:rPr>
              <a:t>输入：</a:t>
            </a:r>
            <a:r>
              <a:rPr kumimoji="1" lang="en-US" altLang="zh-CN" sz="2100" dirty="0">
                <a:solidFill>
                  <a:schemeClr val="tx2">
                    <a:lumMod val="60000"/>
                    <a:lumOff val="40000"/>
                  </a:schemeClr>
                </a:solidFill>
                <a:latin typeface="Times New Roman" pitchFamily="18" charset="0"/>
                <a:ea typeface="楷体_GB2312" pitchFamily="49" charset="-122"/>
                <a:cs typeface="Times New Roman" pitchFamily="18" charset="0"/>
              </a:rPr>
              <a:t> 3*5+4 $</a:t>
            </a:r>
            <a:endParaRPr lang="zh-CN" altLang="en-US" sz="21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2" name="矩形 1">
            <a:extLst>
              <a:ext uri="{FF2B5EF4-FFF2-40B4-BE49-F238E27FC236}">
                <a16:creationId xmlns:a16="http://schemas.microsoft.com/office/drawing/2014/main" id="{C1EF203D-F1E5-4E25-A735-924ADD437C91}"/>
              </a:ext>
            </a:extLst>
          </p:cNvPr>
          <p:cNvSpPr/>
          <p:nvPr/>
        </p:nvSpPr>
        <p:spPr>
          <a:xfrm>
            <a:off x="5797550"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1171CAE2-4401-4CBD-8031-E6752CAF521A}"/>
              </a:ext>
            </a:extLst>
          </p:cNvPr>
          <p:cNvSpPr/>
          <p:nvPr/>
        </p:nvSpPr>
        <p:spPr>
          <a:xfrm>
            <a:off x="6459538" y="1490663"/>
            <a:ext cx="684212"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mn-ea"/>
                <a:cs typeface="Times New Roman" panose="02020603050405020304" pitchFamily="18" charset="0"/>
              </a:rPr>
              <a:t>$</a:t>
            </a:r>
            <a:endParaRPr lang="zh-CN" altLang="en-US" dirty="0">
              <a:solidFill>
                <a:prstClr val="black"/>
              </a:solidFill>
              <a:latin typeface="+mn-ea"/>
              <a:cs typeface="Times New Roman" panose="02020603050405020304" pitchFamily="18" charset="0"/>
            </a:endParaRPr>
          </a:p>
        </p:txBody>
      </p:sp>
      <p:sp>
        <p:nvSpPr>
          <p:cNvPr id="13" name="矩形 12">
            <a:extLst>
              <a:ext uri="{FF2B5EF4-FFF2-40B4-BE49-F238E27FC236}">
                <a16:creationId xmlns:a16="http://schemas.microsoft.com/office/drawing/2014/main" id="{951F051D-5A1A-46A3-A883-82AD06EF943F}"/>
              </a:ext>
            </a:extLst>
          </p:cNvPr>
          <p:cNvSpPr/>
          <p:nvPr/>
        </p:nvSpPr>
        <p:spPr>
          <a:xfrm>
            <a:off x="7102475" y="1490663"/>
            <a:ext cx="684213" cy="39528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_</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F8655D24-B0CA-4BD0-AB68-EA2A519D4483}"/>
              </a:ext>
            </a:extLst>
          </p:cNvPr>
          <p:cNvSpPr/>
          <p:nvPr/>
        </p:nvSpPr>
        <p:spPr>
          <a:xfrm>
            <a:off x="57943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1</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CE07B9BA-84D3-4706-91E8-BC7E08C29ED7}"/>
              </a:ext>
            </a:extLst>
          </p:cNvPr>
          <p:cNvSpPr/>
          <p:nvPr/>
        </p:nvSpPr>
        <p:spPr>
          <a:xfrm>
            <a:off x="64627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i="1" dirty="0">
                <a:solidFill>
                  <a:prstClr val="black"/>
                </a:solidFill>
                <a:latin typeface="Times New Roman" panose="02020603050405020304" pitchFamily="18" charset="0"/>
                <a:cs typeface="Times New Roman" panose="02020603050405020304" pitchFamily="18" charset="0"/>
              </a:rPr>
              <a:t>E</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1D48C8FD-C321-4DAB-AC8E-E5DF20DE7A06}"/>
              </a:ext>
            </a:extLst>
          </p:cNvPr>
          <p:cNvSpPr/>
          <p:nvPr/>
        </p:nvSpPr>
        <p:spPr>
          <a:xfrm>
            <a:off x="7110413" y="1870075"/>
            <a:ext cx="684212"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3</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20843" name="图片 20">
            <a:extLst>
              <a:ext uri="{FF2B5EF4-FFF2-40B4-BE49-F238E27FC236}">
                <a16:creationId xmlns:a16="http://schemas.microsoft.com/office/drawing/2014/main" id="{3C07191A-0F33-4CE5-AB5F-802AFCE5947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013" y="2033588"/>
            <a:ext cx="4700587"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24" name="矩形 21">
            <a:extLst>
              <a:ext uri="{FF2B5EF4-FFF2-40B4-BE49-F238E27FC236}">
                <a16:creationId xmlns:a16="http://schemas.microsoft.com/office/drawing/2014/main" id="{6157910B-541D-4E03-9648-22AB9A5B822C}"/>
              </a:ext>
            </a:extLst>
          </p:cNvPr>
          <p:cNvSpPr>
            <a:spLocks noChangeArrowheads="1"/>
          </p:cNvSpPr>
          <p:nvPr/>
        </p:nvSpPr>
        <p:spPr bwMode="auto">
          <a:xfrm>
            <a:off x="0" y="4714875"/>
            <a:ext cx="1325563" cy="415925"/>
          </a:xfrm>
          <a:prstGeom prst="rect">
            <a:avLst/>
          </a:prstGeom>
          <a:noFill/>
          <a:ln w="9525">
            <a:noFill/>
            <a:miter lim="800000"/>
            <a:headEnd/>
            <a:tailEnd/>
          </a:ln>
        </p:spPr>
        <p:txBody>
          <a:bodyPr wrap="none">
            <a:spAutoFit/>
          </a:bodyPr>
          <a:lstStyle/>
          <a:p>
            <a:pPr>
              <a:defRPr/>
            </a:pPr>
            <a:r>
              <a:rPr lang="en-US" altLang="zh-CN" dirty="0">
                <a:solidFill>
                  <a:schemeClr val="tx2">
                    <a:lumMod val="60000"/>
                    <a:lumOff val="40000"/>
                  </a:schemeClr>
                </a:solidFill>
                <a:latin typeface="Times New Roman" pitchFamily="18" charset="0"/>
                <a:ea typeface="华文楷体" pitchFamily="2" charset="-122"/>
                <a:cs typeface="Times New Roman" pitchFamily="18" charset="0"/>
              </a:rPr>
              <a:t>SLR</a:t>
            </a:r>
            <a:r>
              <a:rPr lang="zh-CN" altLang="en-US" dirty="0">
                <a:solidFill>
                  <a:schemeClr val="tx2">
                    <a:lumMod val="60000"/>
                    <a:lumOff val="40000"/>
                  </a:schemeClr>
                </a:solidFill>
                <a:latin typeface="Times New Roman" pitchFamily="18" charset="0"/>
                <a:ea typeface="华文楷体" pitchFamily="2" charset="-122"/>
                <a:cs typeface="Times New Roman" pitchFamily="18" charset="0"/>
              </a:rPr>
              <a:t>自动机</a:t>
            </a:r>
            <a:endParaRPr lang="zh-CN" altLang="en-US" sz="2100" dirty="0">
              <a:solidFill>
                <a:schemeClr val="tx2">
                  <a:lumMod val="60000"/>
                  <a:lumOff val="40000"/>
                </a:schemeClr>
              </a:solidFill>
              <a:latin typeface="Times New Roman" pitchFamily="18" charset="0"/>
              <a:ea typeface="华文楷体" pitchFamily="2" charset="-122"/>
              <a:cs typeface="Times New Roman" pitchFamily="18" charset="0"/>
            </a:endParaRPr>
          </a:p>
        </p:txBody>
      </p:sp>
      <p:sp>
        <p:nvSpPr>
          <p:cNvPr id="20" name="内容占位符 2">
            <a:extLst>
              <a:ext uri="{FF2B5EF4-FFF2-40B4-BE49-F238E27FC236}">
                <a16:creationId xmlns:a16="http://schemas.microsoft.com/office/drawing/2014/main" id="{034E81E9-8782-498D-81A4-D3802ECD4AE2}"/>
              </a:ext>
            </a:extLst>
          </p:cNvPr>
          <p:cNvSpPr txBox="1">
            <a:spLocks/>
          </p:cNvSpPr>
          <p:nvPr/>
        </p:nvSpPr>
        <p:spPr bwMode="auto">
          <a:xfrm>
            <a:off x="773113" y="42863"/>
            <a:ext cx="4768850" cy="1990725"/>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a:t>
            </a:r>
            <a:r>
              <a:rPr lang="zh-CN" altLang="en-US" sz="1200">
                <a:solidFill>
                  <a:prstClr val="black"/>
                </a:solidFill>
                <a:latin typeface="华文楷体" panose="02010600040101010101" pitchFamily="2" charset="-122"/>
                <a:ea typeface="华文楷体" panose="02010600040101010101" pitchFamily="2" charset="-122"/>
              </a:rPr>
              <a:t>产生式                        语义动作</a:t>
            </a:r>
            <a:endParaRPr lang="en-US" altLang="zh-CN" sz="1200" i="1">
              <a:solidFill>
                <a:prstClr val="black"/>
              </a:solidFill>
              <a:latin typeface="Times New Roman" panose="02020603050405020304" pitchFamily="18" charset="0"/>
              <a:ea typeface="楷体_GB2312" pitchFamily="49" charset="-122"/>
            </a:endParaRP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E</a:t>
            </a:r>
            <a:r>
              <a:rPr lang="en-US" altLang="zh-CN" sz="1200" i="1">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print</a:t>
            </a:r>
            <a:r>
              <a:rPr lang="en-US" altLang="zh-CN" sz="1200" i="1">
                <a:solidFill>
                  <a:prstClr val="black"/>
                </a:solidFill>
                <a:latin typeface="Times New Roman" panose="02020603050405020304" pitchFamily="18" charset="0"/>
                <a:ea typeface="楷体_GB2312" pitchFamily="49" charset="-122"/>
              </a:rPr>
              <a: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E</a:t>
            </a:r>
            <a:r>
              <a:rPr lang="en-US" altLang="zh-CN" sz="1200" baseline="-25000">
                <a:solidFill>
                  <a:prstClr val="black"/>
                </a:solidFill>
                <a:latin typeface="Times New Roman" panose="02020603050405020304" pitchFamily="18" charset="0"/>
                <a:ea typeface="楷体_GB2312" pitchFamily="49" charset="-122"/>
              </a:rPr>
              <a:t>1 </a:t>
            </a:r>
            <a:r>
              <a:rPr lang="en-US" altLang="zh-CN" sz="1200" i="1">
                <a:solidFill>
                  <a:prstClr val="black"/>
                </a:solidFill>
                <a:latin typeface="Times New Roman" panose="02020603050405020304" pitchFamily="18" charset="0"/>
                <a:ea typeface="楷体_GB2312" pitchFamily="49" charset="-122"/>
              </a:rPr>
              <a:t>+ 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(3)</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(4)</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T</a:t>
            </a:r>
            <a:r>
              <a:rPr lang="en-US" altLang="zh-CN" sz="1200" baseline="-25000">
                <a:solidFill>
                  <a:prstClr val="black"/>
                </a:solidFill>
                <a:latin typeface="Times New Roman" panose="02020603050405020304" pitchFamily="18" charset="0"/>
                <a:ea typeface="楷体_GB2312" pitchFamily="49" charset="-122"/>
              </a:rPr>
              <a:t>1 </a:t>
            </a:r>
            <a:r>
              <a:rPr lang="en-US" altLang="zh-CN" sz="1200">
                <a:solidFill>
                  <a:prstClr val="black"/>
                </a:solidFill>
                <a:latin typeface="Times New Roman" panose="02020603050405020304" pitchFamily="18" charset="0"/>
                <a:ea typeface="楷体_GB2312" pitchFamily="49" charset="-122"/>
              </a:rPr>
              <a:t>*</a:t>
            </a:r>
            <a:r>
              <a:rPr lang="en-US" altLang="zh-CN" sz="1200">
                <a:solidFill>
                  <a:prstClr val="black"/>
                </a:solidFill>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a:t>
            </a:r>
            <a:r>
              <a:rPr kumimoji="1" lang="en-US" altLang="zh-CN" sz="1200">
                <a:solidFill>
                  <a:srgbClr val="000000"/>
                </a:solidFill>
                <a:latin typeface="Times New Roman" panose="02020603050405020304" pitchFamily="18" charset="0"/>
                <a:sym typeface="Symbol" panose="05050102010706020507" pitchFamily="18" charset="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.val </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(5)</a:t>
            </a:r>
            <a:r>
              <a:rPr lang="en-US" altLang="zh-CN" sz="1200" i="1">
                <a:solidFill>
                  <a:prstClr val="black"/>
                </a:solidFill>
                <a:latin typeface="Times New Roman" panose="02020603050405020304" pitchFamily="18" charset="0"/>
                <a:ea typeface="楷体_GB2312" pitchFamily="49" charset="-122"/>
              </a:rPr>
              <a:t>T  </a:t>
            </a:r>
            <a:r>
              <a:rPr lang="en-US" altLang="zh-CN" sz="1200">
                <a:solidFill>
                  <a:prstClr val="black"/>
                </a:solidFill>
                <a:latin typeface="Times New Roman" panose="02020603050405020304" pitchFamily="18" charset="0"/>
                <a:ea typeface="楷体_GB2312" pitchFamily="49" charset="-122"/>
              </a:rPr>
              <a:t>→</a:t>
            </a:r>
            <a:r>
              <a:rPr lang="en-US" altLang="zh-CN" sz="1200" i="1">
                <a:solidFill>
                  <a:prstClr val="black"/>
                </a:solidFill>
                <a:latin typeface="Times New Roman" panose="02020603050405020304" pitchFamily="18" charset="0"/>
                <a:ea typeface="楷体_GB2312" pitchFamily="49" charset="-122"/>
              </a:rPr>
              <a:t> F</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(6)</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a:t>
            </a:r>
            <a:r>
              <a:rPr lang="en-US" altLang="zh-CN" sz="1200" i="1">
                <a:solidFill>
                  <a:prstClr val="black"/>
                </a:solidFill>
                <a:latin typeface="Times New Roman" panose="02020603050405020304" pitchFamily="18" charset="0"/>
                <a:ea typeface="楷体_GB2312" pitchFamily="49" charset="-122"/>
              </a:rPr>
              <a:t>E </a:t>
            </a:r>
            <a:r>
              <a:rPr lang="en-US" altLang="zh-CN" sz="1200">
                <a:solidFill>
                  <a:prstClr val="black"/>
                </a:solidFill>
                <a:latin typeface="Times New Roman" panose="02020603050405020304" pitchFamily="18" charset="0"/>
                <a:ea typeface="楷体_GB2312" pitchFamily="49" charset="-122"/>
              </a:rPr>
              <a:t>)             {</a:t>
            </a:r>
            <a:r>
              <a:rPr lang="en-US" altLang="zh-CN" sz="1200" i="1">
                <a:solidFill>
                  <a:prstClr val="black"/>
                </a:solidFill>
                <a:latin typeface="Times New Roman" panose="02020603050405020304" pitchFamily="18" charset="0"/>
                <a:ea typeface="楷体_GB2312" pitchFamily="49" charset="-122"/>
              </a:rPr>
              <a:t>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2]</a:t>
            </a:r>
            <a:r>
              <a:rPr lang="en-US" altLang="zh-CN" sz="1200" i="1">
                <a:solidFill>
                  <a:prstClr val="black"/>
                </a:solidFill>
                <a:latin typeface="Times New Roman" panose="02020603050405020304" pitchFamily="18" charset="0"/>
                <a:ea typeface="楷体_GB2312" pitchFamily="49" charset="-122"/>
              </a:rPr>
              <a:t>.val = stack</a:t>
            </a:r>
            <a:r>
              <a:rPr kumimoji="1" lang="en-US" altLang="zh-CN" sz="1200">
                <a:solidFill>
                  <a:prstClr val="black"/>
                </a:solidFill>
                <a:latin typeface="Times New Roman" panose="02020603050405020304" pitchFamily="18" charset="0"/>
                <a:ea typeface="楷体_GB2312" pitchFamily="49" charset="-122"/>
              </a:rPr>
              <a:t>[</a:t>
            </a:r>
            <a:r>
              <a:rPr kumimoji="1" lang="en-US" altLang="zh-CN" sz="1200" i="1">
                <a:solidFill>
                  <a:prstClr val="black"/>
                </a:solidFill>
                <a:latin typeface="Times New Roman" panose="02020603050405020304" pitchFamily="18" charset="0"/>
                <a:ea typeface="楷体_GB2312" pitchFamily="49" charset="-122"/>
              </a:rPr>
              <a:t>top-</a:t>
            </a:r>
            <a:r>
              <a:rPr kumimoji="1" lang="en-US" altLang="zh-CN" sz="1200">
                <a:solidFill>
                  <a:prstClr val="black"/>
                </a:solidFill>
                <a:latin typeface="Times New Roman" panose="02020603050405020304" pitchFamily="18" charset="0"/>
                <a:ea typeface="楷体_GB2312" pitchFamily="49" charset="-122"/>
              </a:rPr>
              <a:t>1]</a:t>
            </a:r>
            <a:r>
              <a:rPr lang="en-US" altLang="zh-CN" sz="1200" i="1">
                <a:solidFill>
                  <a:prstClr val="black"/>
                </a:solidFill>
                <a:latin typeface="Times New Roman" panose="02020603050405020304" pitchFamily="18" charset="0"/>
                <a:ea typeface="楷体_GB2312" pitchFamily="49" charset="-122"/>
              </a:rPr>
              <a:t>.val</a:t>
            </a:r>
            <a:r>
              <a:rPr lang="en-US" altLang="zh-CN" sz="1200">
                <a:solidFill>
                  <a:prstClr val="black"/>
                </a:solidFill>
                <a:latin typeface="Times New Roman" panose="02020603050405020304" pitchFamily="18" charset="0"/>
                <a:ea typeface="楷体_GB2312" pitchFamily="49" charset="-122"/>
              </a:rPr>
              <a:t>;</a:t>
            </a:r>
          </a:p>
          <a:p>
            <a:pPr marL="0" lvl="3">
              <a:lnSpc>
                <a:spcPts val="1125"/>
              </a:lnSpc>
              <a:spcBef>
                <a:spcPct val="20000"/>
              </a:spcBef>
              <a:buClr>
                <a:srgbClr val="31B6FD"/>
              </a:buClr>
              <a:buSzPct val="100000"/>
              <a:defRPr/>
            </a:pPr>
            <a:r>
              <a:rPr lang="en-US" altLang="zh-CN" sz="1200" i="1">
                <a:solidFill>
                  <a:prstClr val="black"/>
                </a:solidFill>
                <a:latin typeface="Times New Roman" panose="02020603050405020304" pitchFamily="18" charset="0"/>
                <a:ea typeface="楷体_GB2312" pitchFamily="49" charset="-122"/>
              </a:rPr>
              <a:t>                                   top=top-</a:t>
            </a:r>
            <a:r>
              <a:rPr lang="en-US" altLang="zh-CN" sz="1200">
                <a:solidFill>
                  <a:prstClr val="black"/>
                </a:solidFill>
                <a:latin typeface="Times New Roman" panose="02020603050405020304" pitchFamily="18" charset="0"/>
                <a:ea typeface="楷体_GB2312" pitchFamily="49" charset="-122"/>
              </a:rPr>
              <a:t>2; }</a:t>
            </a:r>
          </a:p>
          <a:p>
            <a:pPr marL="0" lvl="3">
              <a:lnSpc>
                <a:spcPts val="1125"/>
              </a:lnSpc>
              <a:spcBef>
                <a:spcPct val="20000"/>
              </a:spcBef>
              <a:buClr>
                <a:srgbClr val="31B6FD"/>
              </a:buClr>
              <a:buSzPct val="100000"/>
              <a:defRPr/>
            </a:pPr>
            <a:r>
              <a:rPr lang="en-US" altLang="zh-CN" sz="1200">
                <a:solidFill>
                  <a:prstClr val="black"/>
                </a:solidFill>
                <a:latin typeface="Times New Roman" panose="02020603050405020304" pitchFamily="18" charset="0"/>
                <a:ea typeface="楷体_GB2312" pitchFamily="49" charset="-122"/>
              </a:rPr>
              <a:t>(7)</a:t>
            </a:r>
            <a:r>
              <a:rPr lang="en-US" altLang="zh-CN" sz="1200" i="1">
                <a:solidFill>
                  <a:prstClr val="black"/>
                </a:solidFill>
                <a:latin typeface="Times New Roman" panose="02020603050405020304" pitchFamily="18" charset="0"/>
                <a:ea typeface="楷体_GB2312" pitchFamily="49" charset="-122"/>
              </a:rPr>
              <a:t>F </a:t>
            </a:r>
            <a:r>
              <a:rPr lang="en-US" altLang="zh-CN" sz="1200">
                <a:solidFill>
                  <a:prstClr val="black"/>
                </a:solidFill>
                <a:latin typeface="Times New Roman" panose="02020603050405020304" pitchFamily="18" charset="0"/>
                <a:ea typeface="楷体_GB2312" pitchFamily="49" charset="-122"/>
              </a:rPr>
              <a:t> → digit</a:t>
            </a:r>
          </a:p>
          <a:p>
            <a:pPr marL="0" lvl="3">
              <a:spcBef>
                <a:spcPct val="20000"/>
              </a:spcBef>
              <a:buClr>
                <a:srgbClr val="31B6FD"/>
              </a:buClr>
              <a:buSzPct val="100000"/>
              <a:defRPr/>
            </a:pPr>
            <a:endParaRPr lang="en-US" altLang="zh-CN" sz="1500" i="1">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sz="1500">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r>
              <a:rPr lang="en-US" altLang="zh-CN" i="1">
                <a:solidFill>
                  <a:prstClr val="black"/>
                </a:solidFill>
                <a:latin typeface="Times New Roman" panose="02020603050405020304" pitchFamily="18" charset="0"/>
                <a:ea typeface="楷体_GB2312" pitchFamily="49" charset="-122"/>
              </a:rPr>
              <a:t>       </a:t>
            </a:r>
            <a:endParaRPr lang="en-US" altLang="zh-CN">
              <a:solidFill>
                <a:prstClr val="black"/>
              </a:solidFill>
              <a:latin typeface="Times New Roman" panose="02020603050405020304" pitchFamily="18" charset="0"/>
              <a:ea typeface="楷体_GB2312" pitchFamily="49" charset="-122"/>
            </a:endParaRPr>
          </a:p>
          <a:p>
            <a:pPr marL="0" lvl="3">
              <a:spcBef>
                <a:spcPct val="20000"/>
              </a:spcBef>
              <a:buClr>
                <a:srgbClr val="31B6FD"/>
              </a:buClr>
              <a:buSzPct val="100000"/>
              <a:defRPr/>
            </a:pPr>
            <a:endParaRPr lang="en-US" altLang="zh-CN">
              <a:solidFill>
                <a:prstClr val="black"/>
              </a:solidFill>
              <a:latin typeface="Times New Roman" panose="02020603050405020304" pitchFamily="18" charset="0"/>
              <a:ea typeface="楷体_GB2312" pitchFamily="49" charset="-122"/>
            </a:endParaRPr>
          </a:p>
          <a:p>
            <a:pPr lvl="2">
              <a:spcBef>
                <a:spcPct val="20000"/>
              </a:spcBef>
              <a:buClr>
                <a:srgbClr val="31B6FD"/>
              </a:buClr>
              <a:buSzPct val="100000"/>
              <a:defRPr/>
            </a:pPr>
            <a:endParaRPr lang="zh-CN" altLang="en-US">
              <a:solidFill>
                <a:prstClr val="black"/>
              </a:solidFill>
              <a:latin typeface="Times New Roman" panose="02020603050405020304" pitchFamily="18" charset="0"/>
              <a:ea typeface="楷体_GB2312" pitchFamily="49" charset="-122"/>
            </a:endParaRPr>
          </a:p>
        </p:txBody>
      </p:sp>
      <p:sp>
        <p:nvSpPr>
          <p:cNvPr id="29" name="矩形 28">
            <a:extLst>
              <a:ext uri="{FF2B5EF4-FFF2-40B4-BE49-F238E27FC236}">
                <a16:creationId xmlns:a16="http://schemas.microsoft.com/office/drawing/2014/main" id="{23462490-6CE9-4112-9474-C2B75D720552}"/>
              </a:ext>
            </a:extLst>
          </p:cNvPr>
          <p:cNvSpPr/>
          <p:nvPr/>
        </p:nvSpPr>
        <p:spPr>
          <a:xfrm>
            <a:off x="7102475"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15</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FA2A497B-724C-4C6B-A5DE-3B61B588D85D}"/>
              </a:ext>
            </a:extLst>
          </p:cNvPr>
          <p:cNvSpPr/>
          <p:nvPr/>
        </p:nvSpPr>
        <p:spPr>
          <a:xfrm>
            <a:off x="7092950" y="1870075"/>
            <a:ext cx="684213" cy="395288"/>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latin typeface="Times New Roman" panose="02020603050405020304" pitchFamily="18" charset="0"/>
                <a:cs typeface="Times New Roman" panose="02020603050405020304" pitchFamily="18" charset="0"/>
              </a:rPr>
              <a:t>19</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9" name="Line 41">
            <a:extLst>
              <a:ext uri="{FF2B5EF4-FFF2-40B4-BE49-F238E27FC236}">
                <a16:creationId xmlns:a16="http://schemas.microsoft.com/office/drawing/2014/main" id="{5F769AA8-BB86-4840-B405-60581E2894D2}"/>
              </a:ext>
            </a:extLst>
          </p:cNvPr>
          <p:cNvSpPr>
            <a:spLocks noChangeShapeType="1"/>
          </p:cNvSpPr>
          <p:nvPr/>
        </p:nvSpPr>
        <p:spPr bwMode="auto">
          <a:xfrm flipV="1">
            <a:off x="67325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0" name="Line 41">
            <a:extLst>
              <a:ext uri="{FF2B5EF4-FFF2-40B4-BE49-F238E27FC236}">
                <a16:creationId xmlns:a16="http://schemas.microsoft.com/office/drawing/2014/main" id="{707DA7CA-49FE-4D9F-9BA6-A2E70391F0C4}"/>
              </a:ext>
            </a:extLst>
          </p:cNvPr>
          <p:cNvSpPr>
            <a:spLocks noChangeShapeType="1"/>
          </p:cNvSpPr>
          <p:nvPr/>
        </p:nvSpPr>
        <p:spPr bwMode="auto">
          <a:xfrm flipV="1">
            <a:off x="6877050"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1" name="Line 41">
            <a:extLst>
              <a:ext uri="{FF2B5EF4-FFF2-40B4-BE49-F238E27FC236}">
                <a16:creationId xmlns:a16="http://schemas.microsoft.com/office/drawing/2014/main" id="{C6337035-CB4B-46D3-BE4D-80C3AB1D5479}"/>
              </a:ext>
            </a:extLst>
          </p:cNvPr>
          <p:cNvSpPr>
            <a:spLocks noChangeShapeType="1"/>
          </p:cNvSpPr>
          <p:nvPr/>
        </p:nvSpPr>
        <p:spPr bwMode="auto">
          <a:xfrm flipV="1">
            <a:off x="7019925"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2" name="Line 41">
            <a:extLst>
              <a:ext uri="{FF2B5EF4-FFF2-40B4-BE49-F238E27FC236}">
                <a16:creationId xmlns:a16="http://schemas.microsoft.com/office/drawing/2014/main" id="{20B02E8F-8EDB-4C92-A3C5-88D53811312E}"/>
              </a:ext>
            </a:extLst>
          </p:cNvPr>
          <p:cNvSpPr>
            <a:spLocks noChangeShapeType="1"/>
          </p:cNvSpPr>
          <p:nvPr/>
        </p:nvSpPr>
        <p:spPr bwMode="auto">
          <a:xfrm flipV="1">
            <a:off x="71643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3" name="Line 41">
            <a:extLst>
              <a:ext uri="{FF2B5EF4-FFF2-40B4-BE49-F238E27FC236}">
                <a16:creationId xmlns:a16="http://schemas.microsoft.com/office/drawing/2014/main" id="{5504D22F-4D64-46D9-908E-DA0D4A24131D}"/>
              </a:ext>
            </a:extLst>
          </p:cNvPr>
          <p:cNvSpPr>
            <a:spLocks noChangeShapeType="1"/>
          </p:cNvSpPr>
          <p:nvPr/>
        </p:nvSpPr>
        <p:spPr bwMode="auto">
          <a:xfrm flipV="1">
            <a:off x="7307263"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sp>
        <p:nvSpPr>
          <p:cNvPr id="44" name="Line 41">
            <a:extLst>
              <a:ext uri="{FF2B5EF4-FFF2-40B4-BE49-F238E27FC236}">
                <a16:creationId xmlns:a16="http://schemas.microsoft.com/office/drawing/2014/main" id="{838A7F29-9308-47C4-A4E0-2C6D79674EB1}"/>
              </a:ext>
            </a:extLst>
          </p:cNvPr>
          <p:cNvSpPr>
            <a:spLocks noChangeShapeType="1"/>
          </p:cNvSpPr>
          <p:nvPr/>
        </p:nvSpPr>
        <p:spPr bwMode="auto">
          <a:xfrm flipV="1">
            <a:off x="7481888" y="647700"/>
            <a:ext cx="0" cy="215900"/>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solidFill>
                <a:prstClr val="black"/>
              </a:solidFill>
            </a:endParaRPr>
          </a:p>
        </p:txBody>
      </p:sp>
      <p:graphicFrame>
        <p:nvGraphicFramePr>
          <p:cNvPr id="22" name="Group 18">
            <a:extLst>
              <a:ext uri="{FF2B5EF4-FFF2-40B4-BE49-F238E27FC236}">
                <a16:creationId xmlns:a16="http://schemas.microsoft.com/office/drawing/2014/main" id="{57BFBE24-C5DC-4D5C-92D5-A73D1B645796}"/>
              </a:ext>
            </a:extLst>
          </p:cNvPr>
          <p:cNvGraphicFramePr>
            <a:graphicFrameLocks noGrp="1"/>
          </p:cNvGraphicFramePr>
          <p:nvPr>
            <p:extLst>
              <p:ext uri="{D42A27DB-BD31-4B8C-83A1-F6EECF244321}">
                <p14:modId xmlns:p14="http://schemas.microsoft.com/office/powerpoint/2010/main" val="3176273389"/>
              </p:ext>
            </p:extLst>
          </p:nvPr>
        </p:nvGraphicFramePr>
        <p:xfrm>
          <a:off x="7236296" y="3758942"/>
          <a:ext cx="1907703" cy="1371856"/>
        </p:xfrm>
        <a:graphic>
          <a:graphicData uri="http://schemas.openxmlformats.org/drawingml/2006/table">
            <a:tbl>
              <a:tblPr/>
              <a:tblGrid>
                <a:gridCol w="329064">
                  <a:extLst>
                    <a:ext uri="{9D8B030D-6E8A-4147-A177-3AD203B41FA5}">
                      <a16:colId xmlns:a16="http://schemas.microsoft.com/office/drawing/2014/main" val="20000"/>
                    </a:ext>
                  </a:extLst>
                </a:gridCol>
                <a:gridCol w="1578639">
                  <a:extLst>
                    <a:ext uri="{9D8B030D-6E8A-4147-A177-3AD203B41FA5}">
                      <a16:colId xmlns:a16="http://schemas.microsoft.com/office/drawing/2014/main" val="20001"/>
                    </a:ext>
                  </a:extLst>
                </a:gridCol>
              </a:tblGrid>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18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72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 name="矩形 1">
            <a:extLst>
              <a:ext uri="{FF2B5EF4-FFF2-40B4-BE49-F238E27FC236}">
                <a16:creationId xmlns:a16="http://schemas.microsoft.com/office/drawing/2014/main" id="{5C8CAA7C-32DB-4DC7-A57B-6B747510B1EB}"/>
              </a:ext>
            </a:extLst>
          </p:cNvPr>
          <p:cNvSpPr>
            <a:spLocks noChangeArrowheads="1"/>
          </p:cNvSpPr>
          <p:nvPr/>
        </p:nvSpPr>
        <p:spPr bwMode="auto">
          <a:xfrm>
            <a:off x="6434065" y="-22315"/>
            <a:ext cx="2206053" cy="400110"/>
          </a:xfrm>
          <a:prstGeom prst="rect">
            <a:avLst/>
          </a:prstGeom>
          <a:noFill/>
          <a:ln w="9525">
            <a:noFill/>
            <a:miter lim="800000"/>
            <a:headEnd/>
            <a:tailEnd/>
          </a:ln>
        </p:spPr>
        <p:txBody>
          <a:bodyPr wrap="none">
            <a:spAutoFit/>
          </a:bodyPr>
          <a:lstStyle/>
          <a:p>
            <a:pPr eaLnBrk="1" hangingPunct="1">
              <a:defRPr/>
            </a:pP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digit*</a:t>
            </a:r>
            <a:r>
              <a:rPr kumimoji="1" lang="en-US" altLang="zh-CN" sz="2000" dirty="0" err="1">
                <a:solidFill>
                  <a:schemeClr val="tx2">
                    <a:lumMod val="60000"/>
                    <a:lumOff val="40000"/>
                  </a:schemeClr>
                </a:solidFill>
                <a:latin typeface="Times New Roman" pitchFamily="18" charset="0"/>
                <a:ea typeface="楷体_GB2312" pitchFamily="49" charset="-122"/>
                <a:cs typeface="Times New Roman" pitchFamily="18" charset="0"/>
              </a:rPr>
              <a:t>digit+digit</a:t>
            </a:r>
            <a:r>
              <a:rPr kumimoji="1" lang="en-US" altLang="zh-CN" sz="2000" dirty="0">
                <a:solidFill>
                  <a:schemeClr val="tx2">
                    <a:lumMod val="60000"/>
                    <a:lumOff val="40000"/>
                  </a:schemeClr>
                </a:solidFill>
                <a:latin typeface="Times New Roman" pitchFamily="18" charset="0"/>
                <a:ea typeface="楷体_GB2312" pitchFamily="49" charset="-122"/>
                <a:cs typeface="Times New Roman" pitchFamily="18" charset="0"/>
              </a:rPr>
              <a:t> $</a:t>
            </a:r>
            <a:endParaRPr lang="zh-CN" altLang="en-US" sz="2000" dirty="0">
              <a:solidFill>
                <a:schemeClr val="tx2">
                  <a:lumMod val="60000"/>
                  <a:lumOff val="40000"/>
                </a:schemeClr>
              </a:solidFill>
              <a:latin typeface="Times New Roman" pitchFamily="18" charset="0"/>
              <a:ea typeface="楷体_GB2312" pitchFamily="49" charset="-122"/>
              <a:cs typeface="Times New Roman" pitchFamily="18" charset="0"/>
            </a:endParaRPr>
          </a:p>
        </p:txBody>
      </p:sp>
      <p:sp>
        <p:nvSpPr>
          <p:cNvPr id="3" name="灯片编号占位符 2">
            <a:extLst>
              <a:ext uri="{FF2B5EF4-FFF2-40B4-BE49-F238E27FC236}">
                <a16:creationId xmlns:a16="http://schemas.microsoft.com/office/drawing/2014/main" id="{C0D5520E-EE47-4DA4-9F3F-AC1DFD895077}"/>
              </a:ext>
            </a:extLst>
          </p:cNvPr>
          <p:cNvSpPr>
            <a:spLocks noGrp="1"/>
          </p:cNvSpPr>
          <p:nvPr>
            <p:ph type="sldNum" sz="quarter" idx="10"/>
          </p:nvPr>
        </p:nvSpPr>
        <p:spPr/>
        <p:txBody>
          <a:bodyPr/>
          <a:lstStyle/>
          <a:p>
            <a:pPr>
              <a:defRPr/>
            </a:pPr>
            <a:fld id="{8E104948-B687-4A74-87EB-9097C047E113}" type="slidenum">
              <a:rPr lang="zh-CN" altLang="en-US" smtClean="0"/>
              <a:pPr>
                <a:defRPr/>
              </a:pPr>
              <a:t>48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EA04F9B6-0512-4415-BF5D-70F5D8C4B598}"/>
              </a:ext>
            </a:extLst>
          </p:cNvPr>
          <p:cNvSpPr>
            <a:spLocks noChangeArrowheads="1"/>
          </p:cNvSpPr>
          <p:nvPr/>
        </p:nvSpPr>
        <p:spPr bwMode="auto">
          <a:xfrm>
            <a:off x="2000250" y="706438"/>
            <a:ext cx="50022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sz="3300">
              <a:solidFill>
                <a:schemeClr val="folHlink"/>
              </a:solidFill>
              <a:latin typeface="楷体_GB2312" pitchFamily="49" charset="-122"/>
              <a:ea typeface="楷体_GB2312" pitchFamily="49" charset="-122"/>
            </a:endParaRPr>
          </a:p>
        </p:txBody>
      </p:sp>
      <p:sp>
        <p:nvSpPr>
          <p:cNvPr id="129027" name="Rectangle 3">
            <a:extLst>
              <a:ext uri="{FF2B5EF4-FFF2-40B4-BE49-F238E27FC236}">
                <a16:creationId xmlns:a16="http://schemas.microsoft.com/office/drawing/2014/main" id="{77708401-ED2B-4F28-B93A-3D659681A02F}"/>
              </a:ext>
            </a:extLst>
          </p:cNvPr>
          <p:cNvSpPr>
            <a:spLocks noChangeArrowheads="1"/>
          </p:cNvSpPr>
          <p:nvPr/>
        </p:nvSpPr>
        <p:spPr bwMode="auto">
          <a:xfrm>
            <a:off x="465138" y="857250"/>
            <a:ext cx="7931150" cy="3730625"/>
          </a:xfrm>
          <a:prstGeom prst="rect">
            <a:avLst/>
          </a:prstGeom>
          <a:noFill/>
          <a:ln w="9525">
            <a:noFill/>
            <a:miter lim="800000"/>
            <a:headEnd/>
            <a:tailEnd/>
          </a:ln>
        </p:spPr>
        <p:txBody>
          <a:bodyPr lIns="68580" tIns="34290" rIns="68580" bIns="34290"/>
          <a:lstStyle/>
          <a:p>
            <a:pPr marL="257175" indent="-257175" eaLnBrk="1" hangingPunct="1">
              <a:lnSpc>
                <a:spcPts val="4000"/>
              </a:lnSpc>
              <a:spcBef>
                <a:spcPct val="20000"/>
              </a:spcBef>
              <a:buSzPct val="100000"/>
              <a:buFont typeface="Wingdings" pitchFamily="2" charset="2"/>
              <a:buChar char="Ø"/>
              <a:defRPr/>
            </a:pPr>
            <a:r>
              <a:rPr kumimoji="1" lang="zh-CN" altLang="en-US" sz="2800" dirty="0">
                <a:latin typeface="Times New Roman" pitchFamily="18" charset="0"/>
                <a:ea typeface="楷体" pitchFamily="49" charset="-122"/>
                <a:cs typeface="Times New Roman" pitchFamily="18" charset="0"/>
              </a:rPr>
              <a:t>将</a:t>
            </a:r>
            <a:r>
              <a:rPr kumimoji="1" lang="en-US" altLang="zh-CN" sz="2800" i="1" dirty="0">
                <a:latin typeface="Times New Roman" pitchFamily="18" charset="0"/>
                <a:ea typeface="楷体" pitchFamily="49" charset="-122"/>
                <a:cs typeface="Times New Roman" pitchFamily="18" charset="0"/>
              </a:rPr>
              <a:t>L-SDD</a:t>
            </a:r>
            <a:r>
              <a:rPr kumimoji="1" lang="zh-CN" altLang="en-US" sz="2800" dirty="0">
                <a:latin typeface="Times New Roman" pitchFamily="18" charset="0"/>
                <a:ea typeface="楷体" pitchFamily="49" charset="-122"/>
                <a:cs typeface="Times New Roman" pitchFamily="18" charset="0"/>
              </a:rPr>
              <a:t>转换为</a:t>
            </a:r>
            <a:r>
              <a:rPr kumimoji="1" lang="en-US" altLang="zh-CN" sz="2800" i="1" dirty="0">
                <a:latin typeface="Times New Roman" pitchFamily="18" charset="0"/>
                <a:ea typeface="楷体" pitchFamily="49" charset="-122"/>
                <a:cs typeface="Times New Roman" pitchFamily="18" charset="0"/>
              </a:rPr>
              <a:t>SDT</a:t>
            </a:r>
            <a:r>
              <a:rPr kumimoji="1" lang="zh-CN" altLang="en-US" sz="2800" dirty="0">
                <a:latin typeface="Times New Roman" pitchFamily="18" charset="0"/>
                <a:ea typeface="楷体" pitchFamily="49" charset="-122"/>
                <a:cs typeface="Times New Roman" pitchFamily="18" charset="0"/>
              </a:rPr>
              <a:t>的规则</a:t>
            </a:r>
            <a:endParaRPr kumimoji="1" lang="en-US" altLang="zh-CN" sz="2800" dirty="0">
              <a:latin typeface="Times New Roman" pitchFamily="18" charset="0"/>
              <a:ea typeface="楷体" pitchFamily="49" charset="-122"/>
              <a:cs typeface="Times New Roman" pitchFamily="18" charset="0"/>
            </a:endParaRPr>
          </a:p>
          <a:p>
            <a:pPr marL="600075" lvl="1" indent="-257175" eaLnBrk="1" hangingPunct="1">
              <a:lnSpc>
                <a:spcPts val="4000"/>
              </a:lnSpc>
              <a:spcBef>
                <a:spcPct val="20000"/>
              </a:spcBef>
              <a:buSzPct val="100000"/>
              <a:buFont typeface="Wingdings" pitchFamily="2" charset="2"/>
              <a:buChar char="Ø"/>
              <a:defRPr/>
            </a:pPr>
            <a:r>
              <a:rPr kumimoji="1" lang="zh-CN" altLang="en-US" sz="2800" dirty="0">
                <a:latin typeface="Times New Roman" pitchFamily="18" charset="0"/>
                <a:ea typeface="楷体" pitchFamily="49" charset="-122"/>
                <a:cs typeface="Times New Roman" pitchFamily="18" charset="0"/>
              </a:rPr>
              <a:t>将计算某个非终结符号</a:t>
            </a:r>
            <a:r>
              <a:rPr kumimoji="1" lang="en-US" altLang="zh-CN" sz="2800" i="1" dirty="0">
                <a:solidFill>
                  <a:srgbClr val="0070C0"/>
                </a:solidFill>
                <a:latin typeface="Times New Roman" pitchFamily="18" charset="0"/>
                <a:ea typeface="楷体" pitchFamily="49" charset="-122"/>
                <a:cs typeface="Times New Roman" pitchFamily="18" charset="0"/>
              </a:rPr>
              <a:t>A</a:t>
            </a:r>
            <a:r>
              <a:rPr kumimoji="1" lang="zh-CN" altLang="en-US" sz="2800" dirty="0">
                <a:solidFill>
                  <a:srgbClr val="0070C0"/>
                </a:solidFill>
                <a:latin typeface="Times New Roman" pitchFamily="18" charset="0"/>
                <a:ea typeface="楷体" pitchFamily="49" charset="-122"/>
                <a:cs typeface="Times New Roman" pitchFamily="18" charset="0"/>
              </a:rPr>
              <a:t>的继承属性</a:t>
            </a:r>
            <a:r>
              <a:rPr kumimoji="1" lang="zh-CN" altLang="en-US" sz="2800" dirty="0">
                <a:latin typeface="Times New Roman" pitchFamily="18" charset="0"/>
                <a:ea typeface="楷体" pitchFamily="49" charset="-122"/>
                <a:cs typeface="Times New Roman" pitchFamily="18" charset="0"/>
              </a:rPr>
              <a:t>的动作插入到产生式右部中</a:t>
            </a:r>
            <a:r>
              <a:rPr kumimoji="1" lang="zh-CN" altLang="en-US" sz="2800" dirty="0">
                <a:solidFill>
                  <a:srgbClr val="0070C0"/>
                </a:solidFill>
                <a:latin typeface="Times New Roman" pitchFamily="18" charset="0"/>
                <a:ea typeface="楷体" pitchFamily="49" charset="-122"/>
                <a:cs typeface="Times New Roman" pitchFamily="18" charset="0"/>
              </a:rPr>
              <a:t>紧靠在</a:t>
            </a:r>
            <a:r>
              <a:rPr kumimoji="1" lang="en-US" altLang="zh-CN" sz="2800" i="1" dirty="0">
                <a:solidFill>
                  <a:srgbClr val="0070C0"/>
                </a:solidFill>
                <a:latin typeface="Times New Roman" pitchFamily="18" charset="0"/>
                <a:ea typeface="楷体" pitchFamily="49" charset="-122"/>
                <a:cs typeface="Times New Roman" pitchFamily="18" charset="0"/>
              </a:rPr>
              <a:t>A</a:t>
            </a:r>
            <a:r>
              <a:rPr kumimoji="1" lang="zh-CN" altLang="en-US" sz="2800" dirty="0">
                <a:solidFill>
                  <a:srgbClr val="0070C0"/>
                </a:solidFill>
                <a:latin typeface="Times New Roman" pitchFamily="18" charset="0"/>
                <a:ea typeface="楷体" pitchFamily="49" charset="-122"/>
                <a:cs typeface="Times New Roman" pitchFamily="18" charset="0"/>
              </a:rPr>
              <a:t>的本次出现之前</a:t>
            </a:r>
            <a:r>
              <a:rPr kumimoji="1" lang="zh-CN" altLang="en-US" sz="2800" dirty="0">
                <a:latin typeface="Times New Roman" pitchFamily="18" charset="0"/>
                <a:ea typeface="楷体" pitchFamily="49" charset="-122"/>
                <a:cs typeface="Times New Roman" pitchFamily="18" charset="0"/>
              </a:rPr>
              <a:t>的位置上</a:t>
            </a:r>
            <a:endParaRPr kumimoji="1" lang="en-US" altLang="zh-CN" sz="2800" dirty="0">
              <a:latin typeface="Times New Roman" pitchFamily="18" charset="0"/>
              <a:ea typeface="楷体" pitchFamily="49" charset="-122"/>
              <a:cs typeface="Times New Roman" pitchFamily="18" charset="0"/>
            </a:endParaRPr>
          </a:p>
          <a:p>
            <a:pPr marL="600075" lvl="1" indent="-257175" eaLnBrk="1" hangingPunct="1">
              <a:lnSpc>
                <a:spcPts val="4000"/>
              </a:lnSpc>
              <a:spcBef>
                <a:spcPct val="20000"/>
              </a:spcBef>
              <a:buSzPct val="100000"/>
              <a:buFont typeface="Wingdings" pitchFamily="2" charset="2"/>
              <a:buChar char="Ø"/>
              <a:defRPr/>
            </a:pPr>
            <a:r>
              <a:rPr kumimoji="1" lang="zh-CN" altLang="en-US" sz="2800" dirty="0">
                <a:latin typeface="Times New Roman" pitchFamily="18" charset="0"/>
                <a:ea typeface="楷体" pitchFamily="49" charset="-122"/>
                <a:cs typeface="Times New Roman" pitchFamily="18" charset="0"/>
              </a:rPr>
              <a:t>将计算一个产生式左部符号的</a:t>
            </a:r>
            <a:r>
              <a:rPr kumimoji="1" lang="zh-CN" altLang="en-US" sz="2800" dirty="0">
                <a:solidFill>
                  <a:srgbClr val="0070C0"/>
                </a:solidFill>
                <a:latin typeface="Times New Roman" pitchFamily="18" charset="0"/>
                <a:ea typeface="楷体" pitchFamily="49" charset="-122"/>
                <a:cs typeface="Times New Roman" pitchFamily="18" charset="0"/>
              </a:rPr>
              <a:t>综合属性</a:t>
            </a:r>
            <a:r>
              <a:rPr kumimoji="1" lang="zh-CN" altLang="en-US" sz="2800" dirty="0">
                <a:latin typeface="Times New Roman" pitchFamily="18" charset="0"/>
                <a:ea typeface="楷体" pitchFamily="49" charset="-122"/>
                <a:cs typeface="Times New Roman" pitchFamily="18" charset="0"/>
              </a:rPr>
              <a:t>的动作放置在这个产生式右部的</a:t>
            </a:r>
            <a:r>
              <a:rPr kumimoji="1" lang="zh-CN" altLang="en-US" sz="2800" dirty="0">
                <a:solidFill>
                  <a:srgbClr val="0070C0"/>
                </a:solidFill>
                <a:latin typeface="Times New Roman" pitchFamily="18" charset="0"/>
                <a:ea typeface="楷体" pitchFamily="49" charset="-122"/>
                <a:cs typeface="Times New Roman" pitchFamily="18" charset="0"/>
              </a:rPr>
              <a:t>最右端</a:t>
            </a:r>
          </a:p>
        </p:txBody>
      </p:sp>
      <p:sp>
        <p:nvSpPr>
          <p:cNvPr id="4" name="Rectangle 2">
            <a:extLst>
              <a:ext uri="{FF2B5EF4-FFF2-40B4-BE49-F238E27FC236}">
                <a16:creationId xmlns:a16="http://schemas.microsoft.com/office/drawing/2014/main" id="{1C61835F-2370-4B91-B481-E03B7E77EF38}"/>
              </a:ext>
            </a:extLst>
          </p:cNvPr>
          <p:cNvSpPr>
            <a:spLocks noGrp="1" noChangeArrowheads="1"/>
          </p:cNvSpPr>
          <p:nvPr>
            <p:ph type="title"/>
          </p:nvPr>
        </p:nvSpPr>
        <p:spPr>
          <a:xfrm>
            <a:off x="755650" y="268288"/>
            <a:ext cx="7931150" cy="358775"/>
          </a:xfrm>
        </p:spPr>
        <p:txBody>
          <a:bodyPr/>
          <a:lstStyle/>
          <a:p>
            <a:pPr eaLnBrk="1" hangingPunct="1">
              <a:defRPr/>
            </a:pPr>
            <a:r>
              <a:rPr lang="zh-CN" altLang="en-US" spc="300">
                <a:solidFill>
                  <a:prstClr val="black"/>
                </a:solidFill>
                <a:latin typeface="Times New Roman" panose="02020603050405020304" pitchFamily="18" charset="0"/>
                <a:cs typeface="Times New Roman" panose="02020603050405020304" pitchFamily="18" charset="0"/>
              </a:rPr>
              <a:t>将</a:t>
            </a:r>
            <a:r>
              <a:rPr lang="en-US" altLang="zh-CN" i="1">
                <a:solidFill>
                  <a:prstClr val="black"/>
                </a:solidFill>
                <a:latin typeface="Times New Roman" panose="02020603050405020304" pitchFamily="18" charset="0"/>
                <a:cs typeface="Times New Roman" panose="02020603050405020304" pitchFamily="18" charset="0"/>
              </a:rPr>
              <a:t>L-SDD</a:t>
            </a:r>
            <a:r>
              <a:rPr lang="zh-CN" altLang="en-US" spc="300">
                <a:solidFill>
                  <a:prstClr val="black"/>
                </a:solidFill>
                <a:latin typeface="Times New Roman" panose="02020603050405020304" pitchFamily="18" charset="0"/>
                <a:cs typeface="Times New Roman" panose="02020603050405020304" pitchFamily="18" charset="0"/>
              </a:rPr>
              <a:t>转换为</a:t>
            </a:r>
            <a:r>
              <a:rPr lang="en-US" altLang="zh-CN" i="1">
                <a:solidFill>
                  <a:prstClr val="black"/>
                </a:solidFill>
                <a:latin typeface="Times New Roman" panose="02020603050405020304" pitchFamily="18" charset="0"/>
                <a:cs typeface="Times New Roman" panose="02020603050405020304" pitchFamily="18" charset="0"/>
              </a:rPr>
              <a:t>SDT</a:t>
            </a:r>
            <a:endParaRPr kumimoji="1" lang="zh-CN" altLang="en-US" i="1" dirty="0">
              <a:latin typeface="Times New Roman" panose="02020603050405020304" pitchFamily="18" charset="0"/>
              <a:ea typeface="楷体_GB2312" pitchFamily="49"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0439770D-8B31-4441-884F-D71DFA8C402B}"/>
              </a:ext>
            </a:extLst>
          </p:cNvPr>
          <p:cNvSpPr>
            <a:spLocks noGrp="1"/>
          </p:cNvSpPr>
          <p:nvPr>
            <p:ph type="sldNum" sz="quarter" idx="10"/>
          </p:nvPr>
        </p:nvSpPr>
        <p:spPr/>
        <p:txBody>
          <a:bodyPr/>
          <a:lstStyle/>
          <a:p>
            <a:pPr>
              <a:defRPr/>
            </a:pPr>
            <a:fld id="{8E104948-B687-4A74-87EB-9097C047E113}" type="slidenum">
              <a:rPr lang="zh-CN" altLang="en-US" smtClean="0"/>
              <a:pPr>
                <a:defRPr/>
              </a:pPr>
              <a:t>49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animEffect transition="in" filter="wipe(down)">
                                      <p:cBhvr>
                                        <p:cTn id="7" dur="500"/>
                                        <p:tgtEl>
                                          <p:spTgt spid="129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9027">
                                            <p:txEl>
                                              <p:pRg st="2" end="2"/>
                                            </p:txEl>
                                          </p:spTgt>
                                        </p:tgtEl>
                                        <p:attrNameLst>
                                          <p:attrName>style.visibility</p:attrName>
                                        </p:attrNameLst>
                                      </p:cBhvr>
                                      <p:to>
                                        <p:strVal val="visible"/>
                                      </p:to>
                                    </p:set>
                                    <p:animEffect transition="in" filter="wipe(down)">
                                      <p:cBhvr>
                                        <p:cTn id="12" dur="500"/>
                                        <p:tgtEl>
                                          <p:spTgt spid="1290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9027">
                                            <p:txEl>
                                              <p:pRg st="1" end="1"/>
                                            </p:txEl>
                                          </p:spTgt>
                                        </p:tgtEl>
                                        <p:attrNameLst>
                                          <p:attrName>style.visibility</p:attrName>
                                        </p:attrNameLst>
                                      </p:cBhvr>
                                      <p:to>
                                        <p:strVal val="visible"/>
                                      </p:to>
                                    </p:set>
                                    <p:animEffect transition="in" filter="wipe(down)">
                                      <p:cBhvr>
                                        <p:cTn id="17" dur="500"/>
                                        <p:tgtEl>
                                          <p:spTgt spid="1290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组合 16">
            <a:extLst>
              <a:ext uri="{FF2B5EF4-FFF2-40B4-BE49-F238E27FC236}">
                <a16:creationId xmlns:a16="http://schemas.microsoft.com/office/drawing/2014/main" id="{073B4CBC-E670-4F51-86EE-93C49DB540E1}"/>
              </a:ext>
            </a:extLst>
          </p:cNvPr>
          <p:cNvGrpSpPr>
            <a:grpSpLocks/>
          </p:cNvGrpSpPr>
          <p:nvPr/>
        </p:nvGrpSpPr>
        <p:grpSpPr bwMode="auto">
          <a:xfrm>
            <a:off x="2051050" y="571486"/>
            <a:ext cx="4714875" cy="2611438"/>
            <a:chOff x="214282" y="1210931"/>
            <a:chExt cx="4715291" cy="2611773"/>
          </a:xfrm>
          <a:solidFill>
            <a:schemeClr val="accent5">
              <a:lumMod val="60000"/>
              <a:lumOff val="40000"/>
            </a:schemeClr>
          </a:solidFill>
        </p:grpSpPr>
        <p:sp>
          <p:nvSpPr>
            <p:cNvPr id="13" name="Rectangle 6">
              <a:extLst>
                <a:ext uri="{FF2B5EF4-FFF2-40B4-BE49-F238E27FC236}">
                  <a16:creationId xmlns:a16="http://schemas.microsoft.com/office/drawing/2014/main" id="{A3DC8794-537F-4A40-A51E-DA9389E0D38A}"/>
                </a:ext>
              </a:extLst>
            </p:cNvPr>
            <p:cNvSpPr>
              <a:spLocks noChangeArrowheads="1"/>
            </p:cNvSpPr>
            <p:nvPr/>
          </p:nvSpPr>
          <p:spPr bwMode="auto">
            <a:xfrm>
              <a:off x="214282" y="1210931"/>
              <a:ext cx="4715291" cy="2610185"/>
            </a:xfrm>
            <a:prstGeom prst="rect">
              <a:avLst/>
            </a:prstGeom>
            <a:grpFill/>
            <a:ln w="12700">
              <a:solidFill>
                <a:schemeClr val="tx1"/>
              </a:solidFill>
              <a:miter lim="800000"/>
              <a:headEnd/>
              <a:tailEnd type="none" w="lg" len="lg"/>
            </a:ln>
          </p:spPr>
          <p:txBody>
            <a:bodyPr lIns="67500" tIns="35100" rIns="67500" bIns="35100">
              <a:spAutoFit/>
            </a:bodyPr>
            <a:lstStyle/>
            <a:p>
              <a:pPr eaLnBrk="1" hangingPunct="1">
                <a:lnSpc>
                  <a:spcPts val="1800"/>
                </a:lnSpc>
                <a:spcBef>
                  <a:spcPct val="50000"/>
                </a:spcBef>
                <a:defRPr/>
              </a:pPr>
              <a:r>
                <a:rPr kumimoji="1" lang="en-US" altLang="zh-CN" sz="1200" b="0" dirty="0">
                  <a:latin typeface="Times New Roman" panose="02020603050405020304" pitchFamily="18" charset="0"/>
                  <a:ea typeface="楷体_GB2312" pitchFamily="49" charset="-122"/>
                  <a:cs typeface="Times New Roman" panose="02020603050405020304" pitchFamily="18" charset="0"/>
                </a:rPr>
                <a:t>                 </a:t>
              </a:r>
              <a:r>
                <a:rPr kumimoji="1" lang="zh-CN" altLang="en-US" sz="2000" dirty="0">
                  <a:latin typeface="楷体" panose="02010609060101010101" pitchFamily="49" charset="-122"/>
                  <a:ea typeface="楷体" panose="02010609060101010101" pitchFamily="49" charset="-122"/>
                  <a:cs typeface="Times New Roman" panose="02020603050405020304" pitchFamily="18" charset="0"/>
                </a:rPr>
                <a:t>产生式         语义规则</a:t>
              </a:r>
            </a:p>
            <a:p>
              <a:pPr eaLnBrk="1" hangingPunct="1">
                <a:lnSpc>
                  <a:spcPts val="1800"/>
                </a:lnSpc>
                <a:spcBef>
                  <a:spcPct val="50000"/>
                </a:spcBef>
                <a:defRPr/>
              </a:pPr>
              <a:r>
                <a:rPr kumimoji="1" lang="en-US" altLang="zh-CN" sz="2000" dirty="0">
                  <a:latin typeface="Times New Roman" panose="02020603050405020304" pitchFamily="18" charset="0"/>
                  <a:ea typeface="楷体_GB2312" pitchFamily="49" charset="-122"/>
                  <a:cs typeface="Times New Roman" panose="02020603050405020304" pitchFamily="18" charset="0"/>
                </a:rPr>
                <a:t>(1)</a:t>
              </a:r>
              <a:r>
                <a:rPr kumimoji="1" lang="zh-CN" altLang="en-US" sz="2000" dirty="0">
                  <a:latin typeface="Times New Roman" panose="02020603050405020304" pitchFamily="18" charset="0"/>
                  <a:ea typeface="楷体_GB2312" pitchFamily="49" charset="-122"/>
                  <a:cs typeface="Times New Roman" panose="02020603050405020304" pitchFamily="18" charset="0"/>
                </a:rPr>
                <a:t>  </a:t>
              </a:r>
              <a:r>
                <a:rPr kumimoji="1" lang="en-US" altLang="zh-CN" sz="2000" i="1" dirty="0">
                  <a:latin typeface="Times New Roman" panose="02020603050405020304" pitchFamily="18" charset="0"/>
                  <a:ea typeface="楷体_GB2312" pitchFamily="49" charset="-122"/>
                  <a:cs typeface="Times New Roman" panose="02020603050405020304" pitchFamily="18" charset="0"/>
                </a:rPr>
                <a:t>T </a:t>
              </a:r>
              <a:r>
                <a:rPr kumimoji="1" lang="en-US" altLang="zh-CN" sz="2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F 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000" i="1" dirty="0">
                  <a:latin typeface="Times New Roman" panose="02020603050405020304" pitchFamily="18" charset="0"/>
                  <a:ea typeface="楷体_GB2312" pitchFamily="49" charset="-122"/>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err="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inh</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 </a:t>
              </a:r>
              <a:r>
                <a:rPr kumimoji="1" lang="en-US" altLang="zh-CN" sz="2000" i="1" dirty="0" err="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F</a:t>
              </a:r>
              <a:r>
                <a:rPr lang="en-US" altLang="zh-CN" sz="2000" i="1" dirty="0" err="1">
                  <a:latin typeface="Times New Roman" panose="02020603050405020304" pitchFamily="18" charset="0"/>
                  <a:ea typeface="楷体_GB2312" pitchFamily="49" charset="-122"/>
                  <a:cs typeface="Times New Roman" panose="02020603050405020304" pitchFamily="18" charset="0"/>
                </a:rPr>
                <a:t>.val</a:t>
              </a:r>
              <a:endParaRPr kumimoji="1" lang="en-US" altLang="zh-CN" sz="2000" i="1" dirty="0">
                <a:latin typeface="Times New Roman" panose="02020603050405020304" pitchFamily="18" charset="0"/>
                <a:ea typeface="楷体_GB2312" pitchFamily="49" charset="-122"/>
                <a:cs typeface="Times New Roman" panose="02020603050405020304" pitchFamily="18" charset="0"/>
              </a:endParaRPr>
            </a:p>
            <a:p>
              <a:pPr eaLnBrk="1" hangingPunct="1">
                <a:lnSpc>
                  <a:spcPts val="1800"/>
                </a:lnSpc>
                <a:spcBef>
                  <a:spcPct val="50000"/>
                </a:spcBef>
                <a:defRPr/>
              </a:pPr>
              <a:r>
                <a:rPr kumimoji="1" lang="en-US" altLang="zh-CN" sz="2000" dirty="0">
                  <a:latin typeface="Times New Roman" panose="02020603050405020304" pitchFamily="18" charset="0"/>
                  <a:ea typeface="楷体_GB2312" pitchFamily="49" charset="-122"/>
                  <a:cs typeface="Times New Roman" panose="02020603050405020304" pitchFamily="18" charset="0"/>
                </a:rPr>
                <a:t>              </a:t>
              </a:r>
              <a:r>
                <a:rPr kumimoji="1" lang="en-US" altLang="zh-CN" sz="2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000" i="1" dirty="0" err="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T</a:t>
              </a:r>
              <a:r>
                <a:rPr lang="en-US" altLang="zh-CN" sz="2000" i="1" dirty="0" err="1">
                  <a:latin typeface="Times New Roman" panose="02020603050405020304" pitchFamily="18" charset="0"/>
                  <a:ea typeface="楷体_GB2312" pitchFamily="49" charset="-122"/>
                  <a:cs typeface="Times New Roman" panose="02020603050405020304" pitchFamily="18" charset="0"/>
                </a:rPr>
                <a:t>.val</a:t>
              </a:r>
              <a:r>
                <a:rPr kumimoji="1" lang="en-US" altLang="zh-CN" sz="2000" i="1" dirty="0">
                  <a:latin typeface="Times New Roman" panose="02020603050405020304" pitchFamily="18" charset="0"/>
                  <a:ea typeface="楷体_GB2312" pitchFamily="49" charset="-122"/>
                  <a:cs typeface="Times New Roman" panose="02020603050405020304" pitchFamily="18" charset="0"/>
                </a:rPr>
                <a:t> </a:t>
              </a:r>
              <a:r>
                <a:rPr kumimoji="1" lang="en-US" altLang="zh-CN" sz="2000" dirty="0">
                  <a:latin typeface="Times New Roman" panose="02020603050405020304" pitchFamily="18" charset="0"/>
                  <a:ea typeface="楷体_GB2312" pitchFamily="49" charset="-122"/>
                  <a:cs typeface="Times New Roman" panose="02020603050405020304" pitchFamily="18" charset="0"/>
                </a:rPr>
                <a:t>= </a:t>
              </a:r>
              <a:r>
                <a:rPr kumimoji="1" lang="en-US" altLang="zh-CN" sz="2000" i="1" dirty="0">
                  <a:latin typeface="Times New Roman" panose="02020603050405020304" pitchFamily="18" charset="0"/>
                  <a:ea typeface="楷体_GB2312" pitchFamily="49" charset="-122"/>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latin typeface="Times New Roman" panose="02020603050405020304" pitchFamily="18" charset="0"/>
                  <a:ea typeface="楷体_GB2312" pitchFamily="49" charset="-122"/>
                  <a:cs typeface="Times New Roman" panose="02020603050405020304" pitchFamily="18" charset="0"/>
                </a:rPr>
                <a:t>.</a:t>
              </a:r>
              <a:r>
                <a:rPr lang="en-US" altLang="zh-CN" sz="2000" i="1" dirty="0" err="1">
                  <a:latin typeface="Times New Roman" panose="02020603050405020304" pitchFamily="18" charset="0"/>
                  <a:ea typeface="楷体_GB2312" pitchFamily="49" charset="-122"/>
                  <a:cs typeface="Times New Roman" panose="02020603050405020304" pitchFamily="18" charset="0"/>
                </a:rPr>
                <a:t>syn</a:t>
              </a:r>
              <a:endParaRPr kumimoji="1" lang="en-US" altLang="zh-CN" sz="2000" i="1" dirty="0">
                <a:latin typeface="Times New Roman" panose="02020603050405020304" pitchFamily="18" charset="0"/>
                <a:ea typeface="楷体_GB2312" pitchFamily="49" charset="-122"/>
                <a:cs typeface="Times New Roman" panose="02020603050405020304" pitchFamily="18" charset="0"/>
              </a:endParaRPr>
            </a:p>
            <a:p>
              <a:pPr eaLnBrk="1" hangingPunct="1">
                <a:lnSpc>
                  <a:spcPts val="1800"/>
                </a:lnSpc>
                <a:spcBef>
                  <a:spcPct val="50000"/>
                </a:spcBef>
                <a:defRPr/>
              </a:pPr>
              <a:r>
                <a:rPr kumimoji="1" lang="en-US" altLang="zh-CN" sz="2000" dirty="0">
                  <a:latin typeface="Times New Roman" panose="02020603050405020304" pitchFamily="18" charset="0"/>
                  <a:ea typeface="楷体_GB2312" pitchFamily="49" charset="-122"/>
                  <a:cs typeface="Times New Roman" panose="02020603050405020304" pitchFamily="18" charset="0"/>
                </a:rPr>
                <a:t>(2)  </a:t>
              </a:r>
              <a:r>
                <a:rPr kumimoji="1" lang="en-US" altLang="zh-CN" sz="2000" i="1" dirty="0">
                  <a:latin typeface="Times New Roman" panose="02020603050405020304" pitchFamily="18" charset="0"/>
                  <a:ea typeface="楷体_GB2312" pitchFamily="49" charset="-122"/>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000" dirty="0">
                  <a:latin typeface="Times New Roman" panose="02020603050405020304" pitchFamily="18" charset="0"/>
                  <a:ea typeface="楷体_GB2312" pitchFamily="49" charset="-122"/>
                  <a:cs typeface="Times New Roman" panose="02020603050405020304" pitchFamily="18" charset="0"/>
                </a:rPr>
                <a:t> </a:t>
              </a:r>
              <a:r>
                <a:rPr kumimoji="1" lang="en-US" altLang="zh-CN" sz="2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000" dirty="0">
                  <a:latin typeface="Times New Roman" panose="02020603050405020304" pitchFamily="18" charset="0"/>
                  <a:ea typeface="楷体_GB2312" pitchFamily="49" charset="-122"/>
                  <a:cs typeface="Times New Roman" panose="02020603050405020304" pitchFamily="18" charset="0"/>
                </a:rPr>
                <a:t>*</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F T</a:t>
              </a:r>
              <a:r>
                <a:rPr kumimoji="1" lang="en-US" altLang="zh-CN" sz="2000" i="1" baseline="-25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1</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000"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2000" i="1" dirty="0">
                  <a:latin typeface="Times New Roman" panose="02020603050405020304" pitchFamily="18" charset="0"/>
                  <a:ea typeface="楷体_GB2312" pitchFamily="49" charset="-122"/>
                  <a:cs typeface="Times New Roman" panose="02020603050405020304" pitchFamily="18" charset="0"/>
                </a:rPr>
                <a:t>T</a:t>
              </a:r>
              <a:r>
                <a:rPr kumimoji="1" lang="en-US" altLang="zh-CN" sz="2000" i="1" baseline="-25000"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ea typeface="楷体_GB2312" pitchFamily="49" charset="-122"/>
                </a:rPr>
                <a:t>.</a:t>
              </a:r>
              <a:r>
                <a:rPr kumimoji="1" lang="en-US" altLang="zh-CN" sz="2000" i="1" dirty="0">
                  <a:latin typeface="Times New Roman" panose="02020603050405020304" pitchFamily="18" charset="0"/>
                  <a:ea typeface="楷体_GB2312" pitchFamily="49" charset="-122"/>
                  <a:sym typeface="Symbol" panose="05050102010706020507" pitchFamily="18" charset="2"/>
                </a:rPr>
                <a:t>inh = </a:t>
              </a:r>
              <a:r>
                <a:rPr kumimoji="1" lang="en-US" altLang="zh-CN" sz="2000" i="1" dirty="0">
                  <a:latin typeface="Times New Roman" panose="02020603050405020304" pitchFamily="18" charset="0"/>
                  <a:ea typeface="楷体_GB2312" pitchFamily="49" charset="-122"/>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ea typeface="楷体_GB2312" pitchFamily="49" charset="-122"/>
                </a:rPr>
                <a:t>.</a:t>
              </a:r>
              <a:r>
                <a:rPr kumimoji="1" lang="en-US" altLang="zh-CN" sz="2000" i="1" dirty="0" err="1">
                  <a:latin typeface="Times New Roman" panose="02020603050405020304" pitchFamily="18" charset="0"/>
                  <a:ea typeface="楷体_GB2312" pitchFamily="49" charset="-122"/>
                  <a:sym typeface="Symbol" panose="05050102010706020507" pitchFamily="18" charset="2"/>
                </a:rPr>
                <a:t>inh</a:t>
              </a:r>
              <a:r>
                <a:rPr kumimoji="1" lang="en-US" altLang="zh-CN" sz="2000" dirty="0">
                  <a:solidFill>
                    <a:srgbClr val="000000"/>
                  </a:solidFill>
                  <a:latin typeface="Times New Roman" panose="02020603050405020304" pitchFamily="18" charset="0"/>
                  <a:sym typeface="Symbol" panose="05050102010706020507" pitchFamily="18" charset="2"/>
                </a:rPr>
                <a:t> × </a:t>
              </a:r>
              <a:r>
                <a:rPr kumimoji="1" lang="en-US" altLang="zh-CN" sz="2000" i="1" dirty="0" err="1">
                  <a:latin typeface="Times New Roman" panose="02020603050405020304" pitchFamily="18" charset="0"/>
                  <a:ea typeface="楷体_GB2312" pitchFamily="49" charset="-122"/>
                  <a:sym typeface="Symbol" panose="05050102010706020507" pitchFamily="18" charset="2"/>
                </a:rPr>
                <a:t>F</a:t>
              </a:r>
              <a:r>
                <a:rPr lang="en-US" altLang="zh-CN" sz="2000" i="1" dirty="0" err="1">
                  <a:latin typeface="Times New Roman" panose="02020603050405020304" pitchFamily="18" charset="0"/>
                  <a:ea typeface="楷体_GB2312" pitchFamily="49" charset="-122"/>
                </a:rPr>
                <a:t>.val</a:t>
              </a:r>
              <a:r>
                <a:rPr kumimoji="1" lang="en-US" altLang="zh-CN" sz="2000" i="1" dirty="0">
                  <a:latin typeface="Times New Roman" panose="02020603050405020304" pitchFamily="18" charset="0"/>
                  <a:ea typeface="楷体_GB2312" pitchFamily="49" charset="-122"/>
                  <a:sym typeface="Symbol" panose="05050102010706020507" pitchFamily="18" charset="2"/>
                </a:rPr>
                <a:t> </a:t>
              </a:r>
            </a:p>
            <a:p>
              <a:pPr eaLnBrk="1" hangingPunct="1">
                <a:lnSpc>
                  <a:spcPts val="1800"/>
                </a:lnSpc>
                <a:spcBef>
                  <a:spcPct val="50000"/>
                </a:spcBef>
                <a:defRPr/>
              </a:pPr>
              <a:r>
                <a:rPr kumimoji="1" lang="en-US" altLang="zh-CN" sz="2000" dirty="0">
                  <a:latin typeface="Times New Roman" panose="02020603050405020304" pitchFamily="18" charset="0"/>
                  <a:ea typeface="楷体_GB2312" pitchFamily="49" charset="-122"/>
                  <a:sym typeface="Symbol" panose="05050102010706020507" pitchFamily="18" charset="2"/>
                </a:rPr>
                <a:t>                               </a:t>
              </a:r>
              <a:r>
                <a:rPr kumimoji="1" lang="en-US" altLang="zh-CN" sz="2000" i="1" dirty="0">
                  <a:latin typeface="Times New Roman" panose="02020603050405020304" pitchFamily="18" charset="0"/>
                  <a:ea typeface="楷体_GB2312" pitchFamily="49" charset="-122"/>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ea typeface="楷体_GB2312" pitchFamily="49" charset="-122"/>
                </a:rPr>
                <a:t>.</a:t>
              </a:r>
              <a:r>
                <a:rPr lang="en-US" altLang="zh-CN" sz="2000" i="1" dirty="0" err="1">
                  <a:latin typeface="Times New Roman" panose="02020603050405020304" pitchFamily="18" charset="0"/>
                  <a:ea typeface="楷体_GB2312" pitchFamily="49" charset="-122"/>
                </a:rPr>
                <a:t>syn</a:t>
              </a:r>
              <a:r>
                <a:rPr lang="en-US" altLang="zh-CN" sz="2000" i="1" dirty="0">
                  <a:latin typeface="Times New Roman" panose="02020603050405020304" pitchFamily="18" charset="0"/>
                  <a:ea typeface="楷体_GB2312" pitchFamily="49" charset="-122"/>
                </a:rPr>
                <a:t> </a:t>
              </a:r>
              <a:r>
                <a:rPr kumimoji="1" lang="en-US" altLang="zh-CN" sz="2000" i="1" dirty="0">
                  <a:latin typeface="Times New Roman" panose="02020603050405020304" pitchFamily="18" charset="0"/>
                  <a:ea typeface="楷体_GB2312" pitchFamily="49" charset="-122"/>
                  <a:sym typeface="Symbol" panose="05050102010706020507" pitchFamily="18" charset="2"/>
                </a:rPr>
                <a:t>=</a:t>
              </a:r>
              <a:r>
                <a:rPr kumimoji="1" lang="en-US" altLang="zh-CN" sz="2000" dirty="0">
                  <a:latin typeface="Times New Roman" panose="02020603050405020304" pitchFamily="18" charset="0"/>
                  <a:ea typeface="楷体_GB2312" pitchFamily="49" charset="-122"/>
                  <a:sym typeface="Symbol" panose="05050102010706020507" pitchFamily="18" charset="2"/>
                </a:rPr>
                <a:t> </a:t>
              </a:r>
              <a:r>
                <a:rPr kumimoji="1" lang="en-US" altLang="zh-CN" sz="2000" i="1" dirty="0">
                  <a:latin typeface="Times New Roman" panose="02020603050405020304" pitchFamily="18" charset="0"/>
                  <a:ea typeface="楷体_GB2312" pitchFamily="49" charset="-122"/>
                  <a:sym typeface="Symbol" panose="05050102010706020507" pitchFamily="18" charset="2"/>
                </a:rPr>
                <a:t>T</a:t>
              </a:r>
              <a:r>
                <a:rPr kumimoji="1" lang="en-US" altLang="zh-CN" sz="2000" i="1" baseline="-25000" dirty="0">
                  <a:latin typeface="Times New Roman" panose="02020603050405020304" pitchFamily="18" charset="0"/>
                  <a:ea typeface="楷体_GB2312" pitchFamily="49" charset="-122"/>
                  <a:sym typeface="Symbol" panose="05050102010706020507" pitchFamily="18" charset="2"/>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ea typeface="楷体_GB2312" pitchFamily="49" charset="-122"/>
                </a:rPr>
                <a:t>.syn</a:t>
              </a:r>
              <a:r>
                <a:rPr kumimoji="1" lang="en-US" altLang="zh-CN" sz="2000" dirty="0">
                  <a:latin typeface="Times New Roman" panose="02020603050405020304" pitchFamily="18" charset="0"/>
                  <a:ea typeface="楷体_GB2312" pitchFamily="49" charset="-122"/>
                  <a:sym typeface="Symbol" panose="05050102010706020507" pitchFamily="18" charset="2"/>
                </a:rPr>
                <a:t>                </a:t>
              </a:r>
              <a:endParaRPr kumimoji="1" lang="en-US" altLang="zh-CN" sz="2000" i="1" dirty="0">
                <a:latin typeface="Times New Roman" panose="02020603050405020304" pitchFamily="18" charset="0"/>
                <a:ea typeface="楷体_GB2312" pitchFamily="49" charset="-122"/>
              </a:endParaRPr>
            </a:p>
            <a:p>
              <a:pPr eaLnBrk="1" hangingPunct="1">
                <a:lnSpc>
                  <a:spcPts val="1800"/>
                </a:lnSpc>
                <a:spcBef>
                  <a:spcPct val="50000"/>
                </a:spcBef>
                <a:defRPr/>
              </a:pPr>
              <a:r>
                <a:rPr kumimoji="1" lang="en-US" altLang="zh-CN" sz="2000" dirty="0">
                  <a:latin typeface="Times New Roman" panose="02020603050405020304" pitchFamily="18" charset="0"/>
                  <a:ea typeface="楷体_GB2312" pitchFamily="49" charset="-122"/>
                </a:rPr>
                <a:t>(3)  </a:t>
              </a:r>
              <a:r>
                <a:rPr kumimoji="1" lang="en-US" altLang="zh-CN" sz="2000" i="1" dirty="0">
                  <a:latin typeface="Times New Roman" panose="02020603050405020304" pitchFamily="18" charset="0"/>
                  <a:ea typeface="楷体_GB2312" pitchFamily="49" charset="-122"/>
                  <a:sym typeface="Symbol" panose="05050102010706020507" pitchFamily="18" charset="2"/>
                </a:rPr>
                <a:t>T</a:t>
              </a:r>
              <a:r>
                <a:rPr lang="en-US" altLang="zh-CN" sz="2000" i="1" dirty="0">
                  <a:latin typeface="Times New Roman" panose="02020603050405020304" pitchFamily="18" charset="0"/>
                  <a:ea typeface="楷体" panose="02010609060101010101" pitchFamily="49" charset="-122"/>
                </a:rPr>
                <a:t>′</a:t>
              </a:r>
              <a:r>
                <a:rPr kumimoji="1" lang="en-US" altLang="zh-CN" sz="2000" dirty="0">
                  <a:latin typeface="Times New Roman" panose="02020603050405020304" pitchFamily="18" charset="0"/>
                  <a:ea typeface="楷体_GB2312" pitchFamily="49" charset="-122"/>
                </a:rPr>
                <a:t> </a:t>
              </a:r>
              <a:r>
                <a:rPr kumimoji="1" lang="en-US" altLang="zh-CN" sz="2000" dirty="0">
                  <a:latin typeface="Times New Roman" panose="02020603050405020304" pitchFamily="18" charset="0"/>
                  <a:ea typeface="楷体_GB2312" pitchFamily="49" charset="-122"/>
                  <a:sym typeface="Symbol" panose="05050102010706020507" pitchFamily="18" charset="2"/>
                </a:rPr>
                <a:t> </a:t>
              </a:r>
              <a:r>
                <a:rPr lang="en-US" altLang="zh-CN" sz="2000" i="1" dirty="0">
                  <a:latin typeface="Times New Roman" panose="02020603050405020304" pitchFamily="18" charset="0"/>
                  <a:ea typeface="楷体_GB2312" pitchFamily="49" charset="-122"/>
                </a:rPr>
                <a:t>ε</a:t>
              </a:r>
              <a:r>
                <a:rPr kumimoji="1" lang="en-US" altLang="zh-CN" sz="2000" dirty="0">
                  <a:latin typeface="Times New Roman" panose="02020603050405020304" pitchFamily="18" charset="0"/>
                  <a:ea typeface="楷体_GB2312" pitchFamily="49" charset="-122"/>
                  <a:sym typeface="Symbol" panose="05050102010706020507" pitchFamily="18" charset="2"/>
                </a:rPr>
                <a:t>           </a:t>
              </a:r>
              <a:r>
                <a:rPr kumimoji="1" lang="en-US" altLang="zh-CN" sz="2000" i="1" dirty="0">
                  <a:latin typeface="Times New Roman" panose="02020603050405020304" pitchFamily="18" charset="0"/>
                  <a:ea typeface="楷体_GB2312" pitchFamily="49" charset="-122"/>
                  <a:sym typeface="Symbol" panose="05050102010706020507" pitchFamily="18" charset="2"/>
                </a:rPr>
                <a:t>  </a:t>
              </a:r>
              <a:r>
                <a:rPr kumimoji="1" lang="en-US" altLang="zh-CN" sz="2000" i="1" dirty="0">
                  <a:latin typeface="Times New Roman" panose="02020603050405020304" pitchFamily="18" charset="0"/>
                  <a:ea typeface="楷体_GB2312" pitchFamily="49" charset="-122"/>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ea typeface="楷体_GB2312" pitchFamily="49" charset="-122"/>
                </a:rPr>
                <a:t>.</a:t>
              </a:r>
              <a:r>
                <a:rPr lang="en-US" altLang="zh-CN" sz="2000" i="1" dirty="0" err="1">
                  <a:latin typeface="Times New Roman" panose="02020603050405020304" pitchFamily="18" charset="0"/>
                  <a:ea typeface="楷体_GB2312" pitchFamily="49" charset="-122"/>
                </a:rPr>
                <a:t>syn</a:t>
              </a:r>
              <a:r>
                <a:rPr lang="en-US" altLang="zh-CN" sz="2000" i="1" dirty="0">
                  <a:latin typeface="Times New Roman" panose="02020603050405020304" pitchFamily="18" charset="0"/>
                  <a:ea typeface="楷体_GB2312" pitchFamily="49" charset="-122"/>
                </a:rPr>
                <a:t> = </a:t>
              </a:r>
              <a:r>
                <a:rPr kumimoji="1" lang="en-US" altLang="zh-CN" sz="2000" i="1" dirty="0">
                  <a:latin typeface="Times New Roman" panose="02020603050405020304" pitchFamily="18" charset="0"/>
                  <a:ea typeface="楷体_GB2312" pitchFamily="49" charset="-122"/>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ea typeface="楷体_GB2312" pitchFamily="49" charset="-122"/>
                </a:rPr>
                <a:t>.</a:t>
              </a:r>
              <a:r>
                <a:rPr lang="en-US" altLang="zh-CN" sz="2000" i="1" dirty="0" err="1">
                  <a:latin typeface="Times New Roman" panose="02020603050405020304" pitchFamily="18" charset="0"/>
                  <a:ea typeface="楷体_GB2312" pitchFamily="49" charset="-122"/>
                </a:rPr>
                <a:t>inh</a:t>
              </a:r>
              <a:endParaRPr kumimoji="1" lang="en-US" altLang="zh-CN" sz="2000" i="1" dirty="0">
                <a:latin typeface="Times New Roman" panose="02020603050405020304" pitchFamily="18" charset="0"/>
                <a:ea typeface="楷体_GB2312" pitchFamily="49" charset="-122"/>
                <a:sym typeface="Symbol" panose="05050102010706020507" pitchFamily="18" charset="2"/>
              </a:endParaRPr>
            </a:p>
            <a:p>
              <a:pPr eaLnBrk="1" hangingPunct="1">
                <a:lnSpc>
                  <a:spcPts val="1800"/>
                </a:lnSpc>
                <a:spcBef>
                  <a:spcPct val="50000"/>
                </a:spcBef>
                <a:defRPr/>
              </a:pPr>
              <a:r>
                <a:rPr kumimoji="1" lang="en-US" altLang="zh-CN" sz="2000" dirty="0">
                  <a:latin typeface="Times New Roman" panose="02020603050405020304" pitchFamily="18" charset="0"/>
                  <a:ea typeface="楷体_GB2312" pitchFamily="49" charset="-122"/>
                </a:rPr>
                <a:t>(4)</a:t>
              </a:r>
              <a:r>
                <a:rPr kumimoji="1" lang="en-US" altLang="zh-CN" sz="2000" dirty="0">
                  <a:latin typeface="Times New Roman" panose="02020603050405020304" pitchFamily="18" charset="0"/>
                  <a:ea typeface="楷体_GB2312" pitchFamily="49" charset="-122"/>
                  <a:sym typeface="Symbol" panose="05050102010706020507" pitchFamily="18" charset="2"/>
                </a:rPr>
                <a:t>  </a:t>
              </a:r>
              <a:r>
                <a:rPr kumimoji="1" lang="en-US" altLang="zh-CN" sz="2000" i="1" dirty="0">
                  <a:latin typeface="Times New Roman" panose="02020603050405020304" pitchFamily="18" charset="0"/>
                  <a:ea typeface="楷体_GB2312" pitchFamily="49" charset="-122"/>
                  <a:sym typeface="Symbol" panose="05050102010706020507" pitchFamily="18" charset="2"/>
                </a:rPr>
                <a:t>F</a:t>
              </a:r>
              <a:r>
                <a:rPr kumimoji="1" lang="en-US" altLang="zh-CN" sz="2000" dirty="0">
                  <a:latin typeface="Times New Roman" panose="02020603050405020304" pitchFamily="18" charset="0"/>
                  <a:ea typeface="楷体_GB2312" pitchFamily="49" charset="-122"/>
                  <a:sym typeface="Symbol" panose="05050102010706020507" pitchFamily="18" charset="2"/>
                </a:rPr>
                <a:t>  digit        </a:t>
              </a:r>
              <a:r>
                <a:rPr kumimoji="1" lang="en-US" altLang="zh-CN" sz="2000" i="1" dirty="0" err="1">
                  <a:latin typeface="Times New Roman" panose="02020603050405020304" pitchFamily="18" charset="0"/>
                  <a:ea typeface="楷体_GB2312" pitchFamily="49" charset="-122"/>
                  <a:sym typeface="Symbol" panose="05050102010706020507" pitchFamily="18" charset="2"/>
                </a:rPr>
                <a:t>F</a:t>
              </a:r>
              <a:r>
                <a:rPr lang="en-US" altLang="zh-CN" sz="2000" i="1" dirty="0" err="1">
                  <a:latin typeface="Times New Roman" panose="02020603050405020304" pitchFamily="18" charset="0"/>
                  <a:ea typeface="楷体_GB2312" pitchFamily="49" charset="-122"/>
                </a:rPr>
                <a:t>.val</a:t>
              </a:r>
              <a:r>
                <a:rPr lang="en-US" altLang="zh-CN" sz="2000" i="1" dirty="0">
                  <a:latin typeface="Times New Roman" panose="02020603050405020304" pitchFamily="18" charset="0"/>
                  <a:ea typeface="楷体_GB2312" pitchFamily="49" charset="-122"/>
                </a:rPr>
                <a:t> = </a:t>
              </a:r>
              <a:r>
                <a:rPr lang="en-US" altLang="zh-CN" sz="2000" dirty="0" err="1">
                  <a:latin typeface="Times New Roman" panose="02020603050405020304" pitchFamily="18" charset="0"/>
                  <a:ea typeface="楷体_GB2312" pitchFamily="49" charset="-122"/>
                </a:rPr>
                <a:t>digit</a:t>
              </a:r>
              <a:r>
                <a:rPr lang="en-US" altLang="zh-CN" sz="2000" i="1" dirty="0" err="1">
                  <a:latin typeface="Times New Roman" panose="02020603050405020304" pitchFamily="18" charset="0"/>
                  <a:ea typeface="楷体_GB2312" pitchFamily="49" charset="-122"/>
                </a:rPr>
                <a:t>.lexval</a:t>
              </a:r>
              <a:endParaRPr kumimoji="1" lang="en-US" altLang="zh-CN" sz="2000" dirty="0">
                <a:latin typeface="Times New Roman" panose="02020603050405020304" pitchFamily="18" charset="0"/>
                <a:ea typeface="楷体_GB2312" pitchFamily="49" charset="-122"/>
                <a:sym typeface="Symbol" panose="05050102010706020507" pitchFamily="18" charset="2"/>
              </a:endParaRPr>
            </a:p>
          </p:txBody>
        </p:sp>
        <p:sp>
          <p:nvSpPr>
            <p:cNvPr id="143376" name="Line 7">
              <a:extLst>
                <a:ext uri="{FF2B5EF4-FFF2-40B4-BE49-F238E27FC236}">
                  <a16:creationId xmlns:a16="http://schemas.microsoft.com/office/drawing/2014/main" id="{6656DA9A-020F-4CEB-95AC-A675D1739FB3}"/>
                </a:ext>
              </a:extLst>
            </p:cNvPr>
            <p:cNvSpPr>
              <a:spLocks noChangeShapeType="1"/>
            </p:cNvSpPr>
            <p:nvPr/>
          </p:nvSpPr>
          <p:spPr bwMode="auto">
            <a:xfrm>
              <a:off x="231703" y="1522401"/>
              <a:ext cx="4581972" cy="0"/>
            </a:xfrm>
            <a:prstGeom prst="line">
              <a:avLst/>
            </a:prstGeom>
            <a:grpFill/>
            <a:ln w="12700">
              <a:solidFill>
                <a:schemeClr val="tx1"/>
              </a:solidFill>
              <a:round/>
              <a:headEnd/>
              <a:tailEnd type="none" w="lg" len="lg"/>
            </a:ln>
          </p:spPr>
          <p:txBody>
            <a:bodyPr lIns="67500" tIns="35100" rIns="67500" bIns="35100" anchor="ctr">
              <a:spAutoFit/>
            </a:bodyPr>
            <a:lstStyle/>
            <a:p>
              <a:pPr>
                <a:defRPr/>
              </a:pPr>
              <a:endParaRPr lang="zh-CN" altLang="en-US"/>
            </a:p>
          </p:txBody>
        </p:sp>
        <p:cxnSp>
          <p:nvCxnSpPr>
            <p:cNvPr id="143377" name="直接连接符 2">
              <a:extLst>
                <a:ext uri="{FF2B5EF4-FFF2-40B4-BE49-F238E27FC236}">
                  <a16:creationId xmlns:a16="http://schemas.microsoft.com/office/drawing/2014/main" id="{23578797-BFC0-4D5A-B994-0E7366C4485A}"/>
                </a:ext>
              </a:extLst>
            </p:cNvPr>
            <p:cNvCxnSpPr>
              <a:cxnSpLocks noChangeShapeType="1"/>
            </p:cNvCxnSpPr>
            <p:nvPr/>
          </p:nvCxnSpPr>
          <p:spPr bwMode="auto">
            <a:xfrm>
              <a:off x="626398" y="1210931"/>
              <a:ext cx="0" cy="2572065"/>
            </a:xfrm>
            <a:prstGeom prst="line">
              <a:avLst/>
            </a:prstGeom>
            <a:grpFill/>
            <a:ln w="12700" algn="ctr">
              <a:solidFill>
                <a:schemeClr val="tx1"/>
              </a:solidFill>
              <a:round/>
              <a:headEnd/>
              <a:tailEnd/>
            </a:ln>
          </p:spPr>
        </p:cxnSp>
        <p:cxnSp>
          <p:nvCxnSpPr>
            <p:cNvPr id="143378" name="直接连接符 4">
              <a:extLst>
                <a:ext uri="{FF2B5EF4-FFF2-40B4-BE49-F238E27FC236}">
                  <a16:creationId xmlns:a16="http://schemas.microsoft.com/office/drawing/2014/main" id="{CC47BC1A-4B2F-4A94-A985-D805C30B0B89}"/>
                </a:ext>
              </a:extLst>
            </p:cNvPr>
            <p:cNvCxnSpPr>
              <a:cxnSpLocks noChangeShapeType="1"/>
            </p:cNvCxnSpPr>
            <p:nvPr/>
          </p:nvCxnSpPr>
          <p:spPr bwMode="auto">
            <a:xfrm>
              <a:off x="2066686" y="1210931"/>
              <a:ext cx="0" cy="2611773"/>
            </a:xfrm>
            <a:prstGeom prst="line">
              <a:avLst/>
            </a:prstGeom>
            <a:grpFill/>
            <a:ln w="12700" algn="ctr">
              <a:solidFill>
                <a:schemeClr val="tx1"/>
              </a:solidFill>
              <a:round/>
              <a:headEnd/>
              <a:tailEnd/>
            </a:ln>
          </p:spPr>
        </p:cxnSp>
      </p:grpSp>
      <p:sp>
        <p:nvSpPr>
          <p:cNvPr id="49155" name="Rectangle 3">
            <a:extLst>
              <a:ext uri="{FF2B5EF4-FFF2-40B4-BE49-F238E27FC236}">
                <a16:creationId xmlns:a16="http://schemas.microsoft.com/office/drawing/2014/main" id="{512FF743-29CE-46E1-BD50-444DF67D6B10}"/>
              </a:ext>
            </a:extLst>
          </p:cNvPr>
          <p:cNvSpPr>
            <a:spLocks noGrp="1"/>
          </p:cNvSpPr>
          <p:nvPr>
            <p:ph idx="1"/>
          </p:nvPr>
        </p:nvSpPr>
        <p:spPr>
          <a:xfrm>
            <a:off x="395288" y="571500"/>
            <a:ext cx="1692275" cy="3225800"/>
          </a:xfrm>
        </p:spPr>
        <p:txBody>
          <a:bodyPr/>
          <a:lstStyle/>
          <a:p>
            <a:pPr eaLnBrk="1" hangingPunct="1">
              <a:lnSpc>
                <a:spcPct val="110000"/>
              </a:lnSpc>
              <a:defRPr/>
            </a:pPr>
            <a:endParaRPr lang="zh-CN" altLang="en-US" sz="3000" dirty="0">
              <a:latin typeface="楷体" panose="02010609060101010101" pitchFamily="49" charset="-122"/>
              <a:cs typeface="Times New Roman" panose="02020603050405020304" pitchFamily="18" charset="0"/>
            </a:endParaRPr>
          </a:p>
          <a:p>
            <a:pPr lvl="1" eaLnBrk="1" hangingPunct="1">
              <a:lnSpc>
                <a:spcPct val="110000"/>
              </a:lnSpc>
              <a:defRPr/>
            </a:pPr>
            <a:r>
              <a:rPr lang="en-US" altLang="zh-CN" sz="2500" i="1" dirty="0">
                <a:ea typeface="楷体_GB2312" pitchFamily="49" charset="-122"/>
                <a:cs typeface="Times New Roman" panose="02020603050405020304" pitchFamily="18" charset="0"/>
              </a:rPr>
              <a:t>L-SDD</a:t>
            </a:r>
          </a:p>
          <a:p>
            <a:pPr lvl="1" eaLnBrk="1" hangingPunct="1">
              <a:lnSpc>
                <a:spcPct val="110000"/>
              </a:lnSpc>
              <a:defRPr/>
            </a:pPr>
            <a:endParaRPr lang="en-US" altLang="zh-CN" sz="3000" dirty="0">
              <a:ea typeface="楷体_GB2312" pitchFamily="49" charset="-122"/>
              <a:cs typeface="Times New Roman" panose="02020603050405020304" pitchFamily="18" charset="0"/>
            </a:endParaRPr>
          </a:p>
          <a:p>
            <a:pPr lvl="1" eaLnBrk="1" hangingPunct="1">
              <a:lnSpc>
                <a:spcPct val="110000"/>
              </a:lnSpc>
              <a:defRPr/>
            </a:pPr>
            <a:endParaRPr lang="en-US" altLang="zh-CN" sz="3000" dirty="0">
              <a:ea typeface="楷体_GB2312" pitchFamily="49" charset="-122"/>
              <a:cs typeface="Times New Roman" panose="02020603050405020304" pitchFamily="18" charset="0"/>
            </a:endParaRPr>
          </a:p>
          <a:p>
            <a:pPr lvl="1" eaLnBrk="1" hangingPunct="1">
              <a:lnSpc>
                <a:spcPct val="110000"/>
              </a:lnSpc>
              <a:defRPr/>
            </a:pPr>
            <a:endParaRPr lang="en-US" altLang="zh-CN" sz="3000" dirty="0">
              <a:ea typeface="楷体_GB2312" pitchFamily="49" charset="-122"/>
              <a:cs typeface="Times New Roman" panose="02020603050405020304" pitchFamily="18" charset="0"/>
            </a:endParaRPr>
          </a:p>
          <a:p>
            <a:pPr lvl="1" eaLnBrk="1" hangingPunct="1">
              <a:lnSpc>
                <a:spcPct val="110000"/>
              </a:lnSpc>
              <a:defRPr/>
            </a:pPr>
            <a:r>
              <a:rPr lang="en-US" altLang="zh-CN" sz="2500" i="1" dirty="0">
                <a:ea typeface="楷体_GB2312" pitchFamily="49" charset="-122"/>
                <a:cs typeface="Times New Roman" panose="02020603050405020304" pitchFamily="18" charset="0"/>
              </a:rPr>
              <a:t>SDT</a:t>
            </a:r>
          </a:p>
        </p:txBody>
      </p:sp>
      <p:sp>
        <p:nvSpPr>
          <p:cNvPr id="49154" name="Rectangle 2">
            <a:extLst>
              <a:ext uri="{FF2B5EF4-FFF2-40B4-BE49-F238E27FC236}">
                <a16:creationId xmlns:a16="http://schemas.microsoft.com/office/drawing/2014/main" id="{24298C73-7A84-4A3E-BA01-09D1CB43B76E}"/>
              </a:ext>
            </a:extLst>
          </p:cNvPr>
          <p:cNvSpPr>
            <a:spLocks noGrp="1" noChangeArrowheads="1"/>
          </p:cNvSpPr>
          <p:nvPr>
            <p:ph type="title"/>
          </p:nvPr>
        </p:nvSpPr>
        <p:spPr>
          <a:xfrm>
            <a:off x="755650" y="268288"/>
            <a:ext cx="7931150" cy="358775"/>
          </a:xfrm>
        </p:spPr>
        <p:txBody>
          <a:bodyPr/>
          <a:lstStyle/>
          <a:p>
            <a:pPr eaLnBrk="1" hangingPunct="1">
              <a:defRPr/>
            </a:pPr>
            <a:r>
              <a:rPr lang="zh-CN" altLang="en-US" spc="300" dirty="0">
                <a:cs typeface="Times New Roman" panose="02020603050405020304" pitchFamily="18" charset="0"/>
              </a:rPr>
              <a:t>例</a:t>
            </a:r>
            <a:endParaRPr kumimoji="1" lang="zh-CN" altLang="en-US" i="1" dirty="0">
              <a:ea typeface="楷体_GB2312" pitchFamily="49" charset="-122"/>
              <a:cs typeface="Times New Roman" panose="02020603050405020304" pitchFamily="18" charset="0"/>
            </a:endParaRPr>
          </a:p>
        </p:txBody>
      </p:sp>
      <p:sp>
        <p:nvSpPr>
          <p:cNvPr id="56329" name="Freeform 9">
            <a:extLst>
              <a:ext uri="{FF2B5EF4-FFF2-40B4-BE49-F238E27FC236}">
                <a16:creationId xmlns:a16="http://schemas.microsoft.com/office/drawing/2014/main" id="{21A799E8-F107-4D83-97D8-7A71B31D8FFA}"/>
              </a:ext>
            </a:extLst>
          </p:cNvPr>
          <p:cNvSpPr>
            <a:spLocks/>
          </p:cNvSpPr>
          <p:nvPr/>
        </p:nvSpPr>
        <p:spPr bwMode="auto">
          <a:xfrm>
            <a:off x="3551238" y="1117600"/>
            <a:ext cx="428625" cy="382588"/>
          </a:xfrm>
          <a:custGeom>
            <a:avLst/>
            <a:gdLst>
              <a:gd name="T0" fmla="*/ 2147483646 w 454"/>
              <a:gd name="T1" fmla="*/ 2147483646 h 159"/>
              <a:gd name="T2" fmla="*/ 2147483646 w 454"/>
              <a:gd name="T3" fmla="*/ 2147483646 h 159"/>
              <a:gd name="T4" fmla="*/ 0 w 454"/>
              <a:gd name="T5" fmla="*/ 0 h 159"/>
              <a:gd name="T6" fmla="*/ 0 60000 65536"/>
              <a:gd name="T7" fmla="*/ 0 60000 65536"/>
              <a:gd name="T8" fmla="*/ 0 60000 65536"/>
              <a:gd name="T9" fmla="*/ 0 w 454"/>
              <a:gd name="T10" fmla="*/ 0 h 159"/>
              <a:gd name="T11" fmla="*/ 454 w 454"/>
              <a:gd name="T12" fmla="*/ 159 h 159"/>
            </a:gdLst>
            <a:ahLst/>
            <a:cxnLst>
              <a:cxn ang="T6">
                <a:pos x="T0" y="T1"/>
              </a:cxn>
              <a:cxn ang="T7">
                <a:pos x="T2" y="T3"/>
              </a:cxn>
              <a:cxn ang="T8">
                <a:pos x="T4" y="T5"/>
              </a:cxn>
            </a:cxnLst>
            <a:rect l="T9" t="T10" r="T11" b="T12"/>
            <a:pathLst>
              <a:path w="454" h="159">
                <a:moveTo>
                  <a:pt x="454" y="136"/>
                </a:moveTo>
                <a:cubicBezTo>
                  <a:pt x="446" y="147"/>
                  <a:pt x="439" y="159"/>
                  <a:pt x="363" y="136"/>
                </a:cubicBezTo>
                <a:cubicBezTo>
                  <a:pt x="287" y="113"/>
                  <a:pt x="143" y="56"/>
                  <a:pt x="0" y="0"/>
                </a:cubicBezTo>
              </a:path>
            </a:pathLst>
          </a:custGeom>
          <a:noFill/>
          <a:ln w="25400">
            <a:solidFill>
              <a:schemeClr val="hlink"/>
            </a:solidFill>
            <a:round/>
            <a:headEnd/>
            <a:tailEnd type="stealth" w="lg"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a:p>
        </p:txBody>
      </p:sp>
      <p:sp>
        <p:nvSpPr>
          <p:cNvPr id="56330" name="Freeform 10">
            <a:extLst>
              <a:ext uri="{FF2B5EF4-FFF2-40B4-BE49-F238E27FC236}">
                <a16:creationId xmlns:a16="http://schemas.microsoft.com/office/drawing/2014/main" id="{A80DFA0F-50A5-4C66-BD6B-9149B973C7B6}"/>
              </a:ext>
            </a:extLst>
          </p:cNvPr>
          <p:cNvSpPr>
            <a:spLocks/>
          </p:cNvSpPr>
          <p:nvPr/>
        </p:nvSpPr>
        <p:spPr bwMode="auto">
          <a:xfrm>
            <a:off x="3551238" y="1636713"/>
            <a:ext cx="466725" cy="220662"/>
          </a:xfrm>
          <a:custGeom>
            <a:avLst/>
            <a:gdLst>
              <a:gd name="T0" fmla="*/ 2147483646 w 453"/>
              <a:gd name="T1" fmla="*/ 2147483646 h 219"/>
              <a:gd name="T2" fmla="*/ 2147483646 w 453"/>
              <a:gd name="T3" fmla="*/ 2147483646 h 219"/>
              <a:gd name="T4" fmla="*/ 2147483646 w 453"/>
              <a:gd name="T5" fmla="*/ 2147483646 h 219"/>
              <a:gd name="T6" fmla="*/ 2147483646 w 453"/>
              <a:gd name="T7" fmla="*/ 2147483646 h 219"/>
              <a:gd name="T8" fmla="*/ 0 w 453"/>
              <a:gd name="T9" fmla="*/ 2147483646 h 219"/>
              <a:gd name="T10" fmla="*/ 0 60000 65536"/>
              <a:gd name="T11" fmla="*/ 0 60000 65536"/>
              <a:gd name="T12" fmla="*/ 0 60000 65536"/>
              <a:gd name="T13" fmla="*/ 0 60000 65536"/>
              <a:gd name="T14" fmla="*/ 0 60000 65536"/>
              <a:gd name="T15" fmla="*/ 0 w 453"/>
              <a:gd name="T16" fmla="*/ 0 h 219"/>
              <a:gd name="T17" fmla="*/ 453 w 453"/>
              <a:gd name="T18" fmla="*/ 219 h 219"/>
            </a:gdLst>
            <a:ahLst/>
            <a:cxnLst>
              <a:cxn ang="T10">
                <a:pos x="T0" y="T1"/>
              </a:cxn>
              <a:cxn ang="T11">
                <a:pos x="T2" y="T3"/>
              </a:cxn>
              <a:cxn ang="T12">
                <a:pos x="T4" y="T5"/>
              </a:cxn>
              <a:cxn ang="T13">
                <a:pos x="T6" y="T7"/>
              </a:cxn>
              <a:cxn ang="T14">
                <a:pos x="T8" y="T9"/>
              </a:cxn>
            </a:cxnLst>
            <a:rect l="T15" t="T16" r="T17" b="T18"/>
            <a:pathLst>
              <a:path w="453" h="219">
                <a:moveTo>
                  <a:pt x="453" y="196"/>
                </a:moveTo>
                <a:cubicBezTo>
                  <a:pt x="366" y="207"/>
                  <a:pt x="280" y="219"/>
                  <a:pt x="227" y="196"/>
                </a:cubicBezTo>
                <a:cubicBezTo>
                  <a:pt x="174" y="173"/>
                  <a:pt x="166" y="90"/>
                  <a:pt x="136" y="60"/>
                </a:cubicBezTo>
                <a:cubicBezTo>
                  <a:pt x="106" y="30"/>
                  <a:pt x="68" y="0"/>
                  <a:pt x="45" y="15"/>
                </a:cubicBezTo>
                <a:cubicBezTo>
                  <a:pt x="22" y="30"/>
                  <a:pt x="11" y="90"/>
                  <a:pt x="0" y="151"/>
                </a:cubicBezTo>
              </a:path>
            </a:pathLst>
          </a:custGeom>
          <a:noFill/>
          <a:ln w="25400">
            <a:solidFill>
              <a:schemeClr val="hlink"/>
            </a:solidFill>
            <a:round/>
            <a:headEnd/>
            <a:tailEnd type="stealth" w="lg"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a:p>
        </p:txBody>
      </p:sp>
      <p:sp>
        <p:nvSpPr>
          <p:cNvPr id="56331" name="Freeform 11">
            <a:extLst>
              <a:ext uri="{FF2B5EF4-FFF2-40B4-BE49-F238E27FC236}">
                <a16:creationId xmlns:a16="http://schemas.microsoft.com/office/drawing/2014/main" id="{708BF7F0-1528-43EF-8C35-42520FFB2B78}"/>
              </a:ext>
            </a:extLst>
          </p:cNvPr>
          <p:cNvSpPr>
            <a:spLocks/>
          </p:cNvSpPr>
          <p:nvPr/>
        </p:nvSpPr>
        <p:spPr bwMode="auto">
          <a:xfrm>
            <a:off x="3819525" y="1984375"/>
            <a:ext cx="323850" cy="214313"/>
          </a:xfrm>
          <a:custGeom>
            <a:avLst/>
            <a:gdLst>
              <a:gd name="T0" fmla="*/ 2147483646 w 272"/>
              <a:gd name="T1" fmla="*/ 2147483646 h 106"/>
              <a:gd name="T2" fmla="*/ 2147483646 w 272"/>
              <a:gd name="T3" fmla="*/ 2147483646 h 106"/>
              <a:gd name="T4" fmla="*/ 0 w 272"/>
              <a:gd name="T5" fmla="*/ 0 h 106"/>
              <a:gd name="T6" fmla="*/ 0 60000 65536"/>
              <a:gd name="T7" fmla="*/ 0 60000 65536"/>
              <a:gd name="T8" fmla="*/ 0 60000 65536"/>
              <a:gd name="T9" fmla="*/ 0 w 272"/>
              <a:gd name="T10" fmla="*/ 0 h 106"/>
              <a:gd name="T11" fmla="*/ 272 w 272"/>
              <a:gd name="T12" fmla="*/ 106 h 106"/>
            </a:gdLst>
            <a:ahLst/>
            <a:cxnLst>
              <a:cxn ang="T6">
                <a:pos x="T0" y="T1"/>
              </a:cxn>
              <a:cxn ang="T7">
                <a:pos x="T2" y="T3"/>
              </a:cxn>
              <a:cxn ang="T8">
                <a:pos x="T4" y="T5"/>
              </a:cxn>
            </a:cxnLst>
            <a:rect l="T9" t="T10" r="T11" b="T12"/>
            <a:pathLst>
              <a:path w="272" h="106">
                <a:moveTo>
                  <a:pt x="272" y="91"/>
                </a:moveTo>
                <a:cubicBezTo>
                  <a:pt x="204" y="98"/>
                  <a:pt x="136" y="106"/>
                  <a:pt x="91" y="91"/>
                </a:cubicBezTo>
                <a:cubicBezTo>
                  <a:pt x="46" y="76"/>
                  <a:pt x="23" y="38"/>
                  <a:pt x="0" y="0"/>
                </a:cubicBezTo>
              </a:path>
            </a:pathLst>
          </a:custGeom>
          <a:noFill/>
          <a:ln w="25400">
            <a:solidFill>
              <a:schemeClr val="hlink"/>
            </a:solidFill>
            <a:round/>
            <a:headEnd/>
            <a:tailEnd type="stealth" w="lg"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a:p>
        </p:txBody>
      </p:sp>
      <p:sp>
        <p:nvSpPr>
          <p:cNvPr id="56332" name="Freeform 12">
            <a:extLst>
              <a:ext uri="{FF2B5EF4-FFF2-40B4-BE49-F238E27FC236}">
                <a16:creationId xmlns:a16="http://schemas.microsoft.com/office/drawing/2014/main" id="{B4369533-FB7F-4420-B920-E4CC30A7E973}"/>
              </a:ext>
            </a:extLst>
          </p:cNvPr>
          <p:cNvSpPr>
            <a:spLocks/>
          </p:cNvSpPr>
          <p:nvPr/>
        </p:nvSpPr>
        <p:spPr bwMode="auto">
          <a:xfrm>
            <a:off x="3303588" y="2503488"/>
            <a:ext cx="714375" cy="107950"/>
          </a:xfrm>
          <a:custGeom>
            <a:avLst/>
            <a:gdLst>
              <a:gd name="T0" fmla="*/ 2147483646 w 499"/>
              <a:gd name="T1" fmla="*/ 2147483646 h 90"/>
              <a:gd name="T2" fmla="*/ 2147483646 w 499"/>
              <a:gd name="T3" fmla="*/ 0 h 90"/>
              <a:gd name="T4" fmla="*/ 0 w 499"/>
              <a:gd name="T5" fmla="*/ 2147483646 h 90"/>
              <a:gd name="T6" fmla="*/ 0 60000 65536"/>
              <a:gd name="T7" fmla="*/ 0 60000 65536"/>
              <a:gd name="T8" fmla="*/ 0 60000 65536"/>
              <a:gd name="T9" fmla="*/ 0 w 499"/>
              <a:gd name="T10" fmla="*/ 0 h 90"/>
              <a:gd name="T11" fmla="*/ 499 w 499"/>
              <a:gd name="T12" fmla="*/ 90 h 90"/>
            </a:gdLst>
            <a:ahLst/>
            <a:cxnLst>
              <a:cxn ang="T6">
                <a:pos x="T0" y="T1"/>
              </a:cxn>
              <a:cxn ang="T7">
                <a:pos x="T2" y="T3"/>
              </a:cxn>
              <a:cxn ang="T8">
                <a:pos x="T4" y="T5"/>
              </a:cxn>
            </a:cxnLst>
            <a:rect l="T9" t="T10" r="T11" b="T12"/>
            <a:pathLst>
              <a:path w="499" h="90">
                <a:moveTo>
                  <a:pt x="499" y="90"/>
                </a:moveTo>
                <a:cubicBezTo>
                  <a:pt x="381" y="45"/>
                  <a:pt x="264" y="0"/>
                  <a:pt x="181" y="0"/>
                </a:cubicBezTo>
                <a:cubicBezTo>
                  <a:pt x="98" y="0"/>
                  <a:pt x="49" y="45"/>
                  <a:pt x="0" y="90"/>
                </a:cubicBezTo>
              </a:path>
            </a:pathLst>
          </a:custGeom>
          <a:noFill/>
          <a:ln w="25400">
            <a:solidFill>
              <a:schemeClr val="hlink"/>
            </a:solidFill>
            <a:round/>
            <a:headEnd/>
            <a:tailEnd type="stealth" w="lg"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a:p>
        </p:txBody>
      </p:sp>
      <p:sp>
        <p:nvSpPr>
          <p:cNvPr id="56333" name="Freeform 13">
            <a:extLst>
              <a:ext uri="{FF2B5EF4-FFF2-40B4-BE49-F238E27FC236}">
                <a16:creationId xmlns:a16="http://schemas.microsoft.com/office/drawing/2014/main" id="{5F5EF0BA-A3BD-49EF-A4D5-9B10EF72F23B}"/>
              </a:ext>
            </a:extLst>
          </p:cNvPr>
          <p:cNvSpPr>
            <a:spLocks/>
          </p:cNvSpPr>
          <p:nvPr/>
        </p:nvSpPr>
        <p:spPr bwMode="auto">
          <a:xfrm>
            <a:off x="3603625" y="2960688"/>
            <a:ext cx="431800" cy="53975"/>
          </a:xfrm>
          <a:custGeom>
            <a:avLst/>
            <a:gdLst>
              <a:gd name="T0" fmla="*/ 2147483646 w 363"/>
              <a:gd name="T1" fmla="*/ 2147483646 h 45"/>
              <a:gd name="T2" fmla="*/ 2147483646 w 363"/>
              <a:gd name="T3" fmla="*/ 0 h 45"/>
              <a:gd name="T4" fmla="*/ 0 w 363"/>
              <a:gd name="T5" fmla="*/ 2147483646 h 45"/>
              <a:gd name="T6" fmla="*/ 0 60000 65536"/>
              <a:gd name="T7" fmla="*/ 0 60000 65536"/>
              <a:gd name="T8" fmla="*/ 0 60000 65536"/>
              <a:gd name="T9" fmla="*/ 0 w 363"/>
              <a:gd name="T10" fmla="*/ 0 h 45"/>
              <a:gd name="T11" fmla="*/ 363 w 363"/>
              <a:gd name="T12" fmla="*/ 45 h 45"/>
            </a:gdLst>
            <a:ahLst/>
            <a:cxnLst>
              <a:cxn ang="T6">
                <a:pos x="T0" y="T1"/>
              </a:cxn>
              <a:cxn ang="T7">
                <a:pos x="T2" y="T3"/>
              </a:cxn>
              <a:cxn ang="T8">
                <a:pos x="T4" y="T5"/>
              </a:cxn>
            </a:cxnLst>
            <a:rect l="T9" t="T10" r="T11" b="T12"/>
            <a:pathLst>
              <a:path w="363" h="45">
                <a:moveTo>
                  <a:pt x="363" y="45"/>
                </a:moveTo>
                <a:cubicBezTo>
                  <a:pt x="302" y="22"/>
                  <a:pt x="242" y="0"/>
                  <a:pt x="182" y="0"/>
                </a:cubicBezTo>
                <a:cubicBezTo>
                  <a:pt x="122" y="0"/>
                  <a:pt x="61" y="22"/>
                  <a:pt x="0" y="45"/>
                </a:cubicBezTo>
              </a:path>
            </a:pathLst>
          </a:custGeom>
          <a:noFill/>
          <a:ln w="25400">
            <a:solidFill>
              <a:schemeClr val="hlink"/>
            </a:solidFill>
            <a:round/>
            <a:headEnd/>
            <a:tailEnd type="stealth" w="lg"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a:p>
        </p:txBody>
      </p:sp>
      <p:sp>
        <p:nvSpPr>
          <p:cNvPr id="56328" name="Freeform 8">
            <a:extLst>
              <a:ext uri="{FF2B5EF4-FFF2-40B4-BE49-F238E27FC236}">
                <a16:creationId xmlns:a16="http://schemas.microsoft.com/office/drawing/2014/main" id="{4B25D2FA-C234-4B9A-9734-FA17E7C9E56A}"/>
              </a:ext>
            </a:extLst>
          </p:cNvPr>
          <p:cNvSpPr>
            <a:spLocks/>
          </p:cNvSpPr>
          <p:nvPr/>
        </p:nvSpPr>
        <p:spPr bwMode="auto">
          <a:xfrm>
            <a:off x="3265488" y="820738"/>
            <a:ext cx="714375" cy="250825"/>
          </a:xfrm>
          <a:custGeom>
            <a:avLst/>
            <a:gdLst>
              <a:gd name="T0" fmla="*/ 2147483646 w 544"/>
              <a:gd name="T1" fmla="*/ 2147483646 h 211"/>
              <a:gd name="T2" fmla="*/ 2147483646 w 544"/>
              <a:gd name="T3" fmla="*/ 2147483646 h 211"/>
              <a:gd name="T4" fmla="*/ 2147483646 w 544"/>
              <a:gd name="T5" fmla="*/ 0 h 211"/>
              <a:gd name="T6" fmla="*/ 0 w 544"/>
              <a:gd name="T7" fmla="*/ 2147483646 h 211"/>
              <a:gd name="T8" fmla="*/ 0 60000 65536"/>
              <a:gd name="T9" fmla="*/ 0 60000 65536"/>
              <a:gd name="T10" fmla="*/ 0 60000 65536"/>
              <a:gd name="T11" fmla="*/ 0 60000 65536"/>
              <a:gd name="T12" fmla="*/ 0 w 544"/>
              <a:gd name="T13" fmla="*/ 0 h 211"/>
              <a:gd name="T14" fmla="*/ 544 w 544"/>
              <a:gd name="T15" fmla="*/ 211 h 211"/>
            </a:gdLst>
            <a:ahLst/>
            <a:cxnLst>
              <a:cxn ang="T8">
                <a:pos x="T0" y="T1"/>
              </a:cxn>
              <a:cxn ang="T9">
                <a:pos x="T2" y="T3"/>
              </a:cxn>
              <a:cxn ang="T10">
                <a:pos x="T4" y="T5"/>
              </a:cxn>
              <a:cxn ang="T11">
                <a:pos x="T6" y="T7"/>
              </a:cxn>
            </a:cxnLst>
            <a:rect l="T12" t="T13" r="T14" b="T15"/>
            <a:pathLst>
              <a:path w="544" h="211">
                <a:moveTo>
                  <a:pt x="544" y="181"/>
                </a:moveTo>
                <a:cubicBezTo>
                  <a:pt x="483" y="196"/>
                  <a:pt x="423" y="211"/>
                  <a:pt x="363" y="181"/>
                </a:cubicBezTo>
                <a:cubicBezTo>
                  <a:pt x="303" y="151"/>
                  <a:pt x="241" y="0"/>
                  <a:pt x="181" y="0"/>
                </a:cubicBezTo>
                <a:cubicBezTo>
                  <a:pt x="121" y="0"/>
                  <a:pt x="60" y="90"/>
                  <a:pt x="0" y="181"/>
                </a:cubicBezTo>
              </a:path>
            </a:pathLst>
          </a:custGeom>
          <a:noFill/>
          <a:ln w="25400">
            <a:solidFill>
              <a:schemeClr val="hlink"/>
            </a:solidFill>
            <a:round/>
            <a:headEnd/>
            <a:tailEnd type="stealth" w="lg"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a:p>
        </p:txBody>
      </p:sp>
      <p:sp>
        <p:nvSpPr>
          <p:cNvPr id="16" name="Rectangle 3">
            <a:extLst>
              <a:ext uri="{FF2B5EF4-FFF2-40B4-BE49-F238E27FC236}">
                <a16:creationId xmlns:a16="http://schemas.microsoft.com/office/drawing/2014/main" id="{FA280A95-ECC7-499A-A38C-1206D58FF2A2}"/>
              </a:ext>
            </a:extLst>
          </p:cNvPr>
          <p:cNvSpPr txBox="1">
            <a:spLocks noChangeArrowheads="1"/>
          </p:cNvSpPr>
          <p:nvPr/>
        </p:nvSpPr>
        <p:spPr bwMode="auto">
          <a:xfrm>
            <a:off x="2043113" y="3378200"/>
            <a:ext cx="6643687" cy="1584325"/>
          </a:xfrm>
          <a:prstGeom prst="rect">
            <a:avLst/>
          </a:prstGeom>
          <a:solidFill>
            <a:schemeClr val="accent5">
              <a:lumMod val="60000"/>
              <a:lumOff val="40000"/>
            </a:schemeClr>
          </a:solidFill>
          <a:ln>
            <a:solidFill>
              <a:schemeClr val="tx1"/>
            </a:solidFill>
          </a:ln>
        </p:spPr>
        <p:txBody>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
                <a:schemeClr val="folHlink"/>
              </a:buClr>
              <a:buSzPct val="60000"/>
              <a:buFont typeface="Wingdings" panose="05000000000000000000" pitchFamily="2" charset="2"/>
              <a:buNone/>
              <a:defRPr/>
            </a:pPr>
            <a:r>
              <a:rPr lang="en-US" altLang="zh-CN" sz="2000" dirty="0">
                <a:solidFill>
                  <a:schemeClr val="tx1"/>
                </a:solidFill>
                <a:latin typeface="Times New Roman" panose="02020603050405020304" pitchFamily="18" charset="0"/>
                <a:cs typeface="Times New Roman" panose="02020603050405020304" pitchFamily="18" charset="0"/>
              </a:rPr>
              <a:t>1)</a:t>
            </a:r>
            <a:r>
              <a:rPr lang="zh-CN" altLang="en-US" sz="2000" dirty="0">
                <a:solidFill>
                  <a:schemeClr val="tx1"/>
                </a:solidFill>
                <a:latin typeface="Times New Roman" panose="02020603050405020304" pitchFamily="18" charset="0"/>
                <a:cs typeface="Times New Roman" panose="02020603050405020304" pitchFamily="18" charset="0"/>
              </a:rPr>
              <a:t> </a:t>
            </a:r>
            <a:r>
              <a:rPr lang="en-US" altLang="zh-CN" sz="2000" i="1" dirty="0">
                <a:solidFill>
                  <a:schemeClr val="tx1"/>
                </a:solidFill>
                <a:latin typeface="Times New Roman" panose="02020603050405020304" pitchFamily="18" charset="0"/>
                <a:cs typeface="Times New Roman" panose="02020603050405020304" pitchFamily="18" charset="0"/>
              </a:rPr>
              <a:t>T </a:t>
            </a:r>
            <a:r>
              <a:rPr lang="en-US" altLang="zh-CN" sz="20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70C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rgbClr val="0070C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err="1">
                <a:solidFill>
                  <a:srgbClr val="0070C0"/>
                </a:solidFill>
                <a:latin typeface="Times New Roman" panose="02020603050405020304" pitchFamily="18" charset="0"/>
                <a:ea typeface="楷体" panose="02010609060101010101" pitchFamily="49" charset="-122"/>
              </a:rPr>
              <a:t>′</a:t>
            </a:r>
            <a:r>
              <a:rPr lang="en-US" altLang="zh-CN" sz="2000" i="1" dirty="0" err="1">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solidFill>
                  <a:schemeClr val="tx1"/>
                </a:solidFill>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ea typeface="楷体" panose="02010609060101010101" pitchFamily="49" charset="-122"/>
              </a:rPr>
              <a:t> </a:t>
            </a:r>
            <a:r>
              <a:rPr lang="en-US" altLang="zh-CN"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err="1">
                <a:solidFill>
                  <a:srgbClr val="0070C0"/>
                </a:solidFill>
                <a:latin typeface="Times New Roman" panose="02020603050405020304" pitchFamily="18" charset="0"/>
                <a:ea typeface="楷体" panose="02010609060101010101" pitchFamily="49" charset="-122"/>
              </a:rPr>
              <a:t>′</a:t>
            </a:r>
            <a:r>
              <a:rPr lang="en-US" altLang="zh-CN" sz="2000" i="1" dirty="0" err="1">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buClr>
                <a:schemeClr val="folHlink"/>
              </a:buClr>
              <a:buSzPct val="60000"/>
              <a:buFont typeface="Wingdings" panose="05000000000000000000" pitchFamily="2" charset="2"/>
              <a:buNone/>
              <a:defRPr/>
            </a:pPr>
            <a:r>
              <a:rPr lang="en-US" altLang="zh-CN" sz="2000" dirty="0">
                <a:solidFill>
                  <a:schemeClr val="tx1"/>
                </a:solidFill>
                <a:latin typeface="Times New Roman" panose="02020603050405020304" pitchFamily="18" charset="0"/>
                <a:cs typeface="Times New Roman" panose="02020603050405020304" pitchFamily="18" charset="0"/>
              </a:rPr>
              <a:t>2) </a:t>
            </a:r>
            <a:r>
              <a:rPr lang="en-US" altLang="zh-CN" sz="2000" i="1" dirty="0">
                <a:solidFill>
                  <a:schemeClr val="tx1"/>
                </a:solidFill>
                <a:latin typeface="Times New Roman" panose="02020603050405020304" pitchFamily="18" charset="0"/>
                <a:cs typeface="Times New Roman" panose="02020603050405020304" pitchFamily="18" charset="0"/>
              </a:rPr>
              <a:t>T</a:t>
            </a:r>
            <a:r>
              <a:rPr lang="en-US" altLang="zh-CN" sz="2000" i="1" dirty="0">
                <a:solidFill>
                  <a:schemeClr val="tx1"/>
                </a:solidFill>
                <a:latin typeface="Times New Roman" panose="02020603050405020304" pitchFamily="18" charset="0"/>
                <a:ea typeface="楷体" panose="02010609060101010101" pitchFamily="49" charset="-122"/>
              </a:rPr>
              <a:t>′</a:t>
            </a:r>
            <a:r>
              <a:rPr lang="en-US" altLang="zh-CN" sz="2000" i="1" dirty="0">
                <a:solidFill>
                  <a:schemeClr val="tx1"/>
                </a:solidFill>
                <a:latin typeface="Times New Roman" panose="02020603050405020304" pitchFamily="18" charset="0"/>
                <a:cs typeface="Times New Roman" panose="02020603050405020304" pitchFamily="18" charset="0"/>
              </a:rPr>
              <a:t> </a:t>
            </a:r>
            <a:r>
              <a:rPr lang="en-US" altLang="zh-CN" sz="2000" dirty="0">
                <a:solidFill>
                  <a:schemeClr val="tx1"/>
                </a:solidFill>
                <a:latin typeface="Times New Roman" panose="02020603050405020304" pitchFamily="18" charset="0"/>
                <a:cs typeface="Times New Roman" panose="02020603050405020304" pitchFamily="18" charset="0"/>
              </a:rPr>
              <a:t>→ *</a:t>
            </a:r>
            <a:r>
              <a:rPr lang="zh-CN" altLang="en-US" sz="2000" i="1" dirty="0">
                <a:solidFill>
                  <a:schemeClr val="tx1"/>
                </a:solidFill>
                <a:latin typeface="Times New Roman" panose="02020603050405020304" pitchFamily="18" charset="0"/>
                <a:cs typeface="Times New Roman" panose="02020603050405020304" pitchFamily="18" charset="0"/>
              </a:rPr>
              <a:t>F</a:t>
            </a:r>
            <a:r>
              <a:rPr lang="zh-CN" altLang="en-US" sz="2000" dirty="0">
                <a:solidFill>
                  <a:schemeClr val="tx1"/>
                </a:solidFill>
                <a:latin typeface="Times New Roman" panose="02020603050405020304" pitchFamily="18" charset="0"/>
                <a:cs typeface="Times New Roman" panose="02020603050405020304" pitchFamily="18" charset="0"/>
              </a:rPr>
              <a:t> </a:t>
            </a:r>
            <a:r>
              <a:rPr lang="zh-CN" altLang="en-US" sz="2000" dirty="0">
                <a:solidFill>
                  <a:srgbClr val="0070C0"/>
                </a:solidFill>
                <a:latin typeface="Times New Roman" panose="02020603050405020304" pitchFamily="18" charset="0"/>
                <a:cs typeface="Times New Roman" panose="02020603050405020304" pitchFamily="18" charset="0"/>
              </a:rPr>
              <a:t>{ </a:t>
            </a:r>
            <a:r>
              <a:rPr lang="zh-CN" altLang="en-US" sz="2000" i="1" dirty="0">
                <a:solidFill>
                  <a:srgbClr val="0070C0"/>
                </a:solidFill>
                <a:latin typeface="Times New Roman" panose="02020603050405020304" pitchFamily="18" charset="0"/>
                <a:cs typeface="Times New Roman" panose="02020603050405020304" pitchFamily="18" charset="0"/>
              </a:rPr>
              <a:t>T</a:t>
            </a:r>
            <a:r>
              <a:rPr lang="zh-CN" altLang="en-US" sz="2000" i="1" baseline="-25000" dirty="0">
                <a:solidFill>
                  <a:srgbClr val="0070C0"/>
                </a:solidFill>
                <a:latin typeface="Times New Roman" panose="02020603050405020304" pitchFamily="18" charset="0"/>
                <a:cs typeface="Times New Roman" panose="02020603050405020304" pitchFamily="18" charset="0"/>
              </a:rPr>
              <a:t>1</a:t>
            </a:r>
            <a:r>
              <a:rPr lang="en-US" altLang="zh-CN" sz="2000" i="1" dirty="0">
                <a:solidFill>
                  <a:srgbClr val="0070C0"/>
                </a:solidFill>
                <a:latin typeface="Times New Roman" panose="02020603050405020304" pitchFamily="18" charset="0"/>
                <a:ea typeface="楷体" panose="02010609060101010101" pitchFamily="49" charset="-122"/>
              </a:rPr>
              <a:t>′</a:t>
            </a:r>
            <a:r>
              <a:rPr lang="zh-CN" altLang="en-US" sz="2000" i="1" dirty="0">
                <a:solidFill>
                  <a:srgbClr val="0070C0"/>
                </a:solidFill>
                <a:latin typeface="Times New Roman" panose="02020603050405020304" pitchFamily="18" charset="0"/>
                <a:cs typeface="Times New Roman" panose="02020603050405020304" pitchFamily="18" charset="0"/>
              </a:rPr>
              <a:t>.inh </a:t>
            </a:r>
            <a:r>
              <a:rPr lang="zh-CN" altLang="en-US" sz="2000" dirty="0">
                <a:solidFill>
                  <a:srgbClr val="0070C0"/>
                </a:solidFill>
                <a:latin typeface="Times New Roman" panose="02020603050405020304" pitchFamily="18" charset="0"/>
                <a:cs typeface="Times New Roman" panose="02020603050405020304" pitchFamily="18" charset="0"/>
              </a:rPr>
              <a:t>= </a:t>
            </a:r>
            <a:r>
              <a:rPr lang="zh-CN" altLang="en-US" sz="2000" i="1" dirty="0">
                <a:solidFill>
                  <a:srgbClr val="0070C0"/>
                </a:solidFill>
                <a:latin typeface="Times New Roman" panose="02020603050405020304" pitchFamily="18" charset="0"/>
                <a:cs typeface="Times New Roman" panose="02020603050405020304" pitchFamily="18" charset="0"/>
              </a:rPr>
              <a:t>T</a:t>
            </a:r>
            <a:r>
              <a:rPr lang="en-US" altLang="zh-CN" sz="2000" i="1" dirty="0">
                <a:solidFill>
                  <a:srgbClr val="0070C0"/>
                </a:solidFill>
                <a:latin typeface="Times New Roman" panose="02020603050405020304" pitchFamily="18" charset="0"/>
                <a:ea typeface="楷体" panose="02010609060101010101" pitchFamily="49" charset="-122"/>
              </a:rPr>
              <a:t>′</a:t>
            </a:r>
            <a:r>
              <a:rPr lang="zh-CN" altLang="en-US" sz="2000" i="1" dirty="0">
                <a:solidFill>
                  <a:srgbClr val="0070C0"/>
                </a:solidFill>
                <a:latin typeface="Times New Roman" panose="02020603050405020304" pitchFamily="18" charset="0"/>
                <a:cs typeface="Times New Roman" panose="02020603050405020304" pitchFamily="18" charset="0"/>
              </a:rPr>
              <a:t>.inh</a:t>
            </a:r>
            <a:r>
              <a:rPr lang="zh-CN" altLang="en-US"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solidFill>
                  <a:schemeClr val="tx1"/>
                </a:solidFill>
                <a:latin typeface="Times New Roman" panose="02020603050405020304" pitchFamily="18" charset="0"/>
                <a:cs typeface="Times New Roman" panose="02020603050405020304" pitchFamily="18" charset="0"/>
              </a:rPr>
              <a:t>T</a:t>
            </a:r>
            <a:r>
              <a:rPr lang="zh-CN"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zh-CN" sz="2000" i="1" dirty="0">
                <a:solidFill>
                  <a:schemeClr val="tx1"/>
                </a:solidFill>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ea typeface="楷体" panose="02010609060101010101" pitchFamily="49" charset="-122"/>
              </a:rPr>
              <a:t> </a:t>
            </a:r>
            <a:r>
              <a:rPr lang="en-US" altLang="zh-CN" sz="2000" dirty="0">
                <a:solidFill>
                  <a:srgbClr val="0070C0"/>
                </a:solidFill>
                <a:latin typeface="Times New Roman" panose="02020603050405020304" pitchFamily="18" charset="0"/>
                <a:cs typeface="Times New Roman" panose="02020603050405020304" pitchFamily="18" charset="0"/>
              </a:rPr>
              <a:t>{ </a:t>
            </a:r>
            <a:r>
              <a:rPr lang="zh-CN" altLang="en-US" sz="2000" i="1" dirty="0">
                <a:solidFill>
                  <a:srgbClr val="0070C0"/>
                </a:solidFill>
                <a:latin typeface="Times New Roman" panose="02020603050405020304" pitchFamily="18" charset="0"/>
                <a:cs typeface="Times New Roman" panose="02020603050405020304" pitchFamily="18" charset="0"/>
              </a:rPr>
              <a:t>T</a:t>
            </a:r>
            <a:r>
              <a:rPr lang="en-US" altLang="zh-CN" sz="2000" i="1" dirty="0">
                <a:solidFill>
                  <a:srgbClr val="0070C0"/>
                </a:solidFill>
                <a:latin typeface="Times New Roman" panose="02020603050405020304" pitchFamily="18" charset="0"/>
                <a:ea typeface="楷体" panose="02010609060101010101" pitchFamily="49" charset="-122"/>
              </a:rPr>
              <a:t>′</a:t>
            </a:r>
            <a:r>
              <a:rPr lang="en-US" altLang="zh-CN" sz="2000" i="1" dirty="0">
                <a:solidFill>
                  <a:srgbClr val="0070C0"/>
                </a:solidFill>
                <a:latin typeface="Times New Roman" panose="02020603050405020304" pitchFamily="18" charset="0"/>
                <a:cs typeface="Times New Roman" panose="02020603050405020304" pitchFamily="18" charset="0"/>
              </a:rPr>
              <a:t>.</a:t>
            </a:r>
            <a:r>
              <a:rPr lang="en-US" altLang="zh-CN" sz="2000" i="1" dirty="0" err="1">
                <a:solidFill>
                  <a:srgbClr val="0070C0"/>
                </a:solidFill>
                <a:latin typeface="Times New Roman" panose="02020603050405020304" pitchFamily="18" charset="0"/>
                <a:cs typeface="Times New Roman" panose="02020603050405020304" pitchFamily="18" charset="0"/>
              </a:rPr>
              <a:t>syn</a:t>
            </a:r>
            <a:r>
              <a:rPr lang="en-US" altLang="zh-CN" sz="2000" i="1" dirty="0">
                <a:solidFill>
                  <a:srgbClr val="0070C0"/>
                </a:solidFill>
                <a:latin typeface="Times New Roman" panose="02020603050405020304" pitchFamily="18" charset="0"/>
                <a:cs typeface="Times New Roman" panose="02020603050405020304" pitchFamily="18" charset="0"/>
              </a:rPr>
              <a:t> </a:t>
            </a:r>
            <a:r>
              <a:rPr lang="en-US" altLang="zh-CN" sz="2000" dirty="0">
                <a:solidFill>
                  <a:srgbClr val="0070C0"/>
                </a:solidFill>
                <a:latin typeface="Times New Roman" panose="02020603050405020304" pitchFamily="18" charset="0"/>
                <a:cs typeface="Times New Roman" panose="02020603050405020304" pitchFamily="18" charset="0"/>
              </a:rPr>
              <a:t>= </a:t>
            </a:r>
            <a:r>
              <a:rPr lang="zh-CN" altLang="en-US" sz="2000" i="1" dirty="0">
                <a:solidFill>
                  <a:srgbClr val="0070C0"/>
                </a:solidFill>
                <a:latin typeface="Times New Roman" panose="02020603050405020304" pitchFamily="18" charset="0"/>
                <a:cs typeface="Times New Roman" panose="02020603050405020304" pitchFamily="18" charset="0"/>
              </a:rPr>
              <a:t>T</a:t>
            </a:r>
            <a:r>
              <a:rPr lang="zh-CN" altLang="en-US" sz="2000" i="1" baseline="-25000" dirty="0">
                <a:solidFill>
                  <a:srgbClr val="0070C0"/>
                </a:solidFill>
                <a:latin typeface="Times New Roman" panose="02020603050405020304" pitchFamily="18" charset="0"/>
                <a:cs typeface="Times New Roman" panose="02020603050405020304" pitchFamily="18" charset="0"/>
              </a:rPr>
              <a:t>1</a:t>
            </a:r>
            <a:r>
              <a:rPr lang="en-US" altLang="zh-CN" sz="2000" i="1" dirty="0">
                <a:solidFill>
                  <a:srgbClr val="0070C0"/>
                </a:solidFill>
                <a:latin typeface="Times New Roman" panose="02020603050405020304" pitchFamily="18" charset="0"/>
                <a:ea typeface="楷体" panose="02010609060101010101" pitchFamily="49" charset="-122"/>
              </a:rPr>
              <a:t>′</a:t>
            </a:r>
            <a:r>
              <a:rPr lang="en-US" altLang="zh-CN" sz="2000" i="1" dirty="0">
                <a:solidFill>
                  <a:srgbClr val="0070C0"/>
                </a:solidFill>
                <a:latin typeface="Times New Roman" panose="02020603050405020304" pitchFamily="18" charset="0"/>
                <a:cs typeface="Times New Roman" panose="02020603050405020304" pitchFamily="18" charset="0"/>
              </a:rPr>
              <a:t>.</a:t>
            </a:r>
            <a:r>
              <a:rPr lang="en-US" altLang="zh-CN" sz="2000" i="1" dirty="0" err="1">
                <a:solidFill>
                  <a:srgbClr val="0070C0"/>
                </a:solidFill>
                <a:latin typeface="Times New Roman" panose="02020603050405020304" pitchFamily="18" charset="0"/>
                <a:cs typeface="Times New Roman" panose="02020603050405020304" pitchFamily="18" charset="0"/>
              </a:rPr>
              <a:t>syn</a:t>
            </a:r>
            <a:r>
              <a:rPr lang="en-US" altLang="zh-CN" sz="2000" dirty="0">
                <a:solidFill>
                  <a:srgbClr val="0070C0"/>
                </a:solidFill>
                <a:latin typeface="Times New Roman" panose="02020603050405020304" pitchFamily="18" charset="0"/>
                <a:cs typeface="Times New Roman" panose="02020603050405020304" pitchFamily="18" charset="0"/>
              </a:rPr>
              <a:t> }</a:t>
            </a:r>
          </a:p>
          <a:p>
            <a:pPr eaLnBrk="1" hangingPunct="1">
              <a:buClr>
                <a:schemeClr val="folHlink"/>
              </a:buClr>
              <a:buSzPct val="60000"/>
              <a:buFont typeface="Wingdings" panose="05000000000000000000" pitchFamily="2" charset="2"/>
              <a:buNone/>
              <a:defRPr/>
            </a:pPr>
            <a:r>
              <a:rPr lang="en-US" altLang="zh-CN" sz="2000" dirty="0">
                <a:solidFill>
                  <a:schemeClr val="tx1"/>
                </a:solidFill>
                <a:latin typeface="Times New Roman" panose="02020603050405020304" pitchFamily="18" charset="0"/>
                <a:cs typeface="Times New Roman" panose="02020603050405020304" pitchFamily="18" charset="0"/>
              </a:rPr>
              <a:t>3) </a:t>
            </a:r>
            <a:r>
              <a:rPr lang="zh-CN" altLang="en-US" sz="2000" i="1" dirty="0">
                <a:solidFill>
                  <a:schemeClr val="tx1"/>
                </a:solidFill>
                <a:latin typeface="Times New Roman" panose="02020603050405020304" pitchFamily="18" charset="0"/>
                <a:cs typeface="Times New Roman" panose="02020603050405020304" pitchFamily="18" charset="0"/>
              </a:rPr>
              <a:t>T</a:t>
            </a:r>
            <a:r>
              <a:rPr lang="en-US" altLang="zh-CN" sz="2000" i="1" dirty="0">
                <a:solidFill>
                  <a:schemeClr val="tx1"/>
                </a:solidFill>
                <a:latin typeface="Times New Roman" panose="02020603050405020304" pitchFamily="18" charset="0"/>
                <a:ea typeface="楷体" panose="02010609060101010101" pitchFamily="49" charset="-122"/>
              </a:rPr>
              <a:t>′</a:t>
            </a:r>
            <a:r>
              <a:rPr lang="zh-CN" altLang="en-US" sz="2000" i="1" dirty="0">
                <a:solidFill>
                  <a:schemeClr val="tx1"/>
                </a:solidFill>
                <a:latin typeface="Times New Roman" panose="02020603050405020304" pitchFamily="18" charset="0"/>
                <a:cs typeface="Times New Roman" panose="02020603050405020304" pitchFamily="18" charset="0"/>
              </a:rPr>
              <a:t> </a:t>
            </a:r>
            <a:r>
              <a:rPr lang="zh-CN" altLang="en-US" sz="20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70C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solidFill>
                  <a:srgbClr val="0070C0"/>
                </a:solidFill>
                <a:latin typeface="Times New Roman" panose="02020603050405020304" pitchFamily="18" charset="0"/>
                <a:cs typeface="Times New Roman" panose="02020603050405020304" pitchFamily="18" charset="0"/>
              </a:rPr>
              <a:t>T</a:t>
            </a:r>
            <a:r>
              <a:rPr lang="en-US" altLang="zh-CN" sz="2000" i="1" dirty="0">
                <a:solidFill>
                  <a:srgbClr val="0070C0"/>
                </a:solidFill>
                <a:latin typeface="Times New Roman" panose="02020603050405020304" pitchFamily="18" charset="0"/>
                <a:ea typeface="楷体" panose="02010609060101010101" pitchFamily="49" charset="-122"/>
              </a:rPr>
              <a:t>′</a:t>
            </a:r>
            <a:r>
              <a:rPr lang="en-US" altLang="zh-CN" sz="2000" i="1" dirty="0">
                <a:solidFill>
                  <a:srgbClr val="0070C0"/>
                </a:solidFill>
                <a:latin typeface="Times New Roman" panose="02020603050405020304" pitchFamily="18" charset="0"/>
                <a:cs typeface="Times New Roman" panose="02020603050405020304" pitchFamily="18" charset="0"/>
              </a:rPr>
              <a:t>.</a:t>
            </a:r>
            <a:r>
              <a:rPr lang="en-US" altLang="zh-CN" sz="2000" i="1" dirty="0" err="1">
                <a:solidFill>
                  <a:srgbClr val="0070C0"/>
                </a:solidFill>
                <a:latin typeface="Times New Roman" panose="02020603050405020304" pitchFamily="18" charset="0"/>
                <a:cs typeface="Times New Roman" panose="02020603050405020304" pitchFamily="18" charset="0"/>
              </a:rPr>
              <a:t>syn</a:t>
            </a:r>
            <a:r>
              <a:rPr lang="en-US" altLang="zh-CN" sz="2000" i="1" dirty="0">
                <a:solidFill>
                  <a:srgbClr val="0070C0"/>
                </a:solidFill>
                <a:latin typeface="Times New Roman" panose="02020603050405020304" pitchFamily="18" charset="0"/>
                <a:cs typeface="Times New Roman" panose="02020603050405020304" pitchFamily="18" charset="0"/>
              </a:rPr>
              <a:t> </a:t>
            </a:r>
            <a:r>
              <a:rPr lang="en-US" altLang="zh-CN" sz="2000" dirty="0">
                <a:solidFill>
                  <a:srgbClr val="0070C0"/>
                </a:solidFill>
                <a:latin typeface="Times New Roman" panose="02020603050405020304" pitchFamily="18" charset="0"/>
                <a:cs typeface="Times New Roman" panose="02020603050405020304" pitchFamily="18" charset="0"/>
              </a:rPr>
              <a:t>=</a:t>
            </a:r>
            <a:r>
              <a:rPr lang="zh-CN" altLang="en-US" sz="2000" dirty="0">
                <a:solidFill>
                  <a:srgbClr val="0070C0"/>
                </a:solidFill>
                <a:latin typeface="Times New Roman" panose="02020603050405020304" pitchFamily="18" charset="0"/>
                <a:cs typeface="Times New Roman" panose="02020603050405020304" pitchFamily="18" charset="0"/>
              </a:rPr>
              <a:t> </a:t>
            </a:r>
            <a:r>
              <a:rPr lang="zh-CN" altLang="en-US" sz="2000" i="1" dirty="0">
                <a:solidFill>
                  <a:srgbClr val="0070C0"/>
                </a:solidFill>
                <a:latin typeface="Times New Roman" panose="02020603050405020304" pitchFamily="18" charset="0"/>
                <a:cs typeface="Times New Roman" panose="02020603050405020304" pitchFamily="18" charset="0"/>
              </a:rPr>
              <a:t>T</a:t>
            </a:r>
            <a:r>
              <a:rPr lang="en-US" altLang="zh-CN" sz="2000" i="1" dirty="0">
                <a:solidFill>
                  <a:srgbClr val="0070C0"/>
                </a:solidFill>
                <a:latin typeface="Times New Roman" panose="02020603050405020304" pitchFamily="18" charset="0"/>
                <a:ea typeface="楷体" panose="02010609060101010101" pitchFamily="49" charset="-122"/>
              </a:rPr>
              <a:t>′</a:t>
            </a:r>
            <a:r>
              <a:rPr lang="en-US" altLang="zh-CN" sz="2000" i="1" dirty="0">
                <a:solidFill>
                  <a:srgbClr val="0070C0"/>
                </a:solidFill>
                <a:latin typeface="Times New Roman" panose="02020603050405020304" pitchFamily="18" charset="0"/>
                <a:cs typeface="Times New Roman" panose="02020603050405020304" pitchFamily="18" charset="0"/>
              </a:rPr>
              <a:t>.</a:t>
            </a:r>
            <a:r>
              <a:rPr lang="en-US" altLang="zh-CN" sz="2000" i="1" dirty="0" err="1">
                <a:solidFill>
                  <a:srgbClr val="0070C0"/>
                </a:solidFill>
                <a:latin typeface="Times New Roman" panose="02020603050405020304" pitchFamily="18" charset="0"/>
                <a:cs typeface="Times New Roman" panose="02020603050405020304" pitchFamily="18" charset="0"/>
              </a:rPr>
              <a:t>inh</a:t>
            </a:r>
            <a:r>
              <a:rPr lang="en-US" altLang="zh-CN" sz="2000" dirty="0">
                <a:solidFill>
                  <a:srgbClr val="0070C0"/>
                </a:solidFill>
                <a:latin typeface="Times New Roman" panose="02020603050405020304" pitchFamily="18" charset="0"/>
                <a:cs typeface="Times New Roman" panose="02020603050405020304" pitchFamily="18" charset="0"/>
              </a:rPr>
              <a:t> }</a:t>
            </a:r>
          </a:p>
          <a:p>
            <a:pPr eaLnBrk="1" hangingPunct="1">
              <a:buClr>
                <a:schemeClr val="folHlink"/>
              </a:buClr>
              <a:buSzPct val="60000"/>
              <a:buFont typeface="Wingdings" panose="05000000000000000000" pitchFamily="2" charset="2"/>
              <a:buNone/>
              <a:defRPr/>
            </a:pPr>
            <a:r>
              <a:rPr lang="en-US" altLang="zh-CN" sz="2000"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dirty="0">
                <a:solidFill>
                  <a:srgbClr val="0070C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70C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solidFill>
                  <a:srgbClr val="0070C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solidFill>
                  <a:srgbClr val="0070C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solidFill>
                  <a:srgbClr val="0070C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rgbClr val="0070C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70C0"/>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FEBA3060-0020-44D9-ABF1-19EE72926390}"/>
              </a:ext>
            </a:extLst>
          </p:cNvPr>
          <p:cNvSpPr/>
          <p:nvPr/>
        </p:nvSpPr>
        <p:spPr>
          <a:xfrm>
            <a:off x="6909393" y="871841"/>
            <a:ext cx="1777407" cy="1631216"/>
          </a:xfrm>
          <a:prstGeom prst="rect">
            <a:avLst/>
          </a:prstGeom>
        </p:spPr>
        <p:txBody>
          <a:bodyPr wrap="square">
            <a:spAutoFit/>
          </a:bodyPr>
          <a:lstStyle/>
          <a:p>
            <a:pPr marL="1588" lvl="1" indent="-1588"/>
            <a:r>
              <a:rPr kumimoji="1" lang="zh-CN" altLang="en-US" sz="2000" dirty="0">
                <a:solidFill>
                  <a:srgbClr val="0070C0"/>
                </a:solidFill>
                <a:latin typeface="+mn-ea"/>
                <a:ea typeface="+mn-ea"/>
              </a:rPr>
              <a:t>思考题：可不可以把符号</a:t>
            </a:r>
            <a:r>
              <a:rPr kumimoji="1" lang="en-US" altLang="zh-CN" sz="2000" dirty="0">
                <a:solidFill>
                  <a:srgbClr val="0070C0"/>
                </a:solidFill>
                <a:latin typeface="+mn-ea"/>
                <a:ea typeface="+mn-ea"/>
              </a:rPr>
              <a:t>A</a:t>
            </a:r>
            <a:r>
              <a:rPr kumimoji="1" lang="zh-CN" altLang="en-US" sz="2000" dirty="0">
                <a:solidFill>
                  <a:srgbClr val="0070C0"/>
                </a:solidFill>
                <a:latin typeface="+mn-ea"/>
                <a:ea typeface="+mn-ea"/>
              </a:rPr>
              <a:t>的继承属性的计算放在</a:t>
            </a:r>
            <a:r>
              <a:rPr kumimoji="1" lang="en-US" altLang="zh-CN" sz="2000" dirty="0">
                <a:solidFill>
                  <a:srgbClr val="0070C0"/>
                </a:solidFill>
                <a:latin typeface="+mn-ea"/>
                <a:ea typeface="+mn-ea"/>
              </a:rPr>
              <a:t>A</a:t>
            </a:r>
            <a:r>
              <a:rPr kumimoji="1" lang="zh-CN" altLang="en-US" sz="2000" dirty="0">
                <a:solidFill>
                  <a:srgbClr val="0070C0"/>
                </a:solidFill>
                <a:latin typeface="+mn-ea"/>
                <a:ea typeface="+mn-ea"/>
              </a:rPr>
              <a:t>之后 ？</a:t>
            </a:r>
            <a:endParaRPr kumimoji="1" lang="en-US" altLang="zh-CN" sz="2000" dirty="0">
              <a:solidFill>
                <a:srgbClr val="0070C0"/>
              </a:solidFill>
              <a:latin typeface="+mn-ea"/>
              <a:ea typeface="+mn-ea"/>
            </a:endParaRPr>
          </a:p>
        </p:txBody>
      </p:sp>
      <p:sp>
        <p:nvSpPr>
          <p:cNvPr id="4" name="灯片编号占位符 3">
            <a:extLst>
              <a:ext uri="{FF2B5EF4-FFF2-40B4-BE49-F238E27FC236}">
                <a16:creationId xmlns:a16="http://schemas.microsoft.com/office/drawing/2014/main" id="{3ED1D65D-C7FF-4A25-82D8-6B742729E40A}"/>
              </a:ext>
            </a:extLst>
          </p:cNvPr>
          <p:cNvSpPr>
            <a:spLocks noGrp="1"/>
          </p:cNvSpPr>
          <p:nvPr>
            <p:ph type="sldNum" sz="quarter" idx="10"/>
          </p:nvPr>
        </p:nvSpPr>
        <p:spPr/>
        <p:txBody>
          <a:bodyPr/>
          <a:lstStyle/>
          <a:p>
            <a:pPr>
              <a:defRPr/>
            </a:pPr>
            <a:fld id="{8E104948-B687-4A74-87EB-9097C047E113}" type="slidenum">
              <a:rPr lang="zh-CN" altLang="en-US" smtClean="0"/>
              <a:pPr>
                <a:defRPr/>
              </a:pPr>
              <a:t>50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56328"/>
                                        </p:tgtEl>
                                        <p:attrNameLst>
                                          <p:attrName>style.visibility</p:attrName>
                                        </p:attrNameLst>
                                      </p:cBhvr>
                                      <p:to>
                                        <p:strVal val="visible"/>
                                      </p:to>
                                    </p:set>
                                    <p:anim calcmode="lin" valueType="num">
                                      <p:cBhvr>
                                        <p:cTn id="7" dur="500" fill="hold"/>
                                        <p:tgtEl>
                                          <p:spTgt spid="56328"/>
                                        </p:tgtEl>
                                        <p:attrNameLst>
                                          <p:attrName>ppt_w</p:attrName>
                                        </p:attrNameLst>
                                      </p:cBhvr>
                                      <p:tavLst>
                                        <p:tav tm="0">
                                          <p:val>
                                            <p:fltVal val="0"/>
                                          </p:val>
                                        </p:tav>
                                        <p:tav tm="100000">
                                          <p:val>
                                            <p:strVal val="#ppt_w"/>
                                          </p:val>
                                        </p:tav>
                                      </p:tavLst>
                                    </p:anim>
                                    <p:anim calcmode="lin" valueType="num">
                                      <p:cBhvr>
                                        <p:cTn id="8" dur="500" fill="hold"/>
                                        <p:tgtEl>
                                          <p:spTgt spid="56328"/>
                                        </p:tgtEl>
                                        <p:attrNameLst>
                                          <p:attrName>ppt_h</p:attrName>
                                        </p:attrNameLst>
                                      </p:cBhvr>
                                      <p:tavLst>
                                        <p:tav tm="0">
                                          <p:val>
                                            <p:fltVal val="0"/>
                                          </p:val>
                                        </p:tav>
                                        <p:tav tm="100000">
                                          <p:val>
                                            <p:strVal val="#ppt_h"/>
                                          </p:val>
                                        </p:tav>
                                      </p:tavLst>
                                    </p:anim>
                                    <p:animEffect transition="in" filter="fade">
                                      <p:cBhvr>
                                        <p:cTn id="9" dur="500"/>
                                        <p:tgtEl>
                                          <p:spTgt spid="5632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56329"/>
                                        </p:tgtEl>
                                        <p:attrNameLst>
                                          <p:attrName>style.visibility</p:attrName>
                                        </p:attrNameLst>
                                      </p:cBhvr>
                                      <p:to>
                                        <p:strVal val="visible"/>
                                      </p:to>
                                    </p:set>
                                    <p:anim calcmode="lin" valueType="num">
                                      <p:cBhvr>
                                        <p:cTn id="14" dur="500" fill="hold"/>
                                        <p:tgtEl>
                                          <p:spTgt spid="56329"/>
                                        </p:tgtEl>
                                        <p:attrNameLst>
                                          <p:attrName>ppt_w</p:attrName>
                                        </p:attrNameLst>
                                      </p:cBhvr>
                                      <p:tavLst>
                                        <p:tav tm="0">
                                          <p:val>
                                            <p:fltVal val="0"/>
                                          </p:val>
                                        </p:tav>
                                        <p:tav tm="100000">
                                          <p:val>
                                            <p:strVal val="#ppt_w"/>
                                          </p:val>
                                        </p:tav>
                                      </p:tavLst>
                                    </p:anim>
                                    <p:anim calcmode="lin" valueType="num">
                                      <p:cBhvr>
                                        <p:cTn id="15" dur="500" fill="hold"/>
                                        <p:tgtEl>
                                          <p:spTgt spid="56329"/>
                                        </p:tgtEl>
                                        <p:attrNameLst>
                                          <p:attrName>ppt_h</p:attrName>
                                        </p:attrNameLst>
                                      </p:cBhvr>
                                      <p:tavLst>
                                        <p:tav tm="0">
                                          <p:val>
                                            <p:fltVal val="0"/>
                                          </p:val>
                                        </p:tav>
                                        <p:tav tm="100000">
                                          <p:val>
                                            <p:strVal val="#ppt_h"/>
                                          </p:val>
                                        </p:tav>
                                      </p:tavLst>
                                    </p:anim>
                                    <p:animEffect transition="in" filter="fade">
                                      <p:cBhvr>
                                        <p:cTn id="16" dur="500"/>
                                        <p:tgtEl>
                                          <p:spTgt spid="5632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49155">
                                            <p:txEl>
                                              <p:pRg st="5" end="5"/>
                                            </p:txEl>
                                          </p:spTgt>
                                        </p:tgtEl>
                                        <p:attrNameLst>
                                          <p:attrName>style.visibility</p:attrName>
                                        </p:attrNameLst>
                                      </p:cBhvr>
                                      <p:to>
                                        <p:strVal val="visible"/>
                                      </p:to>
                                    </p:set>
                                    <p:anim calcmode="lin" valueType="num">
                                      <p:cBhvr>
                                        <p:cTn id="21" dur="500" fill="hold"/>
                                        <p:tgtEl>
                                          <p:spTgt spid="49155">
                                            <p:txEl>
                                              <p:pRg st="5" end="5"/>
                                            </p:txEl>
                                          </p:spTgt>
                                        </p:tgtEl>
                                        <p:attrNameLst>
                                          <p:attrName>ppt_w</p:attrName>
                                        </p:attrNameLst>
                                      </p:cBhvr>
                                      <p:tavLst>
                                        <p:tav tm="0">
                                          <p:val>
                                            <p:fltVal val="0"/>
                                          </p:val>
                                        </p:tav>
                                        <p:tav tm="100000">
                                          <p:val>
                                            <p:strVal val="#ppt_w"/>
                                          </p:val>
                                        </p:tav>
                                      </p:tavLst>
                                    </p:anim>
                                    <p:anim calcmode="lin" valueType="num">
                                      <p:cBhvr>
                                        <p:cTn id="22" dur="500" fill="hold"/>
                                        <p:tgtEl>
                                          <p:spTgt spid="49155">
                                            <p:txEl>
                                              <p:pRg st="5" end="5"/>
                                            </p:txEl>
                                          </p:spTgt>
                                        </p:tgtEl>
                                        <p:attrNameLst>
                                          <p:attrName>ppt_h</p:attrName>
                                        </p:attrNameLst>
                                      </p:cBhvr>
                                      <p:tavLst>
                                        <p:tav tm="0">
                                          <p:val>
                                            <p:fltVal val="0"/>
                                          </p:val>
                                        </p:tav>
                                        <p:tav tm="100000">
                                          <p:val>
                                            <p:strVal val="#ppt_h"/>
                                          </p:val>
                                        </p:tav>
                                      </p:tavLst>
                                    </p:anim>
                                    <p:animEffect transition="in" filter="fade">
                                      <p:cBhvr>
                                        <p:cTn id="23" dur="500"/>
                                        <p:tgtEl>
                                          <p:spTgt spid="49155">
                                            <p:txEl>
                                              <p:pRg st="5" end="5"/>
                                            </p:txEl>
                                          </p:spTgt>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6">
                                            <p:bg/>
                                          </p:spTgt>
                                        </p:tgtEl>
                                        <p:attrNameLst>
                                          <p:attrName>style.visibility</p:attrName>
                                        </p:attrNameLst>
                                      </p:cBhvr>
                                      <p:to>
                                        <p:strVal val="visible"/>
                                      </p:to>
                                    </p:set>
                                    <p:anim calcmode="lin" valueType="num">
                                      <p:cBhvr>
                                        <p:cTn id="26" dur="500" fill="hold"/>
                                        <p:tgtEl>
                                          <p:spTgt spid="16">
                                            <p:bg/>
                                          </p:spTgt>
                                        </p:tgtEl>
                                        <p:attrNameLst>
                                          <p:attrName>ppt_w</p:attrName>
                                        </p:attrNameLst>
                                      </p:cBhvr>
                                      <p:tavLst>
                                        <p:tav tm="0">
                                          <p:val>
                                            <p:fltVal val="0"/>
                                          </p:val>
                                        </p:tav>
                                        <p:tav tm="100000">
                                          <p:val>
                                            <p:strVal val="#ppt_w"/>
                                          </p:val>
                                        </p:tav>
                                      </p:tavLst>
                                    </p:anim>
                                    <p:anim calcmode="lin" valueType="num">
                                      <p:cBhvr>
                                        <p:cTn id="27" dur="500" fill="hold"/>
                                        <p:tgtEl>
                                          <p:spTgt spid="16">
                                            <p:bg/>
                                          </p:spTgt>
                                        </p:tgtEl>
                                        <p:attrNameLst>
                                          <p:attrName>ppt_h</p:attrName>
                                        </p:attrNameLst>
                                      </p:cBhvr>
                                      <p:tavLst>
                                        <p:tav tm="0">
                                          <p:val>
                                            <p:fltVal val="0"/>
                                          </p:val>
                                        </p:tav>
                                        <p:tav tm="100000">
                                          <p:val>
                                            <p:strVal val="#ppt_h"/>
                                          </p:val>
                                        </p:tav>
                                      </p:tavLst>
                                    </p:anim>
                                    <p:animEffect transition="in" filter="fade">
                                      <p:cBhvr>
                                        <p:cTn id="28" dur="500"/>
                                        <p:tgtEl>
                                          <p:spTgt spid="16">
                                            <p:bg/>
                                          </p:spTgt>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anim calcmode="lin" valueType="num">
                                      <p:cBhvr>
                                        <p:cTn id="31"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32"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33" dur="500"/>
                                        <p:tgtEl>
                                          <p:spTgt spid="16">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0" fill="hold" nodeType="clickEffect">
                                  <p:stCondLst>
                                    <p:cond delay="0"/>
                                  </p:stCondLst>
                                  <p:childTnLst>
                                    <p:set>
                                      <p:cBhvr>
                                        <p:cTn id="37" dur="1" fill="hold">
                                          <p:stCondLst>
                                            <p:cond delay="0"/>
                                          </p:stCondLst>
                                        </p:cTn>
                                        <p:tgtEl>
                                          <p:spTgt spid="56330"/>
                                        </p:tgtEl>
                                        <p:attrNameLst>
                                          <p:attrName>style.visibility</p:attrName>
                                        </p:attrNameLst>
                                      </p:cBhvr>
                                      <p:to>
                                        <p:strVal val="visible"/>
                                      </p:to>
                                    </p:set>
                                    <p:anim calcmode="lin" valueType="num">
                                      <p:cBhvr>
                                        <p:cTn id="38" dur="500" fill="hold"/>
                                        <p:tgtEl>
                                          <p:spTgt spid="56330"/>
                                        </p:tgtEl>
                                        <p:attrNameLst>
                                          <p:attrName>ppt_w</p:attrName>
                                        </p:attrNameLst>
                                      </p:cBhvr>
                                      <p:tavLst>
                                        <p:tav tm="0">
                                          <p:val>
                                            <p:fltVal val="0"/>
                                          </p:val>
                                        </p:tav>
                                        <p:tav tm="100000">
                                          <p:val>
                                            <p:strVal val="#ppt_w"/>
                                          </p:val>
                                        </p:tav>
                                      </p:tavLst>
                                    </p:anim>
                                    <p:anim calcmode="lin" valueType="num">
                                      <p:cBhvr>
                                        <p:cTn id="39" dur="500" fill="hold"/>
                                        <p:tgtEl>
                                          <p:spTgt spid="56330"/>
                                        </p:tgtEl>
                                        <p:attrNameLst>
                                          <p:attrName>ppt_h</p:attrName>
                                        </p:attrNameLst>
                                      </p:cBhvr>
                                      <p:tavLst>
                                        <p:tav tm="0">
                                          <p:val>
                                            <p:fltVal val="0"/>
                                          </p:val>
                                        </p:tav>
                                        <p:tav tm="100000">
                                          <p:val>
                                            <p:strVal val="#ppt_h"/>
                                          </p:val>
                                        </p:tav>
                                      </p:tavLst>
                                    </p:anim>
                                    <p:animEffect transition="in" filter="fade">
                                      <p:cBhvr>
                                        <p:cTn id="40" dur="500"/>
                                        <p:tgtEl>
                                          <p:spTgt spid="5633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0" fill="hold" nodeType="clickEffect">
                                  <p:stCondLst>
                                    <p:cond delay="0"/>
                                  </p:stCondLst>
                                  <p:childTnLst>
                                    <p:set>
                                      <p:cBhvr>
                                        <p:cTn id="44" dur="1" fill="hold">
                                          <p:stCondLst>
                                            <p:cond delay="0"/>
                                          </p:stCondLst>
                                        </p:cTn>
                                        <p:tgtEl>
                                          <p:spTgt spid="56331"/>
                                        </p:tgtEl>
                                        <p:attrNameLst>
                                          <p:attrName>style.visibility</p:attrName>
                                        </p:attrNameLst>
                                      </p:cBhvr>
                                      <p:to>
                                        <p:strVal val="visible"/>
                                      </p:to>
                                    </p:set>
                                    <p:anim calcmode="lin" valueType="num">
                                      <p:cBhvr>
                                        <p:cTn id="45" dur="500" fill="hold"/>
                                        <p:tgtEl>
                                          <p:spTgt spid="56331"/>
                                        </p:tgtEl>
                                        <p:attrNameLst>
                                          <p:attrName>ppt_w</p:attrName>
                                        </p:attrNameLst>
                                      </p:cBhvr>
                                      <p:tavLst>
                                        <p:tav tm="0">
                                          <p:val>
                                            <p:fltVal val="0"/>
                                          </p:val>
                                        </p:tav>
                                        <p:tav tm="100000">
                                          <p:val>
                                            <p:strVal val="#ppt_w"/>
                                          </p:val>
                                        </p:tav>
                                      </p:tavLst>
                                    </p:anim>
                                    <p:anim calcmode="lin" valueType="num">
                                      <p:cBhvr>
                                        <p:cTn id="46" dur="500" fill="hold"/>
                                        <p:tgtEl>
                                          <p:spTgt spid="56331"/>
                                        </p:tgtEl>
                                        <p:attrNameLst>
                                          <p:attrName>ppt_h</p:attrName>
                                        </p:attrNameLst>
                                      </p:cBhvr>
                                      <p:tavLst>
                                        <p:tav tm="0">
                                          <p:val>
                                            <p:fltVal val="0"/>
                                          </p:val>
                                        </p:tav>
                                        <p:tav tm="100000">
                                          <p:val>
                                            <p:strVal val="#ppt_h"/>
                                          </p:val>
                                        </p:tav>
                                      </p:tavLst>
                                    </p:anim>
                                    <p:animEffect transition="in" filter="fade">
                                      <p:cBhvr>
                                        <p:cTn id="47" dur="500"/>
                                        <p:tgtEl>
                                          <p:spTgt spid="5633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6">
                                            <p:txEl>
                                              <p:pRg st="1" end="1"/>
                                            </p:txEl>
                                          </p:spTgt>
                                        </p:tgtEl>
                                        <p:attrNameLst>
                                          <p:attrName>style.visibility</p:attrName>
                                        </p:attrNameLst>
                                      </p:cBhvr>
                                      <p:to>
                                        <p:strVal val="visible"/>
                                      </p:to>
                                    </p:set>
                                    <p:anim calcmode="lin" valueType="num">
                                      <p:cBhvr>
                                        <p:cTn id="52" dur="500" fill="hold"/>
                                        <p:tgtEl>
                                          <p:spTgt spid="16">
                                            <p:txEl>
                                              <p:pRg st="1" end="1"/>
                                            </p:txEl>
                                          </p:spTgt>
                                        </p:tgtEl>
                                        <p:attrNameLst>
                                          <p:attrName>ppt_w</p:attrName>
                                        </p:attrNameLst>
                                      </p:cBhvr>
                                      <p:tavLst>
                                        <p:tav tm="0">
                                          <p:val>
                                            <p:fltVal val="0"/>
                                          </p:val>
                                        </p:tav>
                                        <p:tav tm="100000">
                                          <p:val>
                                            <p:strVal val="#ppt_w"/>
                                          </p:val>
                                        </p:tav>
                                      </p:tavLst>
                                    </p:anim>
                                    <p:anim calcmode="lin" valueType="num">
                                      <p:cBhvr>
                                        <p:cTn id="53" dur="500" fill="hold"/>
                                        <p:tgtEl>
                                          <p:spTgt spid="16">
                                            <p:txEl>
                                              <p:pRg st="1" end="1"/>
                                            </p:txEl>
                                          </p:spTgt>
                                        </p:tgtEl>
                                        <p:attrNameLst>
                                          <p:attrName>ppt_h</p:attrName>
                                        </p:attrNameLst>
                                      </p:cBhvr>
                                      <p:tavLst>
                                        <p:tav tm="0">
                                          <p:val>
                                            <p:fltVal val="0"/>
                                          </p:val>
                                        </p:tav>
                                        <p:tav tm="100000">
                                          <p:val>
                                            <p:strVal val="#ppt_h"/>
                                          </p:val>
                                        </p:tav>
                                      </p:tavLst>
                                    </p:anim>
                                    <p:animEffect transition="in" filter="fade">
                                      <p:cBhvr>
                                        <p:cTn id="54" dur="500"/>
                                        <p:tgtEl>
                                          <p:spTgt spid="16">
                                            <p:txEl>
                                              <p:pRg st="1" end="1"/>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3" presetClass="entr" presetSubtype="0" fill="hold" nodeType="clickEffect">
                                  <p:stCondLst>
                                    <p:cond delay="0"/>
                                  </p:stCondLst>
                                  <p:childTnLst>
                                    <p:set>
                                      <p:cBhvr>
                                        <p:cTn id="58" dur="1" fill="hold">
                                          <p:stCondLst>
                                            <p:cond delay="0"/>
                                          </p:stCondLst>
                                        </p:cTn>
                                        <p:tgtEl>
                                          <p:spTgt spid="56332"/>
                                        </p:tgtEl>
                                        <p:attrNameLst>
                                          <p:attrName>style.visibility</p:attrName>
                                        </p:attrNameLst>
                                      </p:cBhvr>
                                      <p:to>
                                        <p:strVal val="visible"/>
                                      </p:to>
                                    </p:set>
                                    <p:anim calcmode="lin" valueType="num">
                                      <p:cBhvr>
                                        <p:cTn id="59" dur="500" fill="hold"/>
                                        <p:tgtEl>
                                          <p:spTgt spid="56332"/>
                                        </p:tgtEl>
                                        <p:attrNameLst>
                                          <p:attrName>ppt_w</p:attrName>
                                        </p:attrNameLst>
                                      </p:cBhvr>
                                      <p:tavLst>
                                        <p:tav tm="0">
                                          <p:val>
                                            <p:fltVal val="0"/>
                                          </p:val>
                                        </p:tav>
                                        <p:tav tm="100000">
                                          <p:val>
                                            <p:strVal val="#ppt_w"/>
                                          </p:val>
                                        </p:tav>
                                      </p:tavLst>
                                    </p:anim>
                                    <p:anim calcmode="lin" valueType="num">
                                      <p:cBhvr>
                                        <p:cTn id="60" dur="500" fill="hold"/>
                                        <p:tgtEl>
                                          <p:spTgt spid="56332"/>
                                        </p:tgtEl>
                                        <p:attrNameLst>
                                          <p:attrName>ppt_h</p:attrName>
                                        </p:attrNameLst>
                                      </p:cBhvr>
                                      <p:tavLst>
                                        <p:tav tm="0">
                                          <p:val>
                                            <p:fltVal val="0"/>
                                          </p:val>
                                        </p:tav>
                                        <p:tav tm="100000">
                                          <p:val>
                                            <p:strVal val="#ppt_h"/>
                                          </p:val>
                                        </p:tav>
                                      </p:tavLst>
                                    </p:anim>
                                    <p:animEffect transition="in" filter="fade">
                                      <p:cBhvr>
                                        <p:cTn id="61" dur="500"/>
                                        <p:tgtEl>
                                          <p:spTgt spid="5633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16">
                                            <p:txEl>
                                              <p:pRg st="2" end="2"/>
                                            </p:txEl>
                                          </p:spTgt>
                                        </p:tgtEl>
                                        <p:attrNameLst>
                                          <p:attrName>style.visibility</p:attrName>
                                        </p:attrNameLst>
                                      </p:cBhvr>
                                      <p:to>
                                        <p:strVal val="visible"/>
                                      </p:to>
                                    </p:set>
                                    <p:anim calcmode="lin" valueType="num">
                                      <p:cBhvr>
                                        <p:cTn id="66" dur="500" fill="hold"/>
                                        <p:tgtEl>
                                          <p:spTgt spid="16">
                                            <p:txEl>
                                              <p:pRg st="2" end="2"/>
                                            </p:txEl>
                                          </p:spTgt>
                                        </p:tgtEl>
                                        <p:attrNameLst>
                                          <p:attrName>ppt_w</p:attrName>
                                        </p:attrNameLst>
                                      </p:cBhvr>
                                      <p:tavLst>
                                        <p:tav tm="0">
                                          <p:val>
                                            <p:fltVal val="0"/>
                                          </p:val>
                                        </p:tav>
                                        <p:tav tm="100000">
                                          <p:val>
                                            <p:strVal val="#ppt_w"/>
                                          </p:val>
                                        </p:tav>
                                      </p:tavLst>
                                    </p:anim>
                                    <p:anim calcmode="lin" valueType="num">
                                      <p:cBhvr>
                                        <p:cTn id="67" dur="500" fill="hold"/>
                                        <p:tgtEl>
                                          <p:spTgt spid="16">
                                            <p:txEl>
                                              <p:pRg st="2" end="2"/>
                                            </p:txEl>
                                          </p:spTgt>
                                        </p:tgtEl>
                                        <p:attrNameLst>
                                          <p:attrName>ppt_h</p:attrName>
                                        </p:attrNameLst>
                                      </p:cBhvr>
                                      <p:tavLst>
                                        <p:tav tm="0">
                                          <p:val>
                                            <p:fltVal val="0"/>
                                          </p:val>
                                        </p:tav>
                                        <p:tav tm="100000">
                                          <p:val>
                                            <p:strVal val="#ppt_h"/>
                                          </p:val>
                                        </p:tav>
                                      </p:tavLst>
                                    </p:anim>
                                    <p:animEffect transition="in" filter="fade">
                                      <p:cBhvr>
                                        <p:cTn id="68" dur="500"/>
                                        <p:tgtEl>
                                          <p:spTgt spid="16">
                                            <p:txEl>
                                              <p:pRg st="2" end="2"/>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3" presetClass="entr" presetSubtype="0" fill="hold" nodeType="clickEffect">
                                  <p:stCondLst>
                                    <p:cond delay="0"/>
                                  </p:stCondLst>
                                  <p:childTnLst>
                                    <p:set>
                                      <p:cBhvr>
                                        <p:cTn id="72" dur="1" fill="hold">
                                          <p:stCondLst>
                                            <p:cond delay="0"/>
                                          </p:stCondLst>
                                        </p:cTn>
                                        <p:tgtEl>
                                          <p:spTgt spid="56333"/>
                                        </p:tgtEl>
                                        <p:attrNameLst>
                                          <p:attrName>style.visibility</p:attrName>
                                        </p:attrNameLst>
                                      </p:cBhvr>
                                      <p:to>
                                        <p:strVal val="visible"/>
                                      </p:to>
                                    </p:set>
                                    <p:anim calcmode="lin" valueType="num">
                                      <p:cBhvr>
                                        <p:cTn id="73" dur="500" fill="hold"/>
                                        <p:tgtEl>
                                          <p:spTgt spid="56333"/>
                                        </p:tgtEl>
                                        <p:attrNameLst>
                                          <p:attrName>ppt_w</p:attrName>
                                        </p:attrNameLst>
                                      </p:cBhvr>
                                      <p:tavLst>
                                        <p:tav tm="0">
                                          <p:val>
                                            <p:fltVal val="0"/>
                                          </p:val>
                                        </p:tav>
                                        <p:tav tm="100000">
                                          <p:val>
                                            <p:strVal val="#ppt_w"/>
                                          </p:val>
                                        </p:tav>
                                      </p:tavLst>
                                    </p:anim>
                                    <p:anim calcmode="lin" valueType="num">
                                      <p:cBhvr>
                                        <p:cTn id="74" dur="500" fill="hold"/>
                                        <p:tgtEl>
                                          <p:spTgt spid="56333"/>
                                        </p:tgtEl>
                                        <p:attrNameLst>
                                          <p:attrName>ppt_h</p:attrName>
                                        </p:attrNameLst>
                                      </p:cBhvr>
                                      <p:tavLst>
                                        <p:tav tm="0">
                                          <p:val>
                                            <p:fltVal val="0"/>
                                          </p:val>
                                        </p:tav>
                                        <p:tav tm="100000">
                                          <p:val>
                                            <p:strVal val="#ppt_h"/>
                                          </p:val>
                                        </p:tav>
                                      </p:tavLst>
                                    </p:anim>
                                    <p:animEffect transition="in" filter="fade">
                                      <p:cBhvr>
                                        <p:cTn id="75" dur="500"/>
                                        <p:tgtEl>
                                          <p:spTgt spid="5633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16">
                                            <p:txEl>
                                              <p:pRg st="3" end="3"/>
                                            </p:txEl>
                                          </p:spTgt>
                                        </p:tgtEl>
                                        <p:attrNameLst>
                                          <p:attrName>style.visibility</p:attrName>
                                        </p:attrNameLst>
                                      </p:cBhvr>
                                      <p:to>
                                        <p:strVal val="visible"/>
                                      </p:to>
                                    </p:set>
                                    <p:anim calcmode="lin" valueType="num">
                                      <p:cBhvr>
                                        <p:cTn id="80" dur="500" fill="hold"/>
                                        <p:tgtEl>
                                          <p:spTgt spid="16">
                                            <p:txEl>
                                              <p:pRg st="3" end="3"/>
                                            </p:txEl>
                                          </p:spTgt>
                                        </p:tgtEl>
                                        <p:attrNameLst>
                                          <p:attrName>ppt_w</p:attrName>
                                        </p:attrNameLst>
                                      </p:cBhvr>
                                      <p:tavLst>
                                        <p:tav tm="0">
                                          <p:val>
                                            <p:fltVal val="0"/>
                                          </p:val>
                                        </p:tav>
                                        <p:tav tm="100000">
                                          <p:val>
                                            <p:strVal val="#ppt_w"/>
                                          </p:val>
                                        </p:tav>
                                      </p:tavLst>
                                    </p:anim>
                                    <p:anim calcmode="lin" valueType="num">
                                      <p:cBhvr>
                                        <p:cTn id="81" dur="500" fill="hold"/>
                                        <p:tgtEl>
                                          <p:spTgt spid="16">
                                            <p:txEl>
                                              <p:pRg st="3" end="3"/>
                                            </p:txEl>
                                          </p:spTgt>
                                        </p:tgtEl>
                                        <p:attrNameLst>
                                          <p:attrName>ppt_h</p:attrName>
                                        </p:attrNameLst>
                                      </p:cBhvr>
                                      <p:tavLst>
                                        <p:tav tm="0">
                                          <p:val>
                                            <p:fltVal val="0"/>
                                          </p:val>
                                        </p:tav>
                                        <p:tav tm="100000">
                                          <p:val>
                                            <p:strVal val="#ppt_h"/>
                                          </p:val>
                                        </p:tav>
                                      </p:tavLst>
                                    </p:anim>
                                    <p:animEffect transition="in" filter="fade">
                                      <p:cBhvr>
                                        <p:cTn id="82" dur="500"/>
                                        <p:tgtEl>
                                          <p:spTgt spid="16">
                                            <p:txEl>
                                              <p:pRg st="3" end="3"/>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down)">
                                      <p:cBhvr>
                                        <p:cTn id="8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animBg="1"/>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597A18C9-5EF5-4564-88A3-1FBD0099E1B4}"/>
              </a:ext>
            </a:extLst>
          </p:cNvPr>
          <p:cNvSpPr>
            <a:spLocks noChangeArrowheads="1"/>
          </p:cNvSpPr>
          <p:nvPr/>
        </p:nvSpPr>
        <p:spPr bwMode="auto">
          <a:xfrm>
            <a:off x="2000250" y="706438"/>
            <a:ext cx="50022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sz="3300">
              <a:solidFill>
                <a:srgbClr val="5EAEFF"/>
              </a:solidFill>
              <a:latin typeface="楷体_GB2312" pitchFamily="49" charset="-122"/>
              <a:ea typeface="楷体_GB2312" pitchFamily="49" charset="-122"/>
            </a:endParaRPr>
          </a:p>
        </p:txBody>
      </p:sp>
      <p:sp>
        <p:nvSpPr>
          <p:cNvPr id="129027" name="Rectangle 3">
            <a:extLst>
              <a:ext uri="{FF2B5EF4-FFF2-40B4-BE49-F238E27FC236}">
                <a16:creationId xmlns:a16="http://schemas.microsoft.com/office/drawing/2014/main" id="{AE526B4A-31AE-47AF-984F-835B3CBB64C7}"/>
              </a:ext>
            </a:extLst>
          </p:cNvPr>
          <p:cNvSpPr>
            <a:spLocks noChangeArrowheads="1"/>
          </p:cNvSpPr>
          <p:nvPr/>
        </p:nvSpPr>
        <p:spPr bwMode="auto">
          <a:xfrm>
            <a:off x="428625" y="785813"/>
            <a:ext cx="8355013" cy="2145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600075" indent="-257175">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lnSpc>
                <a:spcPts val="4000"/>
              </a:lnSpc>
              <a:spcBef>
                <a:spcPct val="20000"/>
              </a:spcBef>
              <a:buSzPct val="100000"/>
              <a:buFont typeface="Wingdings" panose="05000000000000000000" pitchFamily="2" charset="2"/>
              <a:buChar char="Ø"/>
            </a:pP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如果一个</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a:t>
            </a:r>
            <a:r>
              <a:rPr kumimoji="1"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SDD</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的基础文法可以使用</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LL</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分析技术，那么它的</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SDT</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可以在</a:t>
            </a:r>
            <a:r>
              <a:rPr kumimoji="1" lang="en-US" altLang="zh-CN" sz="2800" i="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LL</a:t>
            </a:r>
            <a:r>
              <a:rPr kumimoji="1" lang="zh-CN" altLang="en-US" sz="28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语法分析</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过程中实现，经过</a:t>
            </a:r>
            <a:r>
              <a:rPr kumimoji="1" lang="zh-CN" altLang="en-US" sz="28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改造</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后，可以在</a:t>
            </a:r>
            <a:r>
              <a:rPr kumimoji="1" lang="en-US" altLang="zh-CN" sz="2800" i="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LR</a:t>
            </a:r>
            <a:r>
              <a:rPr kumimoji="1" lang="zh-CN" altLang="en-US" sz="28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语法分析</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中实现。</a:t>
            </a:r>
          </a:p>
          <a:p>
            <a:pPr lvl="1" eaLnBrk="1" hangingPunct="1">
              <a:lnSpc>
                <a:spcPts val="4000"/>
              </a:lnSpc>
              <a:spcBef>
                <a:spcPct val="20000"/>
              </a:spcBef>
              <a:buSzPct val="100000"/>
              <a:buFont typeface="Wingdings" panose="05000000000000000000" pitchFamily="2" charset="2"/>
              <a:buChar char="Ø"/>
            </a:pP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例</a:t>
            </a:r>
            <a:endParaRPr kumimoji="1"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Rectangle 2">
            <a:extLst>
              <a:ext uri="{FF2B5EF4-FFF2-40B4-BE49-F238E27FC236}">
                <a16:creationId xmlns:a16="http://schemas.microsoft.com/office/drawing/2014/main" id="{A397267C-B2FD-496D-8571-C837233EC31F}"/>
              </a:ext>
            </a:extLst>
          </p:cNvPr>
          <p:cNvSpPr>
            <a:spLocks noGrp="1" noChangeArrowheads="1"/>
          </p:cNvSpPr>
          <p:nvPr>
            <p:ph type="title"/>
          </p:nvPr>
        </p:nvSpPr>
        <p:spPr>
          <a:xfrm>
            <a:off x="755650" y="268288"/>
            <a:ext cx="7931150" cy="358775"/>
          </a:xfrm>
        </p:spPr>
        <p:txBody>
          <a:bodyPr/>
          <a:lstStyle/>
          <a:p>
            <a:pPr eaLnBrk="1" hangingPunct="1">
              <a:defRPr/>
            </a:pPr>
            <a:r>
              <a:rPr lang="en-US" altLang="zh-CN" i="1" dirty="0">
                <a:latin typeface="Times New Roman" panose="02020603050405020304" pitchFamily="18" charset="0"/>
                <a:cs typeface="Times New Roman" panose="02020603050405020304" pitchFamily="18" charset="0"/>
              </a:rPr>
              <a:t>L-</a:t>
            </a:r>
            <a:r>
              <a:rPr lang="zh-CN" altLang="en-US" spc="300" dirty="0">
                <a:latin typeface="Times New Roman" panose="02020603050405020304" pitchFamily="18" charset="0"/>
                <a:cs typeface="Times New Roman" panose="02020603050405020304" pitchFamily="18" charset="0"/>
              </a:rPr>
              <a:t>属性定义的</a:t>
            </a:r>
            <a:r>
              <a:rPr lang="en-US" altLang="zh-CN" i="1" dirty="0">
                <a:latin typeface="Times New Roman" panose="02020603050405020304" pitchFamily="18" charset="0"/>
                <a:cs typeface="Times New Roman" panose="02020603050405020304" pitchFamily="18" charset="0"/>
              </a:rPr>
              <a:t>SDT </a:t>
            </a:r>
            <a:r>
              <a:rPr lang="zh-CN" altLang="en-US" spc="300" dirty="0">
                <a:latin typeface="Times New Roman" panose="02020603050405020304" pitchFamily="18" charset="0"/>
                <a:cs typeface="Times New Roman" panose="02020603050405020304" pitchFamily="18" charset="0"/>
              </a:rPr>
              <a:t>实现</a:t>
            </a:r>
            <a:endParaRPr kumimoji="1" lang="zh-CN" altLang="en-US" i="1"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3">
            <a:extLst>
              <a:ext uri="{FF2B5EF4-FFF2-40B4-BE49-F238E27FC236}">
                <a16:creationId xmlns:a16="http://schemas.microsoft.com/office/drawing/2014/main" id="{1F3484AA-BDE2-40C8-8190-BC6B19EF3D3F}"/>
              </a:ext>
            </a:extLst>
          </p:cNvPr>
          <p:cNvSpPr txBox="1">
            <a:spLocks noChangeArrowheads="1"/>
          </p:cNvSpPr>
          <p:nvPr/>
        </p:nvSpPr>
        <p:spPr bwMode="auto">
          <a:xfrm>
            <a:off x="285750" y="3067595"/>
            <a:ext cx="6048375" cy="1376363"/>
          </a:xfrm>
          <a:prstGeom prst="rect">
            <a:avLst/>
          </a:prstGeom>
          <a:solidFill>
            <a:schemeClr val="accent5">
              <a:lumMod val="60000"/>
              <a:lumOff val="40000"/>
            </a:schemeClr>
          </a:solidFill>
          <a:ln>
            <a:solidFill>
              <a:schemeClr val="tx1"/>
            </a:solidFill>
          </a:ln>
        </p:spPr>
        <p:txBody>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
                <a:schemeClr val="folHlink"/>
              </a:buClr>
              <a:buSzPct val="60000"/>
              <a:buFont typeface="Wingdings" panose="05000000000000000000" pitchFamily="2" charset="2"/>
              <a:buNone/>
              <a:defRPr/>
            </a:pP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 </a:t>
            </a:r>
            <a:r>
              <a:rPr lang="en-US" altLang="zh-CN" sz="1800" i="1" dirty="0">
                <a:solidFill>
                  <a:schemeClr val="tx1"/>
                </a:solidFill>
                <a:latin typeface="Times New Roman" panose="02020603050405020304" pitchFamily="18" charset="0"/>
                <a:cs typeface="Times New Roman" panose="02020603050405020304" pitchFamily="18" charset="0"/>
              </a:rPr>
              <a:t>T </a:t>
            </a:r>
            <a:r>
              <a:rPr lang="en-US" altLang="zh-CN" sz="18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18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err="1">
                <a:solidFill>
                  <a:srgbClr val="2D83F4"/>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1800" i="1" dirty="0" err="1">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1800" i="1" dirty="0" err="1">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1800" i="1"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18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err="1">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err="1">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1800" i="1" dirty="0" err="1">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8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8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buClr>
                <a:schemeClr val="folHlink"/>
              </a:buClr>
              <a:buSzPct val="60000"/>
              <a:buFont typeface="Wingdings" panose="05000000000000000000" pitchFamily="2" charset="2"/>
              <a:buNone/>
              <a:defRPr/>
            </a:pPr>
            <a:r>
              <a:rPr lang="en-US" altLang="zh-CN" sz="1800" dirty="0">
                <a:solidFill>
                  <a:schemeClr val="tx1"/>
                </a:solidFill>
                <a:latin typeface="Times New Roman" panose="02020603050405020304" pitchFamily="18" charset="0"/>
                <a:cs typeface="Times New Roman" panose="02020603050405020304" pitchFamily="18" charset="0"/>
              </a:rPr>
              <a:t>2) </a:t>
            </a:r>
            <a:r>
              <a:rPr lang="en-US" altLang="zh-CN" sz="1800" i="1" dirty="0">
                <a:solidFill>
                  <a:schemeClr val="tx1"/>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chemeClr val="tx1"/>
                </a:solidFill>
                <a:latin typeface="Times New Roman" panose="02020603050405020304" pitchFamily="18" charset="0"/>
                <a:cs typeface="Times New Roman" panose="02020603050405020304" pitchFamily="18" charset="0"/>
              </a:rPr>
              <a:t>→ *</a:t>
            </a:r>
            <a:r>
              <a:rPr lang="zh-CN" altLang="en-US" sz="1800" i="1" dirty="0">
                <a:solidFill>
                  <a:schemeClr val="tx1"/>
                </a:solidFill>
                <a:latin typeface="Times New Roman" panose="02020603050405020304" pitchFamily="18" charset="0"/>
                <a:cs typeface="Times New Roman" panose="02020603050405020304" pitchFamily="18" charset="0"/>
              </a:rPr>
              <a:t>F</a:t>
            </a:r>
            <a:r>
              <a:rPr lang="zh-CN" altLang="en-US" sz="1800" dirty="0">
                <a:solidFill>
                  <a:schemeClr val="tx1"/>
                </a:solidFill>
                <a:latin typeface="Times New Roman" panose="02020603050405020304" pitchFamily="18" charset="0"/>
                <a:cs typeface="Times New Roman" panose="02020603050405020304" pitchFamily="18" charset="0"/>
              </a:rPr>
              <a:t> </a:t>
            </a:r>
            <a:r>
              <a:rPr lang="zh-CN" altLang="en-US" sz="1800" dirty="0">
                <a:solidFill>
                  <a:srgbClr val="2D83F4"/>
                </a:solidFill>
                <a:latin typeface="Times New Roman" panose="02020603050405020304" pitchFamily="18" charset="0"/>
                <a:cs typeface="Times New Roman" panose="02020603050405020304" pitchFamily="18" charset="0"/>
              </a:rPr>
              <a:t>{ </a:t>
            </a:r>
            <a:r>
              <a:rPr lang="zh-CN" altLang="en-US" sz="1800" i="1" dirty="0">
                <a:solidFill>
                  <a:srgbClr val="2D83F4"/>
                </a:solidFill>
                <a:latin typeface="Times New Roman" panose="02020603050405020304" pitchFamily="18" charset="0"/>
                <a:cs typeface="Times New Roman" panose="02020603050405020304" pitchFamily="18" charset="0"/>
              </a:rPr>
              <a:t>T</a:t>
            </a:r>
            <a:r>
              <a:rPr lang="zh-CN" altLang="en-US" sz="1800" i="1" baseline="-25000" dirty="0">
                <a:solidFill>
                  <a:srgbClr val="2D83F4"/>
                </a:solidFill>
                <a:latin typeface="Times New Roman" panose="02020603050405020304" pitchFamily="18" charset="0"/>
                <a:cs typeface="Times New Roman" panose="02020603050405020304" pitchFamily="18" charset="0"/>
              </a:rPr>
              <a:t>1</a:t>
            </a:r>
            <a:r>
              <a:rPr lang="en-US" altLang="zh-CN" sz="18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1800" i="1" dirty="0">
                <a:solidFill>
                  <a:srgbClr val="2D83F4"/>
                </a:solidFill>
                <a:latin typeface="Times New Roman" panose="02020603050405020304" pitchFamily="18" charset="0"/>
                <a:cs typeface="Times New Roman" panose="02020603050405020304" pitchFamily="18" charset="0"/>
              </a:rPr>
              <a:t>.inh </a:t>
            </a:r>
            <a:r>
              <a:rPr lang="zh-CN" altLang="en-US" sz="1800" dirty="0">
                <a:solidFill>
                  <a:srgbClr val="2D83F4"/>
                </a:solidFill>
                <a:latin typeface="Times New Roman" panose="02020603050405020304" pitchFamily="18" charset="0"/>
                <a:cs typeface="Times New Roman" panose="02020603050405020304" pitchFamily="18" charset="0"/>
              </a:rPr>
              <a:t>= </a:t>
            </a:r>
            <a:r>
              <a:rPr lang="zh-CN" altLang="en-US" sz="1800" i="1" dirty="0">
                <a:solidFill>
                  <a:srgbClr val="2D83F4"/>
                </a:solidFill>
                <a:latin typeface="Times New Roman" panose="02020603050405020304" pitchFamily="18" charset="0"/>
                <a:cs typeface="Times New Roman" panose="02020603050405020304" pitchFamily="18" charset="0"/>
              </a:rPr>
              <a:t>T</a:t>
            </a:r>
            <a:r>
              <a:rPr lang="en-US" altLang="zh-CN" sz="18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1800" i="1" dirty="0">
                <a:solidFill>
                  <a:srgbClr val="2D83F4"/>
                </a:solidFill>
                <a:latin typeface="Times New Roman" panose="02020603050405020304" pitchFamily="18" charset="0"/>
                <a:cs typeface="Times New Roman" panose="02020603050405020304" pitchFamily="18" charset="0"/>
              </a:rPr>
              <a:t>.inh</a:t>
            </a:r>
            <a:r>
              <a:rPr lang="zh-CN" altLang="en-US" sz="18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1800" i="1"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18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1800" i="1" dirty="0">
                <a:solidFill>
                  <a:schemeClr val="tx1"/>
                </a:solidFill>
                <a:latin typeface="Times New Roman" panose="02020603050405020304" pitchFamily="18" charset="0"/>
                <a:cs typeface="Times New Roman" panose="02020603050405020304" pitchFamily="18" charset="0"/>
              </a:rPr>
              <a:t>T</a:t>
            </a:r>
            <a:r>
              <a:rPr lang="zh-CN" altLang="en-US" sz="1800" i="1" baseline="-25000" dirty="0">
                <a:solidFill>
                  <a:schemeClr val="tx1"/>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a:t>
            </a:r>
            <a:r>
              <a:rPr lang="zh-CN" altLang="en-US"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rgbClr val="2D83F4"/>
                </a:solidFill>
                <a:latin typeface="Times New Roman" panose="02020603050405020304" pitchFamily="18" charset="0"/>
                <a:cs typeface="Times New Roman" panose="02020603050405020304" pitchFamily="18" charset="0"/>
              </a:rPr>
              <a:t>{ </a:t>
            </a:r>
            <a:r>
              <a:rPr lang="zh-CN" altLang="en-US" sz="1800" i="1" dirty="0">
                <a:solidFill>
                  <a:srgbClr val="2D83F4"/>
                </a:solidFill>
                <a:latin typeface="Times New Roman" panose="02020603050405020304" pitchFamily="18" charset="0"/>
                <a:cs typeface="Times New Roman" panose="02020603050405020304" pitchFamily="18" charset="0"/>
              </a:rPr>
              <a:t>T΄</a:t>
            </a:r>
            <a:r>
              <a:rPr lang="en-US" altLang="zh-CN" sz="1800" i="1" dirty="0">
                <a:solidFill>
                  <a:srgbClr val="2D83F4"/>
                </a:solidFill>
                <a:latin typeface="Times New Roman" panose="02020603050405020304" pitchFamily="18" charset="0"/>
                <a:cs typeface="Times New Roman" panose="02020603050405020304" pitchFamily="18" charset="0"/>
              </a:rPr>
              <a:t>.</a:t>
            </a:r>
            <a:r>
              <a:rPr lang="en-US" altLang="zh-CN" sz="1800" i="1" dirty="0" err="1">
                <a:solidFill>
                  <a:srgbClr val="2D83F4"/>
                </a:solidFill>
                <a:latin typeface="Times New Roman" panose="02020603050405020304" pitchFamily="18" charset="0"/>
                <a:cs typeface="Times New Roman" panose="02020603050405020304" pitchFamily="18" charset="0"/>
              </a:rPr>
              <a:t>syn</a:t>
            </a:r>
            <a:r>
              <a:rPr lang="en-US" altLang="zh-CN" sz="1800" i="1" dirty="0">
                <a:solidFill>
                  <a:srgbClr val="2D83F4"/>
                </a:solidFill>
                <a:latin typeface="Times New Roman" panose="02020603050405020304" pitchFamily="18" charset="0"/>
                <a:cs typeface="Times New Roman" panose="02020603050405020304" pitchFamily="18" charset="0"/>
              </a:rPr>
              <a:t> </a:t>
            </a:r>
            <a:r>
              <a:rPr lang="en-US" altLang="zh-CN" sz="1800" dirty="0">
                <a:solidFill>
                  <a:srgbClr val="2D83F4"/>
                </a:solidFill>
                <a:latin typeface="Times New Roman" panose="02020603050405020304" pitchFamily="18" charset="0"/>
                <a:cs typeface="Times New Roman" panose="02020603050405020304" pitchFamily="18" charset="0"/>
              </a:rPr>
              <a:t>= </a:t>
            </a:r>
            <a:r>
              <a:rPr lang="zh-CN" altLang="en-US" sz="1800" i="1" dirty="0">
                <a:solidFill>
                  <a:srgbClr val="2D83F4"/>
                </a:solidFill>
                <a:latin typeface="Times New Roman" panose="02020603050405020304" pitchFamily="18" charset="0"/>
                <a:cs typeface="Times New Roman" panose="02020603050405020304" pitchFamily="18" charset="0"/>
              </a:rPr>
              <a:t>T</a:t>
            </a:r>
            <a:r>
              <a:rPr lang="zh-CN" altLang="en-US" sz="1800" i="1" baseline="-25000" dirty="0">
                <a:solidFill>
                  <a:srgbClr val="2D83F4"/>
                </a:solidFill>
                <a:latin typeface="Times New Roman" panose="02020603050405020304" pitchFamily="18" charset="0"/>
                <a:cs typeface="Times New Roman" panose="02020603050405020304" pitchFamily="18" charset="0"/>
              </a:rPr>
              <a:t>1</a:t>
            </a:r>
            <a:r>
              <a:rPr lang="en-US" altLang="zh-CN" sz="18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1800" i="1" dirty="0">
                <a:solidFill>
                  <a:srgbClr val="2D83F4"/>
                </a:solidFill>
                <a:latin typeface="Times New Roman" panose="02020603050405020304" pitchFamily="18" charset="0"/>
                <a:cs typeface="Times New Roman" panose="02020603050405020304" pitchFamily="18" charset="0"/>
              </a:rPr>
              <a:t>.</a:t>
            </a:r>
            <a:r>
              <a:rPr lang="en-US" altLang="zh-CN" sz="1800" i="1" dirty="0" err="1">
                <a:solidFill>
                  <a:srgbClr val="2D83F4"/>
                </a:solidFill>
                <a:latin typeface="Times New Roman" panose="02020603050405020304" pitchFamily="18" charset="0"/>
                <a:cs typeface="Times New Roman" panose="02020603050405020304" pitchFamily="18" charset="0"/>
              </a:rPr>
              <a:t>syn</a:t>
            </a:r>
            <a:r>
              <a:rPr lang="en-US" altLang="zh-CN" sz="1800" dirty="0">
                <a:solidFill>
                  <a:srgbClr val="2D83F4"/>
                </a:solidFill>
                <a:latin typeface="Times New Roman" panose="02020603050405020304" pitchFamily="18" charset="0"/>
                <a:cs typeface="Times New Roman" panose="02020603050405020304" pitchFamily="18" charset="0"/>
              </a:rPr>
              <a:t> }</a:t>
            </a:r>
          </a:p>
          <a:p>
            <a:pPr eaLnBrk="1" hangingPunct="1">
              <a:buClr>
                <a:schemeClr val="folHlink"/>
              </a:buClr>
              <a:buSzPct val="60000"/>
              <a:buFont typeface="Wingdings" panose="05000000000000000000" pitchFamily="2" charset="2"/>
              <a:buNone/>
              <a:defRPr/>
            </a:pPr>
            <a:r>
              <a:rPr lang="en-US" altLang="zh-CN" sz="1800" dirty="0">
                <a:solidFill>
                  <a:schemeClr val="tx1"/>
                </a:solidFill>
                <a:latin typeface="Times New Roman" panose="02020603050405020304" pitchFamily="18" charset="0"/>
                <a:cs typeface="Times New Roman" panose="02020603050405020304" pitchFamily="18" charset="0"/>
              </a:rPr>
              <a:t>3) </a:t>
            </a:r>
            <a:r>
              <a:rPr lang="zh-CN" altLang="en-US" sz="1800" i="1" dirty="0">
                <a:solidFill>
                  <a:schemeClr val="tx1"/>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zh-CN" altLang="en-US" sz="1800" i="1" dirty="0">
                <a:solidFill>
                  <a:schemeClr val="tx1"/>
                </a:solidFill>
                <a:latin typeface="Times New Roman" panose="02020603050405020304" pitchFamily="18" charset="0"/>
                <a:cs typeface="Times New Roman" panose="02020603050405020304" pitchFamily="18" charset="0"/>
              </a:rPr>
              <a:t> </a:t>
            </a:r>
            <a:r>
              <a:rPr lang="zh-CN" altLang="en-US" sz="18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800" i="1"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2D83F4"/>
                </a:solidFill>
                <a:latin typeface="Times New Roman" panose="02020603050405020304" pitchFamily="18" charset="0"/>
                <a:cs typeface="Times New Roman" panose="02020603050405020304" pitchFamily="18" charset="0"/>
              </a:rPr>
              <a:t>T΄</a:t>
            </a:r>
            <a:r>
              <a:rPr lang="en-US" altLang="zh-CN" sz="1800" i="1" dirty="0">
                <a:solidFill>
                  <a:srgbClr val="2D83F4"/>
                </a:solidFill>
                <a:latin typeface="Times New Roman" panose="02020603050405020304" pitchFamily="18" charset="0"/>
                <a:cs typeface="Times New Roman" panose="02020603050405020304" pitchFamily="18" charset="0"/>
              </a:rPr>
              <a:t>.</a:t>
            </a:r>
            <a:r>
              <a:rPr lang="en-US" altLang="zh-CN" sz="1800" i="1" dirty="0" err="1">
                <a:solidFill>
                  <a:srgbClr val="2D83F4"/>
                </a:solidFill>
                <a:latin typeface="Times New Roman" panose="02020603050405020304" pitchFamily="18" charset="0"/>
                <a:cs typeface="Times New Roman" panose="02020603050405020304" pitchFamily="18" charset="0"/>
              </a:rPr>
              <a:t>syn</a:t>
            </a:r>
            <a:r>
              <a:rPr lang="en-US" altLang="zh-CN" sz="1800" i="1" dirty="0">
                <a:solidFill>
                  <a:srgbClr val="2D83F4"/>
                </a:solidFill>
                <a:latin typeface="Times New Roman" panose="02020603050405020304" pitchFamily="18" charset="0"/>
                <a:cs typeface="Times New Roman" panose="02020603050405020304" pitchFamily="18" charset="0"/>
              </a:rPr>
              <a:t> </a:t>
            </a:r>
            <a:r>
              <a:rPr lang="en-US" altLang="zh-CN" sz="1800" dirty="0">
                <a:solidFill>
                  <a:srgbClr val="2D83F4"/>
                </a:solidFill>
                <a:latin typeface="Times New Roman" panose="02020603050405020304" pitchFamily="18" charset="0"/>
                <a:cs typeface="Times New Roman" panose="02020603050405020304" pitchFamily="18" charset="0"/>
              </a:rPr>
              <a:t>=</a:t>
            </a:r>
            <a:r>
              <a:rPr lang="zh-CN" altLang="en-US" sz="1800" dirty="0">
                <a:solidFill>
                  <a:srgbClr val="2D83F4"/>
                </a:solidFill>
                <a:latin typeface="Times New Roman" panose="02020603050405020304" pitchFamily="18" charset="0"/>
                <a:cs typeface="Times New Roman" panose="02020603050405020304" pitchFamily="18" charset="0"/>
              </a:rPr>
              <a:t> </a:t>
            </a:r>
            <a:r>
              <a:rPr lang="zh-CN" altLang="en-US" sz="1800" i="1" dirty="0">
                <a:solidFill>
                  <a:srgbClr val="2D83F4"/>
                </a:solidFill>
                <a:latin typeface="Times New Roman" panose="02020603050405020304" pitchFamily="18" charset="0"/>
                <a:cs typeface="Times New Roman" panose="02020603050405020304" pitchFamily="18" charset="0"/>
              </a:rPr>
              <a:t>T</a:t>
            </a:r>
            <a:r>
              <a:rPr lang="en-US" altLang="zh-CN" sz="18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1800" i="1" dirty="0">
                <a:solidFill>
                  <a:srgbClr val="2D83F4"/>
                </a:solidFill>
                <a:latin typeface="Times New Roman" panose="02020603050405020304" pitchFamily="18" charset="0"/>
                <a:cs typeface="Times New Roman" panose="02020603050405020304" pitchFamily="18" charset="0"/>
              </a:rPr>
              <a:t>.</a:t>
            </a:r>
            <a:r>
              <a:rPr lang="en-US" altLang="zh-CN" sz="1800" i="1" dirty="0" err="1">
                <a:solidFill>
                  <a:srgbClr val="2D83F4"/>
                </a:solidFill>
                <a:latin typeface="Times New Roman" panose="02020603050405020304" pitchFamily="18" charset="0"/>
                <a:cs typeface="Times New Roman" panose="02020603050405020304" pitchFamily="18" charset="0"/>
              </a:rPr>
              <a:t>inh</a:t>
            </a:r>
            <a:r>
              <a:rPr lang="en-US" altLang="zh-CN" sz="1800" dirty="0">
                <a:solidFill>
                  <a:srgbClr val="2D83F4"/>
                </a:solidFill>
                <a:latin typeface="Times New Roman" panose="02020603050405020304" pitchFamily="18" charset="0"/>
                <a:cs typeface="Times New Roman" panose="02020603050405020304" pitchFamily="18" charset="0"/>
              </a:rPr>
              <a:t> }</a:t>
            </a:r>
          </a:p>
          <a:p>
            <a:pPr eaLnBrk="1" hangingPunct="1">
              <a:buClr>
                <a:schemeClr val="folHlink"/>
              </a:buClr>
              <a:buSzPct val="60000"/>
              <a:buFont typeface="Wingdings" panose="05000000000000000000" pitchFamily="2" charset="2"/>
              <a:buNone/>
              <a:defRPr/>
            </a:pPr>
            <a:r>
              <a:rPr lang="en-US" altLang="zh-CN" sz="1800"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8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dirty="0">
                <a:solidFill>
                  <a:schemeClr val="tx1"/>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1800"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800"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dirty="0" err="1">
                <a:solidFill>
                  <a:srgbClr val="2D83F4"/>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1800" i="1" dirty="0" err="1">
                <a:solidFill>
                  <a:srgbClr val="2D83F4"/>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800"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800" dirty="0">
              <a:solidFill>
                <a:srgbClr val="2D83F4"/>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33636060-92DB-44DC-A75E-EAF80869FFFA}"/>
              </a:ext>
            </a:extLst>
          </p:cNvPr>
          <p:cNvSpPr/>
          <p:nvPr/>
        </p:nvSpPr>
        <p:spPr>
          <a:xfrm>
            <a:off x="6407150" y="3077120"/>
            <a:ext cx="2519363" cy="1366838"/>
          </a:xfrm>
          <a:prstGeom prst="rect">
            <a:avLst/>
          </a:prstGeom>
          <a:solidFill>
            <a:schemeClr val="accent2">
              <a:lumMod val="40000"/>
              <a:lumOff val="60000"/>
            </a:schemeClr>
          </a:solidFill>
          <a:ln>
            <a:solidFill>
              <a:schemeClr val="tx1"/>
            </a:solidFill>
          </a:ln>
        </p:spPr>
        <p:txBody>
          <a:bodyPr>
            <a:spAutoFit/>
          </a:bodyPr>
          <a:lstStyle/>
          <a:p>
            <a:pPr>
              <a:spcBef>
                <a:spcPct val="20000"/>
              </a:spcBef>
              <a:buClr>
                <a:srgbClr val="073E87"/>
              </a:buClr>
              <a:buSzPct val="75000"/>
              <a:defRPr/>
            </a:pPr>
            <a:r>
              <a:rPr lang="en-US" altLang="zh-CN" i="1" dirty="0">
                <a:latin typeface="Times New Roman" panose="02020603050405020304" pitchFamily="18" charset="0"/>
                <a:ea typeface="楷体_GB2312"/>
                <a:cs typeface="Times New Roman" panose="02020603050405020304" pitchFamily="18" charset="0"/>
              </a:rPr>
              <a:t>SELECT </a:t>
            </a:r>
            <a:r>
              <a:rPr lang="en-US" altLang="zh-CN" dirty="0">
                <a:latin typeface="Times New Roman" panose="02020603050405020304" pitchFamily="18" charset="0"/>
                <a:ea typeface="楷体_GB2312"/>
                <a:cs typeface="Times New Roman" panose="02020603050405020304" pitchFamily="18" charset="0"/>
              </a:rPr>
              <a:t>(1)=</a:t>
            </a:r>
            <a:r>
              <a:rPr kumimoji="1" lang="en-US" altLang="zh-CN" dirty="0">
                <a:latin typeface="Times New Roman" panose="02020603050405020304" pitchFamily="18" charset="0"/>
                <a:ea typeface="楷体_GB2312"/>
                <a:cs typeface="Times New Roman" panose="02020603050405020304" pitchFamily="18" charset="0"/>
              </a:rPr>
              <a:t> { </a:t>
            </a:r>
            <a:r>
              <a:rPr lang="en-US" altLang="zh-CN"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digit</a:t>
            </a:r>
            <a:r>
              <a:rPr kumimoji="1" lang="en-US" altLang="zh-CN" dirty="0">
                <a:latin typeface="Times New Roman" panose="02020603050405020304" pitchFamily="18" charset="0"/>
                <a:ea typeface="楷体_GB2312"/>
                <a:cs typeface="Times New Roman" panose="02020603050405020304" pitchFamily="18" charset="0"/>
              </a:rPr>
              <a:t>  }</a:t>
            </a:r>
          </a:p>
          <a:p>
            <a:pPr>
              <a:spcBef>
                <a:spcPct val="20000"/>
              </a:spcBef>
              <a:buClr>
                <a:srgbClr val="073E87"/>
              </a:buClr>
              <a:buSzPct val="75000"/>
              <a:defRPr/>
            </a:pPr>
            <a:r>
              <a:rPr lang="en-US" altLang="zh-CN" i="1" dirty="0">
                <a:solidFill>
                  <a:srgbClr val="FF0000"/>
                </a:solidFill>
                <a:latin typeface="Times New Roman" panose="02020603050405020304" pitchFamily="18" charset="0"/>
                <a:ea typeface="楷体_GB2312"/>
                <a:cs typeface="Times New Roman" panose="02020603050405020304" pitchFamily="18" charset="0"/>
              </a:rPr>
              <a:t>SELECT </a:t>
            </a:r>
            <a:r>
              <a:rPr kumimoji="1" lang="en-US" altLang="zh-CN" dirty="0">
                <a:solidFill>
                  <a:srgbClr val="FF0000"/>
                </a:solidFill>
                <a:latin typeface="Times New Roman" panose="02020603050405020304" pitchFamily="18" charset="0"/>
                <a:ea typeface="楷体_GB2312"/>
                <a:cs typeface="Times New Roman" panose="02020603050405020304" pitchFamily="18" charset="0"/>
              </a:rPr>
              <a:t>(2)= {    </a:t>
            </a:r>
            <a:r>
              <a:rPr kumimoji="1" lang="zh-CN" altLang="en-US"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dirty="0">
                <a:solidFill>
                  <a:srgbClr val="FF0000"/>
                </a:solidFill>
                <a:latin typeface="Times New Roman" panose="02020603050405020304" pitchFamily="18" charset="0"/>
                <a:ea typeface="楷体_GB2312"/>
                <a:cs typeface="Times New Roman" panose="02020603050405020304" pitchFamily="18" charset="0"/>
              </a:rPr>
              <a:t>     }</a:t>
            </a:r>
          </a:p>
          <a:p>
            <a:pPr>
              <a:spcBef>
                <a:spcPct val="20000"/>
              </a:spcBef>
              <a:buClr>
                <a:srgbClr val="073E87"/>
              </a:buClr>
              <a:buSzPct val="75000"/>
              <a:defRPr/>
            </a:pPr>
            <a:r>
              <a:rPr lang="en-US" altLang="zh-CN" i="1" dirty="0">
                <a:solidFill>
                  <a:srgbClr val="FF0000"/>
                </a:solidFill>
                <a:latin typeface="Times New Roman" panose="02020603050405020304" pitchFamily="18" charset="0"/>
                <a:ea typeface="楷体_GB2312"/>
                <a:cs typeface="Times New Roman" panose="02020603050405020304" pitchFamily="18" charset="0"/>
              </a:rPr>
              <a:t>SELECT </a:t>
            </a:r>
            <a:r>
              <a:rPr kumimoji="1" lang="en-US" altLang="zh-CN" dirty="0">
                <a:solidFill>
                  <a:srgbClr val="FF0000"/>
                </a:solidFill>
                <a:latin typeface="Times New Roman" panose="02020603050405020304" pitchFamily="18" charset="0"/>
                <a:ea typeface="楷体_GB2312"/>
                <a:cs typeface="Times New Roman" panose="02020603050405020304" pitchFamily="18" charset="0"/>
              </a:rPr>
              <a:t>(3)= {   </a:t>
            </a:r>
            <a:r>
              <a:rPr kumimoji="1" lang="en-US" altLang="zh-CN" dirty="0">
                <a:solidFill>
                  <a:srgbClr val="FF0000"/>
                </a:solidFill>
                <a:latin typeface="+mn-ea"/>
                <a:ea typeface="+mn-ea"/>
                <a:cs typeface="Times New Roman" panose="02020603050405020304" pitchFamily="18" charset="0"/>
              </a:rPr>
              <a:t> </a:t>
            </a:r>
            <a:r>
              <a:rPr lang="en-US" altLang="zh-CN" dirty="0">
                <a:solidFill>
                  <a:srgbClr val="FF0000"/>
                </a:solidFill>
                <a:latin typeface="+mn-ea"/>
                <a:ea typeface="+mn-ea"/>
                <a:cs typeface="Times New Roman" panose="02020603050405020304" pitchFamily="18" charset="0"/>
              </a:rPr>
              <a:t>$</a:t>
            </a:r>
            <a:r>
              <a:rPr kumimoji="1" lang="en-US" altLang="zh-CN" dirty="0">
                <a:solidFill>
                  <a:srgbClr val="FF0000"/>
                </a:solidFill>
                <a:latin typeface="+mn-ea"/>
                <a:ea typeface="+mn-ea"/>
                <a:cs typeface="Times New Roman" panose="02020603050405020304" pitchFamily="18" charset="0"/>
              </a:rPr>
              <a:t>     </a:t>
            </a:r>
            <a:r>
              <a:rPr kumimoji="1" lang="en-US" altLang="zh-CN" dirty="0">
                <a:solidFill>
                  <a:srgbClr val="FF0000"/>
                </a:solidFill>
                <a:latin typeface="Times New Roman" panose="02020603050405020304" pitchFamily="18" charset="0"/>
                <a:ea typeface="楷体_GB2312"/>
                <a:cs typeface="Times New Roman" panose="02020603050405020304" pitchFamily="18" charset="0"/>
              </a:rPr>
              <a:t>}</a:t>
            </a:r>
          </a:p>
          <a:p>
            <a:pPr>
              <a:spcBef>
                <a:spcPct val="20000"/>
              </a:spcBef>
              <a:buClr>
                <a:srgbClr val="073E87"/>
              </a:buClr>
              <a:buSzPct val="75000"/>
              <a:defRPr/>
            </a:pPr>
            <a:r>
              <a:rPr lang="en-US" altLang="zh-CN" i="1" dirty="0">
                <a:latin typeface="Times New Roman" panose="02020603050405020304" pitchFamily="18" charset="0"/>
                <a:ea typeface="楷体_GB2312"/>
                <a:cs typeface="Times New Roman" panose="02020603050405020304" pitchFamily="18" charset="0"/>
              </a:rPr>
              <a:t>SELECT </a:t>
            </a:r>
            <a:r>
              <a:rPr kumimoji="1" lang="en-US" altLang="zh-CN" dirty="0">
                <a:latin typeface="Times New Roman" panose="02020603050405020304" pitchFamily="18" charset="0"/>
                <a:ea typeface="楷体_GB2312"/>
                <a:cs typeface="Times New Roman" panose="02020603050405020304" pitchFamily="18" charset="0"/>
              </a:rPr>
              <a:t>(4)= { </a:t>
            </a:r>
            <a:r>
              <a:rPr lang="en-US" altLang="zh-CN"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digit</a:t>
            </a:r>
            <a:r>
              <a:rPr kumimoji="1" lang="en-US" altLang="zh-CN" dirty="0">
                <a:latin typeface="Times New Roman" panose="02020603050405020304" pitchFamily="18" charset="0"/>
                <a:ea typeface="楷体_GB2312"/>
                <a:cs typeface="Times New Roman" panose="02020603050405020304" pitchFamily="18" charset="0"/>
              </a:rPr>
              <a:t>  }</a:t>
            </a:r>
          </a:p>
        </p:txBody>
      </p:sp>
      <p:sp>
        <p:nvSpPr>
          <p:cNvPr id="2" name="灯片编号占位符 1">
            <a:extLst>
              <a:ext uri="{FF2B5EF4-FFF2-40B4-BE49-F238E27FC236}">
                <a16:creationId xmlns:a16="http://schemas.microsoft.com/office/drawing/2014/main" id="{112ADB24-F7B3-4962-A19D-7B52FD51EE8A}"/>
              </a:ext>
            </a:extLst>
          </p:cNvPr>
          <p:cNvSpPr>
            <a:spLocks noGrp="1"/>
          </p:cNvSpPr>
          <p:nvPr>
            <p:ph type="sldNum" sz="quarter" idx="10"/>
          </p:nvPr>
        </p:nvSpPr>
        <p:spPr/>
        <p:txBody>
          <a:bodyPr/>
          <a:lstStyle/>
          <a:p>
            <a:pPr>
              <a:defRPr/>
            </a:pPr>
            <a:fld id="{8E104948-B687-4A74-87EB-9097C047E113}" type="slidenum">
              <a:rPr lang="zh-CN" altLang="en-US" smtClean="0"/>
              <a:pPr>
                <a:defRPr/>
              </a:pPr>
              <a:t>51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29027">
                                            <p:txEl>
                                              <p:pRg st="1" end="1"/>
                                            </p:txEl>
                                          </p:spTgt>
                                        </p:tgtEl>
                                        <p:attrNameLst>
                                          <p:attrName>style.visibility</p:attrName>
                                        </p:attrNameLst>
                                      </p:cBhvr>
                                      <p:to>
                                        <p:strVal val="visible"/>
                                      </p:to>
                                    </p:set>
                                    <p:anim calcmode="lin" valueType="num">
                                      <p:cBhvr>
                                        <p:cTn id="7" dur="500" fill="hold"/>
                                        <p:tgtEl>
                                          <p:spTgt spid="12902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2902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29027">
                                            <p:txEl>
                                              <p:pRg st="1" end="1"/>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xit" presetSubtype="32" fill="hold" nodeType="clickEffect">
                                  <p:stCondLst>
                                    <p:cond delay="0"/>
                                  </p:stCondLst>
                                  <p:childTnLst>
                                    <p:anim calcmode="lin" valueType="num">
                                      <p:cBhvr>
                                        <p:cTn id="25" dur="500"/>
                                        <p:tgtEl>
                                          <p:spTgt spid="129027">
                                            <p:txEl>
                                              <p:pRg st="1" end="1"/>
                                            </p:txEl>
                                          </p:spTgt>
                                        </p:tgtEl>
                                        <p:attrNameLst>
                                          <p:attrName>ppt_w</p:attrName>
                                        </p:attrNameLst>
                                      </p:cBhvr>
                                      <p:tavLst>
                                        <p:tav tm="0">
                                          <p:val>
                                            <p:strVal val="ppt_w"/>
                                          </p:val>
                                        </p:tav>
                                        <p:tav tm="100000">
                                          <p:val>
                                            <p:fltVal val="0"/>
                                          </p:val>
                                        </p:tav>
                                      </p:tavLst>
                                    </p:anim>
                                    <p:anim calcmode="lin" valueType="num">
                                      <p:cBhvr>
                                        <p:cTn id="26" dur="500"/>
                                        <p:tgtEl>
                                          <p:spTgt spid="129027">
                                            <p:txEl>
                                              <p:pRg st="1" end="1"/>
                                            </p:txEl>
                                          </p:spTgt>
                                        </p:tgtEl>
                                        <p:attrNameLst>
                                          <p:attrName>ppt_h</p:attrName>
                                        </p:attrNameLst>
                                      </p:cBhvr>
                                      <p:tavLst>
                                        <p:tav tm="0">
                                          <p:val>
                                            <p:strVal val="ppt_h"/>
                                          </p:val>
                                        </p:tav>
                                        <p:tav tm="100000">
                                          <p:val>
                                            <p:fltVal val="0"/>
                                          </p:val>
                                        </p:tav>
                                      </p:tavLst>
                                    </p:anim>
                                    <p:animEffect transition="out" filter="fade">
                                      <p:cBhvr>
                                        <p:cTn id="27" dur="500"/>
                                        <p:tgtEl>
                                          <p:spTgt spid="129027">
                                            <p:txEl>
                                              <p:pRg st="1" end="1"/>
                                            </p:txEl>
                                          </p:spTgt>
                                        </p:tgtEl>
                                      </p:cBhvr>
                                    </p:animEffect>
                                    <p:set>
                                      <p:cBhvr>
                                        <p:cTn id="28" dur="1" fill="hold">
                                          <p:stCondLst>
                                            <p:cond delay="499"/>
                                          </p:stCondLst>
                                        </p:cTn>
                                        <p:tgtEl>
                                          <p:spTgt spid="129027">
                                            <p:txEl>
                                              <p:pRg st="1" end="1"/>
                                            </p:txEl>
                                          </p:spTgt>
                                        </p:tgtEl>
                                        <p:attrNameLst>
                                          <p:attrName>style.visibility</p:attrName>
                                        </p:attrNameLst>
                                      </p:cBhvr>
                                      <p:to>
                                        <p:strVal val="hidden"/>
                                      </p:to>
                                    </p:set>
                                  </p:childTnLst>
                                </p:cTn>
                              </p:par>
                              <p:par>
                                <p:cTn id="29" presetID="53" presetClass="exit" presetSubtype="32" fill="hold" grpId="1" nodeType="withEffect">
                                  <p:stCondLst>
                                    <p:cond delay="0"/>
                                  </p:stCondLst>
                                  <p:childTnLst>
                                    <p:anim calcmode="lin" valueType="num">
                                      <p:cBhvr>
                                        <p:cTn id="30" dur="500"/>
                                        <p:tgtEl>
                                          <p:spTgt spid="5"/>
                                        </p:tgtEl>
                                        <p:attrNameLst>
                                          <p:attrName>ppt_w</p:attrName>
                                        </p:attrNameLst>
                                      </p:cBhvr>
                                      <p:tavLst>
                                        <p:tav tm="0">
                                          <p:val>
                                            <p:strVal val="ppt_w"/>
                                          </p:val>
                                        </p:tav>
                                        <p:tav tm="100000">
                                          <p:val>
                                            <p:fltVal val="0"/>
                                          </p:val>
                                        </p:tav>
                                      </p:tavLst>
                                    </p:anim>
                                    <p:anim calcmode="lin" valueType="num">
                                      <p:cBhvr>
                                        <p:cTn id="31" dur="500"/>
                                        <p:tgtEl>
                                          <p:spTgt spid="5"/>
                                        </p:tgtEl>
                                        <p:attrNameLst>
                                          <p:attrName>ppt_h</p:attrName>
                                        </p:attrNameLst>
                                      </p:cBhvr>
                                      <p:tavLst>
                                        <p:tav tm="0">
                                          <p:val>
                                            <p:strVal val="ppt_h"/>
                                          </p:val>
                                        </p:tav>
                                        <p:tav tm="100000">
                                          <p:val>
                                            <p:fltVal val="0"/>
                                          </p:val>
                                        </p:tav>
                                      </p:tavLst>
                                    </p:anim>
                                    <p:animEffect transition="out" filter="fade">
                                      <p:cBhvr>
                                        <p:cTn id="32" dur="500"/>
                                        <p:tgtEl>
                                          <p:spTgt spid="5"/>
                                        </p:tgtEl>
                                      </p:cBhvr>
                                    </p:animEffect>
                                    <p:set>
                                      <p:cBhvr>
                                        <p:cTn id="33" dur="1" fill="hold">
                                          <p:stCondLst>
                                            <p:cond delay="499"/>
                                          </p:stCondLst>
                                        </p:cTn>
                                        <p:tgtEl>
                                          <p:spTgt spid="5"/>
                                        </p:tgtEl>
                                        <p:attrNameLst>
                                          <p:attrName>style.visibility</p:attrName>
                                        </p:attrNameLst>
                                      </p:cBhvr>
                                      <p:to>
                                        <p:strVal val="hidden"/>
                                      </p:to>
                                    </p:set>
                                  </p:childTnLst>
                                </p:cTn>
                              </p:par>
                              <p:par>
                                <p:cTn id="34" presetID="53" presetClass="exit" presetSubtype="32" fill="hold" grpId="1" nodeType="withEffect">
                                  <p:stCondLst>
                                    <p:cond delay="0"/>
                                  </p:stCondLst>
                                  <p:childTnLst>
                                    <p:anim calcmode="lin" valueType="num">
                                      <p:cBhvr>
                                        <p:cTn id="35" dur="500"/>
                                        <p:tgtEl>
                                          <p:spTgt spid="6"/>
                                        </p:tgtEl>
                                        <p:attrNameLst>
                                          <p:attrName>ppt_w</p:attrName>
                                        </p:attrNameLst>
                                      </p:cBhvr>
                                      <p:tavLst>
                                        <p:tav tm="0">
                                          <p:val>
                                            <p:strVal val="ppt_w"/>
                                          </p:val>
                                        </p:tav>
                                        <p:tav tm="100000">
                                          <p:val>
                                            <p:fltVal val="0"/>
                                          </p:val>
                                        </p:tav>
                                      </p:tavLst>
                                    </p:anim>
                                    <p:anim calcmode="lin" valueType="num">
                                      <p:cBhvr>
                                        <p:cTn id="36" dur="500"/>
                                        <p:tgtEl>
                                          <p:spTgt spid="6"/>
                                        </p:tgtEl>
                                        <p:attrNameLst>
                                          <p:attrName>ppt_h</p:attrName>
                                        </p:attrNameLst>
                                      </p:cBhvr>
                                      <p:tavLst>
                                        <p:tav tm="0">
                                          <p:val>
                                            <p:strVal val="ppt_h"/>
                                          </p:val>
                                        </p:tav>
                                        <p:tav tm="100000">
                                          <p:val>
                                            <p:fltVal val="0"/>
                                          </p:val>
                                        </p:tav>
                                      </p:tavLst>
                                    </p:anim>
                                    <p:animEffect transition="out" filter="fade">
                                      <p:cBhvr>
                                        <p:cTn id="37" dur="500"/>
                                        <p:tgtEl>
                                          <p:spTgt spid="6"/>
                                        </p:tgtEl>
                                      </p:cBhvr>
                                    </p:animEffect>
                                    <p:set>
                                      <p:cBhvr>
                                        <p:cTn id="3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DC6A652D-3666-4C23-B159-D5086EFA2C13}"/>
              </a:ext>
            </a:extLst>
          </p:cNvPr>
          <p:cNvSpPr>
            <a:spLocks noChangeArrowheads="1"/>
          </p:cNvSpPr>
          <p:nvPr/>
        </p:nvSpPr>
        <p:spPr bwMode="auto">
          <a:xfrm>
            <a:off x="2000250" y="706438"/>
            <a:ext cx="50022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sz="3300">
              <a:solidFill>
                <a:srgbClr val="5EAEFF"/>
              </a:solidFill>
              <a:latin typeface="楷体_GB2312" pitchFamily="49" charset="-122"/>
              <a:ea typeface="楷体_GB2312" pitchFamily="49" charset="-122"/>
            </a:endParaRPr>
          </a:p>
        </p:txBody>
      </p:sp>
      <p:sp>
        <p:nvSpPr>
          <p:cNvPr id="129027" name="Rectangle 3">
            <a:extLst>
              <a:ext uri="{FF2B5EF4-FFF2-40B4-BE49-F238E27FC236}">
                <a16:creationId xmlns:a16="http://schemas.microsoft.com/office/drawing/2014/main" id="{8CB55434-CF8E-4FA4-B8BC-8815229FC9E1}"/>
              </a:ext>
            </a:extLst>
          </p:cNvPr>
          <p:cNvSpPr>
            <a:spLocks noChangeArrowheads="1"/>
          </p:cNvSpPr>
          <p:nvPr/>
        </p:nvSpPr>
        <p:spPr bwMode="auto">
          <a:xfrm>
            <a:off x="428625" y="785812"/>
            <a:ext cx="8355013" cy="380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600075" indent="-257175">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lnSpc>
                <a:spcPts val="4000"/>
              </a:lnSpc>
              <a:spcBef>
                <a:spcPct val="20000"/>
              </a:spcBef>
              <a:buSzPct val="100000"/>
              <a:buFont typeface="Wingdings" panose="05000000000000000000" pitchFamily="2" charset="2"/>
              <a:buChar char="Ø"/>
            </a:pP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如果一个</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a:t>
            </a:r>
            <a:r>
              <a:rPr kumimoji="1"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SDD</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的基础文法可以使用</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LL</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分析技术，那么它的</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SDT</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可以在</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LL</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语法分析过程中实现，经过改造后，可以在</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LR</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语法分析中实现。</a:t>
            </a:r>
            <a:endParaRPr kumimoji="1"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lvl="1" eaLnBrk="1" hangingPunct="1">
              <a:lnSpc>
                <a:spcPts val="4000"/>
              </a:lnSpc>
              <a:spcBef>
                <a:spcPct val="20000"/>
              </a:spcBef>
              <a:buSzPct val="100000"/>
              <a:buFont typeface="Wingdings" panose="05000000000000000000" pitchFamily="2" charset="2"/>
              <a:buChar char="Ø"/>
            </a:pP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在非递归的预测分析过程中进行语义翻译</a:t>
            </a:r>
          </a:p>
          <a:p>
            <a:pPr lvl="1" eaLnBrk="1" hangingPunct="1">
              <a:lnSpc>
                <a:spcPts val="4000"/>
              </a:lnSpc>
              <a:spcBef>
                <a:spcPct val="20000"/>
              </a:spcBef>
              <a:buSzPct val="100000"/>
              <a:buFont typeface="Wingdings" panose="05000000000000000000" pitchFamily="2" charset="2"/>
              <a:buChar char="Ø"/>
            </a:pP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在递归的预测分析过程中进行语义翻译</a:t>
            </a:r>
          </a:p>
          <a:p>
            <a:pPr lvl="1" eaLnBrk="1" hangingPunct="1">
              <a:lnSpc>
                <a:spcPts val="4000"/>
              </a:lnSpc>
              <a:spcBef>
                <a:spcPct val="20000"/>
              </a:spcBef>
              <a:buSzPct val="100000"/>
              <a:buFont typeface="Wingdings" panose="05000000000000000000" pitchFamily="2" charset="2"/>
              <a:buChar char="Ø"/>
            </a:pP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改造文法和</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SDT</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并在</a:t>
            </a:r>
            <a:r>
              <a:rPr kumimoji="1" lang="en-US" altLang="zh-CN" sz="2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LR</a:t>
            </a:r>
            <a:r>
              <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分析过程中进行语义翻译</a:t>
            </a:r>
          </a:p>
          <a:p>
            <a:pPr eaLnBrk="1" hangingPunct="1">
              <a:lnSpc>
                <a:spcPts val="4000"/>
              </a:lnSpc>
              <a:spcBef>
                <a:spcPct val="20000"/>
              </a:spcBef>
              <a:buSzPct val="100000"/>
              <a:buFont typeface="Wingdings" panose="05000000000000000000" pitchFamily="2" charset="2"/>
              <a:buChar char="Ø"/>
            </a:pPr>
            <a:endParaRPr kumimoji="1"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Rectangle 2">
            <a:extLst>
              <a:ext uri="{FF2B5EF4-FFF2-40B4-BE49-F238E27FC236}">
                <a16:creationId xmlns:a16="http://schemas.microsoft.com/office/drawing/2014/main" id="{5EC93502-A133-4DB8-BAB3-071D0918B3CB}"/>
              </a:ext>
            </a:extLst>
          </p:cNvPr>
          <p:cNvSpPr>
            <a:spLocks noGrp="1" noChangeArrowheads="1"/>
          </p:cNvSpPr>
          <p:nvPr>
            <p:ph type="title"/>
          </p:nvPr>
        </p:nvSpPr>
        <p:spPr>
          <a:xfrm>
            <a:off x="755650" y="268288"/>
            <a:ext cx="7931150" cy="358775"/>
          </a:xfrm>
        </p:spPr>
        <p:txBody>
          <a:bodyPr/>
          <a:lstStyle/>
          <a:p>
            <a:pPr eaLnBrk="1" hangingPunct="1">
              <a:defRPr/>
            </a:pPr>
            <a:r>
              <a:rPr lang="en-US" altLang="zh-CN" i="1" dirty="0">
                <a:latin typeface="Times New Roman" panose="02020603050405020304" pitchFamily="18" charset="0"/>
                <a:cs typeface="Times New Roman" panose="02020603050405020304" pitchFamily="18" charset="0"/>
              </a:rPr>
              <a:t>L-</a:t>
            </a:r>
            <a:r>
              <a:rPr lang="zh-CN" altLang="en-US" spc="300" dirty="0">
                <a:latin typeface="Times New Roman" panose="02020603050405020304" pitchFamily="18" charset="0"/>
                <a:cs typeface="Times New Roman" panose="02020603050405020304" pitchFamily="18" charset="0"/>
              </a:rPr>
              <a:t>属性定义的</a:t>
            </a:r>
            <a:r>
              <a:rPr lang="en-US" altLang="zh-CN" i="1" dirty="0">
                <a:latin typeface="Times New Roman" panose="02020603050405020304" pitchFamily="18" charset="0"/>
                <a:cs typeface="Times New Roman" panose="02020603050405020304" pitchFamily="18" charset="0"/>
              </a:rPr>
              <a:t>SDT </a:t>
            </a:r>
            <a:r>
              <a:rPr lang="zh-CN" altLang="en-US" spc="300" dirty="0">
                <a:latin typeface="Times New Roman" panose="02020603050405020304" pitchFamily="18" charset="0"/>
                <a:cs typeface="Times New Roman" panose="02020603050405020304" pitchFamily="18" charset="0"/>
              </a:rPr>
              <a:t>实现</a:t>
            </a:r>
            <a:endParaRPr kumimoji="1" lang="zh-CN" altLang="en-US" i="1" dirty="0">
              <a:latin typeface="Times New Roman" panose="02020603050405020304" pitchFamily="18" charset="0"/>
              <a:ea typeface="楷体_GB2312" pitchFamily="49"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2A101B5-1A88-41BA-B115-B5D688DDFF18}"/>
              </a:ext>
            </a:extLst>
          </p:cNvPr>
          <p:cNvSpPr>
            <a:spLocks noGrp="1"/>
          </p:cNvSpPr>
          <p:nvPr>
            <p:ph type="sldNum" sz="quarter" idx="10"/>
          </p:nvPr>
        </p:nvSpPr>
        <p:spPr/>
        <p:txBody>
          <a:bodyPr/>
          <a:lstStyle/>
          <a:p>
            <a:pPr>
              <a:defRPr/>
            </a:pPr>
            <a:fld id="{8E104948-B687-4A74-87EB-9097C047E113}" type="slidenum">
              <a:rPr lang="zh-CN" altLang="en-US" smtClean="0"/>
              <a:pPr>
                <a:defRPr/>
              </a:pPr>
              <a:t>52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129027">
                                            <p:txEl>
                                              <p:pRg st="1" end="1"/>
                                            </p:txEl>
                                          </p:spTgt>
                                        </p:tgtEl>
                                        <p:attrNameLst>
                                          <p:attrName>style.visibility</p:attrName>
                                        </p:attrNameLst>
                                      </p:cBhvr>
                                      <p:to>
                                        <p:strVal val="visible"/>
                                      </p:to>
                                    </p:set>
                                    <p:anim calcmode="lin" valueType="num">
                                      <p:cBhvr>
                                        <p:cTn id="7" dur="500" fill="hold"/>
                                        <p:tgtEl>
                                          <p:spTgt spid="12902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2902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29027">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29027">
                                            <p:txEl>
                                              <p:pRg st="2" end="2"/>
                                            </p:txEl>
                                          </p:spTgt>
                                        </p:tgtEl>
                                        <p:attrNameLst>
                                          <p:attrName>style.visibility</p:attrName>
                                        </p:attrNameLst>
                                      </p:cBhvr>
                                      <p:to>
                                        <p:strVal val="visible"/>
                                      </p:to>
                                    </p:set>
                                    <p:anim calcmode="lin" valueType="num">
                                      <p:cBhvr>
                                        <p:cTn id="12" dur="500" fill="hold"/>
                                        <p:tgtEl>
                                          <p:spTgt spid="129027">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129027">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129027">
                                            <p:txEl>
                                              <p:pRg st="2" end="2"/>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29027">
                                            <p:txEl>
                                              <p:pRg st="3" end="3"/>
                                            </p:txEl>
                                          </p:spTgt>
                                        </p:tgtEl>
                                        <p:attrNameLst>
                                          <p:attrName>style.visibility</p:attrName>
                                        </p:attrNameLst>
                                      </p:cBhvr>
                                      <p:to>
                                        <p:strVal val="visible"/>
                                      </p:to>
                                    </p:set>
                                    <p:anim calcmode="lin" valueType="num">
                                      <p:cBhvr>
                                        <p:cTn id="17" dur="500" fill="hold"/>
                                        <p:tgtEl>
                                          <p:spTgt spid="129027">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129027">
                                            <p:txEl>
                                              <p:pRg st="3" end="3"/>
                                            </p:txEl>
                                          </p:spTgt>
                                        </p:tgtEl>
                                        <p:attrNameLst>
                                          <p:attrName>ppt_h</p:attrName>
                                        </p:attrNameLst>
                                      </p:cBhvr>
                                      <p:tavLst>
                                        <p:tav tm="0">
                                          <p:val>
                                            <p:fltVal val="0"/>
                                          </p:val>
                                        </p:tav>
                                        <p:tav tm="100000">
                                          <p:val>
                                            <p:strVal val="#ppt_h"/>
                                          </p:val>
                                        </p:tav>
                                      </p:tavLst>
                                    </p:anim>
                                    <p:animEffect transition="in" filter="fade">
                                      <p:cBhvr>
                                        <p:cTn id="19" dur="500"/>
                                        <p:tgtEl>
                                          <p:spTgt spid="1290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EB197-5DB4-4059-B851-5A26BF0D9A7E}"/>
              </a:ext>
            </a:extLst>
          </p:cNvPr>
          <p:cNvSpPr>
            <a:spLocks noGrp="1"/>
          </p:cNvSpPr>
          <p:nvPr>
            <p:ph type="title"/>
          </p:nvPr>
        </p:nvSpPr>
        <p:spPr/>
        <p:txBody>
          <a:bodyPr/>
          <a:lstStyle/>
          <a:p>
            <a:r>
              <a:rPr lang="zh-CN" altLang="en-US" dirty="0"/>
              <a:t>练习</a:t>
            </a:r>
            <a:r>
              <a:rPr lang="en-US" altLang="zh-CN" dirty="0"/>
              <a:t>1</a:t>
            </a:r>
            <a:endParaRPr lang="zh-CN" altLang="en-US" dirty="0"/>
          </a:p>
        </p:txBody>
      </p:sp>
      <p:sp>
        <p:nvSpPr>
          <p:cNvPr id="3" name="内容占位符 2">
            <a:extLst>
              <a:ext uri="{FF2B5EF4-FFF2-40B4-BE49-F238E27FC236}">
                <a16:creationId xmlns:a16="http://schemas.microsoft.com/office/drawing/2014/main" id="{07E26681-9791-4BCC-824E-8D1FA1E07CF7}"/>
              </a:ext>
            </a:extLst>
          </p:cNvPr>
          <p:cNvSpPr>
            <a:spLocks noGrp="1"/>
          </p:cNvSpPr>
          <p:nvPr>
            <p:ph idx="1"/>
          </p:nvPr>
        </p:nvSpPr>
        <p:spPr/>
        <p:txBody>
          <a:bodyPr/>
          <a:lstStyle/>
          <a:p>
            <a:pPr lvl="0"/>
            <a:r>
              <a:rPr lang="zh-CN" altLang="en-US" sz="2800" dirty="0"/>
              <a:t>下面的文法生成了含“小数点”的二进制数：</a:t>
            </a:r>
          </a:p>
          <a:p>
            <a:pPr marL="0" indent="0">
              <a:buNone/>
            </a:pPr>
            <a:r>
              <a:rPr lang="en-US" altLang="zh-CN" sz="2800" dirty="0"/>
              <a:t>S→L</a:t>
            </a:r>
            <a:r>
              <a:rPr lang="en-US" altLang="zh-CN" sz="2800" baseline="-25000" dirty="0"/>
              <a:t>1</a:t>
            </a:r>
            <a:r>
              <a:rPr lang="en-US" altLang="zh-CN" sz="2800" dirty="0"/>
              <a:t>. L</a:t>
            </a:r>
            <a:r>
              <a:rPr lang="en-US" altLang="zh-CN" sz="2800" baseline="-25000" dirty="0"/>
              <a:t>2</a:t>
            </a:r>
            <a:r>
              <a:rPr lang="en-US" altLang="zh-CN" sz="2800" dirty="0"/>
              <a:t>|L     	L→L</a:t>
            </a:r>
            <a:r>
              <a:rPr lang="en-US" altLang="zh-CN" sz="2800" baseline="-25000" dirty="0"/>
              <a:t>1</a:t>
            </a:r>
            <a:r>
              <a:rPr lang="en-US" altLang="zh-CN" sz="2800" dirty="0"/>
              <a:t>B|B		B→ 0|1</a:t>
            </a:r>
            <a:endParaRPr lang="zh-CN" altLang="en-US" sz="2800" dirty="0"/>
          </a:p>
          <a:p>
            <a:pPr marL="0" lvl="0" indent="0">
              <a:spcBef>
                <a:spcPts val="1200"/>
              </a:spcBef>
              <a:spcAft>
                <a:spcPts val="600"/>
              </a:spcAft>
              <a:buNone/>
            </a:pPr>
            <a:r>
              <a:rPr lang="en-US" altLang="zh-CN" dirty="0"/>
              <a:t>(1) </a:t>
            </a:r>
            <a:r>
              <a:rPr lang="zh-CN" altLang="en-US" dirty="0"/>
              <a:t>设计一个</a:t>
            </a:r>
            <a:r>
              <a:rPr lang="en-US" altLang="zh-CN" dirty="0"/>
              <a:t>S</a:t>
            </a:r>
            <a:r>
              <a:rPr lang="zh-CN" altLang="en-US" dirty="0"/>
              <a:t>属性的</a:t>
            </a:r>
            <a:r>
              <a:rPr lang="en-US" altLang="zh-CN" dirty="0"/>
              <a:t>SDT</a:t>
            </a:r>
            <a:r>
              <a:rPr lang="zh-CN" altLang="en-US" dirty="0"/>
              <a:t>来计算</a:t>
            </a:r>
            <a:r>
              <a:rPr lang="en-US" altLang="zh-CN" dirty="0" err="1"/>
              <a:t>S.val</a:t>
            </a:r>
            <a:r>
              <a:rPr lang="zh-CN" altLang="en-US" dirty="0"/>
              <a:t>，即输入串的十进制数值。比如，串</a:t>
            </a:r>
            <a:r>
              <a:rPr lang="en-US" altLang="zh-CN" dirty="0"/>
              <a:t>101.101</a:t>
            </a:r>
            <a:r>
              <a:rPr lang="zh-CN" altLang="en-US" dirty="0"/>
              <a:t>应该被翻译成十进制数</a:t>
            </a:r>
            <a:r>
              <a:rPr lang="en-US" altLang="zh-CN" dirty="0"/>
              <a:t>5.625</a:t>
            </a:r>
            <a:r>
              <a:rPr lang="zh-CN" altLang="en-US" dirty="0"/>
              <a:t>。</a:t>
            </a:r>
            <a:endParaRPr lang="en-US" altLang="zh-CN" dirty="0"/>
          </a:p>
          <a:p>
            <a:pPr marL="0" lvl="0" indent="0">
              <a:buNone/>
            </a:pPr>
            <a:r>
              <a:rPr lang="en-US" altLang="zh-CN" dirty="0"/>
              <a:t>(2) </a:t>
            </a:r>
            <a:r>
              <a:rPr lang="zh-CN" altLang="en-US" dirty="0"/>
              <a:t>参考图</a:t>
            </a:r>
            <a:r>
              <a:rPr lang="en-US" altLang="zh-CN" dirty="0"/>
              <a:t>5-20</a:t>
            </a:r>
            <a:r>
              <a:rPr lang="zh-CN" altLang="en-US" dirty="0"/>
              <a:t>，将</a:t>
            </a:r>
            <a:r>
              <a:rPr lang="en-US" altLang="zh-CN" dirty="0"/>
              <a:t>(1)</a:t>
            </a:r>
            <a:r>
              <a:rPr lang="zh-CN" altLang="en-US" dirty="0"/>
              <a:t>中的</a:t>
            </a:r>
            <a:r>
              <a:rPr lang="en-US" altLang="zh-CN" dirty="0"/>
              <a:t>SDT</a:t>
            </a:r>
            <a:r>
              <a:rPr lang="zh-CN" altLang="en-US" dirty="0"/>
              <a:t>改写为在自底向上语法分析栈中实现的栈操作。</a:t>
            </a:r>
            <a:endParaRPr lang="zh-CN" altLang="en-US" sz="2800" dirty="0"/>
          </a:p>
          <a:p>
            <a:pPr marL="0" indent="0">
              <a:buNone/>
            </a:pPr>
            <a:endParaRPr lang="zh-CN" altLang="en-US" sz="2800" dirty="0"/>
          </a:p>
        </p:txBody>
      </p:sp>
      <p:sp>
        <p:nvSpPr>
          <p:cNvPr id="4" name="灯片编号占位符 3">
            <a:extLst>
              <a:ext uri="{FF2B5EF4-FFF2-40B4-BE49-F238E27FC236}">
                <a16:creationId xmlns:a16="http://schemas.microsoft.com/office/drawing/2014/main" id="{0666E328-9800-4A0C-94A9-BFAA4D16A37A}"/>
              </a:ext>
            </a:extLst>
          </p:cNvPr>
          <p:cNvSpPr>
            <a:spLocks noGrp="1"/>
          </p:cNvSpPr>
          <p:nvPr>
            <p:ph type="sldNum" sz="quarter" idx="10"/>
          </p:nvPr>
        </p:nvSpPr>
        <p:spPr/>
        <p:txBody>
          <a:bodyPr/>
          <a:lstStyle/>
          <a:p>
            <a:pPr>
              <a:defRPr/>
            </a:pPr>
            <a:fld id="{8E104948-B687-4A74-87EB-9097C047E113}" type="slidenum">
              <a:rPr lang="zh-CN" altLang="en-US" smtClean="0"/>
              <a:pPr>
                <a:defRPr/>
              </a:pPr>
              <a:t>53</a:t>
            </a:fld>
            <a:endParaRPr lang="en-US" altLang="zh-CN"/>
          </a:p>
        </p:txBody>
      </p:sp>
    </p:spTree>
    <p:extLst>
      <p:ext uri="{BB962C8B-B14F-4D97-AF65-F5344CB8AC3E}">
        <p14:creationId xmlns:p14="http://schemas.microsoft.com/office/powerpoint/2010/main" val="22885840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822E30A7-2B97-46CF-B026-B2A9F8486AAD}"/>
              </a:ext>
            </a:extLst>
          </p:cNvPr>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b="0" dirty="0">
              <a:solidFill>
                <a:prstClr val="black">
                  <a:lumMod val="85000"/>
                  <a:lumOff val="15000"/>
                </a:prstClr>
              </a:solidFill>
            </a:endParaRPr>
          </a:p>
        </p:txBody>
      </p:sp>
      <p:sp>
        <p:nvSpPr>
          <p:cNvPr id="132099" name="矩形 7">
            <a:extLst>
              <a:ext uri="{FF2B5EF4-FFF2-40B4-BE49-F238E27FC236}">
                <a16:creationId xmlns:a16="http://schemas.microsoft.com/office/drawing/2014/main" id="{3FD74496-7DAA-442B-85C2-6B9DFB304A0E}"/>
              </a:ext>
            </a:extLst>
          </p:cNvPr>
          <p:cNvSpPr>
            <a:spLocks noChangeArrowheads="1"/>
          </p:cNvSpPr>
          <p:nvPr/>
        </p:nvSpPr>
        <p:spPr bwMode="auto">
          <a:xfrm>
            <a:off x="4500563" y="1357313"/>
            <a:ext cx="4357687" cy="263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5.1 </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语法制导定义</a:t>
            </a: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SDD</a:t>
            </a:r>
          </a:p>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5.2 S-</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属性定义与</a:t>
            </a: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L-</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a:t>
            </a:r>
          </a:p>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5.3 </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语法制导翻译方案</a:t>
            </a: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SDT</a:t>
            </a:r>
          </a:p>
          <a:p>
            <a:pPr>
              <a:lnSpc>
                <a:spcPts val="4000"/>
              </a:lnSpc>
            </a:pPr>
            <a:r>
              <a:rPr lang="en-US" altLang="zh-CN" sz="1900">
                <a:solidFill>
                  <a:srgbClr val="2D83F4"/>
                </a:solidFill>
                <a:latin typeface="微软雅黑" panose="020B0503020204020204" pitchFamily="34" charset="-122"/>
                <a:ea typeface="微软雅黑" panose="020B0503020204020204" pitchFamily="34" charset="-122"/>
                <a:cs typeface="楷体_GB2312" pitchFamily="49" charset="-122"/>
              </a:rPr>
              <a:t>5.4 L-</a:t>
            </a:r>
            <a:r>
              <a:rPr lang="zh-CN" altLang="en-US" sz="1900">
                <a:solidFill>
                  <a:srgbClr val="2D83F4"/>
                </a:solidFill>
                <a:latin typeface="微软雅黑" panose="020B0503020204020204" pitchFamily="34" charset="-122"/>
                <a:ea typeface="微软雅黑" panose="020B0503020204020204" pitchFamily="34" charset="-122"/>
                <a:cs typeface="楷体_GB2312" pitchFamily="49" charset="-122"/>
              </a:rPr>
              <a:t>属性定义的自顶向下翻译</a:t>
            </a:r>
          </a:p>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5.5 L-</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属性定义的自底向上翻译 </a:t>
            </a:r>
          </a:p>
        </p:txBody>
      </p:sp>
      <p:pic>
        <p:nvPicPr>
          <p:cNvPr id="132100" name="Picture 7" descr="E:\工大编译\ppt\制作\0330e9c554c768200000158fc50d53d.jpg">
            <a:extLst>
              <a:ext uri="{FF2B5EF4-FFF2-40B4-BE49-F238E27FC236}">
                <a16:creationId xmlns:a16="http://schemas.microsoft.com/office/drawing/2014/main" id="{6ECABF31-3C55-4A83-832C-5E64D7A978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4F8352BB-3CA0-47BD-8BA8-C4D2D6BE75E7}"/>
              </a:ext>
            </a:extLst>
          </p:cNvPr>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spc="600" dirty="0">
                <a:solidFill>
                  <a:prstClr val="white"/>
                </a:solidFill>
                <a:latin typeface="微软雅黑" pitchFamily="34" charset="-122"/>
                <a:ea typeface="微软雅黑" pitchFamily="34" charset="-122"/>
              </a:rPr>
              <a:t>提纲</a:t>
            </a:r>
            <a:endParaRPr lang="zh-CN" altLang="en-US" sz="1600" b="0" dirty="0">
              <a:solidFill>
                <a:prstClr val="black">
                  <a:lumMod val="85000"/>
                  <a:lumOff val="15000"/>
                </a:prstClr>
              </a:solidFill>
            </a:endParaRPr>
          </a:p>
        </p:txBody>
      </p:sp>
      <p:sp>
        <p:nvSpPr>
          <p:cNvPr id="2" name="灯片编号占位符 1">
            <a:extLst>
              <a:ext uri="{FF2B5EF4-FFF2-40B4-BE49-F238E27FC236}">
                <a16:creationId xmlns:a16="http://schemas.microsoft.com/office/drawing/2014/main" id="{F8BE1F80-0ACE-4534-A717-FDFE3F06927D}"/>
              </a:ext>
            </a:extLst>
          </p:cNvPr>
          <p:cNvSpPr>
            <a:spLocks noGrp="1"/>
          </p:cNvSpPr>
          <p:nvPr>
            <p:ph type="sldNum" sz="quarter" idx="10"/>
          </p:nvPr>
        </p:nvSpPr>
        <p:spPr/>
        <p:txBody>
          <a:bodyPr/>
          <a:lstStyle/>
          <a:p>
            <a:pPr>
              <a:defRPr/>
            </a:pPr>
            <a:fld id="{8E104948-B687-4A74-87EB-9097C047E113}" type="slidenum">
              <a:rPr lang="zh-CN" altLang="en-US" smtClean="0"/>
              <a:pPr>
                <a:defRPr/>
              </a:pPr>
              <a:t>54</a:t>
            </a:fld>
            <a:endParaRPr lang="en-US" altLang="zh-C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E0CAE27-C54E-4B02-8962-A270E0D466A4}"/>
              </a:ext>
            </a:extLst>
          </p:cNvPr>
          <p:cNvSpPr>
            <a:spLocks noGrp="1"/>
          </p:cNvSpPr>
          <p:nvPr>
            <p:ph type="title"/>
          </p:nvPr>
        </p:nvSpPr>
        <p:spPr>
          <a:xfrm>
            <a:off x="755650" y="268288"/>
            <a:ext cx="7931150" cy="358775"/>
          </a:xfrm>
        </p:spPr>
        <p:txBody>
          <a:bodyPr/>
          <a:lstStyle/>
          <a:p>
            <a:pPr eaLnBrk="1" hangingPunct="1">
              <a:defRPr/>
            </a:pPr>
            <a:r>
              <a:rPr kumimoji="1" lang="en-US" altLang="zh-CN" spc="300" dirty="0">
                <a:cs typeface="Times New Roman" panose="02020603050405020304" pitchFamily="18" charset="0"/>
              </a:rPr>
              <a:t>5.4 L-</a:t>
            </a:r>
            <a:r>
              <a:rPr kumimoji="1" lang="zh-CN" altLang="en-US" spc="300" dirty="0">
                <a:cs typeface="Times New Roman" panose="02020603050405020304" pitchFamily="18" charset="0"/>
              </a:rPr>
              <a:t>属性定义的自顶向下翻译</a:t>
            </a:r>
            <a:endParaRPr lang="zh-CN" altLang="en-US" spc="300" dirty="0"/>
          </a:p>
        </p:txBody>
      </p:sp>
      <p:sp>
        <p:nvSpPr>
          <p:cNvPr id="124932" name="Rectangle 3">
            <a:extLst>
              <a:ext uri="{FF2B5EF4-FFF2-40B4-BE49-F238E27FC236}">
                <a16:creationId xmlns:a16="http://schemas.microsoft.com/office/drawing/2014/main" id="{E9539AC5-7707-4871-89D0-E9AC912AEF07}"/>
              </a:ext>
            </a:extLst>
          </p:cNvPr>
          <p:cNvSpPr>
            <a:spLocks noGrp="1"/>
          </p:cNvSpPr>
          <p:nvPr>
            <p:ph idx="1"/>
          </p:nvPr>
        </p:nvSpPr>
        <p:spPr>
          <a:xfrm>
            <a:off x="611188" y="1012824"/>
            <a:ext cx="8075612" cy="2999085"/>
          </a:xfrm>
        </p:spPr>
        <p:txBody>
          <a:bodyPr/>
          <a:lstStyle/>
          <a:p>
            <a:pPr eaLnBrk="1" hangingPunct="1">
              <a:lnSpc>
                <a:spcPct val="110000"/>
              </a:lnSpc>
              <a:defRPr/>
            </a:pPr>
            <a:r>
              <a:rPr lang="en-US" altLang="zh-CN" sz="3000" dirty="0">
                <a:cs typeface="Times New Roman" panose="02020603050405020304" pitchFamily="18" charset="0"/>
              </a:rPr>
              <a:t>5.4.1 </a:t>
            </a:r>
            <a:r>
              <a:rPr lang="zh-CN" altLang="en-US" sz="3000" dirty="0">
                <a:latin typeface="楷体" panose="02010609060101010101" pitchFamily="49" charset="-122"/>
                <a:cs typeface="Times New Roman" panose="02020603050405020304" pitchFamily="18" charset="0"/>
              </a:rPr>
              <a:t>在非递归的预测分析过程中进行翻译</a:t>
            </a:r>
            <a:endParaRPr lang="en-US" altLang="zh-CN" sz="3000" dirty="0">
              <a:latin typeface="楷体" panose="02010609060101010101" pitchFamily="49" charset="-122"/>
              <a:cs typeface="Times New Roman" panose="02020603050405020304" pitchFamily="18" charset="0"/>
            </a:endParaRPr>
          </a:p>
          <a:p>
            <a:pPr lvl="1" eaLnBrk="1" hangingPunct="1">
              <a:lnSpc>
                <a:spcPct val="110000"/>
              </a:lnSpc>
              <a:defRPr/>
            </a:pPr>
            <a:r>
              <a:rPr lang="zh-CN" altLang="en-US" sz="2800" dirty="0">
                <a:latin typeface="楷体" panose="02010609060101010101" pitchFamily="49" charset="-122"/>
                <a:cs typeface="Times New Roman" panose="02020603050405020304" pitchFamily="18" charset="0"/>
              </a:rPr>
              <a:t>表驱动的预测分析</a:t>
            </a:r>
            <a:endParaRPr lang="en-US" altLang="zh-CN" sz="2800" dirty="0">
              <a:latin typeface="楷体" panose="02010609060101010101" pitchFamily="49" charset="-122"/>
              <a:cs typeface="Times New Roman" panose="02020603050405020304" pitchFamily="18" charset="0"/>
            </a:endParaRPr>
          </a:p>
          <a:p>
            <a:pPr lvl="1" eaLnBrk="1" hangingPunct="1">
              <a:lnSpc>
                <a:spcPct val="110000"/>
              </a:lnSpc>
              <a:defRPr/>
            </a:pPr>
            <a:r>
              <a:rPr lang="zh-CN" altLang="en-US" sz="2800" dirty="0">
                <a:latin typeface="楷体" panose="02010609060101010101" pitchFamily="49" charset="-122"/>
                <a:cs typeface="Times New Roman" panose="02020603050405020304" pitchFamily="18" charset="0"/>
              </a:rPr>
              <a:t>显示维护一个栈</a:t>
            </a:r>
          </a:p>
          <a:p>
            <a:pPr eaLnBrk="1" hangingPunct="1">
              <a:lnSpc>
                <a:spcPct val="110000"/>
              </a:lnSpc>
              <a:defRPr/>
            </a:pPr>
            <a:r>
              <a:rPr lang="en-US" altLang="zh-CN" sz="3000" dirty="0">
                <a:cs typeface="Times New Roman" panose="02020603050405020304" pitchFamily="18" charset="0"/>
              </a:rPr>
              <a:t>5.4.2 </a:t>
            </a:r>
            <a:r>
              <a:rPr lang="zh-CN" altLang="en-US" sz="3000" dirty="0">
                <a:cs typeface="Times New Roman" panose="02020603050405020304" pitchFamily="18" charset="0"/>
              </a:rPr>
              <a:t>在递归的预测分析过程中进行翻译</a:t>
            </a:r>
            <a:endParaRPr lang="en-US" altLang="zh-CN" sz="3000" dirty="0">
              <a:cs typeface="Times New Roman" panose="02020603050405020304" pitchFamily="18" charset="0"/>
            </a:endParaRPr>
          </a:p>
          <a:p>
            <a:pPr lvl="1" eaLnBrk="1" hangingPunct="1">
              <a:lnSpc>
                <a:spcPct val="110000"/>
              </a:lnSpc>
              <a:defRPr/>
            </a:pPr>
            <a:r>
              <a:rPr lang="zh-CN" altLang="en-US" sz="2800" dirty="0">
                <a:cs typeface="Times New Roman" panose="02020603050405020304" pitchFamily="18" charset="0"/>
              </a:rPr>
              <a:t>为每个非终结符定义一个处理函数</a:t>
            </a:r>
          </a:p>
          <a:p>
            <a:pPr eaLnBrk="1" hangingPunct="1">
              <a:lnSpc>
                <a:spcPct val="110000"/>
              </a:lnSpc>
              <a:defRPr/>
            </a:pPr>
            <a:endParaRPr lang="zh-CN" altLang="en-US" sz="3000" dirty="0">
              <a:latin typeface="楷体" panose="02010609060101010101" pitchFamily="49"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62948B74-BD1A-450F-A0BC-4DDF0F0F3797}"/>
              </a:ext>
            </a:extLst>
          </p:cNvPr>
          <p:cNvSpPr>
            <a:spLocks noGrp="1"/>
          </p:cNvSpPr>
          <p:nvPr>
            <p:ph type="sldNum" sz="quarter" idx="10"/>
          </p:nvPr>
        </p:nvSpPr>
        <p:spPr/>
        <p:txBody>
          <a:bodyPr/>
          <a:lstStyle/>
          <a:p>
            <a:pPr>
              <a:defRPr/>
            </a:pPr>
            <a:fld id="{8E104948-B687-4A74-87EB-9097C047E113}" type="slidenum">
              <a:rPr lang="zh-CN" altLang="en-US" smtClean="0"/>
              <a:pPr>
                <a:defRPr/>
              </a:pPr>
              <a:t>55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124932">
                                            <p:txEl>
                                              <p:pRg st="0" end="0"/>
                                            </p:txEl>
                                          </p:spTgt>
                                        </p:tgtEl>
                                        <p:attrNameLst>
                                          <p:attrName>style.visibility</p:attrName>
                                        </p:attrNameLst>
                                      </p:cBhvr>
                                      <p:to>
                                        <p:strVal val="visible"/>
                                      </p:to>
                                    </p:set>
                                    <p:anim calcmode="lin" valueType="num">
                                      <p:cBhvr>
                                        <p:cTn id="7" dur="500" fill="hold"/>
                                        <p:tgtEl>
                                          <p:spTgt spid="12493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2493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24932">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24932">
                                            <p:txEl>
                                              <p:pRg st="1" end="1"/>
                                            </p:txEl>
                                          </p:spTgt>
                                        </p:tgtEl>
                                        <p:attrNameLst>
                                          <p:attrName>style.visibility</p:attrName>
                                        </p:attrNameLst>
                                      </p:cBhvr>
                                      <p:to>
                                        <p:strVal val="visible"/>
                                      </p:to>
                                    </p:set>
                                    <p:anim calcmode="lin" valueType="num">
                                      <p:cBhvr>
                                        <p:cTn id="12" dur="500" fill="hold"/>
                                        <p:tgtEl>
                                          <p:spTgt spid="124932">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124932">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124932">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24932">
                                            <p:txEl>
                                              <p:pRg st="2" end="2"/>
                                            </p:txEl>
                                          </p:spTgt>
                                        </p:tgtEl>
                                        <p:attrNameLst>
                                          <p:attrName>style.visibility</p:attrName>
                                        </p:attrNameLst>
                                      </p:cBhvr>
                                      <p:to>
                                        <p:strVal val="visible"/>
                                      </p:to>
                                    </p:set>
                                    <p:anim calcmode="lin" valueType="num">
                                      <p:cBhvr>
                                        <p:cTn id="17" dur="500" fill="hold"/>
                                        <p:tgtEl>
                                          <p:spTgt spid="124932">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124932">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124932">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124932">
                                            <p:txEl>
                                              <p:pRg st="3" end="3"/>
                                            </p:txEl>
                                          </p:spTgt>
                                        </p:tgtEl>
                                        <p:attrNameLst>
                                          <p:attrName>style.visibility</p:attrName>
                                        </p:attrNameLst>
                                      </p:cBhvr>
                                      <p:to>
                                        <p:strVal val="visible"/>
                                      </p:to>
                                    </p:set>
                                    <p:anim calcmode="lin" valueType="num">
                                      <p:cBhvr>
                                        <p:cTn id="22" dur="500" fill="hold"/>
                                        <p:tgtEl>
                                          <p:spTgt spid="124932">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124932">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124932">
                                            <p:txEl>
                                              <p:pRg st="3" end="3"/>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124932">
                                            <p:txEl>
                                              <p:pRg st="4" end="4"/>
                                            </p:txEl>
                                          </p:spTgt>
                                        </p:tgtEl>
                                        <p:attrNameLst>
                                          <p:attrName>style.visibility</p:attrName>
                                        </p:attrNameLst>
                                      </p:cBhvr>
                                      <p:to>
                                        <p:strVal val="visible"/>
                                      </p:to>
                                    </p:set>
                                    <p:anim calcmode="lin" valueType="num">
                                      <p:cBhvr>
                                        <p:cTn id="27" dur="500" fill="hold"/>
                                        <p:tgtEl>
                                          <p:spTgt spid="124932">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124932">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1249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B631A519-133F-4CBD-BA01-20C801B7D010}"/>
              </a:ext>
            </a:extLst>
          </p:cNvPr>
          <p:cNvSpPr>
            <a:spLocks noChangeArrowheads="1"/>
          </p:cNvSpPr>
          <p:nvPr/>
        </p:nvSpPr>
        <p:spPr bwMode="auto">
          <a:xfrm>
            <a:off x="2006600" y="160338"/>
            <a:ext cx="584517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b"/>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kumimoji="1" lang="zh-CN" altLang="en-US" sz="2400">
              <a:solidFill>
                <a:srgbClr val="5EAEFF"/>
              </a:solidFill>
              <a:latin typeface="楷体_GB2312" pitchFamily="49" charset="-122"/>
              <a:ea typeface="楷体_GB2312" pitchFamily="49" charset="-122"/>
            </a:endParaRPr>
          </a:p>
        </p:txBody>
      </p:sp>
      <p:sp>
        <p:nvSpPr>
          <p:cNvPr id="3" name="标题 2">
            <a:extLst>
              <a:ext uri="{FF2B5EF4-FFF2-40B4-BE49-F238E27FC236}">
                <a16:creationId xmlns:a16="http://schemas.microsoft.com/office/drawing/2014/main" id="{0F8856BA-B2B1-4264-80C2-2A23614A4A01}"/>
              </a:ext>
            </a:extLst>
          </p:cNvPr>
          <p:cNvSpPr>
            <a:spLocks noGrp="1"/>
          </p:cNvSpPr>
          <p:nvPr>
            <p:ph type="title"/>
          </p:nvPr>
        </p:nvSpPr>
        <p:spPr>
          <a:xfrm>
            <a:off x="755650" y="268288"/>
            <a:ext cx="8280400" cy="358775"/>
          </a:xfrm>
        </p:spPr>
        <p:txBody>
          <a:bodyPr/>
          <a:lstStyle/>
          <a:p>
            <a:pPr eaLnBrk="1" hangingPunct="1">
              <a:defRPr/>
            </a:pPr>
            <a:r>
              <a:rPr kumimoji="1" lang="en-US" altLang="zh-CN" spc="300" dirty="0">
                <a:cs typeface="Times New Roman" panose="02020603050405020304" pitchFamily="18" charset="0"/>
              </a:rPr>
              <a:t>5.4.1 </a:t>
            </a:r>
            <a:r>
              <a:rPr kumimoji="1" lang="zh-CN" altLang="en-US" spc="300" dirty="0">
                <a:cs typeface="Times New Roman" panose="02020603050405020304" pitchFamily="18" charset="0"/>
              </a:rPr>
              <a:t>在非递归的预测分析过程中进行翻译</a:t>
            </a:r>
            <a:endParaRPr lang="zh-CN" altLang="en-US" spc="300" dirty="0"/>
          </a:p>
        </p:txBody>
      </p:sp>
      <p:sp>
        <p:nvSpPr>
          <p:cNvPr id="138244" name="Rectangle 3">
            <a:extLst>
              <a:ext uri="{FF2B5EF4-FFF2-40B4-BE49-F238E27FC236}">
                <a16:creationId xmlns:a16="http://schemas.microsoft.com/office/drawing/2014/main" id="{91696EA1-5E56-4EC0-84C3-E811F03D9EE3}"/>
              </a:ext>
            </a:extLst>
          </p:cNvPr>
          <p:cNvSpPr>
            <a:spLocks noGrp="1"/>
          </p:cNvSpPr>
          <p:nvPr>
            <p:ph idx="1"/>
          </p:nvPr>
        </p:nvSpPr>
        <p:spPr>
          <a:xfrm>
            <a:off x="611188" y="1012825"/>
            <a:ext cx="4608512" cy="704850"/>
          </a:xfrm>
        </p:spPr>
        <p:txBody>
          <a:bodyPr/>
          <a:lstStyle/>
          <a:p>
            <a:pPr eaLnBrk="1" hangingPunct="1">
              <a:lnSpc>
                <a:spcPct val="110000"/>
              </a:lnSpc>
            </a:pPr>
            <a:r>
              <a:rPr lang="zh-CN" altLang="en-US" sz="3000">
                <a:latin typeface="楷体" panose="02010609060101010101" pitchFamily="49" charset="-122"/>
                <a:cs typeface="Times New Roman" panose="02020603050405020304" pitchFamily="18" charset="0"/>
              </a:rPr>
              <a:t>扩展语法分析栈</a:t>
            </a:r>
          </a:p>
        </p:txBody>
      </p:sp>
      <p:sp>
        <p:nvSpPr>
          <p:cNvPr id="22" name="Rectangle 4">
            <a:extLst>
              <a:ext uri="{FF2B5EF4-FFF2-40B4-BE49-F238E27FC236}">
                <a16:creationId xmlns:a16="http://schemas.microsoft.com/office/drawing/2014/main" id="{26046FE3-52BF-4AD7-A73F-16947478815C}"/>
              </a:ext>
            </a:extLst>
          </p:cNvPr>
          <p:cNvSpPr>
            <a:spLocks noChangeArrowheads="1"/>
          </p:cNvSpPr>
          <p:nvPr/>
        </p:nvSpPr>
        <p:spPr bwMode="auto">
          <a:xfrm>
            <a:off x="1906266" y="2489721"/>
            <a:ext cx="822631" cy="449263"/>
          </a:xfrm>
          <a:prstGeom prst="rect">
            <a:avLst/>
          </a:prstGeom>
          <a:solidFill>
            <a:schemeClr val="accent5">
              <a:lumMod val="60000"/>
              <a:lumOff val="40000"/>
            </a:schemeClr>
          </a:solidFill>
          <a:ln w="9525">
            <a:solidFill>
              <a:schemeClr val="tx1"/>
            </a:solidFill>
            <a:miter lim="800000"/>
            <a:headEnd/>
            <a:tailEnd/>
          </a:ln>
        </p:spPr>
        <p:txBody>
          <a:bodyPr wrap="none" lIns="0" tIns="34290" rIns="0" bIns="34290" anchor="ctr"/>
          <a:lstStyle/>
          <a:p>
            <a:pPr eaLnBrk="1" hangingPunct="1">
              <a:defRPr/>
            </a:pPr>
            <a:r>
              <a:rPr lang="en-US" altLang="zh-CN" i="1" dirty="0">
                <a:solidFill>
                  <a:prstClr val="black"/>
                </a:solidFill>
                <a:latin typeface="Times New Roman" pitchFamily="18" charset="0"/>
                <a:ea typeface="楷体" pitchFamily="49" charset="-122"/>
                <a:cs typeface="Times New Roman" pitchFamily="18" charset="0"/>
              </a:rPr>
              <a:t>      A</a:t>
            </a:r>
          </a:p>
        </p:txBody>
      </p:sp>
      <p:sp>
        <p:nvSpPr>
          <p:cNvPr id="23" name="Rectangle 7">
            <a:extLst>
              <a:ext uri="{FF2B5EF4-FFF2-40B4-BE49-F238E27FC236}">
                <a16:creationId xmlns:a16="http://schemas.microsoft.com/office/drawing/2014/main" id="{EF6D7F84-27D5-48C8-8536-6E149A978A46}"/>
              </a:ext>
            </a:extLst>
          </p:cNvPr>
          <p:cNvSpPr>
            <a:spLocks noChangeArrowheads="1"/>
          </p:cNvSpPr>
          <p:nvPr/>
        </p:nvSpPr>
        <p:spPr bwMode="auto">
          <a:xfrm>
            <a:off x="1094736" y="2502421"/>
            <a:ext cx="809625" cy="420687"/>
          </a:xfrm>
          <a:prstGeom prst="rect">
            <a:avLst/>
          </a:prstGeom>
          <a:solidFill>
            <a:schemeClr val="accent5">
              <a:lumMod val="20000"/>
              <a:lumOff val="80000"/>
            </a:schemeClr>
          </a:solidFill>
          <a:ln w="9525">
            <a:solidFill>
              <a:schemeClr val="tx1"/>
            </a:solidFill>
            <a:miter lim="800000"/>
            <a:headEnd/>
            <a:tailEnd/>
          </a:ln>
        </p:spPr>
        <p:txBody>
          <a:bodyPr wrap="none" lIns="0" tIns="34290" rIns="0" bIns="34290" anchor="ctr"/>
          <a:lstStyle/>
          <a:p>
            <a:pPr algn="ctr" eaLnBrk="1" hangingPunct="1">
              <a:defRPr/>
            </a:pPr>
            <a:r>
              <a:rPr lang="en-US" altLang="zh-CN" dirty="0">
                <a:solidFill>
                  <a:prstClr val="black"/>
                </a:solidFill>
                <a:latin typeface="Times New Roman" pitchFamily="18" charset="0"/>
                <a:ea typeface="楷体" pitchFamily="49" charset="-122"/>
                <a:cs typeface="Times New Roman" pitchFamily="18" charset="0"/>
              </a:rPr>
              <a:t> </a:t>
            </a:r>
            <a:r>
              <a:rPr lang="en-US" altLang="zh-CN" i="1" dirty="0">
                <a:solidFill>
                  <a:prstClr val="black"/>
                </a:solidFill>
                <a:latin typeface="Times New Roman" pitchFamily="18" charset="0"/>
                <a:ea typeface="楷体" pitchFamily="49" charset="-122"/>
                <a:cs typeface="Times New Roman" pitchFamily="18" charset="0"/>
              </a:rPr>
              <a:t>action</a:t>
            </a:r>
          </a:p>
        </p:txBody>
      </p:sp>
      <p:sp>
        <p:nvSpPr>
          <p:cNvPr id="24" name="Rectangle 10">
            <a:extLst>
              <a:ext uri="{FF2B5EF4-FFF2-40B4-BE49-F238E27FC236}">
                <a16:creationId xmlns:a16="http://schemas.microsoft.com/office/drawing/2014/main" id="{F3B74D2F-B8F8-4716-9691-A4693ADADFB7}"/>
              </a:ext>
            </a:extLst>
          </p:cNvPr>
          <p:cNvSpPr>
            <a:spLocks noChangeArrowheads="1"/>
          </p:cNvSpPr>
          <p:nvPr/>
        </p:nvSpPr>
        <p:spPr bwMode="auto">
          <a:xfrm>
            <a:off x="2728898" y="2500835"/>
            <a:ext cx="812494" cy="425002"/>
          </a:xfrm>
          <a:prstGeom prst="rect">
            <a:avLst/>
          </a:prstGeom>
          <a:solidFill>
            <a:schemeClr val="accent6">
              <a:lumMod val="20000"/>
              <a:lumOff val="80000"/>
            </a:schemeClr>
          </a:solidFill>
          <a:ln w="9525">
            <a:solidFill>
              <a:schemeClr val="tx1"/>
            </a:solidFill>
            <a:miter lim="800000"/>
            <a:headEnd/>
            <a:tailEnd/>
          </a:ln>
        </p:spPr>
        <p:txBody>
          <a:bodyPr wrap="none" lIns="0" tIns="34290" rIns="0" bIns="34290" anchor="ctr"/>
          <a:lstStyle/>
          <a:p>
            <a:pPr eaLnBrk="1" hangingPunct="1">
              <a:defRPr/>
            </a:pPr>
            <a:r>
              <a:rPr lang="en-US" altLang="zh-CN" i="1" dirty="0">
                <a:solidFill>
                  <a:prstClr val="black"/>
                </a:solidFill>
                <a:latin typeface="Times New Roman" pitchFamily="18" charset="0"/>
                <a:ea typeface="楷体" pitchFamily="49" charset="-122"/>
                <a:cs typeface="Times New Roman" pitchFamily="18" charset="0"/>
              </a:rPr>
              <a:t>    </a:t>
            </a:r>
            <a:r>
              <a:rPr lang="en-US" altLang="zh-CN" i="1" dirty="0" err="1">
                <a:solidFill>
                  <a:prstClr val="black"/>
                </a:solidFill>
                <a:latin typeface="Times New Roman" pitchFamily="18" charset="0"/>
                <a:ea typeface="楷体" pitchFamily="49" charset="-122"/>
                <a:cs typeface="Times New Roman" pitchFamily="18" charset="0"/>
              </a:rPr>
              <a:t>Asyn</a:t>
            </a:r>
            <a:endParaRPr lang="en-US" altLang="zh-CN" i="1" dirty="0">
              <a:solidFill>
                <a:prstClr val="black"/>
              </a:solidFill>
              <a:latin typeface="Times New Roman" pitchFamily="18" charset="0"/>
              <a:ea typeface="楷体" pitchFamily="49" charset="-122"/>
              <a:cs typeface="Times New Roman" pitchFamily="18" charset="0"/>
            </a:endParaRPr>
          </a:p>
        </p:txBody>
      </p:sp>
      <p:sp>
        <p:nvSpPr>
          <p:cNvPr id="138248" name="Rectangle 10">
            <a:extLst>
              <a:ext uri="{FF2B5EF4-FFF2-40B4-BE49-F238E27FC236}">
                <a16:creationId xmlns:a16="http://schemas.microsoft.com/office/drawing/2014/main" id="{85D1F560-7C14-4ED1-9168-5E247491DB18}"/>
              </a:ext>
            </a:extLst>
          </p:cNvPr>
          <p:cNvSpPr>
            <a:spLocks noChangeArrowheads="1"/>
          </p:cNvSpPr>
          <p:nvPr/>
        </p:nvSpPr>
        <p:spPr bwMode="auto">
          <a:xfrm>
            <a:off x="4067944" y="2510359"/>
            <a:ext cx="935534"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34290" rIns="0" bIns="34290"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Symbol</a:t>
            </a:r>
          </a:p>
          <a:p>
            <a:pPr eaLnBrk="1" hangingPunct="1"/>
            <a:r>
              <a:rPr lang="en-US" altLang="zh-CN" sz="8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r>
              <a:rPr lang="en-US" altLang="zh-CN"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Value</a:t>
            </a:r>
          </a:p>
        </p:txBody>
      </p:sp>
      <p:sp>
        <p:nvSpPr>
          <p:cNvPr id="30" name="Rectangle 4">
            <a:extLst>
              <a:ext uri="{FF2B5EF4-FFF2-40B4-BE49-F238E27FC236}">
                <a16:creationId xmlns:a16="http://schemas.microsoft.com/office/drawing/2014/main" id="{24F65EB9-00A1-45A2-ADBE-62B35C8B4205}"/>
              </a:ext>
            </a:extLst>
          </p:cNvPr>
          <p:cNvSpPr>
            <a:spLocks noChangeArrowheads="1"/>
          </p:cNvSpPr>
          <p:nvPr/>
        </p:nvSpPr>
        <p:spPr bwMode="auto">
          <a:xfrm>
            <a:off x="1906266" y="2923108"/>
            <a:ext cx="820737" cy="415926"/>
          </a:xfrm>
          <a:prstGeom prst="rect">
            <a:avLst/>
          </a:prstGeom>
          <a:solidFill>
            <a:schemeClr val="accent5">
              <a:lumMod val="60000"/>
              <a:lumOff val="40000"/>
            </a:schemeClr>
          </a:solidFill>
          <a:ln w="9525">
            <a:solidFill>
              <a:schemeClr val="tx1"/>
            </a:solidFill>
            <a:miter lim="800000"/>
            <a:headEnd/>
            <a:tailEnd/>
          </a:ln>
        </p:spPr>
        <p:txBody>
          <a:bodyPr wrap="none" lIns="0" tIns="34290" rIns="0" bIns="34290" anchor="ctr"/>
          <a:lstStyle/>
          <a:p>
            <a:pPr eaLnBrk="1" hangingPunct="1">
              <a:defRPr/>
            </a:pPr>
            <a:endParaRPr lang="en-US" altLang="zh-CN" i="1">
              <a:solidFill>
                <a:prstClr val="black"/>
              </a:solidFill>
              <a:latin typeface="Times New Roman" pitchFamily="18" charset="0"/>
              <a:ea typeface="楷体" pitchFamily="49" charset="-122"/>
              <a:cs typeface="Times New Roman" pitchFamily="18" charset="0"/>
            </a:endParaRPr>
          </a:p>
        </p:txBody>
      </p:sp>
      <p:sp>
        <p:nvSpPr>
          <p:cNvPr id="31" name="Rectangle 7">
            <a:extLst>
              <a:ext uri="{FF2B5EF4-FFF2-40B4-BE49-F238E27FC236}">
                <a16:creationId xmlns:a16="http://schemas.microsoft.com/office/drawing/2014/main" id="{0CDAF423-81ED-46E7-ACA3-5E40BC49CA24}"/>
              </a:ext>
            </a:extLst>
          </p:cNvPr>
          <p:cNvSpPr>
            <a:spLocks noChangeArrowheads="1"/>
          </p:cNvSpPr>
          <p:nvPr/>
        </p:nvSpPr>
        <p:spPr bwMode="auto">
          <a:xfrm>
            <a:off x="1096641" y="2923108"/>
            <a:ext cx="809625" cy="414338"/>
          </a:xfrm>
          <a:prstGeom prst="rect">
            <a:avLst/>
          </a:prstGeom>
          <a:solidFill>
            <a:schemeClr val="accent5">
              <a:lumMod val="20000"/>
              <a:lumOff val="80000"/>
            </a:schemeClr>
          </a:solidFill>
          <a:ln w="9525">
            <a:solidFill>
              <a:schemeClr val="tx1"/>
            </a:solidFill>
            <a:miter lim="800000"/>
            <a:headEnd/>
            <a:tailEnd/>
          </a:ln>
        </p:spPr>
        <p:txBody>
          <a:bodyPr wrap="none" lIns="0" tIns="34290" rIns="0" bIns="34290" anchor="ctr"/>
          <a:lstStyle/>
          <a:p>
            <a:pPr eaLnBrk="1" hangingPunct="1">
              <a:defRPr/>
            </a:pPr>
            <a:endParaRPr lang="en-US" altLang="zh-CN">
              <a:solidFill>
                <a:prstClr val="black"/>
              </a:solidFill>
              <a:latin typeface="Times New Roman" pitchFamily="18" charset="0"/>
              <a:ea typeface="楷体" pitchFamily="49" charset="-122"/>
              <a:cs typeface="Times New Roman" pitchFamily="18" charset="0"/>
            </a:endParaRPr>
          </a:p>
        </p:txBody>
      </p:sp>
      <p:sp>
        <p:nvSpPr>
          <p:cNvPr id="32" name="Rectangle 10">
            <a:extLst>
              <a:ext uri="{FF2B5EF4-FFF2-40B4-BE49-F238E27FC236}">
                <a16:creationId xmlns:a16="http://schemas.microsoft.com/office/drawing/2014/main" id="{7F4F192D-C002-4D5A-8628-A8DB2398D729}"/>
              </a:ext>
            </a:extLst>
          </p:cNvPr>
          <p:cNvSpPr>
            <a:spLocks noChangeArrowheads="1"/>
          </p:cNvSpPr>
          <p:nvPr/>
        </p:nvSpPr>
        <p:spPr bwMode="auto">
          <a:xfrm>
            <a:off x="2727003" y="2923106"/>
            <a:ext cx="814388" cy="414339"/>
          </a:xfrm>
          <a:prstGeom prst="rect">
            <a:avLst/>
          </a:prstGeom>
          <a:solidFill>
            <a:schemeClr val="accent6">
              <a:lumMod val="20000"/>
              <a:lumOff val="80000"/>
            </a:schemeClr>
          </a:solidFill>
          <a:ln w="9525">
            <a:solidFill>
              <a:schemeClr val="tx1"/>
            </a:solidFill>
            <a:miter lim="800000"/>
            <a:headEnd/>
            <a:tailEnd/>
          </a:ln>
        </p:spPr>
        <p:txBody>
          <a:bodyPr wrap="none" lIns="0" tIns="34290" rIns="0" bIns="34290" anchor="ctr"/>
          <a:lstStyle/>
          <a:p>
            <a:pPr eaLnBrk="1" hangingPunct="1">
              <a:defRPr/>
            </a:pPr>
            <a:r>
              <a:rPr lang="en-US" altLang="zh-CN" i="1" dirty="0">
                <a:solidFill>
                  <a:prstClr val="black"/>
                </a:solidFill>
                <a:latin typeface="Times New Roman" pitchFamily="18" charset="0"/>
                <a:ea typeface="楷体" pitchFamily="49" charset="-122"/>
                <a:cs typeface="Times New Roman" pitchFamily="18" charset="0"/>
              </a:rPr>
              <a:t>      </a:t>
            </a:r>
          </a:p>
        </p:txBody>
      </p:sp>
      <p:cxnSp>
        <p:nvCxnSpPr>
          <p:cNvPr id="4" name="直接连接符 3">
            <a:extLst>
              <a:ext uri="{FF2B5EF4-FFF2-40B4-BE49-F238E27FC236}">
                <a16:creationId xmlns:a16="http://schemas.microsoft.com/office/drawing/2014/main" id="{315F86C1-7340-4E17-B72D-4B67F730DB33}"/>
              </a:ext>
            </a:extLst>
          </p:cNvPr>
          <p:cNvCxnSpPr>
            <a:cxnSpLocks/>
          </p:cNvCxnSpPr>
          <p:nvPr/>
        </p:nvCxnSpPr>
        <p:spPr>
          <a:xfrm>
            <a:off x="323528" y="2491309"/>
            <a:ext cx="36724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56B017F-E62B-46D1-B910-2B378C77A187}"/>
              </a:ext>
            </a:extLst>
          </p:cNvPr>
          <p:cNvCxnSpPr/>
          <p:nvPr/>
        </p:nvCxnSpPr>
        <p:spPr>
          <a:xfrm>
            <a:off x="323528" y="2923109"/>
            <a:ext cx="7635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BB7B26E-D17F-44C8-8A78-859CDEDB5BF9}"/>
              </a:ext>
            </a:extLst>
          </p:cNvPr>
          <p:cNvCxnSpPr>
            <a:cxnSpLocks/>
          </p:cNvCxnSpPr>
          <p:nvPr/>
        </p:nvCxnSpPr>
        <p:spPr>
          <a:xfrm>
            <a:off x="323528" y="3354909"/>
            <a:ext cx="36724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75E740D8-1492-45FE-8ACA-979DA7693A5A}"/>
              </a:ext>
            </a:extLst>
          </p:cNvPr>
          <p:cNvCxnSpPr/>
          <p:nvPr/>
        </p:nvCxnSpPr>
        <p:spPr>
          <a:xfrm>
            <a:off x="4005654" y="2473943"/>
            <a:ext cx="0" cy="898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AutoShape 16">
            <a:extLst>
              <a:ext uri="{FF2B5EF4-FFF2-40B4-BE49-F238E27FC236}">
                <a16:creationId xmlns:a16="http://schemas.microsoft.com/office/drawing/2014/main" id="{32CF459F-18CD-442F-A2A9-93CC49355306}"/>
              </a:ext>
            </a:extLst>
          </p:cNvPr>
          <p:cNvSpPr>
            <a:spLocks/>
          </p:cNvSpPr>
          <p:nvPr/>
        </p:nvSpPr>
        <p:spPr bwMode="auto">
          <a:xfrm>
            <a:off x="3491880" y="3481909"/>
            <a:ext cx="5256584" cy="380825"/>
          </a:xfrm>
          <a:prstGeom prst="borderCallout2">
            <a:avLst>
              <a:gd name="adj1" fmla="val 26375"/>
              <a:gd name="adj2" fmla="val -376"/>
              <a:gd name="adj3" fmla="val 26375"/>
              <a:gd name="adj4" fmla="val -4627"/>
              <a:gd name="adj5" fmla="val -92317"/>
              <a:gd name="adj6" fmla="val -8312"/>
            </a:avLst>
          </a:prstGeom>
          <a:solidFill>
            <a:schemeClr val="accent5">
              <a:lumMod val="60000"/>
              <a:lumOff val="40000"/>
            </a:schemeClr>
          </a:solidFill>
          <a:ln w="12700">
            <a:solidFill>
              <a:schemeClr val="tx1"/>
            </a:solidFill>
            <a:miter lim="800000"/>
            <a:headEnd/>
            <a:tailEnd/>
          </a:ln>
        </p:spPr>
        <p:txBody>
          <a:bodyPr lIns="68580" tIns="34290" rIns="68580" bIns="34290"/>
          <a:lstStyle/>
          <a:p>
            <a:pPr algn="ctr" eaLnBrk="1" hangingPunct="1">
              <a:defRPr/>
            </a:pPr>
            <a:r>
              <a:rPr lang="en-US" altLang="zh-CN" sz="2000" i="1" dirty="0">
                <a:solidFill>
                  <a:prstClr val="black"/>
                </a:solidFill>
                <a:latin typeface="Times New Roman" pitchFamily="18" charset="0"/>
                <a:ea typeface="楷体" pitchFamily="49" charset="-122"/>
                <a:cs typeface="Times New Roman" pitchFamily="18" charset="0"/>
              </a:rPr>
              <a:t>A</a:t>
            </a:r>
            <a:r>
              <a:rPr lang="zh-CN" altLang="en-US" sz="2000" dirty="0">
                <a:solidFill>
                  <a:prstClr val="black"/>
                </a:solidFill>
                <a:latin typeface="Times New Roman" pitchFamily="18" charset="0"/>
                <a:ea typeface="楷体" pitchFamily="49" charset="-122"/>
                <a:cs typeface="Times New Roman" pitchFamily="18" charset="0"/>
              </a:rPr>
              <a:t>的综合属性，</a:t>
            </a:r>
            <a:r>
              <a:rPr lang="zh-CN" altLang="en-US" sz="2000" dirty="0">
                <a:solidFill>
                  <a:srgbClr val="0070C0"/>
                </a:solidFill>
                <a:latin typeface="Times New Roman" pitchFamily="18" charset="0"/>
                <a:ea typeface="楷体" pitchFamily="49" charset="-122"/>
                <a:cs typeface="Times New Roman" pitchFamily="18" charset="0"/>
              </a:rPr>
              <a:t>关联</a:t>
            </a:r>
            <a:r>
              <a:rPr lang="zh-CN" altLang="en-US" sz="2000" dirty="0">
                <a:solidFill>
                  <a:prstClr val="black"/>
                </a:solidFill>
                <a:latin typeface="Times New Roman" pitchFamily="18" charset="0"/>
                <a:ea typeface="楷体" pitchFamily="49" charset="-122"/>
                <a:cs typeface="Times New Roman" pitchFamily="18" charset="0"/>
              </a:rPr>
              <a:t>复制属性值的</a:t>
            </a:r>
            <a:r>
              <a:rPr lang="zh-CN" altLang="en-US" sz="2000" dirty="0">
                <a:solidFill>
                  <a:srgbClr val="0070C0"/>
                </a:solidFill>
                <a:latin typeface="Times New Roman" pitchFamily="18" charset="0"/>
                <a:ea typeface="楷体" pitchFamily="49" charset="-122"/>
                <a:cs typeface="Times New Roman" pitchFamily="18" charset="0"/>
              </a:rPr>
              <a:t>语义动作</a:t>
            </a:r>
          </a:p>
        </p:txBody>
      </p:sp>
      <p:sp>
        <p:nvSpPr>
          <p:cNvPr id="27" name="AutoShape 15">
            <a:extLst>
              <a:ext uri="{FF2B5EF4-FFF2-40B4-BE49-F238E27FC236}">
                <a16:creationId xmlns:a16="http://schemas.microsoft.com/office/drawing/2014/main" id="{B45D20B2-2A4A-4A63-AF2C-506593E8D652}"/>
              </a:ext>
            </a:extLst>
          </p:cNvPr>
          <p:cNvSpPr>
            <a:spLocks/>
          </p:cNvSpPr>
          <p:nvPr/>
        </p:nvSpPr>
        <p:spPr bwMode="auto">
          <a:xfrm>
            <a:off x="3166741" y="3956371"/>
            <a:ext cx="5365699" cy="325438"/>
          </a:xfrm>
          <a:prstGeom prst="borderCallout2">
            <a:avLst>
              <a:gd name="adj1" fmla="val 33019"/>
              <a:gd name="adj2" fmla="val 195"/>
              <a:gd name="adj3" fmla="val 32618"/>
              <a:gd name="adj4" fmla="val -8217"/>
              <a:gd name="adj5" fmla="val -252653"/>
              <a:gd name="adj6" fmla="val -15072"/>
            </a:avLst>
          </a:prstGeom>
          <a:solidFill>
            <a:schemeClr val="accent5">
              <a:lumMod val="60000"/>
              <a:lumOff val="40000"/>
            </a:schemeClr>
          </a:solidFill>
          <a:ln w="12700">
            <a:solidFill>
              <a:schemeClr val="tx1"/>
            </a:solidFill>
            <a:miter lim="800000"/>
            <a:headEnd/>
            <a:tailEnd/>
          </a:ln>
        </p:spPr>
        <p:txBody>
          <a:bodyPr lIns="68580" tIns="34290" rIns="68580" bIns="34290"/>
          <a:lstStyle/>
          <a:p>
            <a:pPr algn="ctr" eaLnBrk="1" hangingPunct="1">
              <a:defRPr/>
            </a:pPr>
            <a:r>
              <a:rPr lang="en-US" altLang="zh-CN" sz="2000" i="1" dirty="0">
                <a:solidFill>
                  <a:prstClr val="black"/>
                </a:solidFill>
                <a:latin typeface="Times New Roman" pitchFamily="18" charset="0"/>
                <a:ea typeface="楷体" pitchFamily="49" charset="-122"/>
                <a:cs typeface="Times New Roman" pitchFamily="18" charset="0"/>
              </a:rPr>
              <a:t>A</a:t>
            </a:r>
            <a:r>
              <a:rPr lang="zh-CN" altLang="en-US" sz="2000" dirty="0">
                <a:solidFill>
                  <a:prstClr val="black"/>
                </a:solidFill>
                <a:latin typeface="Times New Roman" pitchFamily="18" charset="0"/>
                <a:ea typeface="楷体" pitchFamily="49" charset="-122"/>
                <a:cs typeface="Times New Roman" pitchFamily="18" charset="0"/>
              </a:rPr>
              <a:t>的继承属性，</a:t>
            </a:r>
            <a:r>
              <a:rPr lang="zh-CN" altLang="en-US" sz="2000" dirty="0">
                <a:solidFill>
                  <a:srgbClr val="0070C0"/>
                </a:solidFill>
                <a:latin typeface="Times New Roman" pitchFamily="18" charset="0"/>
                <a:ea typeface="楷体" pitchFamily="49" charset="-122"/>
                <a:cs typeface="Times New Roman" pitchFamily="18" charset="0"/>
              </a:rPr>
              <a:t>关联</a:t>
            </a:r>
            <a:r>
              <a:rPr lang="zh-CN" altLang="en-US" sz="2000" dirty="0">
                <a:solidFill>
                  <a:prstClr val="black"/>
                </a:solidFill>
                <a:latin typeface="Times New Roman" pitchFamily="18" charset="0"/>
                <a:ea typeface="楷体" pitchFamily="49" charset="-122"/>
                <a:cs typeface="Times New Roman" pitchFamily="18" charset="0"/>
              </a:rPr>
              <a:t>复制属性值的</a:t>
            </a:r>
            <a:r>
              <a:rPr lang="zh-CN" altLang="en-US" sz="2000" dirty="0">
                <a:solidFill>
                  <a:srgbClr val="0070C0"/>
                </a:solidFill>
                <a:latin typeface="Times New Roman" pitchFamily="18" charset="0"/>
                <a:ea typeface="楷体" pitchFamily="49" charset="-122"/>
                <a:cs typeface="Times New Roman" pitchFamily="18" charset="0"/>
              </a:rPr>
              <a:t>语义动作</a:t>
            </a:r>
          </a:p>
        </p:txBody>
      </p:sp>
      <p:sp>
        <p:nvSpPr>
          <p:cNvPr id="17" name="AutoShape 14">
            <a:extLst>
              <a:ext uri="{FF2B5EF4-FFF2-40B4-BE49-F238E27FC236}">
                <a16:creationId xmlns:a16="http://schemas.microsoft.com/office/drawing/2014/main" id="{9DBDBFDE-444A-4CDC-94C8-1C629DA49335}"/>
              </a:ext>
            </a:extLst>
          </p:cNvPr>
          <p:cNvSpPr>
            <a:spLocks/>
          </p:cNvSpPr>
          <p:nvPr/>
        </p:nvSpPr>
        <p:spPr bwMode="auto">
          <a:xfrm>
            <a:off x="2779391" y="4380434"/>
            <a:ext cx="4456905" cy="602718"/>
          </a:xfrm>
          <a:prstGeom prst="borderCallout2">
            <a:avLst>
              <a:gd name="adj1" fmla="val 22591"/>
              <a:gd name="adj2" fmla="val 108"/>
              <a:gd name="adj3" fmla="val 20555"/>
              <a:gd name="adj4" fmla="val -14279"/>
              <a:gd name="adj5" fmla="val -207170"/>
              <a:gd name="adj6" fmla="val -27573"/>
            </a:avLst>
          </a:prstGeom>
          <a:solidFill>
            <a:schemeClr val="accent5">
              <a:lumMod val="60000"/>
              <a:lumOff val="40000"/>
            </a:schemeClr>
          </a:solidFill>
          <a:ln w="12700">
            <a:solidFill>
              <a:schemeClr val="tx1"/>
            </a:solidFill>
            <a:miter lim="800000"/>
            <a:headEnd/>
            <a:tailEnd/>
          </a:ln>
        </p:spPr>
        <p:txBody>
          <a:bodyPr lIns="68580" tIns="34290" rIns="68580" bIns="34290"/>
          <a:lstStyle/>
          <a:p>
            <a:pPr eaLnBrk="1" hangingPunct="1">
              <a:defRPr/>
            </a:pPr>
            <a:r>
              <a:rPr lang="zh-CN" altLang="en-US" sz="2000" dirty="0">
                <a:solidFill>
                  <a:prstClr val="black"/>
                </a:solidFill>
                <a:latin typeface="Times New Roman" pitchFamily="18" charset="0"/>
                <a:ea typeface="楷体" pitchFamily="49" charset="-122"/>
                <a:cs typeface="Times New Roman" pitchFamily="18" charset="0"/>
              </a:rPr>
              <a:t>指向将被执行的</a:t>
            </a:r>
            <a:r>
              <a:rPr lang="zh-CN" altLang="en-US" sz="2000" dirty="0">
                <a:solidFill>
                  <a:srgbClr val="0070C0"/>
                </a:solidFill>
                <a:latin typeface="Times New Roman" pitchFamily="18" charset="0"/>
                <a:ea typeface="楷体" pitchFamily="49" charset="-122"/>
                <a:cs typeface="Times New Roman" pitchFamily="18" charset="0"/>
              </a:rPr>
              <a:t>语义动作代码</a:t>
            </a:r>
            <a:r>
              <a:rPr lang="zh-CN" altLang="en-US" sz="2000" dirty="0">
                <a:solidFill>
                  <a:prstClr val="black"/>
                </a:solidFill>
                <a:latin typeface="Times New Roman" pitchFamily="18" charset="0"/>
                <a:ea typeface="楷体" pitchFamily="49" charset="-122"/>
                <a:cs typeface="Times New Roman" pitchFamily="18" charset="0"/>
              </a:rPr>
              <a:t>的指针，</a:t>
            </a:r>
            <a:endParaRPr lang="en-US" altLang="zh-CN" sz="2000" dirty="0">
              <a:solidFill>
                <a:prstClr val="black"/>
              </a:solidFill>
              <a:latin typeface="Times New Roman" pitchFamily="18" charset="0"/>
              <a:ea typeface="楷体" pitchFamily="49" charset="-122"/>
              <a:cs typeface="Times New Roman" pitchFamily="18" charset="0"/>
            </a:endParaRPr>
          </a:p>
          <a:p>
            <a:pPr eaLnBrk="1" hangingPunct="1">
              <a:defRPr/>
            </a:pPr>
            <a:r>
              <a:rPr lang="zh-CN" altLang="en-US" sz="2000" dirty="0">
                <a:solidFill>
                  <a:prstClr val="black"/>
                </a:solidFill>
                <a:latin typeface="Times New Roman" pitchFamily="18" charset="0"/>
                <a:ea typeface="楷体" pitchFamily="49" charset="-122"/>
                <a:cs typeface="Times New Roman" pitchFamily="18" charset="0"/>
              </a:rPr>
              <a:t>以及</a:t>
            </a:r>
            <a:r>
              <a:rPr lang="zh-CN" altLang="en-US" sz="2000" dirty="0">
                <a:solidFill>
                  <a:srgbClr val="0070C0"/>
                </a:solidFill>
                <a:latin typeface="Times New Roman" pitchFamily="18" charset="0"/>
                <a:ea typeface="楷体" pitchFamily="49" charset="-122"/>
                <a:cs typeface="Times New Roman" pitchFamily="18" charset="0"/>
              </a:rPr>
              <a:t>临时存放</a:t>
            </a:r>
            <a:r>
              <a:rPr lang="zh-CN" altLang="en-US" sz="2000" dirty="0">
                <a:solidFill>
                  <a:prstClr val="black"/>
                </a:solidFill>
                <a:latin typeface="Times New Roman" pitchFamily="18" charset="0"/>
                <a:ea typeface="楷体" pitchFamily="49" charset="-122"/>
                <a:cs typeface="Times New Roman" pitchFamily="18" charset="0"/>
              </a:rPr>
              <a:t>计算需要的</a:t>
            </a:r>
            <a:r>
              <a:rPr lang="zh-CN" altLang="en-US" sz="2000" dirty="0">
                <a:solidFill>
                  <a:srgbClr val="0070C0"/>
                </a:solidFill>
                <a:latin typeface="Times New Roman" pitchFamily="18" charset="0"/>
                <a:ea typeface="楷体" pitchFamily="49" charset="-122"/>
                <a:cs typeface="Times New Roman" pitchFamily="18" charset="0"/>
              </a:rPr>
              <a:t>其它属性值</a:t>
            </a:r>
          </a:p>
        </p:txBody>
      </p:sp>
      <p:sp>
        <p:nvSpPr>
          <p:cNvPr id="2" name="矩形 1">
            <a:extLst>
              <a:ext uri="{FF2B5EF4-FFF2-40B4-BE49-F238E27FC236}">
                <a16:creationId xmlns:a16="http://schemas.microsoft.com/office/drawing/2014/main" id="{0A2A75BD-F160-425A-9F26-266D141D9CCC}"/>
              </a:ext>
            </a:extLst>
          </p:cNvPr>
          <p:cNvSpPr/>
          <p:nvPr/>
        </p:nvSpPr>
        <p:spPr>
          <a:xfrm>
            <a:off x="4787577" y="960236"/>
            <a:ext cx="4104899" cy="22806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spcBef>
                <a:spcPts val="600"/>
              </a:spcBef>
              <a:buFont typeface="Wingdings" panose="05000000000000000000" pitchFamily="2" charset="2"/>
              <a:buChar char="Ø"/>
            </a:pPr>
            <a:r>
              <a:rPr lang="en-US" altLang="zh-CN" sz="2000" dirty="0">
                <a:solidFill>
                  <a:schemeClr val="tx1"/>
                </a:solidFill>
              </a:rPr>
              <a:t>A</a:t>
            </a:r>
            <a:r>
              <a:rPr lang="zh-CN" altLang="en-US" sz="2000" dirty="0">
                <a:solidFill>
                  <a:schemeClr val="tx1"/>
                </a:solidFill>
              </a:rPr>
              <a:t>的</a:t>
            </a:r>
            <a:r>
              <a:rPr lang="zh-CN" altLang="en-US" sz="2000" dirty="0">
                <a:solidFill>
                  <a:srgbClr val="0070C0"/>
                </a:solidFill>
              </a:rPr>
              <a:t>继承属性</a:t>
            </a:r>
            <a:r>
              <a:rPr lang="zh-CN" altLang="en-US" sz="2000" dirty="0">
                <a:solidFill>
                  <a:schemeClr val="tx1"/>
                </a:solidFill>
              </a:rPr>
              <a:t>与符号</a:t>
            </a:r>
            <a:r>
              <a:rPr lang="en-US" altLang="zh-CN" sz="2000" dirty="0">
                <a:solidFill>
                  <a:srgbClr val="0070C0"/>
                </a:solidFill>
              </a:rPr>
              <a:t>A</a:t>
            </a:r>
            <a:r>
              <a:rPr lang="zh-CN" altLang="en-US" sz="2000" dirty="0">
                <a:solidFill>
                  <a:srgbClr val="0070C0"/>
                </a:solidFill>
              </a:rPr>
              <a:t>存放在一处</a:t>
            </a:r>
            <a:endParaRPr lang="en-US" altLang="zh-CN" sz="2000" dirty="0">
              <a:solidFill>
                <a:srgbClr val="0070C0"/>
              </a:solidFill>
            </a:endParaRPr>
          </a:p>
          <a:p>
            <a:pPr marL="285750" indent="-285750" algn="just">
              <a:spcBef>
                <a:spcPts val="600"/>
              </a:spcBef>
              <a:buFont typeface="Wingdings" panose="05000000000000000000" pitchFamily="2" charset="2"/>
              <a:buChar char="Ø"/>
            </a:pPr>
            <a:r>
              <a:rPr lang="en-US" altLang="zh-CN" sz="2000" dirty="0">
                <a:solidFill>
                  <a:schemeClr val="tx1"/>
                </a:solidFill>
              </a:rPr>
              <a:t>A</a:t>
            </a:r>
            <a:r>
              <a:rPr lang="zh-CN" altLang="en-US" sz="2000" dirty="0">
                <a:solidFill>
                  <a:schemeClr val="tx1"/>
                </a:solidFill>
              </a:rPr>
              <a:t>的</a:t>
            </a:r>
            <a:r>
              <a:rPr lang="zh-CN" altLang="en-US" sz="2000" dirty="0">
                <a:solidFill>
                  <a:srgbClr val="0070C0"/>
                </a:solidFill>
              </a:rPr>
              <a:t>综合属性</a:t>
            </a:r>
            <a:r>
              <a:rPr lang="zh-CN" altLang="en-US" sz="2000" dirty="0">
                <a:solidFill>
                  <a:schemeClr val="tx1"/>
                </a:solidFill>
              </a:rPr>
              <a:t>紧挨着符号</a:t>
            </a:r>
            <a:r>
              <a:rPr lang="en-US" altLang="zh-CN" sz="2000" dirty="0">
                <a:solidFill>
                  <a:srgbClr val="0070C0"/>
                </a:solidFill>
              </a:rPr>
              <a:t>A</a:t>
            </a:r>
            <a:r>
              <a:rPr lang="zh-CN" altLang="en-US" sz="2000" dirty="0">
                <a:solidFill>
                  <a:srgbClr val="0070C0"/>
                </a:solidFill>
              </a:rPr>
              <a:t>记录之下</a:t>
            </a:r>
            <a:endParaRPr lang="en-US" altLang="zh-CN" sz="2000" dirty="0">
              <a:solidFill>
                <a:srgbClr val="0070C0"/>
              </a:solidFill>
            </a:endParaRPr>
          </a:p>
          <a:p>
            <a:pPr marL="285750" indent="-285750" algn="just">
              <a:spcBef>
                <a:spcPts val="600"/>
              </a:spcBef>
              <a:buFont typeface="Wingdings" panose="05000000000000000000" pitchFamily="2" charset="2"/>
              <a:buChar char="Ø"/>
            </a:pPr>
            <a:r>
              <a:rPr lang="zh-CN" altLang="en-US" sz="2000" dirty="0">
                <a:solidFill>
                  <a:srgbClr val="0070C0"/>
                </a:solidFill>
              </a:rPr>
              <a:t>语义动作</a:t>
            </a:r>
            <a:r>
              <a:rPr lang="zh-CN" altLang="en-US" sz="2000" dirty="0">
                <a:solidFill>
                  <a:schemeClr val="tx1"/>
                </a:solidFill>
              </a:rPr>
              <a:t>当作</a:t>
            </a:r>
            <a:r>
              <a:rPr lang="zh-CN" altLang="en-US" sz="2000" dirty="0">
                <a:solidFill>
                  <a:srgbClr val="0070C0"/>
                </a:solidFill>
              </a:rPr>
              <a:t>动作符号</a:t>
            </a:r>
            <a:r>
              <a:rPr lang="zh-CN" altLang="en-US" sz="2000" dirty="0">
                <a:solidFill>
                  <a:schemeClr val="tx1"/>
                </a:solidFill>
              </a:rPr>
              <a:t>存放指向语义动作代码的指针，随所在的产生式体一同</a:t>
            </a:r>
            <a:r>
              <a:rPr lang="zh-CN" altLang="en-US" sz="2000" dirty="0">
                <a:solidFill>
                  <a:srgbClr val="0070C0"/>
                </a:solidFill>
              </a:rPr>
              <a:t>入栈</a:t>
            </a:r>
            <a:r>
              <a:rPr lang="zh-CN" altLang="en-US" sz="2000" dirty="0">
                <a:solidFill>
                  <a:schemeClr val="tx1"/>
                </a:solidFill>
              </a:rPr>
              <a:t>，</a:t>
            </a:r>
            <a:r>
              <a:rPr lang="zh-CN" altLang="en-US" sz="2000" dirty="0">
                <a:solidFill>
                  <a:srgbClr val="0070C0"/>
                </a:solidFill>
              </a:rPr>
              <a:t>出现在栈顶时就执行语义动作，并出栈</a:t>
            </a:r>
            <a:r>
              <a:rPr lang="zh-CN" altLang="en-US" sz="2000" dirty="0">
                <a:solidFill>
                  <a:schemeClr val="tx1"/>
                </a:solidFill>
              </a:rPr>
              <a:t>。</a:t>
            </a:r>
          </a:p>
        </p:txBody>
      </p:sp>
      <p:sp>
        <p:nvSpPr>
          <p:cNvPr id="21" name="AutoShape 16">
            <a:extLst>
              <a:ext uri="{FF2B5EF4-FFF2-40B4-BE49-F238E27FC236}">
                <a16:creationId xmlns:a16="http://schemas.microsoft.com/office/drawing/2014/main" id="{41878409-4CFC-40B0-8A73-CE1B8166D265}"/>
              </a:ext>
            </a:extLst>
          </p:cNvPr>
          <p:cNvSpPr>
            <a:spLocks/>
          </p:cNvSpPr>
          <p:nvPr/>
        </p:nvSpPr>
        <p:spPr bwMode="auto">
          <a:xfrm>
            <a:off x="342705" y="1675605"/>
            <a:ext cx="1340528" cy="325437"/>
          </a:xfrm>
          <a:prstGeom prst="borderCallout2">
            <a:avLst>
              <a:gd name="adj1" fmla="val 96619"/>
              <a:gd name="adj2" fmla="val 50278"/>
              <a:gd name="adj3" fmla="val 142430"/>
              <a:gd name="adj4" fmla="val 70428"/>
              <a:gd name="adj5" fmla="val 262049"/>
              <a:gd name="adj6" fmla="val 89270"/>
            </a:avLst>
          </a:prstGeom>
          <a:solidFill>
            <a:schemeClr val="accent5">
              <a:lumMod val="60000"/>
              <a:lumOff val="40000"/>
            </a:schemeClr>
          </a:solidFill>
          <a:ln w="12700">
            <a:solidFill>
              <a:schemeClr val="tx1"/>
            </a:solidFill>
            <a:miter lim="800000"/>
            <a:headEnd/>
            <a:tailEnd/>
          </a:ln>
        </p:spPr>
        <p:txBody>
          <a:bodyPr lIns="68580" tIns="34290" rIns="68580" bIns="34290"/>
          <a:lstStyle/>
          <a:p>
            <a:pPr algn="ctr" eaLnBrk="1" hangingPunct="1">
              <a:defRPr/>
            </a:pPr>
            <a:r>
              <a:rPr lang="zh-CN" altLang="en-US" sz="2000" dirty="0">
                <a:solidFill>
                  <a:prstClr val="black"/>
                </a:solidFill>
                <a:latin typeface="Times New Roman" pitchFamily="18" charset="0"/>
                <a:ea typeface="楷体" pitchFamily="49" charset="-122"/>
                <a:cs typeface="Times New Roman" pitchFamily="18" charset="0"/>
              </a:rPr>
              <a:t>动作记录</a:t>
            </a:r>
          </a:p>
        </p:txBody>
      </p:sp>
      <p:sp>
        <p:nvSpPr>
          <p:cNvPr id="26" name="AutoShape 16">
            <a:extLst>
              <a:ext uri="{FF2B5EF4-FFF2-40B4-BE49-F238E27FC236}">
                <a16:creationId xmlns:a16="http://schemas.microsoft.com/office/drawing/2014/main" id="{1328CC4E-CAE3-4F9C-8BAE-CC7281CADF34}"/>
              </a:ext>
            </a:extLst>
          </p:cNvPr>
          <p:cNvSpPr>
            <a:spLocks/>
          </p:cNvSpPr>
          <p:nvPr/>
        </p:nvSpPr>
        <p:spPr bwMode="auto">
          <a:xfrm>
            <a:off x="2915444" y="1691176"/>
            <a:ext cx="1340528" cy="325437"/>
          </a:xfrm>
          <a:prstGeom prst="borderCallout2">
            <a:avLst>
              <a:gd name="adj1" fmla="val 99674"/>
              <a:gd name="adj2" fmla="val 51176"/>
              <a:gd name="adj3" fmla="val 145483"/>
              <a:gd name="adj4" fmla="val 40682"/>
              <a:gd name="adj5" fmla="val 246777"/>
              <a:gd name="adj6" fmla="val 16984"/>
            </a:avLst>
          </a:prstGeom>
          <a:solidFill>
            <a:schemeClr val="accent5">
              <a:lumMod val="60000"/>
              <a:lumOff val="40000"/>
            </a:schemeClr>
          </a:solidFill>
          <a:ln w="12700">
            <a:solidFill>
              <a:schemeClr val="tx1"/>
            </a:solidFill>
            <a:miter lim="800000"/>
            <a:headEnd/>
            <a:tailEnd/>
          </a:ln>
        </p:spPr>
        <p:txBody>
          <a:bodyPr lIns="68580" tIns="34290" rIns="68580" bIns="34290"/>
          <a:lstStyle/>
          <a:p>
            <a:pPr algn="ctr" eaLnBrk="1" hangingPunct="1">
              <a:defRPr/>
            </a:pPr>
            <a:r>
              <a:rPr lang="zh-CN" altLang="en-US" sz="2000" dirty="0">
                <a:solidFill>
                  <a:prstClr val="black"/>
                </a:solidFill>
                <a:latin typeface="Times New Roman" pitchFamily="18" charset="0"/>
                <a:ea typeface="楷体" pitchFamily="49" charset="-122"/>
                <a:cs typeface="Times New Roman" pitchFamily="18" charset="0"/>
              </a:rPr>
              <a:t>综合记录</a:t>
            </a:r>
          </a:p>
        </p:txBody>
      </p:sp>
      <p:sp>
        <p:nvSpPr>
          <p:cNvPr id="29" name="AutoShape 16">
            <a:extLst>
              <a:ext uri="{FF2B5EF4-FFF2-40B4-BE49-F238E27FC236}">
                <a16:creationId xmlns:a16="http://schemas.microsoft.com/office/drawing/2014/main" id="{2595C402-861C-44C0-BC2A-4B3FA777A149}"/>
              </a:ext>
            </a:extLst>
          </p:cNvPr>
          <p:cNvSpPr>
            <a:spLocks/>
          </p:cNvSpPr>
          <p:nvPr/>
        </p:nvSpPr>
        <p:spPr bwMode="auto">
          <a:xfrm>
            <a:off x="1880071" y="1683814"/>
            <a:ext cx="873126" cy="325437"/>
          </a:xfrm>
          <a:prstGeom prst="borderCallout2">
            <a:avLst>
              <a:gd name="adj1" fmla="val 96620"/>
              <a:gd name="adj2" fmla="val 51573"/>
              <a:gd name="adj3" fmla="val 163807"/>
              <a:gd name="adj4" fmla="val 49789"/>
              <a:gd name="adj5" fmla="val 243724"/>
              <a:gd name="adj6" fmla="val 48020"/>
            </a:avLst>
          </a:prstGeom>
          <a:solidFill>
            <a:schemeClr val="accent5">
              <a:lumMod val="60000"/>
              <a:lumOff val="40000"/>
            </a:schemeClr>
          </a:solidFill>
          <a:ln w="12700">
            <a:solidFill>
              <a:schemeClr val="tx1"/>
            </a:solidFill>
            <a:miter lim="800000"/>
            <a:headEnd/>
            <a:tailEnd/>
          </a:ln>
        </p:spPr>
        <p:txBody>
          <a:bodyPr lIns="68580" tIns="34290" rIns="68580" bIns="34290"/>
          <a:lstStyle/>
          <a:p>
            <a:pPr algn="ctr" eaLnBrk="1" hangingPunct="1">
              <a:defRPr/>
            </a:pPr>
            <a:r>
              <a:rPr lang="zh-CN" altLang="en-US" sz="2000" dirty="0">
                <a:solidFill>
                  <a:prstClr val="black"/>
                </a:solidFill>
                <a:latin typeface="Times New Roman" pitchFamily="18" charset="0"/>
                <a:ea typeface="楷体" pitchFamily="49" charset="-122"/>
                <a:cs typeface="Times New Roman" pitchFamily="18" charset="0"/>
              </a:rPr>
              <a:t>符号</a:t>
            </a:r>
          </a:p>
        </p:txBody>
      </p:sp>
      <p:sp>
        <p:nvSpPr>
          <p:cNvPr id="33" name="Rectangle 10">
            <a:extLst>
              <a:ext uri="{FF2B5EF4-FFF2-40B4-BE49-F238E27FC236}">
                <a16:creationId xmlns:a16="http://schemas.microsoft.com/office/drawing/2014/main" id="{B616588F-CB05-42DB-B3C5-53A63B130A4B}"/>
              </a:ext>
            </a:extLst>
          </p:cNvPr>
          <p:cNvSpPr>
            <a:spLocks noChangeArrowheads="1"/>
          </p:cNvSpPr>
          <p:nvPr/>
        </p:nvSpPr>
        <p:spPr bwMode="auto">
          <a:xfrm>
            <a:off x="3544261" y="2923106"/>
            <a:ext cx="449444" cy="417070"/>
          </a:xfrm>
          <a:prstGeom prst="rect">
            <a:avLst/>
          </a:prstGeom>
          <a:solidFill>
            <a:schemeClr val="accent2">
              <a:lumMod val="40000"/>
              <a:lumOff val="60000"/>
            </a:schemeClr>
          </a:solidFill>
          <a:ln w="9525">
            <a:solidFill>
              <a:schemeClr val="tx1"/>
            </a:solidFill>
            <a:miter lim="800000"/>
            <a:headEnd/>
            <a:tailEnd/>
          </a:ln>
        </p:spPr>
        <p:txBody>
          <a:bodyPr wrap="none" lIns="0" tIns="34290" rIns="0" bIns="34290" anchor="ctr"/>
          <a:lstStyle/>
          <a:p>
            <a:pPr algn="ctr" eaLnBrk="1" hangingPunct="1">
              <a:defRPr/>
            </a:pPr>
            <a:r>
              <a:rPr lang="en-US" altLang="zh-CN" i="1" dirty="0">
                <a:solidFill>
                  <a:prstClr val="black"/>
                </a:solidFill>
                <a:latin typeface="Times New Roman" pitchFamily="18" charset="0"/>
                <a:ea typeface="楷体" pitchFamily="49" charset="-122"/>
                <a:cs typeface="Times New Roman" pitchFamily="18" charset="0"/>
              </a:rPr>
              <a:t>-</a:t>
            </a:r>
          </a:p>
        </p:txBody>
      </p:sp>
      <p:sp>
        <p:nvSpPr>
          <p:cNvPr id="34" name="Rectangle 10">
            <a:extLst>
              <a:ext uri="{FF2B5EF4-FFF2-40B4-BE49-F238E27FC236}">
                <a16:creationId xmlns:a16="http://schemas.microsoft.com/office/drawing/2014/main" id="{B90D8B04-E098-4CE3-9774-8BD421A5318D}"/>
              </a:ext>
            </a:extLst>
          </p:cNvPr>
          <p:cNvSpPr>
            <a:spLocks noChangeArrowheads="1"/>
          </p:cNvSpPr>
          <p:nvPr/>
        </p:nvSpPr>
        <p:spPr bwMode="auto">
          <a:xfrm>
            <a:off x="3541395" y="2503663"/>
            <a:ext cx="452310" cy="416712"/>
          </a:xfrm>
          <a:prstGeom prst="rect">
            <a:avLst/>
          </a:prstGeom>
          <a:solidFill>
            <a:schemeClr val="accent2">
              <a:lumMod val="40000"/>
              <a:lumOff val="60000"/>
            </a:schemeClr>
          </a:solidFill>
          <a:ln w="9525">
            <a:solidFill>
              <a:schemeClr val="tx1"/>
            </a:solidFill>
            <a:miter lim="800000"/>
            <a:headEnd/>
            <a:tailEnd/>
          </a:ln>
        </p:spPr>
        <p:txBody>
          <a:bodyPr wrap="none" lIns="0" tIns="34290" rIns="0" bIns="34290" anchor="ctr"/>
          <a:lstStyle/>
          <a:p>
            <a:pPr eaLnBrk="1" hangingPunct="1">
              <a:defRPr/>
            </a:pPr>
            <a:r>
              <a:rPr lang="en-US" altLang="zh-CN" i="1" dirty="0">
                <a:solidFill>
                  <a:prstClr val="black"/>
                </a:solidFill>
                <a:latin typeface="Times New Roman" pitchFamily="18" charset="0"/>
                <a:ea typeface="楷体" pitchFamily="49" charset="-122"/>
                <a:cs typeface="Times New Roman" pitchFamily="18" charset="0"/>
              </a:rPr>
              <a:t>   $  </a:t>
            </a:r>
          </a:p>
        </p:txBody>
      </p:sp>
      <p:sp>
        <p:nvSpPr>
          <p:cNvPr id="5" name="灯片编号占位符 4">
            <a:extLst>
              <a:ext uri="{FF2B5EF4-FFF2-40B4-BE49-F238E27FC236}">
                <a16:creationId xmlns:a16="http://schemas.microsoft.com/office/drawing/2014/main" id="{B5E2091F-088C-4FEE-A268-44CCDCC72062}"/>
              </a:ext>
            </a:extLst>
          </p:cNvPr>
          <p:cNvSpPr>
            <a:spLocks noGrp="1"/>
          </p:cNvSpPr>
          <p:nvPr>
            <p:ph type="sldNum" sz="quarter" idx="10"/>
          </p:nvPr>
        </p:nvSpPr>
        <p:spPr/>
        <p:txBody>
          <a:bodyPr/>
          <a:lstStyle/>
          <a:p>
            <a:pPr>
              <a:defRPr/>
            </a:pPr>
            <a:fld id="{8E104948-B687-4A74-87EB-9097C047E113}" type="slidenum">
              <a:rPr lang="zh-CN" altLang="en-US" smtClean="0"/>
              <a:pPr>
                <a:defRPr/>
              </a:pPr>
              <a:t>56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down)">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down)">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animEffect transition="in" filter="wipe(down)">
                                      <p:cBhvr>
                                        <p:cTn id="22" dur="500"/>
                                        <p:tgtEl>
                                          <p:spTgt spid="2">
                                            <p:txEl>
                                              <p:pRg st="0" end="0"/>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wipe(down)">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wipe(down)">
                                      <p:cBhvr>
                                        <p:cTn id="30" dur="500"/>
                                        <p:tgtEl>
                                          <p:spTgt spid="2">
                                            <p:txEl>
                                              <p:pRg st="1" end="1"/>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wipe(down)">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
                                            <p:txEl>
                                              <p:pRg st="2" end="2"/>
                                            </p:txEl>
                                          </p:spTgt>
                                        </p:tgtEl>
                                        <p:attrNameLst>
                                          <p:attrName>style.visibility</p:attrName>
                                        </p:attrNameLst>
                                      </p:cBhvr>
                                      <p:to>
                                        <p:strVal val="visible"/>
                                      </p:to>
                                    </p:set>
                                    <p:animEffect transition="in" filter="wipe(down)">
                                      <p:cBhvr>
                                        <p:cTn id="38" dur="500"/>
                                        <p:tgtEl>
                                          <p:spTgt spid="2">
                                            <p:txEl>
                                              <p:pRg st="2" end="2"/>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down)">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7" grpId="0" animBg="1"/>
      <p:bldP spid="17" grpId="0" animBg="1"/>
      <p:bldP spid="2" grpId="0" uiExpand="1" build="p"/>
      <p:bldP spid="21" grpId="0" animBg="1"/>
      <p:bldP spid="26" grpId="0" animBg="1"/>
      <p:bldP spid="2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矩形 7">
            <a:extLst>
              <a:ext uri="{FF2B5EF4-FFF2-40B4-BE49-F238E27FC236}">
                <a16:creationId xmlns:a16="http://schemas.microsoft.com/office/drawing/2014/main" id="{9CEAA1FD-A68A-4C27-A181-D896E6B9053C}"/>
              </a:ext>
            </a:extLst>
          </p:cNvPr>
          <p:cNvSpPr>
            <a:spLocks noChangeArrowheads="1"/>
          </p:cNvSpPr>
          <p:nvPr/>
        </p:nvSpPr>
        <p:spPr bwMode="auto">
          <a:xfrm>
            <a:off x="1500188" y="2786063"/>
            <a:ext cx="6161087" cy="2144712"/>
          </a:xfrm>
          <a:prstGeom prst="rect">
            <a:avLst/>
          </a:prstGeom>
          <a:solidFill>
            <a:schemeClr val="accent5">
              <a:lumMod val="60000"/>
              <a:lumOff val="40000"/>
            </a:schemeClr>
          </a:solidFill>
          <a:ln w="12700" algn="ctr">
            <a:solidFill>
              <a:schemeClr val="tx1"/>
            </a:solidFill>
            <a:round/>
            <a:headEnd/>
            <a:tailEnd/>
          </a:ln>
        </p:spPr>
        <p:txBody>
          <a:bodyPr lIns="68580" tIns="34290" rIns="68580" bIns="34290"/>
          <a:lstStyle/>
          <a:p>
            <a:pPr eaLnBrk="1" hangingPunct="1">
              <a:defRPr/>
            </a:pPr>
            <a:endParaRPr lang="zh-CN" altLang="en-US">
              <a:solidFill>
                <a:prstClr val="black"/>
              </a:solidFill>
            </a:endParaRPr>
          </a:p>
        </p:txBody>
      </p:sp>
      <p:sp>
        <p:nvSpPr>
          <p:cNvPr id="137218" name="Rectangle 3">
            <a:extLst>
              <a:ext uri="{FF2B5EF4-FFF2-40B4-BE49-F238E27FC236}">
                <a16:creationId xmlns:a16="http://schemas.microsoft.com/office/drawing/2014/main" id="{DC4A41CC-C304-43B4-9626-D6D4E1086F75}"/>
              </a:ext>
            </a:extLst>
          </p:cNvPr>
          <p:cNvSpPr txBox="1">
            <a:spLocks noChangeArrowheads="1"/>
          </p:cNvSpPr>
          <p:nvPr/>
        </p:nvSpPr>
        <p:spPr bwMode="auto">
          <a:xfrm>
            <a:off x="1285875" y="785813"/>
            <a:ext cx="6643688" cy="1500187"/>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lstStyle/>
          <a:p>
            <a:pPr eaLnBrk="1" hangingPunct="1">
              <a:spcBef>
                <a:spcPct val="20000"/>
              </a:spcBef>
              <a:buClr>
                <a:srgbClr val="3333CC"/>
              </a:buClr>
              <a:buSzPct val="60000"/>
              <a:defRPr/>
            </a:pPr>
            <a:r>
              <a:rPr lang="en-US" altLang="zh-CN" sz="2000" dirty="0">
                <a:solidFill>
                  <a:srgbClr val="000000"/>
                </a:solidFill>
                <a:latin typeface="Times New Roman" panose="02020603050405020304" pitchFamily="18" charset="0"/>
                <a:cs typeface="Times New Roman" panose="02020603050405020304" pitchFamily="18" charset="0"/>
              </a:rPr>
              <a:t>1)</a:t>
            </a: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i="1" dirty="0">
                <a:solidFill>
                  <a:srgbClr val="000000"/>
                </a:solidFill>
                <a:latin typeface="Times New Roman" panose="02020603050405020304" pitchFamily="18" charset="0"/>
                <a:cs typeface="Times New Roman" panose="02020603050405020304" pitchFamily="18" charset="0"/>
              </a:rPr>
              <a:t>T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solidFill>
                  <a:prstClr val="black"/>
                </a:solidFill>
                <a:latin typeface="Times New Roman" panose="02020603050405020304" pitchFamily="18" charset="0"/>
                <a:ea typeface="楷体" panose="02010609060101010101" pitchFamily="49" charset="-122"/>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defRPr/>
            </a:pPr>
            <a:r>
              <a:rPr lang="en-US" altLang="zh-CN" sz="2000" dirty="0">
                <a:solidFill>
                  <a:srgbClr val="000000"/>
                </a:solidFill>
                <a:latin typeface="Times New Roman" panose="02020603050405020304" pitchFamily="18" charset="0"/>
                <a:cs typeface="Times New Roman" panose="02020603050405020304" pitchFamily="18" charset="0"/>
              </a:rPr>
              <a:t>2) </a:t>
            </a:r>
            <a:r>
              <a:rPr lang="en-US" altLang="zh-CN"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prstClr val="black"/>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zh-CN" altLang="en-US" sz="2000" baseline="-25000" dirty="0">
                <a:solidFill>
                  <a:srgbClr val="0000FF"/>
                </a:solidFill>
                <a:latin typeface="Times New Roman" panose="02020603050405020304" pitchFamily="18" charset="0"/>
                <a:cs typeface="Times New Roman" panose="02020603050405020304" pitchFamily="18" charset="0"/>
              </a:rPr>
              <a:t>1</a:t>
            </a:r>
            <a:r>
              <a:rPr lang="en-US" altLang="zh-CN" sz="2000" i="1" dirty="0">
                <a:solidFill>
                  <a:srgbClr val="0000FF"/>
                </a:solidFill>
                <a:latin typeface="Times New Roman" panose="02020603050405020304" pitchFamily="18" charset="0"/>
                <a:ea typeface="楷体" panose="02010609060101010101" pitchFamily="49" charset="-122"/>
              </a:rPr>
              <a:t>′</a:t>
            </a:r>
            <a:r>
              <a:rPr lang="zh-CN" altLang="en-US" sz="2000" i="1" dirty="0">
                <a:solidFill>
                  <a:srgbClr val="0000FF"/>
                </a:solidFill>
                <a:latin typeface="Times New Roman" panose="02020603050405020304" pitchFamily="18" charset="0"/>
                <a:cs typeface="Times New Roman" panose="02020603050405020304" pitchFamily="18" charset="0"/>
              </a:rPr>
              <a:t>.inh </a:t>
            </a:r>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zh-CN" altLang="en-US" sz="2000" i="1" dirty="0">
                <a:solidFill>
                  <a:srgbClr val="0000FF"/>
                </a:solidFill>
                <a:latin typeface="Times New Roman" panose="02020603050405020304" pitchFamily="18" charset="0"/>
                <a:cs typeface="Times New Roman" panose="02020603050405020304" pitchFamily="18" charset="0"/>
              </a:rPr>
              <a:t>.inh</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prstClr val="black"/>
                </a:solidFill>
                <a:latin typeface="Times New Roman" panose="02020603050405020304" pitchFamily="18" charset="0"/>
                <a:ea typeface="楷体" panose="02010609060101010101" pitchFamily="49" charset="-122"/>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en-US" altLang="zh-CN" sz="2000" i="1" dirty="0">
                <a:solidFill>
                  <a:srgbClr val="0000FF"/>
                </a:solidFill>
                <a:latin typeface="Times New Roman" panose="02020603050405020304" pitchFamily="18" charset="0"/>
                <a:cs typeface="Times New Roman" panose="02020603050405020304" pitchFamily="18" charset="0"/>
              </a:rPr>
              <a:t>.</a:t>
            </a:r>
            <a:r>
              <a:rPr lang="en-US" altLang="zh-CN" sz="2000" i="1" dirty="0" err="1">
                <a:solidFill>
                  <a:srgbClr val="0000FF"/>
                </a:solidFill>
                <a:latin typeface="Times New Roman" panose="02020603050405020304" pitchFamily="18" charset="0"/>
                <a:cs typeface="Times New Roman" panose="02020603050405020304" pitchFamily="18" charset="0"/>
              </a:rPr>
              <a:t>syn</a:t>
            </a:r>
            <a:r>
              <a:rPr lang="en-US" altLang="zh-CN" sz="2000" i="1"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rPr>
              <a:t>=</a:t>
            </a:r>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zh-CN" altLang="en-US" sz="2000" baseline="-25000" dirty="0">
                <a:solidFill>
                  <a:srgbClr val="0000FF"/>
                </a:solidFill>
                <a:latin typeface="Times New Roman" panose="02020603050405020304" pitchFamily="18" charset="0"/>
                <a:cs typeface="Times New Roman" panose="02020603050405020304" pitchFamily="18" charset="0"/>
              </a:rPr>
              <a:t>1</a:t>
            </a:r>
            <a:r>
              <a:rPr lang="en-US" altLang="zh-CN" sz="2000" i="1" dirty="0">
                <a:solidFill>
                  <a:srgbClr val="0000FF"/>
                </a:solidFill>
                <a:latin typeface="Times New Roman" panose="02020603050405020304" pitchFamily="18" charset="0"/>
                <a:ea typeface="楷体" panose="02010609060101010101" pitchFamily="49" charset="-122"/>
              </a:rPr>
              <a:t>′</a:t>
            </a:r>
            <a:r>
              <a:rPr lang="en-US" altLang="zh-CN" sz="2000" i="1" dirty="0">
                <a:solidFill>
                  <a:srgbClr val="0000FF"/>
                </a:solidFill>
                <a:latin typeface="Times New Roman" panose="02020603050405020304" pitchFamily="18" charset="0"/>
                <a:cs typeface="Times New Roman" panose="02020603050405020304" pitchFamily="18" charset="0"/>
              </a:rPr>
              <a:t>.</a:t>
            </a:r>
            <a:r>
              <a:rPr lang="en-US" altLang="zh-CN" sz="2000" i="1" dirty="0" err="1">
                <a:solidFill>
                  <a:srgbClr val="0000FF"/>
                </a:solidFill>
                <a:latin typeface="Times New Roman" panose="02020603050405020304" pitchFamily="18" charset="0"/>
                <a:cs typeface="Times New Roman" panose="02020603050405020304" pitchFamily="18" charset="0"/>
              </a:rPr>
              <a:t>syn</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solidFill>
                  <a:srgbClr val="000000"/>
                </a:solidFill>
                <a:latin typeface="Times New Roman" panose="02020603050405020304" pitchFamily="18" charset="0"/>
                <a:cs typeface="Times New Roman" panose="02020603050405020304" pitchFamily="18" charset="0"/>
              </a:rPr>
              <a:t>3)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prstClr val="black"/>
                </a:solidFill>
                <a:latin typeface="Times New Roman" panose="02020603050405020304" pitchFamily="18" charset="0"/>
                <a:ea typeface="楷体" panose="02010609060101010101" pitchFamily="49" charset="-122"/>
              </a:rPr>
              <a:t>′</a:t>
            </a:r>
            <a:r>
              <a:rPr lang="zh-CN" altLang="en-US" sz="2000" i="1"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en-US" altLang="zh-CN" sz="2000" i="1" dirty="0">
                <a:solidFill>
                  <a:srgbClr val="0000FF"/>
                </a:solidFill>
                <a:latin typeface="Times New Roman" panose="02020603050405020304" pitchFamily="18" charset="0"/>
                <a:cs typeface="Times New Roman" panose="02020603050405020304" pitchFamily="18" charset="0"/>
              </a:rPr>
              <a:t>.</a:t>
            </a:r>
            <a:r>
              <a:rPr lang="en-US" altLang="zh-CN" sz="2000" i="1" dirty="0" err="1">
                <a:solidFill>
                  <a:srgbClr val="0000FF"/>
                </a:solidFill>
                <a:latin typeface="Times New Roman" panose="02020603050405020304" pitchFamily="18" charset="0"/>
                <a:cs typeface="Times New Roman" panose="02020603050405020304" pitchFamily="18" charset="0"/>
              </a:rPr>
              <a:t>syn</a:t>
            </a:r>
            <a:r>
              <a:rPr lang="en-US" altLang="zh-CN" sz="2000" i="1"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rPr>
              <a:t>=</a:t>
            </a:r>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en-US" altLang="zh-CN" sz="2000" i="1" dirty="0">
                <a:solidFill>
                  <a:srgbClr val="0000FF"/>
                </a:solidFill>
                <a:latin typeface="Times New Roman" panose="02020603050405020304" pitchFamily="18" charset="0"/>
                <a:cs typeface="Times New Roman" panose="02020603050405020304" pitchFamily="18" charset="0"/>
              </a:rPr>
              <a:t>.</a:t>
            </a:r>
            <a:r>
              <a:rPr lang="en-US" altLang="zh-CN" sz="2000" i="1" dirty="0" err="1">
                <a:solidFill>
                  <a:srgbClr val="0000FF"/>
                </a:solidFill>
                <a:latin typeface="Times New Roman" panose="02020603050405020304" pitchFamily="18" charset="0"/>
                <a:cs typeface="Times New Roman" panose="02020603050405020304" pitchFamily="18" charset="0"/>
              </a:rPr>
              <a:t>inh</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rgbClr val="0000FF"/>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solidFill>
                  <a:srgbClr val="0000FF"/>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solidFill>
                  <a:srgbClr val="0000FF"/>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FF"/>
              </a:solidFill>
              <a:latin typeface="Times New Roman" panose="02020603050405020304" pitchFamily="18" charset="0"/>
              <a:cs typeface="Times New Roman" panose="02020603050405020304" pitchFamily="18" charset="0"/>
            </a:endParaRPr>
          </a:p>
        </p:txBody>
      </p:sp>
      <p:sp>
        <p:nvSpPr>
          <p:cNvPr id="53251" name="Rectangle 3">
            <a:extLst>
              <a:ext uri="{FF2B5EF4-FFF2-40B4-BE49-F238E27FC236}">
                <a16:creationId xmlns:a16="http://schemas.microsoft.com/office/drawing/2014/main" id="{EDCA803E-966B-44E0-B814-C1EAAC9E266E}"/>
              </a:ext>
            </a:extLst>
          </p:cNvPr>
          <p:cNvSpPr txBox="1">
            <a:spLocks noChangeArrowheads="1"/>
          </p:cNvSpPr>
          <p:nvPr/>
        </p:nvSpPr>
        <p:spPr bwMode="auto">
          <a:xfrm>
            <a:off x="4519613" y="2786063"/>
            <a:ext cx="3624262"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lnSpc>
                <a:spcPts val="2300"/>
              </a:lnSpc>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lnSpc>
                <a:spcPts val="2300"/>
              </a:lnSpc>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lnSpc>
                <a:spcPts val="2300"/>
              </a:lnSpc>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3</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 </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lnSpc>
                <a:spcPts val="2300"/>
              </a:lnSpc>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4</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lnSpc>
                <a:spcPts val="2300"/>
              </a:lnSpc>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5</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.inh</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lnSpc>
                <a:spcPts val="2300"/>
              </a:lnSpc>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6</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00"/>
              </a:solidFill>
              <a:latin typeface="Times New Roman" panose="02020603050405020304" pitchFamily="18" charset="0"/>
              <a:cs typeface="Times New Roman" panose="02020603050405020304" pitchFamily="18" charset="0"/>
            </a:endParaRPr>
          </a:p>
        </p:txBody>
      </p:sp>
      <p:sp>
        <p:nvSpPr>
          <p:cNvPr id="53252" name="Rectangle 3">
            <a:extLst>
              <a:ext uri="{FF2B5EF4-FFF2-40B4-BE49-F238E27FC236}">
                <a16:creationId xmlns:a16="http://schemas.microsoft.com/office/drawing/2014/main" id="{227F552A-4692-4045-BA85-66D82C848883}"/>
              </a:ext>
            </a:extLst>
          </p:cNvPr>
          <p:cNvSpPr txBox="1">
            <a:spLocks noChangeArrowheads="1"/>
          </p:cNvSpPr>
          <p:nvPr/>
        </p:nvSpPr>
        <p:spPr bwMode="auto">
          <a:xfrm>
            <a:off x="1571625" y="3289300"/>
            <a:ext cx="2962275"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1)</a:t>
            </a: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i="1" dirty="0">
                <a:solidFill>
                  <a:srgbClr val="000000"/>
                </a:solidFill>
                <a:latin typeface="Times New Roman" panose="02020603050405020304" pitchFamily="18" charset="0"/>
                <a:cs typeface="Times New Roman" panose="02020603050405020304" pitchFamily="18" charset="0"/>
              </a:rPr>
              <a:t>T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dirty="0">
                <a:solidFill>
                  <a:srgbClr val="0000FF"/>
                </a:solidFill>
                <a:latin typeface="Times New Roman" panose="02020603050405020304" pitchFamily="18" charset="0"/>
                <a:cs typeface="Times New Roman" panose="02020603050405020304" pitchFamily="18" charset="0"/>
              </a:rPr>
              <a:t>1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2</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2) </a:t>
            </a:r>
            <a:r>
              <a:rPr lang="en-US" altLang="zh-CN"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 ′ </a:t>
            </a:r>
            <a:r>
              <a:rPr lang="en-US" altLang="zh-CN"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FF"/>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3</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 </a:t>
            </a: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4</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3)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 ′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5</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6</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FF"/>
              </a:solidFill>
              <a:latin typeface="Times New Roman" panose="02020603050405020304" pitchFamily="18" charset="0"/>
              <a:cs typeface="Times New Roman" panose="02020603050405020304" pitchFamily="18" charset="0"/>
            </a:endParaRPr>
          </a:p>
        </p:txBody>
      </p:sp>
      <p:sp>
        <p:nvSpPr>
          <p:cNvPr id="53254" name="下箭头 8">
            <a:extLst>
              <a:ext uri="{FF2B5EF4-FFF2-40B4-BE49-F238E27FC236}">
                <a16:creationId xmlns:a16="http://schemas.microsoft.com/office/drawing/2014/main" id="{9BDABB7D-BBE6-4D17-ABFB-72F66F3542AE}"/>
              </a:ext>
            </a:extLst>
          </p:cNvPr>
          <p:cNvSpPr>
            <a:spLocks noChangeArrowheads="1"/>
          </p:cNvSpPr>
          <p:nvPr/>
        </p:nvSpPr>
        <p:spPr bwMode="auto">
          <a:xfrm>
            <a:off x="4503415" y="2339975"/>
            <a:ext cx="428625" cy="374650"/>
          </a:xfrm>
          <a:prstGeom prst="downArrow">
            <a:avLst>
              <a:gd name="adj1" fmla="val 50000"/>
              <a:gd name="adj2" fmla="val 50000"/>
            </a:avLst>
          </a:prstGeom>
          <a:solidFill>
            <a:schemeClr val="tx2">
              <a:lumMod val="60000"/>
              <a:lumOff val="40000"/>
            </a:schemeClr>
          </a:solidFill>
          <a:ln w="12700" algn="ctr">
            <a:solidFill>
              <a:schemeClr val="tx1"/>
            </a:solidFill>
            <a:round/>
            <a:headEnd/>
            <a:tailEnd/>
          </a:ln>
        </p:spPr>
        <p:txBody>
          <a:bodyPr lIns="68580" tIns="34290" rIns="68580" bIns="34290"/>
          <a:lstStyle/>
          <a:p>
            <a:pPr eaLnBrk="1" hangingPunct="1">
              <a:defRPr/>
            </a:pPr>
            <a:endParaRPr lang="zh-CN" altLang="en-US">
              <a:solidFill>
                <a:prstClr val="black"/>
              </a:solidFill>
            </a:endParaRPr>
          </a:p>
        </p:txBody>
      </p:sp>
      <p:sp>
        <p:nvSpPr>
          <p:cNvPr id="140295" name="Rectangle 2">
            <a:extLst>
              <a:ext uri="{FF2B5EF4-FFF2-40B4-BE49-F238E27FC236}">
                <a16:creationId xmlns:a16="http://schemas.microsoft.com/office/drawing/2014/main" id="{1B70847A-EC27-450C-A818-4DFCA62235D7}"/>
              </a:ext>
            </a:extLst>
          </p:cNvPr>
          <p:cNvSpPr>
            <a:spLocks noChangeArrowheads="1"/>
          </p:cNvSpPr>
          <p:nvPr/>
        </p:nvSpPr>
        <p:spPr bwMode="auto">
          <a:xfrm>
            <a:off x="2006600" y="160338"/>
            <a:ext cx="584517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b"/>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kumimoji="1" lang="zh-CN" altLang="en-US" sz="2400">
              <a:solidFill>
                <a:srgbClr val="5EAEFF"/>
              </a:solidFill>
              <a:latin typeface="楷体_GB2312" pitchFamily="49" charset="-122"/>
              <a:ea typeface="楷体_GB2312" pitchFamily="49" charset="-122"/>
            </a:endParaRPr>
          </a:p>
        </p:txBody>
      </p:sp>
      <p:sp>
        <p:nvSpPr>
          <p:cNvPr id="3" name="标题 2">
            <a:extLst>
              <a:ext uri="{FF2B5EF4-FFF2-40B4-BE49-F238E27FC236}">
                <a16:creationId xmlns:a16="http://schemas.microsoft.com/office/drawing/2014/main" id="{033D7C68-86C0-4A2D-96D8-212487FF6398}"/>
              </a:ext>
            </a:extLst>
          </p:cNvPr>
          <p:cNvSpPr>
            <a:spLocks noGrp="1"/>
          </p:cNvSpPr>
          <p:nvPr>
            <p:ph type="title"/>
          </p:nvPr>
        </p:nvSpPr>
        <p:spPr>
          <a:xfrm>
            <a:off x="755650" y="268288"/>
            <a:ext cx="7931150" cy="358775"/>
          </a:xfrm>
        </p:spPr>
        <p:txBody>
          <a:bodyPr/>
          <a:lstStyle/>
          <a:p>
            <a:pPr eaLnBrk="1" hangingPunct="1">
              <a:defRPr/>
            </a:pPr>
            <a:r>
              <a:rPr kumimoji="1" lang="zh-CN" altLang="en-US" spc="300" dirty="0">
                <a:cs typeface="Times New Roman" panose="02020603050405020304" pitchFamily="18" charset="0"/>
              </a:rPr>
              <a:t>例</a:t>
            </a:r>
            <a:endParaRPr lang="zh-CN" altLang="en-US" spc="300" dirty="0"/>
          </a:p>
        </p:txBody>
      </p:sp>
      <p:sp>
        <p:nvSpPr>
          <p:cNvPr id="2" name="灯片编号占位符 1">
            <a:extLst>
              <a:ext uri="{FF2B5EF4-FFF2-40B4-BE49-F238E27FC236}">
                <a16:creationId xmlns:a16="http://schemas.microsoft.com/office/drawing/2014/main" id="{7555E683-3E5B-420C-B23F-C1A0E0289231}"/>
              </a:ext>
            </a:extLst>
          </p:cNvPr>
          <p:cNvSpPr>
            <a:spLocks noGrp="1"/>
          </p:cNvSpPr>
          <p:nvPr>
            <p:ph type="sldNum" sz="quarter" idx="10"/>
          </p:nvPr>
        </p:nvSpPr>
        <p:spPr/>
        <p:txBody>
          <a:bodyPr/>
          <a:lstStyle/>
          <a:p>
            <a:pPr>
              <a:defRPr/>
            </a:pPr>
            <a:fld id="{8E104948-B687-4A74-87EB-9097C047E113}" type="slidenum">
              <a:rPr lang="zh-CN" altLang="en-US" smtClean="0"/>
              <a:pPr>
                <a:defRPr/>
              </a:pPr>
              <a:t>57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 calcmode="lin" valueType="num">
                                      <p:cBhvr>
                                        <p:cTn id="7" dur="500" fill="hold"/>
                                        <p:tgtEl>
                                          <p:spTgt spid="53251"/>
                                        </p:tgtEl>
                                        <p:attrNameLst>
                                          <p:attrName>ppt_w</p:attrName>
                                        </p:attrNameLst>
                                      </p:cBhvr>
                                      <p:tavLst>
                                        <p:tav tm="0">
                                          <p:val>
                                            <p:fltVal val="0"/>
                                          </p:val>
                                        </p:tav>
                                        <p:tav tm="100000">
                                          <p:val>
                                            <p:strVal val="#ppt_w"/>
                                          </p:val>
                                        </p:tav>
                                      </p:tavLst>
                                    </p:anim>
                                    <p:anim calcmode="lin" valueType="num">
                                      <p:cBhvr>
                                        <p:cTn id="8" dur="500" fill="hold"/>
                                        <p:tgtEl>
                                          <p:spTgt spid="53251"/>
                                        </p:tgtEl>
                                        <p:attrNameLst>
                                          <p:attrName>ppt_h</p:attrName>
                                        </p:attrNameLst>
                                      </p:cBhvr>
                                      <p:tavLst>
                                        <p:tav tm="0">
                                          <p:val>
                                            <p:fltVal val="0"/>
                                          </p:val>
                                        </p:tav>
                                        <p:tav tm="100000">
                                          <p:val>
                                            <p:strVal val="#ppt_h"/>
                                          </p:val>
                                        </p:tav>
                                      </p:tavLst>
                                    </p:anim>
                                    <p:animEffect transition="in" filter="fade">
                                      <p:cBhvr>
                                        <p:cTn id="9" dur="500"/>
                                        <p:tgtEl>
                                          <p:spTgt spid="53251"/>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53252"/>
                                        </p:tgtEl>
                                        <p:attrNameLst>
                                          <p:attrName>style.visibility</p:attrName>
                                        </p:attrNameLst>
                                      </p:cBhvr>
                                      <p:to>
                                        <p:strVal val="visible"/>
                                      </p:to>
                                    </p:set>
                                    <p:anim calcmode="lin" valueType="num">
                                      <p:cBhvr>
                                        <p:cTn id="12" dur="500" fill="hold"/>
                                        <p:tgtEl>
                                          <p:spTgt spid="53252"/>
                                        </p:tgtEl>
                                        <p:attrNameLst>
                                          <p:attrName>ppt_w</p:attrName>
                                        </p:attrNameLst>
                                      </p:cBhvr>
                                      <p:tavLst>
                                        <p:tav tm="0">
                                          <p:val>
                                            <p:fltVal val="0"/>
                                          </p:val>
                                        </p:tav>
                                        <p:tav tm="100000">
                                          <p:val>
                                            <p:strVal val="#ppt_w"/>
                                          </p:val>
                                        </p:tav>
                                      </p:tavLst>
                                    </p:anim>
                                    <p:anim calcmode="lin" valueType="num">
                                      <p:cBhvr>
                                        <p:cTn id="13" dur="500" fill="hold"/>
                                        <p:tgtEl>
                                          <p:spTgt spid="53252"/>
                                        </p:tgtEl>
                                        <p:attrNameLst>
                                          <p:attrName>ppt_h</p:attrName>
                                        </p:attrNameLst>
                                      </p:cBhvr>
                                      <p:tavLst>
                                        <p:tav tm="0">
                                          <p:val>
                                            <p:fltVal val="0"/>
                                          </p:val>
                                        </p:tav>
                                        <p:tav tm="100000">
                                          <p:val>
                                            <p:strVal val="#ppt_h"/>
                                          </p:val>
                                        </p:tav>
                                      </p:tavLst>
                                    </p:anim>
                                    <p:animEffect transition="in" filter="fade">
                                      <p:cBhvr>
                                        <p:cTn id="14" dur="500"/>
                                        <p:tgtEl>
                                          <p:spTgt spid="5325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53253"/>
                                        </p:tgtEl>
                                        <p:attrNameLst>
                                          <p:attrName>style.visibility</p:attrName>
                                        </p:attrNameLst>
                                      </p:cBhvr>
                                      <p:to>
                                        <p:strVal val="visible"/>
                                      </p:to>
                                    </p:set>
                                    <p:anim calcmode="lin" valueType="num">
                                      <p:cBhvr>
                                        <p:cTn id="17" dur="500" fill="hold"/>
                                        <p:tgtEl>
                                          <p:spTgt spid="53253"/>
                                        </p:tgtEl>
                                        <p:attrNameLst>
                                          <p:attrName>ppt_w</p:attrName>
                                        </p:attrNameLst>
                                      </p:cBhvr>
                                      <p:tavLst>
                                        <p:tav tm="0">
                                          <p:val>
                                            <p:fltVal val="0"/>
                                          </p:val>
                                        </p:tav>
                                        <p:tav tm="100000">
                                          <p:val>
                                            <p:strVal val="#ppt_w"/>
                                          </p:val>
                                        </p:tav>
                                      </p:tavLst>
                                    </p:anim>
                                    <p:anim calcmode="lin" valueType="num">
                                      <p:cBhvr>
                                        <p:cTn id="18" dur="500" fill="hold"/>
                                        <p:tgtEl>
                                          <p:spTgt spid="53253"/>
                                        </p:tgtEl>
                                        <p:attrNameLst>
                                          <p:attrName>ppt_h</p:attrName>
                                        </p:attrNameLst>
                                      </p:cBhvr>
                                      <p:tavLst>
                                        <p:tav tm="0">
                                          <p:val>
                                            <p:fltVal val="0"/>
                                          </p:val>
                                        </p:tav>
                                        <p:tav tm="100000">
                                          <p:val>
                                            <p:strVal val="#ppt_h"/>
                                          </p:val>
                                        </p:tav>
                                      </p:tavLst>
                                    </p:anim>
                                    <p:animEffect transition="in" filter="fade">
                                      <p:cBhvr>
                                        <p:cTn id="19" dur="500"/>
                                        <p:tgtEl>
                                          <p:spTgt spid="53253"/>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53254"/>
                                        </p:tgtEl>
                                        <p:attrNameLst>
                                          <p:attrName>style.visibility</p:attrName>
                                        </p:attrNameLst>
                                      </p:cBhvr>
                                      <p:to>
                                        <p:strVal val="visible"/>
                                      </p:to>
                                    </p:set>
                                    <p:anim calcmode="lin" valueType="num">
                                      <p:cBhvr>
                                        <p:cTn id="22" dur="500" fill="hold"/>
                                        <p:tgtEl>
                                          <p:spTgt spid="53254"/>
                                        </p:tgtEl>
                                        <p:attrNameLst>
                                          <p:attrName>ppt_w</p:attrName>
                                        </p:attrNameLst>
                                      </p:cBhvr>
                                      <p:tavLst>
                                        <p:tav tm="0">
                                          <p:val>
                                            <p:fltVal val="0"/>
                                          </p:val>
                                        </p:tav>
                                        <p:tav tm="100000">
                                          <p:val>
                                            <p:strVal val="#ppt_w"/>
                                          </p:val>
                                        </p:tav>
                                      </p:tavLst>
                                    </p:anim>
                                    <p:anim calcmode="lin" valueType="num">
                                      <p:cBhvr>
                                        <p:cTn id="23" dur="500" fill="hold"/>
                                        <p:tgtEl>
                                          <p:spTgt spid="53254"/>
                                        </p:tgtEl>
                                        <p:attrNameLst>
                                          <p:attrName>ppt_h</p:attrName>
                                        </p:attrNameLst>
                                      </p:cBhvr>
                                      <p:tavLst>
                                        <p:tav tm="0">
                                          <p:val>
                                            <p:fltVal val="0"/>
                                          </p:val>
                                        </p:tav>
                                        <p:tav tm="100000">
                                          <p:val>
                                            <p:strVal val="#ppt_h"/>
                                          </p:val>
                                        </p:tav>
                                      </p:tavLst>
                                    </p:anim>
                                    <p:animEffect transition="in" filter="fade">
                                      <p:cBhvr>
                                        <p:cTn id="24" dur="500"/>
                                        <p:tgtEl>
                                          <p:spTgt spid="53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animBg="1"/>
      <p:bldP spid="53251" grpId="0"/>
      <p:bldP spid="53252" grpId="0"/>
      <p:bldP spid="5325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标题 2">
            <a:extLst>
              <a:ext uri="{FF2B5EF4-FFF2-40B4-BE49-F238E27FC236}">
                <a16:creationId xmlns:a16="http://schemas.microsoft.com/office/drawing/2014/main" id="{23F53A70-B36E-4D06-9855-D1E3961E6151}"/>
              </a:ext>
            </a:extLst>
          </p:cNvPr>
          <p:cNvSpPr>
            <a:spLocks noGrp="1"/>
          </p:cNvSpPr>
          <p:nvPr>
            <p:ph type="title"/>
          </p:nvPr>
        </p:nvSpPr>
        <p:spPr>
          <a:xfrm>
            <a:off x="755650" y="268288"/>
            <a:ext cx="7931150" cy="358775"/>
          </a:xfrm>
        </p:spPr>
        <p:txBody>
          <a:bodyPr/>
          <a:lstStyle/>
          <a:p>
            <a:pPr>
              <a:defRPr/>
            </a:pPr>
            <a:r>
              <a:rPr kumimoji="1" lang="zh-CN" altLang="en-US" spc="300" dirty="0">
                <a:cs typeface="Times New Roman" panose="02020603050405020304" pitchFamily="18" charset="0"/>
              </a:rPr>
              <a:t>例</a:t>
            </a:r>
          </a:p>
        </p:txBody>
      </p:sp>
      <p:sp>
        <p:nvSpPr>
          <p:cNvPr id="8" name="Rectangle 4">
            <a:extLst>
              <a:ext uri="{FF2B5EF4-FFF2-40B4-BE49-F238E27FC236}">
                <a16:creationId xmlns:a16="http://schemas.microsoft.com/office/drawing/2014/main" id="{942A5057-A7C1-45AF-9C28-C69EED54C9F3}"/>
              </a:ext>
            </a:extLst>
          </p:cNvPr>
          <p:cNvSpPr>
            <a:spLocks noChangeArrowheads="1"/>
          </p:cNvSpPr>
          <p:nvPr/>
        </p:nvSpPr>
        <p:spPr bwMode="auto">
          <a:xfrm>
            <a:off x="7650163" y="4012248"/>
            <a:ext cx="593725" cy="430212"/>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i="1">
                <a:solidFill>
                  <a:srgbClr val="000000"/>
                </a:solidFill>
                <a:latin typeface="Times New Roman" panose="02020603050405020304" pitchFamily="18" charset="0"/>
                <a:cs typeface="Times New Roman" panose="02020603050405020304" pitchFamily="18" charset="0"/>
              </a:rPr>
              <a:t>T</a:t>
            </a:r>
          </a:p>
        </p:txBody>
      </p:sp>
      <p:sp>
        <p:nvSpPr>
          <p:cNvPr id="9" name="Rectangle 5">
            <a:extLst>
              <a:ext uri="{FF2B5EF4-FFF2-40B4-BE49-F238E27FC236}">
                <a16:creationId xmlns:a16="http://schemas.microsoft.com/office/drawing/2014/main" id="{0C8DBEB5-4DF3-4FD9-B62C-B331B0205ED2}"/>
              </a:ext>
            </a:extLst>
          </p:cNvPr>
          <p:cNvSpPr>
            <a:spLocks noChangeArrowheads="1"/>
          </p:cNvSpPr>
          <p:nvPr/>
        </p:nvSpPr>
        <p:spPr bwMode="auto">
          <a:xfrm>
            <a:off x="8243888" y="4013200"/>
            <a:ext cx="593725" cy="4318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7">
            <a:extLst>
              <a:ext uri="{FF2B5EF4-FFF2-40B4-BE49-F238E27FC236}">
                <a16:creationId xmlns:a16="http://schemas.microsoft.com/office/drawing/2014/main" id="{D94AB991-F25E-43FD-B342-4EE585C968C7}"/>
              </a:ext>
            </a:extLst>
          </p:cNvPr>
          <p:cNvSpPr>
            <a:spLocks noChangeArrowheads="1"/>
          </p:cNvSpPr>
          <p:nvPr/>
        </p:nvSpPr>
        <p:spPr bwMode="auto">
          <a:xfrm>
            <a:off x="8837613" y="4013200"/>
            <a:ext cx="217487" cy="4318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C17498BB-2E30-4F1D-8C47-AD6262CBC742}"/>
              </a:ext>
            </a:extLst>
          </p:cNvPr>
          <p:cNvSpPr>
            <a:spLocks noChangeArrowheads="1"/>
          </p:cNvSpPr>
          <p:nvPr/>
        </p:nvSpPr>
        <p:spPr bwMode="auto">
          <a:xfrm>
            <a:off x="8243888" y="44450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cs typeface="Times New Roman" panose="02020603050405020304" pitchFamily="18" charset="0"/>
              </a:rPr>
              <a:t>val</a:t>
            </a:r>
            <a:endParaRPr lang="zh-CN" altLang="en-US" sz="1200" dirty="0">
              <a:solidFill>
                <a:srgbClr val="000000"/>
              </a:solidFill>
              <a:latin typeface="Times New Roman" panose="02020603050405020304" pitchFamily="18" charset="0"/>
              <a:cs typeface="Times New Roman" panose="02020603050405020304" pitchFamily="18" charset="0"/>
            </a:endParaRPr>
          </a:p>
        </p:txBody>
      </p:sp>
      <p:sp>
        <p:nvSpPr>
          <p:cNvPr id="142343" name="Rectangle 56">
            <a:extLst>
              <a:ext uri="{FF2B5EF4-FFF2-40B4-BE49-F238E27FC236}">
                <a16:creationId xmlns:a16="http://schemas.microsoft.com/office/drawing/2014/main" id="{5B9710D4-1DFF-4195-9889-21521A68AF76}"/>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42344" name="Line 79">
            <a:extLst>
              <a:ext uri="{FF2B5EF4-FFF2-40B4-BE49-F238E27FC236}">
                <a16:creationId xmlns:a16="http://schemas.microsoft.com/office/drawing/2014/main" id="{1E630B1A-B480-453A-B841-EB00ECD76D3C}"/>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42345" name="组合 12">
            <a:extLst>
              <a:ext uri="{FF2B5EF4-FFF2-40B4-BE49-F238E27FC236}">
                <a16:creationId xmlns:a16="http://schemas.microsoft.com/office/drawing/2014/main" id="{143D1E95-BDEA-45E3-96F3-85F64F5B4336}"/>
              </a:ext>
            </a:extLst>
          </p:cNvPr>
          <p:cNvGrpSpPr>
            <a:grpSpLocks/>
          </p:cNvGrpSpPr>
          <p:nvPr/>
        </p:nvGrpSpPr>
        <p:grpSpPr bwMode="auto">
          <a:xfrm>
            <a:off x="715963" y="682625"/>
            <a:ext cx="6092825" cy="2249488"/>
            <a:chOff x="751285" y="802569"/>
            <a:chExt cx="6091894" cy="2249363"/>
          </a:xfrm>
        </p:grpSpPr>
        <p:sp>
          <p:nvSpPr>
            <p:cNvPr id="17" name="矩形 7">
              <a:extLst>
                <a:ext uri="{FF2B5EF4-FFF2-40B4-BE49-F238E27FC236}">
                  <a16:creationId xmlns:a16="http://schemas.microsoft.com/office/drawing/2014/main" id="{E1EAD9BA-C8EC-4CAF-89F5-6D9486C602D9}"/>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42347" name="Rectangle 3">
              <a:extLst>
                <a:ext uri="{FF2B5EF4-FFF2-40B4-BE49-F238E27FC236}">
                  <a16:creationId xmlns:a16="http://schemas.microsoft.com/office/drawing/2014/main" id="{FA1E73FF-6CA6-42FE-AEFA-301D9B5B4165}"/>
                </a:ext>
              </a:extLst>
            </p:cNvPr>
            <p:cNvSpPr txBox="1">
              <a:spLocks noChangeArrowheads="1"/>
            </p:cNvSpPr>
            <p:nvPr/>
          </p:nvSpPr>
          <p:spPr bwMode="auto">
            <a:xfrm>
              <a:off x="3670772" y="802569"/>
              <a:ext cx="3166239" cy="22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dirty="0">
                  <a:solidFill>
                    <a:srgbClr val="000000"/>
                  </a:solidFill>
                  <a:latin typeface="Times New Roman" panose="02020603050405020304" pitchFamily="18" charset="0"/>
                  <a:cs typeface="Times New Roman" panose="02020603050405020304" pitchFamily="18" charset="0"/>
                </a:rPr>
                <a:t>1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err="1">
                  <a:solidFill>
                    <a:srgbClr val="000000"/>
                  </a:solidFill>
                  <a:latin typeface="Times New Roman" panose="02020603050405020304" pitchFamily="18" charset="0"/>
                  <a:ea typeface="楷体" panose="02010609060101010101" pitchFamily="49" charset="-122"/>
                </a:rPr>
                <a:t>′</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3</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zh-CN" altLang="en-US" sz="2000" i="1" baseline="-25000" dirty="0">
                  <a:solidFill>
                    <a:srgbClr val="0000FF"/>
                  </a:solidFill>
                  <a:latin typeface="Times New Roman" panose="02020603050405020304" pitchFamily="18" charset="0"/>
                  <a:cs typeface="Times New Roman" panose="02020603050405020304" pitchFamily="18" charset="0"/>
                </a:rPr>
                <a:t>1</a:t>
              </a:r>
              <a:r>
                <a:rPr lang="en-US" altLang="zh-CN" sz="2000" i="1" dirty="0">
                  <a:solidFill>
                    <a:srgbClr val="0000FF"/>
                  </a:solidFill>
                  <a:latin typeface="Times New Roman" panose="02020603050405020304" pitchFamily="18" charset="0"/>
                  <a:ea typeface="楷体" panose="02010609060101010101" pitchFamily="49" charset="-122"/>
                </a:rPr>
                <a:t>′</a:t>
              </a:r>
              <a:r>
                <a:rPr lang="zh-CN" altLang="en-US" sz="2000" i="1" dirty="0">
                  <a:solidFill>
                    <a:srgbClr val="0000FF"/>
                  </a:solidFill>
                  <a:latin typeface="Times New Roman" panose="02020603050405020304" pitchFamily="18" charset="0"/>
                  <a:cs typeface="Times New Roman" panose="02020603050405020304" pitchFamily="18" charset="0"/>
                </a:rPr>
                <a:t>.inh </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i="1" dirty="0">
                  <a:solidFill>
                    <a:srgbClr val="000000"/>
                  </a:solidFill>
                  <a:latin typeface="Times New Roman" panose="02020603050405020304" pitchFamily="18" charset="0"/>
                  <a:cs typeface="Times New Roman" panose="02020603050405020304" pitchFamily="18" charset="0"/>
                </a:rPr>
                <a:t>.inh</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4</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en-US" altLang="zh-CN" sz="2000" i="1" dirty="0">
                  <a:solidFill>
                    <a:srgbClr val="0000FF"/>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i="1"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5</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en-US" altLang="zh-CN" sz="2000" i="1" dirty="0">
                  <a:solidFill>
                    <a:srgbClr val="0000FF"/>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a:t>
              </a:r>
              <a:r>
                <a:rPr lang="en-US" altLang="zh-CN" sz="2000" i="1" dirty="0" err="1">
                  <a:solidFill>
                    <a:srgbClr val="000000"/>
                  </a:solidFill>
                  <a:latin typeface="Times New Roman" panose="02020603050405020304" pitchFamily="18" charset="0"/>
                  <a:cs typeface="Times New Roman" panose="02020603050405020304" pitchFamily="18" charset="0"/>
                </a:rPr>
                <a:t>inh</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6</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rgbClr val="0000FF"/>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142348" name="Rectangle 3">
              <a:extLst>
                <a:ext uri="{FF2B5EF4-FFF2-40B4-BE49-F238E27FC236}">
                  <a16:creationId xmlns:a16="http://schemas.microsoft.com/office/drawing/2014/main" id="{7C8A1C07-E46A-492C-8AE0-ED049349E3FC}"/>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rPr>
                <a:t>T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a:solidFill>
                    <a:srgbClr val="0000FF"/>
                  </a:solidFill>
                  <a:latin typeface="Times New Roman" panose="02020603050405020304" pitchFamily="18" charset="0"/>
                  <a:cs typeface="Times New Roman" panose="02020603050405020304" pitchFamily="18" charset="0"/>
                </a:rPr>
                <a:t>1</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2</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2) </a:t>
              </a:r>
              <a:r>
                <a:rPr lang="en-US" altLang="zh-CN"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3</a:t>
              </a:r>
              <a:r>
                <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 </a:t>
              </a:r>
              <a:r>
                <a:rPr lang="en-US" altLang="zh-CN"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4</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3)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5</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6</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FF"/>
                </a:solidFill>
                <a:latin typeface="Times New Roman" panose="02020603050405020304" pitchFamily="18" charset="0"/>
                <a:cs typeface="Times New Roman" panose="02020603050405020304" pitchFamily="18" charset="0"/>
              </a:endParaRPr>
            </a:p>
          </p:txBody>
        </p:sp>
      </p:grpSp>
      <p:sp>
        <p:nvSpPr>
          <p:cNvPr id="13" name="文本框 12">
            <a:extLst>
              <a:ext uri="{FF2B5EF4-FFF2-40B4-BE49-F238E27FC236}">
                <a16:creationId xmlns:a16="http://schemas.microsoft.com/office/drawing/2014/main" id="{99757686-0A1A-40C3-8478-FD24FE250E0B}"/>
              </a:ext>
            </a:extLst>
          </p:cNvPr>
          <p:cNvSpPr txBox="1"/>
          <p:nvPr/>
        </p:nvSpPr>
        <p:spPr>
          <a:xfrm flipH="1">
            <a:off x="6955759" y="2067694"/>
            <a:ext cx="1990597" cy="830997"/>
          </a:xfrm>
          <a:prstGeom prst="rect">
            <a:avLst/>
          </a:prstGeom>
          <a:solidFill>
            <a:schemeClr val="accent2">
              <a:lumMod val="20000"/>
              <a:lumOff val="80000"/>
            </a:schemeClr>
          </a:solidFill>
          <a:ln>
            <a:solidFill>
              <a:schemeClr val="tx1"/>
            </a:solidFill>
          </a:ln>
        </p:spPr>
        <p:txBody>
          <a:bodyPr wrap="square" rtlCol="0">
            <a:spAutoFit/>
          </a:bodyPr>
          <a:lstStyle/>
          <a:p>
            <a:pPr algn="just"/>
            <a:r>
              <a:rPr lang="zh-CN" altLang="en-US" sz="1600" dirty="0">
                <a:latin typeface="华文楷体" panose="02010600040101010101" pitchFamily="2" charset="-122"/>
                <a:ea typeface="华文楷体" panose="02010600040101010101" pitchFamily="2" charset="-122"/>
              </a:rPr>
              <a:t>符号记录入栈时，符号的综合属性记录先入栈。</a:t>
            </a:r>
          </a:p>
        </p:txBody>
      </p:sp>
      <p:sp>
        <p:nvSpPr>
          <p:cNvPr id="14" name="文本框 13">
            <a:extLst>
              <a:ext uri="{FF2B5EF4-FFF2-40B4-BE49-F238E27FC236}">
                <a16:creationId xmlns:a16="http://schemas.microsoft.com/office/drawing/2014/main" id="{2FF191C2-F25C-4C79-919B-520736966752}"/>
              </a:ext>
            </a:extLst>
          </p:cNvPr>
          <p:cNvSpPr txBox="1"/>
          <p:nvPr/>
        </p:nvSpPr>
        <p:spPr>
          <a:xfrm flipH="1">
            <a:off x="5868143" y="3033192"/>
            <a:ext cx="3093867" cy="584775"/>
          </a:xfrm>
          <a:prstGeom prst="rect">
            <a:avLst/>
          </a:prstGeom>
          <a:solidFill>
            <a:schemeClr val="accent2">
              <a:lumMod val="20000"/>
              <a:lumOff val="80000"/>
            </a:schemeClr>
          </a:solidFill>
          <a:ln>
            <a:solidFill>
              <a:schemeClr val="tx1"/>
            </a:solidFill>
          </a:ln>
        </p:spPr>
        <p:txBody>
          <a:bodyPr wrap="square" rtlCol="0">
            <a:spAutoFit/>
          </a:bodyPr>
          <a:lstStyle/>
          <a:p>
            <a:pPr algn="just"/>
            <a:r>
              <a:rPr lang="zh-CN" altLang="en-US" sz="1600" dirty="0">
                <a:latin typeface="华文楷体" panose="02010600040101010101" pitchFamily="2" charset="-122"/>
                <a:ea typeface="华文楷体" panose="02010600040101010101" pitchFamily="2" charset="-122"/>
              </a:rPr>
              <a:t>符号记录出栈时，符号的综合属性记录，不出栈，因还未计算。</a:t>
            </a:r>
          </a:p>
        </p:txBody>
      </p:sp>
      <p:sp>
        <p:nvSpPr>
          <p:cNvPr id="2" name="灯片编号占位符 1">
            <a:extLst>
              <a:ext uri="{FF2B5EF4-FFF2-40B4-BE49-F238E27FC236}">
                <a16:creationId xmlns:a16="http://schemas.microsoft.com/office/drawing/2014/main" id="{48E9BE5A-E29B-4744-98C5-9CB66573AAD5}"/>
              </a:ext>
            </a:extLst>
          </p:cNvPr>
          <p:cNvSpPr>
            <a:spLocks noGrp="1"/>
          </p:cNvSpPr>
          <p:nvPr>
            <p:ph type="sldNum" sz="quarter" idx="10"/>
          </p:nvPr>
        </p:nvSpPr>
        <p:spPr/>
        <p:txBody>
          <a:bodyPr/>
          <a:lstStyle/>
          <a:p>
            <a:pPr>
              <a:defRPr/>
            </a:pPr>
            <a:fld id="{8E104948-B687-4A74-87EB-9097C047E113}" type="slidenum">
              <a:rPr lang="zh-CN" altLang="en-US" smtClean="0"/>
              <a:pPr>
                <a:defRPr/>
              </a:pPr>
              <a:t>58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xit" presetSubtype="32" fill="hold" grpId="1" nodeType="clickEffect">
                                  <p:stCondLst>
                                    <p:cond delay="0"/>
                                  </p:stCondLst>
                                  <p:childTnLst>
                                    <p:anim calcmode="lin" valueType="num">
                                      <p:cBhvr>
                                        <p:cTn id="33" dur="500"/>
                                        <p:tgtEl>
                                          <p:spTgt spid="8"/>
                                        </p:tgtEl>
                                        <p:attrNameLst>
                                          <p:attrName>ppt_w</p:attrName>
                                        </p:attrNameLst>
                                      </p:cBhvr>
                                      <p:tavLst>
                                        <p:tav tm="0">
                                          <p:val>
                                            <p:strVal val="ppt_w"/>
                                          </p:val>
                                        </p:tav>
                                        <p:tav tm="100000">
                                          <p:val>
                                            <p:fltVal val="0"/>
                                          </p:val>
                                        </p:tav>
                                      </p:tavLst>
                                    </p:anim>
                                    <p:anim calcmode="lin" valueType="num">
                                      <p:cBhvr>
                                        <p:cTn id="34" dur="500"/>
                                        <p:tgtEl>
                                          <p:spTgt spid="8"/>
                                        </p:tgtEl>
                                        <p:attrNameLst>
                                          <p:attrName>ppt_h</p:attrName>
                                        </p:attrNameLst>
                                      </p:cBhvr>
                                      <p:tavLst>
                                        <p:tav tm="0">
                                          <p:val>
                                            <p:strVal val="ppt_h"/>
                                          </p:val>
                                        </p:tav>
                                        <p:tav tm="100000">
                                          <p:val>
                                            <p:fltVal val="0"/>
                                          </p:val>
                                        </p:tav>
                                      </p:tavLst>
                                    </p:anim>
                                    <p:animEffect transition="out" filter="fade">
                                      <p:cBhvr>
                                        <p:cTn id="35" dur="500"/>
                                        <p:tgtEl>
                                          <p:spTgt spid="8"/>
                                        </p:tgtEl>
                                      </p:cBhvr>
                                    </p:animEffect>
                                    <p:set>
                                      <p:cBhvr>
                                        <p:cTn id="36" dur="1" fill="hold">
                                          <p:stCondLst>
                                            <p:cond delay="499"/>
                                          </p:stCondLst>
                                        </p:cTn>
                                        <p:tgtEl>
                                          <p:spTgt spid="8"/>
                                        </p:tgtEl>
                                        <p:attrNameLst>
                                          <p:attrName>style.visibility</p:attrName>
                                        </p:attrNameLst>
                                      </p:cBhvr>
                                      <p:to>
                                        <p:strVal val="hidden"/>
                                      </p:to>
                                    </p:set>
                                  </p:childTnLst>
                                </p:cTn>
                              </p:par>
                              <p:par>
                                <p:cTn id="37" presetID="2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down)">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10" grpId="0" animBg="1"/>
      <p:bldP spid="11" grpId="0" animBg="1"/>
      <p:bldP spid="13" grpId="0" animBg="1"/>
      <p:bldP spid="1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2">
            <a:extLst>
              <a:ext uri="{FF2B5EF4-FFF2-40B4-BE49-F238E27FC236}">
                <a16:creationId xmlns:a16="http://schemas.microsoft.com/office/drawing/2014/main" id="{8C29A3CE-83DA-4891-B4B1-24A248722EA4}"/>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sp>
        <p:nvSpPr>
          <p:cNvPr id="9" name="Rectangle 5">
            <a:extLst>
              <a:ext uri="{FF2B5EF4-FFF2-40B4-BE49-F238E27FC236}">
                <a16:creationId xmlns:a16="http://schemas.microsoft.com/office/drawing/2014/main" id="{0D24942C-87D2-4764-A593-38F0D653AF22}"/>
              </a:ext>
            </a:extLst>
          </p:cNvPr>
          <p:cNvSpPr>
            <a:spLocks noChangeArrowheads="1"/>
          </p:cNvSpPr>
          <p:nvPr/>
        </p:nvSpPr>
        <p:spPr bwMode="auto">
          <a:xfrm>
            <a:off x="8243888" y="4010137"/>
            <a:ext cx="5937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7">
            <a:extLst>
              <a:ext uri="{FF2B5EF4-FFF2-40B4-BE49-F238E27FC236}">
                <a16:creationId xmlns:a16="http://schemas.microsoft.com/office/drawing/2014/main" id="{7B01A40D-21E3-4AF8-8608-E37C38BF24ED}"/>
              </a:ext>
            </a:extLst>
          </p:cNvPr>
          <p:cNvSpPr>
            <a:spLocks noChangeArrowheads="1"/>
          </p:cNvSpPr>
          <p:nvPr/>
        </p:nvSpPr>
        <p:spPr bwMode="auto">
          <a:xfrm>
            <a:off x="8837613" y="4010137"/>
            <a:ext cx="21748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BA9BE098-CB3D-407A-8C7F-2F912041081D}"/>
              </a:ext>
            </a:extLst>
          </p:cNvPr>
          <p:cNvSpPr>
            <a:spLocks noChangeArrowheads="1"/>
          </p:cNvSpPr>
          <p:nvPr/>
        </p:nvSpPr>
        <p:spPr bwMode="auto">
          <a:xfrm>
            <a:off x="8243888" y="4449557"/>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4" name="Rectangle 8">
            <a:extLst>
              <a:ext uri="{FF2B5EF4-FFF2-40B4-BE49-F238E27FC236}">
                <a16:creationId xmlns:a16="http://schemas.microsoft.com/office/drawing/2014/main" id="{BC9E2A34-82B9-400E-BC29-18EF7AA87E89}"/>
              </a:ext>
            </a:extLst>
          </p:cNvPr>
          <p:cNvSpPr>
            <a:spLocks noChangeArrowheads="1"/>
          </p:cNvSpPr>
          <p:nvPr/>
        </p:nvSpPr>
        <p:spPr bwMode="auto">
          <a:xfrm>
            <a:off x="7434263" y="4011343"/>
            <a:ext cx="8096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sym typeface="Arial" pitchFamily="34" charset="0"/>
              </a:rPr>
              <a:t>2</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F620A022-7113-4D8C-AC4E-064A42B31F19}"/>
              </a:ext>
            </a:extLst>
          </p:cNvPr>
          <p:cNvSpPr>
            <a:spLocks noChangeArrowheads="1"/>
          </p:cNvSpPr>
          <p:nvPr/>
        </p:nvSpPr>
        <p:spPr bwMode="auto">
          <a:xfrm>
            <a:off x="6840538" y="4010920"/>
            <a:ext cx="5937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 </a:t>
            </a: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6" name="Rectangle 15">
            <a:extLst>
              <a:ext uri="{FF2B5EF4-FFF2-40B4-BE49-F238E27FC236}">
                <a16:creationId xmlns:a16="http://schemas.microsoft.com/office/drawing/2014/main" id="{000390F9-AA18-4225-BECB-DA16CCB8A04D}"/>
              </a:ext>
            </a:extLst>
          </p:cNvPr>
          <p:cNvSpPr>
            <a:spLocks noChangeArrowheads="1"/>
          </p:cNvSpPr>
          <p:nvPr/>
        </p:nvSpPr>
        <p:spPr bwMode="auto">
          <a:xfrm>
            <a:off x="4572000" y="4010024"/>
            <a:ext cx="541338" cy="439200"/>
          </a:xfrm>
          <a:prstGeom prst="rect">
            <a:avLst/>
          </a:prstGeom>
          <a:solidFill>
            <a:srgbClr val="FFC000"/>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i="1">
                <a:solidFill>
                  <a:srgbClr val="000000"/>
                </a:solidFill>
                <a:latin typeface="Times New Roman" panose="02020603050405020304" pitchFamily="18" charset="0"/>
                <a:cs typeface="Times New Roman" panose="02020603050405020304" pitchFamily="18" charset="0"/>
              </a:rPr>
              <a:t>F</a:t>
            </a:r>
          </a:p>
        </p:txBody>
      </p:sp>
      <p:sp>
        <p:nvSpPr>
          <p:cNvPr id="17" name="Rectangle 21">
            <a:extLst>
              <a:ext uri="{FF2B5EF4-FFF2-40B4-BE49-F238E27FC236}">
                <a16:creationId xmlns:a16="http://schemas.microsoft.com/office/drawing/2014/main" id="{BAB06F42-3C8C-4F77-A3ED-72BED3A1F37D}"/>
              </a:ext>
            </a:extLst>
          </p:cNvPr>
          <p:cNvSpPr>
            <a:spLocks noChangeArrowheads="1"/>
          </p:cNvSpPr>
          <p:nvPr/>
        </p:nvSpPr>
        <p:spPr bwMode="auto">
          <a:xfrm>
            <a:off x="6840538" y="445008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syn</a:t>
            </a:r>
            <a:endParaRPr lang="zh-CN" altLang="en-US" sz="1200" i="1">
              <a:solidFill>
                <a:srgbClr val="000000"/>
              </a:solidFill>
              <a:latin typeface="Times New Roman" panose="02020603050405020304" pitchFamily="18" charset="0"/>
              <a:cs typeface="Times New Roman" panose="02020603050405020304" pitchFamily="18" charset="0"/>
            </a:endParaRPr>
          </a:p>
        </p:txBody>
      </p:sp>
      <p:sp>
        <p:nvSpPr>
          <p:cNvPr id="18" name="Rectangle 18">
            <a:extLst>
              <a:ext uri="{FF2B5EF4-FFF2-40B4-BE49-F238E27FC236}">
                <a16:creationId xmlns:a16="http://schemas.microsoft.com/office/drawing/2014/main" id="{4F88AB43-6E23-4CF3-9B80-6863873767F1}"/>
              </a:ext>
            </a:extLst>
          </p:cNvPr>
          <p:cNvSpPr>
            <a:spLocks noChangeArrowheads="1"/>
          </p:cNvSpPr>
          <p:nvPr/>
        </p:nvSpPr>
        <p:spPr bwMode="auto">
          <a:xfrm>
            <a:off x="5707063" y="4010025"/>
            <a:ext cx="592137"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zh-CN" altLang="en-US" sz="1200" baseline="-25000" dirty="0">
                <a:solidFill>
                  <a:srgbClr val="000000"/>
                </a:solidFill>
                <a:latin typeface="Times New Roman" pitchFamily="18" charset="0"/>
                <a:cs typeface="Times New Roman" pitchFamily="18" charset="0"/>
              </a:rPr>
              <a:t>1</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9" name="Rectangle 24">
            <a:extLst>
              <a:ext uri="{FF2B5EF4-FFF2-40B4-BE49-F238E27FC236}">
                <a16:creationId xmlns:a16="http://schemas.microsoft.com/office/drawing/2014/main" id="{356E5A05-D118-43BA-9A36-7BAA65142581}"/>
              </a:ext>
            </a:extLst>
          </p:cNvPr>
          <p:cNvSpPr>
            <a:spLocks noChangeArrowheads="1"/>
          </p:cNvSpPr>
          <p:nvPr/>
        </p:nvSpPr>
        <p:spPr bwMode="auto">
          <a:xfrm>
            <a:off x="5113338" y="4009073"/>
            <a:ext cx="5937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Fsyn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0" name="Rectangle 76">
            <a:extLst>
              <a:ext uri="{FF2B5EF4-FFF2-40B4-BE49-F238E27FC236}">
                <a16:creationId xmlns:a16="http://schemas.microsoft.com/office/drawing/2014/main" id="{215BBDD1-78BE-414E-B110-447FA221E1BD}"/>
              </a:ext>
            </a:extLst>
          </p:cNvPr>
          <p:cNvSpPr>
            <a:spLocks noChangeArrowheads="1"/>
          </p:cNvSpPr>
          <p:nvPr/>
        </p:nvSpPr>
        <p:spPr bwMode="auto">
          <a:xfrm>
            <a:off x="5113338" y="4448810"/>
            <a:ext cx="593725" cy="277813"/>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21" name="Rectangle 12">
            <a:extLst>
              <a:ext uri="{FF2B5EF4-FFF2-40B4-BE49-F238E27FC236}">
                <a16:creationId xmlns:a16="http://schemas.microsoft.com/office/drawing/2014/main" id="{EAE77541-38AC-4967-9385-F43A5C785629}"/>
              </a:ext>
            </a:extLst>
          </p:cNvPr>
          <p:cNvSpPr>
            <a:spLocks noChangeArrowheads="1"/>
          </p:cNvSpPr>
          <p:nvPr/>
        </p:nvSpPr>
        <p:spPr bwMode="auto">
          <a:xfrm>
            <a:off x="6299200" y="4010025"/>
            <a:ext cx="541338"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cs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a:t>
            </a:r>
            <a:endParaRPr lang="en-US" altLang="zh-CN" sz="1200" i="1" dirty="0">
              <a:solidFill>
                <a:srgbClr val="000000"/>
              </a:solidFill>
              <a:latin typeface="Times New Roman" panose="02020603050405020304" pitchFamily="18" charset="0"/>
              <a:cs typeface="Times New Roman" panose="02020603050405020304" pitchFamily="18" charset="0"/>
            </a:endParaRPr>
          </a:p>
        </p:txBody>
      </p:sp>
      <p:sp>
        <p:nvSpPr>
          <p:cNvPr id="22" name="Rectangle 23">
            <a:extLst>
              <a:ext uri="{FF2B5EF4-FFF2-40B4-BE49-F238E27FC236}">
                <a16:creationId xmlns:a16="http://schemas.microsoft.com/office/drawing/2014/main" id="{B5F44726-DBB2-4A18-AF53-405548AA7073}"/>
              </a:ext>
            </a:extLst>
          </p:cNvPr>
          <p:cNvSpPr>
            <a:spLocks noChangeArrowheads="1"/>
          </p:cNvSpPr>
          <p:nvPr/>
        </p:nvSpPr>
        <p:spPr bwMode="auto">
          <a:xfrm>
            <a:off x="6299200" y="4450080"/>
            <a:ext cx="541338"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inh</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44399" name="Rectangle 56">
            <a:extLst>
              <a:ext uri="{FF2B5EF4-FFF2-40B4-BE49-F238E27FC236}">
                <a16:creationId xmlns:a16="http://schemas.microsoft.com/office/drawing/2014/main" id="{C3B49D9E-202C-482B-A67F-06D1BD6ABC64}"/>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44400" name="Line 79">
            <a:extLst>
              <a:ext uri="{FF2B5EF4-FFF2-40B4-BE49-F238E27FC236}">
                <a16:creationId xmlns:a16="http://schemas.microsoft.com/office/drawing/2014/main" id="{ACAF036E-1725-4523-AC58-28FBE88A6316}"/>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44401" name="组合 12">
            <a:extLst>
              <a:ext uri="{FF2B5EF4-FFF2-40B4-BE49-F238E27FC236}">
                <a16:creationId xmlns:a16="http://schemas.microsoft.com/office/drawing/2014/main" id="{5FDDF297-C378-41EC-A1DC-1A1E2FFFF952}"/>
              </a:ext>
            </a:extLst>
          </p:cNvPr>
          <p:cNvGrpSpPr>
            <a:grpSpLocks/>
          </p:cNvGrpSpPr>
          <p:nvPr/>
        </p:nvGrpSpPr>
        <p:grpSpPr bwMode="auto">
          <a:xfrm>
            <a:off x="715963" y="682625"/>
            <a:ext cx="6092825" cy="2249488"/>
            <a:chOff x="751285" y="802569"/>
            <a:chExt cx="6091894" cy="2249363"/>
          </a:xfrm>
        </p:grpSpPr>
        <p:sp>
          <p:nvSpPr>
            <p:cNvPr id="27" name="矩形 7">
              <a:extLst>
                <a:ext uri="{FF2B5EF4-FFF2-40B4-BE49-F238E27FC236}">
                  <a16:creationId xmlns:a16="http://schemas.microsoft.com/office/drawing/2014/main" id="{13C101AC-E8EE-4DD0-8BDF-E405A0DE1A24}"/>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44403" name="Rectangle 3">
              <a:extLst>
                <a:ext uri="{FF2B5EF4-FFF2-40B4-BE49-F238E27FC236}">
                  <a16:creationId xmlns:a16="http://schemas.microsoft.com/office/drawing/2014/main" id="{3F9C10A9-2057-4706-8201-9F7AE5DC3006}"/>
                </a:ext>
              </a:extLst>
            </p:cNvPr>
            <p:cNvSpPr txBox="1">
              <a:spLocks noChangeArrowheads="1"/>
            </p:cNvSpPr>
            <p:nvPr/>
          </p:nvSpPr>
          <p:spPr bwMode="auto">
            <a:xfrm>
              <a:off x="3670772" y="802569"/>
              <a:ext cx="3166239" cy="22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dirty="0">
                  <a:solidFill>
                    <a:srgbClr val="000000"/>
                  </a:solidFill>
                  <a:latin typeface="Times New Roman" panose="02020603050405020304" pitchFamily="18" charset="0"/>
                  <a:cs typeface="Times New Roman" panose="02020603050405020304" pitchFamily="18" charset="0"/>
                </a:rPr>
                <a:t>1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err="1">
                  <a:solidFill>
                    <a:srgbClr val="0070C0"/>
                  </a:solidFill>
                  <a:latin typeface="Times New Roman" panose="02020603050405020304" pitchFamily="18" charset="0"/>
                  <a:ea typeface="楷体" panose="02010609060101010101" pitchFamily="49" charset="-122"/>
                </a:rPr>
                <a:t>′</a:t>
              </a:r>
              <a:r>
                <a:rPr lang="en-US" altLang="zh-CN" sz="2000" i="1" dirty="0" err="1">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70C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3</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i="1"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i="1" dirty="0">
                  <a:solidFill>
                    <a:srgbClr val="000000"/>
                  </a:solidFill>
                  <a:latin typeface="Times New Roman" panose="02020603050405020304" pitchFamily="18" charset="0"/>
                  <a:cs typeface="Times New Roman" panose="02020603050405020304" pitchFamily="18" charset="0"/>
                </a:rPr>
                <a:t>.inh </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70C0"/>
                  </a:solidFill>
                  <a:latin typeface="Times New Roman" panose="02020603050405020304" pitchFamily="18" charset="0"/>
                  <a:cs typeface="Times New Roman" panose="02020603050405020304" pitchFamily="18" charset="0"/>
                </a:rPr>
                <a:t>T</a:t>
              </a:r>
              <a:r>
                <a:rPr lang="en-US" altLang="zh-CN" sz="2000" i="1" dirty="0">
                  <a:solidFill>
                    <a:srgbClr val="0070C0"/>
                  </a:solidFill>
                  <a:latin typeface="Times New Roman" panose="02020603050405020304" pitchFamily="18" charset="0"/>
                  <a:ea typeface="楷体" panose="02010609060101010101" pitchFamily="49" charset="-122"/>
                </a:rPr>
                <a:t>′</a:t>
              </a:r>
              <a:r>
                <a:rPr lang="zh-CN" altLang="en-US" sz="2000" i="1" dirty="0">
                  <a:solidFill>
                    <a:srgbClr val="0070C0"/>
                  </a:solidFill>
                  <a:latin typeface="Times New Roman" panose="02020603050405020304" pitchFamily="18" charset="0"/>
                  <a:cs typeface="Times New Roman" panose="02020603050405020304" pitchFamily="18" charset="0"/>
                </a:rPr>
                <a:t>.inh</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4</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i="1"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5</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a:t>
              </a:r>
              <a:r>
                <a:rPr lang="en-US" altLang="zh-CN" sz="2000" i="1" dirty="0" err="1">
                  <a:solidFill>
                    <a:srgbClr val="000000"/>
                  </a:solidFill>
                  <a:latin typeface="Times New Roman" panose="02020603050405020304" pitchFamily="18" charset="0"/>
                  <a:cs typeface="Times New Roman" panose="02020603050405020304" pitchFamily="18" charset="0"/>
                </a:rPr>
                <a:t>inh</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6</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144404" name="Rectangle 3">
              <a:extLst>
                <a:ext uri="{FF2B5EF4-FFF2-40B4-BE49-F238E27FC236}">
                  <a16:creationId xmlns:a16="http://schemas.microsoft.com/office/drawing/2014/main" id="{9BAA5F18-007F-4687-BACD-892D0978D518}"/>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dirty="0">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1)</a:t>
              </a: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i="1" dirty="0">
                  <a:solidFill>
                    <a:srgbClr val="000000"/>
                  </a:solidFill>
                  <a:latin typeface="Times New Roman" panose="02020603050405020304" pitchFamily="18" charset="0"/>
                  <a:cs typeface="Times New Roman" panose="02020603050405020304" pitchFamily="18" charset="0"/>
                </a:rPr>
                <a:t>T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dirty="0">
                  <a:solidFill>
                    <a:srgbClr val="0000FF"/>
                  </a:solidFill>
                  <a:latin typeface="Times New Roman" panose="02020603050405020304" pitchFamily="18" charset="0"/>
                  <a:cs typeface="Times New Roman" panose="02020603050405020304" pitchFamily="18" charset="0"/>
                </a:rPr>
                <a:t>1</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2</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2) </a:t>
              </a:r>
              <a:r>
                <a:rPr lang="en-US" altLang="zh-CN"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FF"/>
                  </a:solidFill>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3</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 </a:t>
              </a:r>
              <a:r>
                <a:rPr lang="en-US" altLang="zh-CN" sz="2000" dirty="0">
                  <a:solidFill>
                    <a:srgbClr val="0000FF"/>
                  </a:solidFill>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4</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3)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5</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6</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FF"/>
                </a:solidFill>
                <a:latin typeface="Times New Roman" panose="02020603050405020304" pitchFamily="18" charset="0"/>
                <a:cs typeface="Times New Roman" panose="02020603050405020304" pitchFamily="18" charset="0"/>
              </a:endParaRPr>
            </a:p>
          </p:txBody>
        </p:sp>
      </p:grpSp>
      <p:grpSp>
        <p:nvGrpSpPr>
          <p:cNvPr id="30" name="组合 29">
            <a:extLst>
              <a:ext uri="{FF2B5EF4-FFF2-40B4-BE49-F238E27FC236}">
                <a16:creationId xmlns:a16="http://schemas.microsoft.com/office/drawing/2014/main" id="{6710170D-04C9-4BCB-A5F1-C6F87AFAD9D5}"/>
              </a:ext>
            </a:extLst>
          </p:cNvPr>
          <p:cNvGrpSpPr/>
          <p:nvPr/>
        </p:nvGrpSpPr>
        <p:grpSpPr>
          <a:xfrm>
            <a:off x="4974172" y="3579862"/>
            <a:ext cx="907355" cy="434926"/>
            <a:chOff x="8082251" y="3581822"/>
            <a:chExt cx="907355" cy="434926"/>
          </a:xfrm>
        </p:grpSpPr>
        <p:cxnSp>
          <p:nvCxnSpPr>
            <p:cNvPr id="31" name="直接连接符 30">
              <a:extLst>
                <a:ext uri="{FF2B5EF4-FFF2-40B4-BE49-F238E27FC236}">
                  <a16:creationId xmlns:a16="http://schemas.microsoft.com/office/drawing/2014/main" id="{A98E83A5-AD99-404F-B2E7-CBCD1EB20FD5}"/>
                </a:ext>
              </a:extLst>
            </p:cNvPr>
            <p:cNvCxnSpPr>
              <a:cxnSpLocks/>
            </p:cNvCxnSpPr>
            <p:nvPr/>
          </p:nvCxnSpPr>
          <p:spPr>
            <a:xfrm flipH="1" flipV="1">
              <a:off x="8540751" y="3797846"/>
              <a:ext cx="1" cy="2189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06C96E75-EAB4-49DA-AD8A-3B735F040A87}"/>
                </a:ext>
              </a:extLst>
            </p:cNvPr>
            <p:cNvSpPr txBox="1"/>
            <p:nvPr/>
          </p:nvSpPr>
          <p:spPr>
            <a:xfrm>
              <a:off x="8082251" y="3581822"/>
              <a:ext cx="907355"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actions</a:t>
              </a:r>
              <a:endParaRPr lang="zh-CN" altLang="en-US" sz="1400" dirty="0">
                <a:latin typeface="Times New Roman" panose="02020603050405020304" pitchFamily="18" charset="0"/>
                <a:cs typeface="Times New Roman" panose="02020603050405020304" pitchFamily="18" charset="0"/>
              </a:endParaRPr>
            </a:p>
          </p:txBody>
        </p:sp>
      </p:grpSp>
      <p:grpSp>
        <p:nvGrpSpPr>
          <p:cNvPr id="24" name="组合 23">
            <a:extLst>
              <a:ext uri="{FF2B5EF4-FFF2-40B4-BE49-F238E27FC236}">
                <a16:creationId xmlns:a16="http://schemas.microsoft.com/office/drawing/2014/main" id="{DB5B3822-B3C6-4FE0-B830-763092647254}"/>
              </a:ext>
            </a:extLst>
          </p:cNvPr>
          <p:cNvGrpSpPr/>
          <p:nvPr/>
        </p:nvGrpSpPr>
        <p:grpSpPr>
          <a:xfrm>
            <a:off x="6681465" y="3567670"/>
            <a:ext cx="907355" cy="434926"/>
            <a:chOff x="8082251" y="3581822"/>
            <a:chExt cx="907355" cy="434926"/>
          </a:xfrm>
        </p:grpSpPr>
        <p:cxnSp>
          <p:nvCxnSpPr>
            <p:cNvPr id="25" name="直接连接符 24">
              <a:extLst>
                <a:ext uri="{FF2B5EF4-FFF2-40B4-BE49-F238E27FC236}">
                  <a16:creationId xmlns:a16="http://schemas.microsoft.com/office/drawing/2014/main" id="{874058FC-2B2B-4801-8DCC-9FA5F03A8510}"/>
                </a:ext>
              </a:extLst>
            </p:cNvPr>
            <p:cNvCxnSpPr>
              <a:cxnSpLocks/>
            </p:cNvCxnSpPr>
            <p:nvPr/>
          </p:nvCxnSpPr>
          <p:spPr>
            <a:xfrm flipH="1" flipV="1">
              <a:off x="8540751" y="3797846"/>
              <a:ext cx="1" cy="2189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7F593951-9672-46B1-9A7C-4103EF1F6B1D}"/>
                </a:ext>
              </a:extLst>
            </p:cNvPr>
            <p:cNvSpPr txBox="1"/>
            <p:nvPr/>
          </p:nvSpPr>
          <p:spPr>
            <a:xfrm>
              <a:off x="8082251" y="3581822"/>
              <a:ext cx="907355"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actions</a:t>
              </a:r>
              <a:endParaRPr lang="zh-CN" altLang="en-US" sz="1400" dirty="0">
                <a:latin typeface="Times New Roman" panose="02020603050405020304" pitchFamily="18" charset="0"/>
                <a:cs typeface="Times New Roman" panose="02020603050405020304" pitchFamily="18" charset="0"/>
              </a:endParaRPr>
            </a:p>
          </p:txBody>
        </p:sp>
      </p:grpSp>
      <p:grpSp>
        <p:nvGrpSpPr>
          <p:cNvPr id="29" name="组合 28">
            <a:extLst>
              <a:ext uri="{FF2B5EF4-FFF2-40B4-BE49-F238E27FC236}">
                <a16:creationId xmlns:a16="http://schemas.microsoft.com/office/drawing/2014/main" id="{C669A76D-525D-45D1-B614-DFD07125FD8B}"/>
              </a:ext>
            </a:extLst>
          </p:cNvPr>
          <p:cNvGrpSpPr/>
          <p:nvPr/>
        </p:nvGrpSpPr>
        <p:grpSpPr>
          <a:xfrm>
            <a:off x="6131782" y="3567670"/>
            <a:ext cx="907355" cy="434926"/>
            <a:chOff x="8082251" y="3581822"/>
            <a:chExt cx="907355" cy="434926"/>
          </a:xfrm>
        </p:grpSpPr>
        <p:cxnSp>
          <p:nvCxnSpPr>
            <p:cNvPr id="33" name="直接连接符 32">
              <a:extLst>
                <a:ext uri="{FF2B5EF4-FFF2-40B4-BE49-F238E27FC236}">
                  <a16:creationId xmlns:a16="http://schemas.microsoft.com/office/drawing/2014/main" id="{37D9167D-5C0B-41D3-B72A-B674876F18BF}"/>
                </a:ext>
              </a:extLst>
            </p:cNvPr>
            <p:cNvCxnSpPr>
              <a:cxnSpLocks/>
            </p:cNvCxnSpPr>
            <p:nvPr/>
          </p:nvCxnSpPr>
          <p:spPr>
            <a:xfrm flipH="1" flipV="1">
              <a:off x="8540751" y="3797846"/>
              <a:ext cx="1" cy="2189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7A7F9CBD-8628-4EC3-9503-9104BF674A3A}"/>
                </a:ext>
              </a:extLst>
            </p:cNvPr>
            <p:cNvSpPr txBox="1"/>
            <p:nvPr/>
          </p:nvSpPr>
          <p:spPr>
            <a:xfrm>
              <a:off x="8082251" y="3581822"/>
              <a:ext cx="907355"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actions</a:t>
              </a:r>
              <a:endParaRPr lang="zh-CN" altLang="en-US" sz="1400" dirty="0">
                <a:latin typeface="Times New Roman" panose="02020603050405020304" pitchFamily="18" charset="0"/>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8E2C738F-3A7B-42E1-BE97-8DB0D33E0EA0}"/>
              </a:ext>
            </a:extLst>
          </p:cNvPr>
          <p:cNvSpPr>
            <a:spLocks noGrp="1"/>
          </p:cNvSpPr>
          <p:nvPr>
            <p:ph type="sldNum" sz="quarter" idx="10"/>
          </p:nvPr>
        </p:nvSpPr>
        <p:spPr/>
        <p:txBody>
          <a:bodyPr/>
          <a:lstStyle/>
          <a:p>
            <a:pPr>
              <a:defRPr/>
            </a:pPr>
            <a:fld id="{8E104948-B687-4A74-87EB-9097C047E113}" type="slidenum">
              <a:rPr lang="zh-CN" altLang="en-US" smtClean="0"/>
              <a:pPr>
                <a:defRPr/>
              </a:pPr>
              <a:t>59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animEffect transition="in" filter="fade">
                                      <p:cBhvr>
                                        <p:cTn id="14" dur="500"/>
                                        <p:tgtEl>
                                          <p:spTgt spid="1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p:cTn id="32" dur="500" fill="hold"/>
                                        <p:tgtEl>
                                          <p:spTgt spid="18"/>
                                        </p:tgtEl>
                                        <p:attrNameLst>
                                          <p:attrName>ppt_w</p:attrName>
                                        </p:attrNameLst>
                                      </p:cBhvr>
                                      <p:tavLst>
                                        <p:tav tm="0">
                                          <p:val>
                                            <p:fltVal val="0"/>
                                          </p:val>
                                        </p:tav>
                                        <p:tav tm="100000">
                                          <p:val>
                                            <p:strVal val="#ppt_w"/>
                                          </p:val>
                                        </p:tav>
                                      </p:tavLst>
                                    </p:anim>
                                    <p:anim calcmode="lin" valueType="num">
                                      <p:cBhvr>
                                        <p:cTn id="33" dur="500" fill="hold"/>
                                        <p:tgtEl>
                                          <p:spTgt spid="18"/>
                                        </p:tgtEl>
                                        <p:attrNameLst>
                                          <p:attrName>ppt_h</p:attrName>
                                        </p:attrNameLst>
                                      </p:cBhvr>
                                      <p:tavLst>
                                        <p:tav tm="0">
                                          <p:val>
                                            <p:fltVal val="0"/>
                                          </p:val>
                                        </p:tav>
                                        <p:tav tm="100000">
                                          <p:val>
                                            <p:strVal val="#ppt_h"/>
                                          </p:val>
                                        </p:tav>
                                      </p:tavLst>
                                    </p:anim>
                                    <p:animEffect transition="in" filter="fade">
                                      <p:cBhvr>
                                        <p:cTn id="34" dur="500"/>
                                        <p:tgtEl>
                                          <p:spTgt spid="1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p:cTn id="42" dur="500" fill="hold"/>
                                        <p:tgtEl>
                                          <p:spTgt spid="21"/>
                                        </p:tgtEl>
                                        <p:attrNameLst>
                                          <p:attrName>ppt_w</p:attrName>
                                        </p:attrNameLst>
                                      </p:cBhvr>
                                      <p:tavLst>
                                        <p:tav tm="0">
                                          <p:val>
                                            <p:fltVal val="0"/>
                                          </p:val>
                                        </p:tav>
                                        <p:tav tm="100000">
                                          <p:val>
                                            <p:strVal val="#ppt_w"/>
                                          </p:val>
                                        </p:tav>
                                      </p:tavLst>
                                    </p:anim>
                                    <p:anim calcmode="lin" valueType="num">
                                      <p:cBhvr>
                                        <p:cTn id="43" dur="500" fill="hold"/>
                                        <p:tgtEl>
                                          <p:spTgt spid="21"/>
                                        </p:tgtEl>
                                        <p:attrNameLst>
                                          <p:attrName>ppt_h</p:attrName>
                                        </p:attrNameLst>
                                      </p:cBhvr>
                                      <p:tavLst>
                                        <p:tav tm="0">
                                          <p:val>
                                            <p:fltVal val="0"/>
                                          </p:val>
                                        </p:tav>
                                        <p:tav tm="100000">
                                          <p:val>
                                            <p:strVal val="#ppt_h"/>
                                          </p:val>
                                        </p:tav>
                                      </p:tavLst>
                                    </p:anim>
                                    <p:animEffect transition="in" filter="fade">
                                      <p:cBhvr>
                                        <p:cTn id="44" dur="500"/>
                                        <p:tgtEl>
                                          <p:spTgt spid="21"/>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p:cTn id="47" dur="500" fill="hold"/>
                                        <p:tgtEl>
                                          <p:spTgt spid="22"/>
                                        </p:tgtEl>
                                        <p:attrNameLst>
                                          <p:attrName>ppt_w</p:attrName>
                                        </p:attrNameLst>
                                      </p:cBhvr>
                                      <p:tavLst>
                                        <p:tav tm="0">
                                          <p:val>
                                            <p:fltVal val="0"/>
                                          </p:val>
                                        </p:tav>
                                        <p:tav tm="100000">
                                          <p:val>
                                            <p:strVal val="#ppt_w"/>
                                          </p:val>
                                        </p:tav>
                                      </p:tavLst>
                                    </p:anim>
                                    <p:anim calcmode="lin" valueType="num">
                                      <p:cBhvr>
                                        <p:cTn id="48" dur="500" fill="hold"/>
                                        <p:tgtEl>
                                          <p:spTgt spid="22"/>
                                        </p:tgtEl>
                                        <p:attrNameLst>
                                          <p:attrName>ppt_h</p:attrName>
                                        </p:attrNameLst>
                                      </p:cBhvr>
                                      <p:tavLst>
                                        <p:tav tm="0">
                                          <p:val>
                                            <p:fltVal val="0"/>
                                          </p:val>
                                        </p:tav>
                                        <p:tav tm="100000">
                                          <p:val>
                                            <p:strVal val="#ppt_h"/>
                                          </p:val>
                                        </p:tav>
                                      </p:tavLst>
                                    </p:anim>
                                    <p:animEffect transition="in" filter="fade">
                                      <p:cBhvr>
                                        <p:cTn id="49" dur="500"/>
                                        <p:tgtEl>
                                          <p:spTgt spid="22"/>
                                        </p:tgtEl>
                                      </p:cBhvr>
                                    </p:animEffect>
                                  </p:childTnLst>
                                </p:cTn>
                              </p:par>
                              <p:par>
                                <p:cTn id="50" presetID="22" presetClass="entr" presetSubtype="4"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down)">
                                      <p:cBhvr>
                                        <p:cTn id="52" dur="500"/>
                                        <p:tgtEl>
                                          <p:spTgt spid="30"/>
                                        </p:tgtEl>
                                      </p:cBhvr>
                                    </p:animEffect>
                                  </p:childTnLst>
                                </p:cTn>
                              </p:par>
                              <p:par>
                                <p:cTn id="53" presetID="22" presetClass="entr" presetSubtype="4"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wipe(down)">
                                      <p:cBhvr>
                                        <p:cTn id="55" dur="500"/>
                                        <p:tgtEl>
                                          <p:spTgt spid="24"/>
                                        </p:tgtEl>
                                      </p:cBhvr>
                                    </p:animEffect>
                                  </p:childTnLst>
                                </p:cTn>
                              </p:par>
                              <p:par>
                                <p:cTn id="56" presetID="22" presetClass="entr" presetSubtype="4" fill="hold"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ipe(down)">
                                      <p:cBhvr>
                                        <p:cTn id="58" dur="5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xit" presetSubtype="32" fill="hold" grpId="1" nodeType="clickEffect">
                                  <p:stCondLst>
                                    <p:cond delay="0"/>
                                  </p:stCondLst>
                                  <p:childTnLst>
                                    <p:anim calcmode="lin" valueType="num">
                                      <p:cBhvr>
                                        <p:cTn id="62" dur="500"/>
                                        <p:tgtEl>
                                          <p:spTgt spid="16"/>
                                        </p:tgtEl>
                                        <p:attrNameLst>
                                          <p:attrName>ppt_w</p:attrName>
                                        </p:attrNameLst>
                                      </p:cBhvr>
                                      <p:tavLst>
                                        <p:tav tm="0">
                                          <p:val>
                                            <p:strVal val="ppt_w"/>
                                          </p:val>
                                        </p:tav>
                                        <p:tav tm="100000">
                                          <p:val>
                                            <p:fltVal val="0"/>
                                          </p:val>
                                        </p:tav>
                                      </p:tavLst>
                                    </p:anim>
                                    <p:anim calcmode="lin" valueType="num">
                                      <p:cBhvr>
                                        <p:cTn id="63" dur="500"/>
                                        <p:tgtEl>
                                          <p:spTgt spid="16"/>
                                        </p:tgtEl>
                                        <p:attrNameLst>
                                          <p:attrName>ppt_h</p:attrName>
                                        </p:attrNameLst>
                                      </p:cBhvr>
                                      <p:tavLst>
                                        <p:tav tm="0">
                                          <p:val>
                                            <p:strVal val="ppt_h"/>
                                          </p:val>
                                        </p:tav>
                                        <p:tav tm="100000">
                                          <p:val>
                                            <p:fltVal val="0"/>
                                          </p:val>
                                        </p:tav>
                                      </p:tavLst>
                                    </p:anim>
                                    <p:animEffect transition="out" filter="fade">
                                      <p:cBhvr>
                                        <p:cTn id="64" dur="500"/>
                                        <p:tgtEl>
                                          <p:spTgt spid="16"/>
                                        </p:tgtEl>
                                      </p:cBhvr>
                                    </p:animEffect>
                                    <p:set>
                                      <p:cBhvr>
                                        <p:cTn id="65"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6" grpId="1" animBg="1"/>
      <p:bldP spid="17" grpId="0" animBg="1"/>
      <p:bldP spid="18" grpId="0" animBg="1"/>
      <p:bldP spid="19" grpId="0" animBg="1"/>
      <p:bldP spid="20" grpId="0" animBg="1"/>
      <p:bldP spid="21" grpId="0" animBg="1"/>
      <p:bldP spid="2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76">
            <a:extLst>
              <a:ext uri="{FF2B5EF4-FFF2-40B4-BE49-F238E27FC236}">
                <a16:creationId xmlns:a16="http://schemas.microsoft.com/office/drawing/2014/main" id="{1D89FA93-CE13-4B9F-9574-AF9A57C0ACCD}"/>
              </a:ext>
            </a:extLst>
          </p:cNvPr>
          <p:cNvSpPr>
            <a:spLocks noChangeArrowheads="1"/>
          </p:cNvSpPr>
          <p:nvPr/>
        </p:nvSpPr>
        <p:spPr bwMode="auto">
          <a:xfrm>
            <a:off x="5098992" y="4455764"/>
            <a:ext cx="612000" cy="270000"/>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64866" name="标题 2">
            <a:extLst>
              <a:ext uri="{FF2B5EF4-FFF2-40B4-BE49-F238E27FC236}">
                <a16:creationId xmlns:a16="http://schemas.microsoft.com/office/drawing/2014/main" id="{30653568-F065-4DA7-94E1-48E8D21700F9}"/>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sp>
        <p:nvSpPr>
          <p:cNvPr id="9" name="Rectangle 5">
            <a:extLst>
              <a:ext uri="{FF2B5EF4-FFF2-40B4-BE49-F238E27FC236}">
                <a16:creationId xmlns:a16="http://schemas.microsoft.com/office/drawing/2014/main" id="{D1C3F0A5-DB4E-4A7E-905B-4F524787D689}"/>
              </a:ext>
            </a:extLst>
          </p:cNvPr>
          <p:cNvSpPr>
            <a:spLocks noChangeArrowheads="1"/>
          </p:cNvSpPr>
          <p:nvPr/>
        </p:nvSpPr>
        <p:spPr bwMode="auto">
          <a:xfrm>
            <a:off x="8243888" y="4010400"/>
            <a:ext cx="5937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7">
            <a:extLst>
              <a:ext uri="{FF2B5EF4-FFF2-40B4-BE49-F238E27FC236}">
                <a16:creationId xmlns:a16="http://schemas.microsoft.com/office/drawing/2014/main" id="{13F2C2DD-FE67-4915-806D-78311EB36FCD}"/>
              </a:ext>
            </a:extLst>
          </p:cNvPr>
          <p:cNvSpPr>
            <a:spLocks noChangeArrowheads="1"/>
          </p:cNvSpPr>
          <p:nvPr/>
        </p:nvSpPr>
        <p:spPr bwMode="auto">
          <a:xfrm>
            <a:off x="8837613" y="4010400"/>
            <a:ext cx="21748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dirty="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6C040364-7F39-430C-91B9-94796E3D96D8}"/>
              </a:ext>
            </a:extLst>
          </p:cNvPr>
          <p:cNvSpPr>
            <a:spLocks noChangeArrowheads="1"/>
          </p:cNvSpPr>
          <p:nvPr/>
        </p:nvSpPr>
        <p:spPr bwMode="auto">
          <a:xfrm>
            <a:off x="8243888" y="445262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4" name="Rectangle 8">
            <a:extLst>
              <a:ext uri="{FF2B5EF4-FFF2-40B4-BE49-F238E27FC236}">
                <a16:creationId xmlns:a16="http://schemas.microsoft.com/office/drawing/2014/main" id="{32803170-5A8A-444A-88E6-70AF3FAFBEDB}"/>
              </a:ext>
            </a:extLst>
          </p:cNvPr>
          <p:cNvSpPr>
            <a:spLocks noChangeArrowheads="1"/>
          </p:cNvSpPr>
          <p:nvPr/>
        </p:nvSpPr>
        <p:spPr bwMode="auto">
          <a:xfrm>
            <a:off x="7434263" y="4011352"/>
            <a:ext cx="8096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sym typeface="Arial" pitchFamily="34" charset="0"/>
              </a:rPr>
              <a:t>2</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FF271749-40DC-46A4-AFE0-6A19E706D74A}"/>
              </a:ext>
            </a:extLst>
          </p:cNvPr>
          <p:cNvSpPr>
            <a:spLocks noChangeArrowheads="1"/>
          </p:cNvSpPr>
          <p:nvPr/>
        </p:nvSpPr>
        <p:spPr bwMode="auto">
          <a:xfrm>
            <a:off x="6840538" y="4010978"/>
            <a:ext cx="593725"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 </a:t>
            </a: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 name="Rectangle 21">
            <a:extLst>
              <a:ext uri="{FF2B5EF4-FFF2-40B4-BE49-F238E27FC236}">
                <a16:creationId xmlns:a16="http://schemas.microsoft.com/office/drawing/2014/main" id="{871ECD1F-490F-4056-B271-E0221E45B1B8}"/>
              </a:ext>
            </a:extLst>
          </p:cNvPr>
          <p:cNvSpPr>
            <a:spLocks noChangeArrowheads="1"/>
          </p:cNvSpPr>
          <p:nvPr/>
        </p:nvSpPr>
        <p:spPr bwMode="auto">
          <a:xfrm>
            <a:off x="6840538" y="4448175"/>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syn</a:t>
            </a:r>
            <a:endParaRPr lang="zh-CN" altLang="en-US" sz="1200" i="1">
              <a:solidFill>
                <a:srgbClr val="000000"/>
              </a:solidFill>
              <a:latin typeface="Times New Roman" panose="02020603050405020304" pitchFamily="18" charset="0"/>
              <a:cs typeface="Times New Roman" panose="02020603050405020304" pitchFamily="18" charset="0"/>
            </a:endParaRPr>
          </a:p>
        </p:txBody>
      </p:sp>
      <p:sp>
        <p:nvSpPr>
          <p:cNvPr id="18" name="Rectangle 18">
            <a:extLst>
              <a:ext uri="{FF2B5EF4-FFF2-40B4-BE49-F238E27FC236}">
                <a16:creationId xmlns:a16="http://schemas.microsoft.com/office/drawing/2014/main" id="{0D7BDF10-1A38-4562-B42A-B8231F2EC76C}"/>
              </a:ext>
            </a:extLst>
          </p:cNvPr>
          <p:cNvSpPr>
            <a:spLocks noChangeArrowheads="1"/>
          </p:cNvSpPr>
          <p:nvPr/>
        </p:nvSpPr>
        <p:spPr bwMode="auto">
          <a:xfrm>
            <a:off x="5707063" y="4010978"/>
            <a:ext cx="592137"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zh-CN" altLang="en-US" sz="1200" baseline="-25000" dirty="0">
                <a:solidFill>
                  <a:srgbClr val="000000"/>
                </a:solidFill>
                <a:latin typeface="Times New Roman" pitchFamily="18" charset="0"/>
                <a:cs typeface="Times New Roman" pitchFamily="18" charset="0"/>
              </a:rPr>
              <a:t>1</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9" name="Rectangle 24">
            <a:extLst>
              <a:ext uri="{FF2B5EF4-FFF2-40B4-BE49-F238E27FC236}">
                <a16:creationId xmlns:a16="http://schemas.microsoft.com/office/drawing/2014/main" id="{2B8C6788-CB63-47AB-BB58-B25F2240E38B}"/>
              </a:ext>
            </a:extLst>
          </p:cNvPr>
          <p:cNvSpPr>
            <a:spLocks noChangeArrowheads="1"/>
          </p:cNvSpPr>
          <p:nvPr/>
        </p:nvSpPr>
        <p:spPr bwMode="auto">
          <a:xfrm>
            <a:off x="5092702" y="4011613"/>
            <a:ext cx="614362"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Fsyn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1" name="Rectangle 12">
            <a:extLst>
              <a:ext uri="{FF2B5EF4-FFF2-40B4-BE49-F238E27FC236}">
                <a16:creationId xmlns:a16="http://schemas.microsoft.com/office/drawing/2014/main" id="{7F7B0C9E-6EA2-4BF9-8CB1-CC177B001010}"/>
              </a:ext>
            </a:extLst>
          </p:cNvPr>
          <p:cNvSpPr>
            <a:spLocks noChangeArrowheads="1"/>
          </p:cNvSpPr>
          <p:nvPr/>
        </p:nvSpPr>
        <p:spPr bwMode="auto">
          <a:xfrm>
            <a:off x="6299200" y="4010978"/>
            <a:ext cx="541338"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cs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a:t>
            </a:r>
            <a:endParaRPr lang="en-US" altLang="zh-CN" sz="1200" i="1" dirty="0">
              <a:solidFill>
                <a:srgbClr val="000000"/>
              </a:solidFill>
              <a:latin typeface="Times New Roman" panose="02020603050405020304" pitchFamily="18" charset="0"/>
              <a:cs typeface="Times New Roman" panose="02020603050405020304" pitchFamily="18" charset="0"/>
            </a:endParaRPr>
          </a:p>
        </p:txBody>
      </p:sp>
      <p:sp>
        <p:nvSpPr>
          <p:cNvPr id="22" name="Rectangle 23">
            <a:extLst>
              <a:ext uri="{FF2B5EF4-FFF2-40B4-BE49-F238E27FC236}">
                <a16:creationId xmlns:a16="http://schemas.microsoft.com/office/drawing/2014/main" id="{7294A1C4-FB77-41C0-A8E7-55E1054B7B43}"/>
              </a:ext>
            </a:extLst>
          </p:cNvPr>
          <p:cNvSpPr>
            <a:spLocks noChangeArrowheads="1"/>
          </p:cNvSpPr>
          <p:nvPr/>
        </p:nvSpPr>
        <p:spPr bwMode="auto">
          <a:xfrm>
            <a:off x="6299200" y="4448175"/>
            <a:ext cx="541338"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inh</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24" name="Rectangle 38">
            <a:extLst>
              <a:ext uri="{FF2B5EF4-FFF2-40B4-BE49-F238E27FC236}">
                <a16:creationId xmlns:a16="http://schemas.microsoft.com/office/drawing/2014/main" id="{47E565D8-18E7-4871-8CBC-399F24D86845}"/>
              </a:ext>
            </a:extLst>
          </p:cNvPr>
          <p:cNvSpPr>
            <a:spLocks noChangeArrowheads="1"/>
          </p:cNvSpPr>
          <p:nvPr/>
        </p:nvSpPr>
        <p:spPr bwMode="auto">
          <a:xfrm>
            <a:off x="4000500" y="4011613"/>
            <a:ext cx="1095376" cy="43815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rPr>
              <a:t>6</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25" name="Rectangle 43">
            <a:extLst>
              <a:ext uri="{FF2B5EF4-FFF2-40B4-BE49-F238E27FC236}">
                <a16:creationId xmlns:a16="http://schemas.microsoft.com/office/drawing/2014/main" id="{12CA99CA-2DB2-4C5A-AB86-5F37B01BF297}"/>
              </a:ext>
            </a:extLst>
          </p:cNvPr>
          <p:cNvSpPr>
            <a:spLocks noChangeArrowheads="1"/>
          </p:cNvSpPr>
          <p:nvPr/>
        </p:nvSpPr>
        <p:spPr bwMode="auto">
          <a:xfrm>
            <a:off x="3249613" y="4010400"/>
            <a:ext cx="7588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digit</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6" name="Rectangle 44">
            <a:extLst>
              <a:ext uri="{FF2B5EF4-FFF2-40B4-BE49-F238E27FC236}">
                <a16:creationId xmlns:a16="http://schemas.microsoft.com/office/drawing/2014/main" id="{5C153259-D8EF-4776-896A-6F171FBB1B5B}"/>
              </a:ext>
            </a:extLst>
          </p:cNvPr>
          <p:cNvSpPr>
            <a:spLocks noChangeArrowheads="1"/>
          </p:cNvSpPr>
          <p:nvPr/>
        </p:nvSpPr>
        <p:spPr bwMode="auto">
          <a:xfrm>
            <a:off x="3249613" y="4449600"/>
            <a:ext cx="7588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2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=3</a:t>
            </a:r>
            <a:endParaRPr lang="zh-CN" altLang="en-US" sz="12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27" name="Freeform 45">
            <a:extLst>
              <a:ext uri="{FF2B5EF4-FFF2-40B4-BE49-F238E27FC236}">
                <a16:creationId xmlns:a16="http://schemas.microsoft.com/office/drawing/2014/main" id="{35F38254-C3B5-4149-AC9B-6679974B35C9}"/>
              </a:ext>
            </a:extLst>
          </p:cNvPr>
          <p:cNvSpPr>
            <a:spLocks/>
          </p:cNvSpPr>
          <p:nvPr/>
        </p:nvSpPr>
        <p:spPr bwMode="auto">
          <a:xfrm>
            <a:off x="3811588" y="4767263"/>
            <a:ext cx="649287" cy="107950"/>
          </a:xfrm>
          <a:custGeom>
            <a:avLst/>
            <a:gdLst>
              <a:gd name="T0" fmla="*/ 0 w 545"/>
              <a:gd name="T1" fmla="*/ 0 h 227"/>
              <a:gd name="T2" fmla="*/ 2147483646 w 545"/>
              <a:gd name="T3" fmla="*/ 2147483646 h 227"/>
              <a:gd name="T4" fmla="*/ 2147483646 w 545"/>
              <a:gd name="T5" fmla="*/ 0 h 227"/>
              <a:gd name="T6" fmla="*/ 0 60000 65536"/>
              <a:gd name="T7" fmla="*/ 0 60000 65536"/>
              <a:gd name="T8" fmla="*/ 0 60000 65536"/>
              <a:gd name="T9" fmla="*/ 0 w 545"/>
              <a:gd name="T10" fmla="*/ 0 h 227"/>
              <a:gd name="T11" fmla="*/ 545 w 545"/>
              <a:gd name="T12" fmla="*/ 227 h 227"/>
            </a:gdLst>
            <a:ahLst/>
            <a:cxnLst>
              <a:cxn ang="T6">
                <a:pos x="T0" y="T1"/>
              </a:cxn>
              <a:cxn ang="T7">
                <a:pos x="T2" y="T3"/>
              </a:cxn>
              <a:cxn ang="T8">
                <a:pos x="T4" y="T5"/>
              </a:cxn>
            </a:cxnLst>
            <a:rect l="T9" t="T10" r="T11" b="T12"/>
            <a:pathLst>
              <a:path w="545" h="227">
                <a:moveTo>
                  <a:pt x="0" y="0"/>
                </a:moveTo>
                <a:cubicBezTo>
                  <a:pt x="91" y="113"/>
                  <a:pt x="182" y="227"/>
                  <a:pt x="273" y="227"/>
                </a:cubicBezTo>
                <a:cubicBezTo>
                  <a:pt x="364" y="227"/>
                  <a:pt x="454" y="113"/>
                  <a:pt x="545" y="0"/>
                </a:cubicBezTo>
              </a:path>
            </a:pathLst>
          </a:custGeom>
          <a:noFill/>
          <a:ln w="19050">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 name="Rectangle 39">
            <a:extLst>
              <a:ext uri="{FF2B5EF4-FFF2-40B4-BE49-F238E27FC236}">
                <a16:creationId xmlns:a16="http://schemas.microsoft.com/office/drawing/2014/main" id="{2391F094-D7A5-47E5-AAE1-FDCE0595A25C}"/>
              </a:ext>
            </a:extLst>
          </p:cNvPr>
          <p:cNvSpPr>
            <a:spLocks noChangeArrowheads="1"/>
          </p:cNvSpPr>
          <p:nvPr/>
        </p:nvSpPr>
        <p:spPr bwMode="auto">
          <a:xfrm>
            <a:off x="4008438" y="4450398"/>
            <a:ext cx="1084263" cy="276225"/>
          </a:xfrm>
          <a:prstGeom prst="rect">
            <a:avLst/>
          </a:prstGeom>
          <a:solidFill>
            <a:schemeClr val="accent5">
              <a:lumMod val="60000"/>
              <a:lumOff val="40000"/>
            </a:schemeClr>
          </a:solidFill>
          <a:ln w="9525">
            <a:solidFill>
              <a:schemeClr val="tx1"/>
            </a:solidFill>
            <a:miter lim="800000"/>
            <a:headEnd/>
            <a:tailEnd/>
          </a:ln>
          <a:effectLst/>
        </p:spPr>
        <p:txBody>
          <a:bodyPr wrap="squar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 typeface="Symbol" panose="05050102010706020507" pitchFamily="18" charset="2"/>
              <a:buNone/>
              <a:defRPr/>
            </a:pPr>
            <a:r>
              <a:rPr lang="en-US" altLang="zh-CN" sz="12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digit_lexval=3</a:t>
            </a:r>
            <a:endParaRPr lang="zh-CN" altLang="en-US" sz="1200" i="1">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29" name="Line 41">
            <a:extLst>
              <a:ext uri="{FF2B5EF4-FFF2-40B4-BE49-F238E27FC236}">
                <a16:creationId xmlns:a16="http://schemas.microsoft.com/office/drawing/2014/main" id="{2A75EFA0-3150-4A32-AE60-B3E08AAFD918}"/>
              </a:ext>
            </a:extLst>
          </p:cNvPr>
          <p:cNvSpPr>
            <a:spLocks noChangeShapeType="1"/>
          </p:cNvSpPr>
          <p:nvPr/>
        </p:nvSpPr>
        <p:spPr bwMode="auto">
          <a:xfrm flipH="1" flipV="1">
            <a:off x="4054475" y="3532188"/>
            <a:ext cx="460375" cy="479425"/>
          </a:xfrm>
          <a:prstGeom prst="line">
            <a:avLst/>
          </a:prstGeom>
          <a:noFill/>
          <a:ln w="19050">
            <a:solidFill>
              <a:schemeClr val="hlink"/>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Rectangle 40">
            <a:extLst>
              <a:ext uri="{FF2B5EF4-FFF2-40B4-BE49-F238E27FC236}">
                <a16:creationId xmlns:a16="http://schemas.microsoft.com/office/drawing/2014/main" id="{501024AB-B219-4A67-819B-5984BF7D9DC3}"/>
              </a:ext>
            </a:extLst>
          </p:cNvPr>
          <p:cNvSpPr>
            <a:spLocks noChangeArrowheads="1"/>
          </p:cNvSpPr>
          <p:nvPr/>
        </p:nvSpPr>
        <p:spPr bwMode="auto">
          <a:xfrm>
            <a:off x="2951163" y="3065463"/>
            <a:ext cx="3192462" cy="444500"/>
          </a:xfrm>
          <a:prstGeom prst="rect">
            <a:avLst/>
          </a:prstGeom>
          <a:solidFill>
            <a:srgbClr val="FFCCCC"/>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1500" i="1">
                <a:solidFill>
                  <a:srgbClr val="000000"/>
                </a:solidFill>
                <a:latin typeface="Times New Roman" panose="02020603050405020304" pitchFamily="18" charset="0"/>
                <a:cs typeface="Times New Roman" panose="02020603050405020304" pitchFamily="18" charset="0"/>
              </a:rPr>
              <a:t>stack</a:t>
            </a:r>
            <a:r>
              <a:rPr lang="en-US" altLang="zh-CN" sz="1500">
                <a:solidFill>
                  <a:srgbClr val="000000"/>
                </a:solidFill>
                <a:latin typeface="Times New Roman" panose="02020603050405020304" pitchFamily="18" charset="0"/>
                <a:cs typeface="Times New Roman" panose="02020603050405020304" pitchFamily="18" charset="0"/>
              </a:rPr>
              <a:t>[</a:t>
            </a:r>
            <a:r>
              <a:rPr lang="en-US" altLang="zh-CN" sz="1500" i="1">
                <a:solidFill>
                  <a:srgbClr val="000000"/>
                </a:solidFill>
                <a:latin typeface="Times New Roman" panose="02020603050405020304" pitchFamily="18" charset="0"/>
                <a:cs typeface="Times New Roman" panose="02020603050405020304" pitchFamily="18" charset="0"/>
              </a:rPr>
              <a:t>top</a:t>
            </a:r>
            <a:r>
              <a:rPr lang="en-US" altLang="zh-CN" sz="1500">
                <a:solidFill>
                  <a:srgbClr val="000000"/>
                </a:solidFill>
                <a:latin typeface="Times New Roman" panose="02020603050405020304" pitchFamily="18" charset="0"/>
                <a:cs typeface="Times New Roman" panose="02020603050405020304" pitchFamily="18" charset="0"/>
              </a:rPr>
              <a:t>-1].</a:t>
            </a:r>
            <a:r>
              <a:rPr lang="en-US" altLang="zh-CN" sz="1500" i="1">
                <a:solidFill>
                  <a:srgbClr val="000000"/>
                </a:solidFill>
                <a:latin typeface="Times New Roman" panose="02020603050405020304" pitchFamily="18" charset="0"/>
                <a:cs typeface="Times New Roman" panose="02020603050405020304" pitchFamily="18" charset="0"/>
              </a:rPr>
              <a:t>val</a:t>
            </a:r>
            <a:r>
              <a:rPr lang="en-US" altLang="zh-CN" sz="1500">
                <a:solidFill>
                  <a:srgbClr val="000000"/>
                </a:solidFill>
                <a:latin typeface="Times New Roman" panose="02020603050405020304" pitchFamily="18" charset="0"/>
                <a:cs typeface="Times New Roman" panose="02020603050405020304" pitchFamily="18" charset="0"/>
              </a:rPr>
              <a:t>=</a:t>
            </a:r>
            <a:r>
              <a:rPr lang="en-US" altLang="zh-CN" sz="1500" i="1">
                <a:solidFill>
                  <a:srgbClr val="000000"/>
                </a:solidFill>
                <a:latin typeface="Times New Roman" panose="02020603050405020304" pitchFamily="18" charset="0"/>
                <a:cs typeface="Times New Roman" panose="02020603050405020304" pitchFamily="18" charset="0"/>
              </a:rPr>
              <a:t>stack</a:t>
            </a:r>
            <a:r>
              <a:rPr lang="en-US" altLang="zh-CN" sz="1500">
                <a:solidFill>
                  <a:srgbClr val="000000"/>
                </a:solidFill>
                <a:latin typeface="Times New Roman" panose="02020603050405020304" pitchFamily="18" charset="0"/>
                <a:cs typeface="Times New Roman" panose="02020603050405020304" pitchFamily="18" charset="0"/>
              </a:rPr>
              <a:t>[</a:t>
            </a:r>
            <a:r>
              <a:rPr lang="en-US" altLang="zh-CN" sz="1500" i="1">
                <a:solidFill>
                  <a:srgbClr val="000000"/>
                </a:solidFill>
                <a:latin typeface="Times New Roman" panose="02020603050405020304" pitchFamily="18" charset="0"/>
                <a:cs typeface="Times New Roman" panose="02020603050405020304" pitchFamily="18" charset="0"/>
              </a:rPr>
              <a:t>top</a:t>
            </a:r>
            <a:r>
              <a:rPr lang="en-US" altLang="zh-CN" sz="1500">
                <a:solidFill>
                  <a:srgbClr val="000000"/>
                </a:solidFill>
                <a:latin typeface="Times New Roman" panose="02020603050405020304" pitchFamily="18" charset="0"/>
                <a:cs typeface="Times New Roman" panose="02020603050405020304" pitchFamily="18" charset="0"/>
              </a:rPr>
              <a:t>].</a:t>
            </a:r>
            <a:r>
              <a:rPr lang="en-US" altLang="zh-CN" sz="15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digit_lexval</a:t>
            </a:r>
          </a:p>
        </p:txBody>
      </p:sp>
      <p:sp>
        <p:nvSpPr>
          <p:cNvPr id="31" name="Rectangle 77">
            <a:extLst>
              <a:ext uri="{FF2B5EF4-FFF2-40B4-BE49-F238E27FC236}">
                <a16:creationId xmlns:a16="http://schemas.microsoft.com/office/drawing/2014/main" id="{85F6098A-DF8E-49C8-BD69-DCD72CB424C5}"/>
              </a:ext>
            </a:extLst>
          </p:cNvPr>
          <p:cNvSpPr>
            <a:spLocks noChangeArrowheads="1"/>
          </p:cNvSpPr>
          <p:nvPr/>
        </p:nvSpPr>
        <p:spPr bwMode="auto">
          <a:xfrm>
            <a:off x="5705216" y="4451349"/>
            <a:ext cx="597600" cy="277200"/>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100" i="1" dirty="0" err="1">
                <a:solidFill>
                  <a:srgbClr val="000000"/>
                </a:solidFill>
                <a:latin typeface="Times New Roman" panose="02020603050405020304" pitchFamily="18" charset="0"/>
                <a:cs typeface="Times New Roman" panose="02020603050405020304" pitchFamily="18" charset="0"/>
              </a:rPr>
              <a:t>Fval</a:t>
            </a:r>
            <a:r>
              <a:rPr lang="en-US" altLang="zh-CN" sz="1100" dirty="0">
                <a:solidFill>
                  <a:srgbClr val="000000"/>
                </a:solidFill>
                <a:latin typeface="Times New Roman" panose="02020603050405020304" pitchFamily="18" charset="0"/>
                <a:cs typeface="Times New Roman" panose="02020603050405020304" pitchFamily="18" charset="0"/>
              </a:rPr>
              <a:t>=3</a:t>
            </a:r>
            <a:endParaRPr lang="zh-CN" altLang="en-US" sz="1100" dirty="0">
              <a:solidFill>
                <a:srgbClr val="000000"/>
              </a:solidFill>
              <a:latin typeface="Times New Roman" panose="02020603050405020304" pitchFamily="18" charset="0"/>
              <a:cs typeface="Times New Roman" panose="02020603050405020304" pitchFamily="18" charset="0"/>
            </a:endParaRPr>
          </a:p>
        </p:txBody>
      </p:sp>
      <p:sp>
        <p:nvSpPr>
          <p:cNvPr id="32" name="Freeform 78">
            <a:extLst>
              <a:ext uri="{FF2B5EF4-FFF2-40B4-BE49-F238E27FC236}">
                <a16:creationId xmlns:a16="http://schemas.microsoft.com/office/drawing/2014/main" id="{6CE5B446-77AF-4B72-B772-FF3A13780165}"/>
              </a:ext>
            </a:extLst>
          </p:cNvPr>
          <p:cNvSpPr>
            <a:spLocks/>
          </p:cNvSpPr>
          <p:nvPr/>
        </p:nvSpPr>
        <p:spPr bwMode="auto">
          <a:xfrm>
            <a:off x="5334000" y="4760913"/>
            <a:ext cx="649288" cy="107950"/>
          </a:xfrm>
          <a:custGeom>
            <a:avLst/>
            <a:gdLst>
              <a:gd name="T0" fmla="*/ 0 w 545"/>
              <a:gd name="T1" fmla="*/ 0 h 227"/>
              <a:gd name="T2" fmla="*/ 2147483646 w 545"/>
              <a:gd name="T3" fmla="*/ 2147483646 h 227"/>
              <a:gd name="T4" fmla="*/ 2147483646 w 545"/>
              <a:gd name="T5" fmla="*/ 0 h 227"/>
              <a:gd name="T6" fmla="*/ 0 60000 65536"/>
              <a:gd name="T7" fmla="*/ 0 60000 65536"/>
              <a:gd name="T8" fmla="*/ 0 60000 65536"/>
              <a:gd name="T9" fmla="*/ 0 w 545"/>
              <a:gd name="T10" fmla="*/ 0 h 227"/>
              <a:gd name="T11" fmla="*/ 545 w 545"/>
              <a:gd name="T12" fmla="*/ 227 h 227"/>
            </a:gdLst>
            <a:ahLst/>
            <a:cxnLst>
              <a:cxn ang="T6">
                <a:pos x="T0" y="T1"/>
              </a:cxn>
              <a:cxn ang="T7">
                <a:pos x="T2" y="T3"/>
              </a:cxn>
              <a:cxn ang="T8">
                <a:pos x="T4" y="T5"/>
              </a:cxn>
            </a:cxnLst>
            <a:rect l="T9" t="T10" r="T11" b="T12"/>
            <a:pathLst>
              <a:path w="545" h="227">
                <a:moveTo>
                  <a:pt x="0" y="0"/>
                </a:moveTo>
                <a:cubicBezTo>
                  <a:pt x="91" y="113"/>
                  <a:pt x="182" y="227"/>
                  <a:pt x="273" y="227"/>
                </a:cubicBezTo>
                <a:cubicBezTo>
                  <a:pt x="364" y="227"/>
                  <a:pt x="454" y="113"/>
                  <a:pt x="545" y="0"/>
                </a:cubicBezTo>
              </a:path>
            </a:pathLst>
          </a:custGeom>
          <a:noFill/>
          <a:ln w="19050">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Line 79">
            <a:extLst>
              <a:ext uri="{FF2B5EF4-FFF2-40B4-BE49-F238E27FC236}">
                <a16:creationId xmlns:a16="http://schemas.microsoft.com/office/drawing/2014/main" id="{3D5ACCEC-57C2-4B1D-8D73-B7FA90BEF9AC}"/>
              </a:ext>
            </a:extLst>
          </p:cNvPr>
          <p:cNvSpPr>
            <a:spLocks noChangeShapeType="1"/>
          </p:cNvSpPr>
          <p:nvPr/>
        </p:nvSpPr>
        <p:spPr bwMode="auto">
          <a:xfrm flipV="1">
            <a:off x="7794625" y="1697038"/>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Rectangle 76">
            <a:extLst>
              <a:ext uri="{FF2B5EF4-FFF2-40B4-BE49-F238E27FC236}">
                <a16:creationId xmlns:a16="http://schemas.microsoft.com/office/drawing/2014/main" id="{0A11ED55-B412-46FA-B933-1497A67ED288}"/>
              </a:ext>
            </a:extLst>
          </p:cNvPr>
          <p:cNvSpPr>
            <a:spLocks noChangeArrowheads="1"/>
          </p:cNvSpPr>
          <p:nvPr/>
        </p:nvSpPr>
        <p:spPr bwMode="auto">
          <a:xfrm>
            <a:off x="5092701" y="4451578"/>
            <a:ext cx="611187" cy="276225"/>
          </a:xfrm>
          <a:prstGeom prst="rect">
            <a:avLst/>
          </a:prstGeom>
          <a:solidFill>
            <a:schemeClr val="accent5">
              <a:lumMod val="60000"/>
              <a:lumOff val="40000"/>
            </a:schemeClr>
          </a:solidFill>
          <a:ln w="9525">
            <a:solidFill>
              <a:schemeClr val="tx1"/>
            </a:solidFill>
            <a:miter lim="800000"/>
            <a:headEnd/>
            <a:tailEnd/>
          </a:ln>
          <a:effectLst/>
        </p:spPr>
        <p:txBody>
          <a:bodyPr wrap="squar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cs typeface="Times New Roman" panose="02020603050405020304" pitchFamily="18" charset="0"/>
              </a:rPr>
              <a:t>val</a:t>
            </a:r>
            <a:r>
              <a:rPr lang="en-US" altLang="zh-CN" sz="1200" dirty="0">
                <a:solidFill>
                  <a:srgbClr val="000000"/>
                </a:solidFill>
                <a:latin typeface="Times New Roman" panose="02020603050405020304" pitchFamily="18" charset="0"/>
                <a:cs typeface="Times New Roman" panose="02020603050405020304" pitchFamily="18" charset="0"/>
              </a:rPr>
              <a:t>=3</a:t>
            </a:r>
            <a:endParaRPr lang="zh-CN" altLang="en-US" sz="1200" dirty="0">
              <a:solidFill>
                <a:srgbClr val="000000"/>
              </a:solidFill>
              <a:latin typeface="Times New Roman" panose="02020603050405020304" pitchFamily="18" charset="0"/>
              <a:cs typeface="Times New Roman" panose="02020603050405020304" pitchFamily="18" charset="0"/>
            </a:endParaRPr>
          </a:p>
        </p:txBody>
      </p:sp>
      <p:sp>
        <p:nvSpPr>
          <p:cNvPr id="146457" name="Rectangle 56">
            <a:extLst>
              <a:ext uri="{FF2B5EF4-FFF2-40B4-BE49-F238E27FC236}">
                <a16:creationId xmlns:a16="http://schemas.microsoft.com/office/drawing/2014/main" id="{1155E02E-C4CC-4198-9409-67048F0A72B2}"/>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46458" name="Line 79">
            <a:extLst>
              <a:ext uri="{FF2B5EF4-FFF2-40B4-BE49-F238E27FC236}">
                <a16:creationId xmlns:a16="http://schemas.microsoft.com/office/drawing/2014/main" id="{EDE7FA94-EBAE-4C82-A019-4D8EC0D2EB23}"/>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46459" name="组合 12">
            <a:extLst>
              <a:ext uri="{FF2B5EF4-FFF2-40B4-BE49-F238E27FC236}">
                <a16:creationId xmlns:a16="http://schemas.microsoft.com/office/drawing/2014/main" id="{C53FDBCE-4244-4429-B5D4-CCD169011568}"/>
              </a:ext>
            </a:extLst>
          </p:cNvPr>
          <p:cNvGrpSpPr>
            <a:grpSpLocks/>
          </p:cNvGrpSpPr>
          <p:nvPr/>
        </p:nvGrpSpPr>
        <p:grpSpPr bwMode="auto">
          <a:xfrm>
            <a:off x="715963" y="682625"/>
            <a:ext cx="6092825" cy="2249488"/>
            <a:chOff x="751285" y="802569"/>
            <a:chExt cx="6091894" cy="2249363"/>
          </a:xfrm>
        </p:grpSpPr>
        <p:sp>
          <p:nvSpPr>
            <p:cNvPr id="39" name="矩形 7">
              <a:extLst>
                <a:ext uri="{FF2B5EF4-FFF2-40B4-BE49-F238E27FC236}">
                  <a16:creationId xmlns:a16="http://schemas.microsoft.com/office/drawing/2014/main" id="{7DD33910-80D9-453A-A85B-D563A2DBC0D6}"/>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46461" name="Rectangle 3">
              <a:extLst>
                <a:ext uri="{FF2B5EF4-FFF2-40B4-BE49-F238E27FC236}">
                  <a16:creationId xmlns:a16="http://schemas.microsoft.com/office/drawing/2014/main" id="{E0FC3F6E-6668-49FA-ABB9-24FADDB7B3A2}"/>
                </a:ext>
              </a:extLst>
            </p:cNvPr>
            <p:cNvSpPr txBox="1">
              <a:spLocks noChangeArrowheads="1"/>
            </p:cNvSpPr>
            <p:nvPr/>
          </p:nvSpPr>
          <p:spPr bwMode="auto">
            <a:xfrm>
              <a:off x="3670772" y="802569"/>
              <a:ext cx="3166239" cy="1660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dirty="0">
                  <a:solidFill>
                    <a:srgbClr val="000000"/>
                  </a:solidFill>
                  <a:latin typeface="Times New Roman" panose="02020603050405020304" pitchFamily="18" charset="0"/>
                  <a:cs typeface="Times New Roman" panose="02020603050405020304" pitchFamily="18" charset="0"/>
                </a:rPr>
                <a:t>1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err="1">
                  <a:solidFill>
                    <a:srgbClr val="0070C0"/>
                  </a:solidFill>
                  <a:latin typeface="Times New Roman" panose="02020603050405020304" pitchFamily="18" charset="0"/>
                  <a:ea typeface="楷体" panose="02010609060101010101" pitchFamily="49" charset="-122"/>
                </a:rPr>
                <a:t>′</a:t>
              </a:r>
              <a:r>
                <a:rPr lang="en-US" altLang="zh-CN" sz="2000" i="1" dirty="0" err="1">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70C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3</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i="1"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i="1" dirty="0">
                  <a:solidFill>
                    <a:srgbClr val="000000"/>
                  </a:solidFill>
                  <a:latin typeface="Times New Roman" panose="02020603050405020304" pitchFamily="18" charset="0"/>
                  <a:cs typeface="Times New Roman" panose="02020603050405020304" pitchFamily="18" charset="0"/>
                </a:rPr>
                <a:t>.inh </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i="1" dirty="0">
                  <a:solidFill>
                    <a:srgbClr val="000000"/>
                  </a:solidFill>
                  <a:latin typeface="Times New Roman" panose="02020603050405020304" pitchFamily="18" charset="0"/>
                  <a:cs typeface="Times New Roman" panose="02020603050405020304" pitchFamily="18" charset="0"/>
                </a:rPr>
                <a:t>.inh</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4</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i="1"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5</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a:t>
              </a:r>
              <a:r>
                <a:rPr lang="en-US" altLang="zh-CN" sz="2000" i="1" dirty="0" err="1">
                  <a:solidFill>
                    <a:srgbClr val="000000"/>
                  </a:solidFill>
                  <a:latin typeface="Times New Roman" panose="02020603050405020304" pitchFamily="18" charset="0"/>
                  <a:cs typeface="Times New Roman" panose="02020603050405020304" pitchFamily="18" charset="0"/>
                </a:rPr>
                <a:t>inh</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6</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146462" name="Rectangle 3">
              <a:extLst>
                <a:ext uri="{FF2B5EF4-FFF2-40B4-BE49-F238E27FC236}">
                  <a16:creationId xmlns:a16="http://schemas.microsoft.com/office/drawing/2014/main" id="{131106BF-130E-4B4A-B686-F012600C5EF3}"/>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rPr>
                <a:t>T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a:solidFill>
                    <a:srgbClr val="0000FF"/>
                  </a:solidFill>
                  <a:latin typeface="Times New Roman" panose="02020603050405020304" pitchFamily="18" charset="0"/>
                  <a:cs typeface="Times New Roman" panose="02020603050405020304" pitchFamily="18" charset="0"/>
                </a:rPr>
                <a:t>1</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2</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2) </a:t>
              </a:r>
              <a:r>
                <a:rPr lang="en-US" altLang="zh-CN"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3</a:t>
              </a:r>
              <a:r>
                <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 </a:t>
              </a:r>
              <a:r>
                <a:rPr lang="en-US" altLang="zh-CN"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4</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3)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5</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6</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FF"/>
                </a:solidFill>
                <a:latin typeface="Times New Roman" panose="02020603050405020304" pitchFamily="18" charset="0"/>
                <a:cs typeface="Times New Roman" panose="02020603050405020304" pitchFamily="18" charset="0"/>
              </a:endParaRPr>
            </a:p>
          </p:txBody>
        </p:sp>
      </p:grpSp>
      <p:grpSp>
        <p:nvGrpSpPr>
          <p:cNvPr id="35" name="组合 34">
            <a:extLst>
              <a:ext uri="{FF2B5EF4-FFF2-40B4-BE49-F238E27FC236}">
                <a16:creationId xmlns:a16="http://schemas.microsoft.com/office/drawing/2014/main" id="{09EFC5C6-6E73-4411-9098-A2E4C6E4F3A3}"/>
              </a:ext>
            </a:extLst>
          </p:cNvPr>
          <p:cNvGrpSpPr/>
          <p:nvPr/>
        </p:nvGrpSpPr>
        <p:grpSpPr>
          <a:xfrm>
            <a:off x="4974172" y="3579862"/>
            <a:ext cx="907355" cy="434926"/>
            <a:chOff x="8082251" y="3581822"/>
            <a:chExt cx="907355" cy="434926"/>
          </a:xfrm>
        </p:grpSpPr>
        <p:cxnSp>
          <p:nvCxnSpPr>
            <p:cNvPr id="36" name="直接连接符 35">
              <a:extLst>
                <a:ext uri="{FF2B5EF4-FFF2-40B4-BE49-F238E27FC236}">
                  <a16:creationId xmlns:a16="http://schemas.microsoft.com/office/drawing/2014/main" id="{9D8E52B0-19DD-45AA-A71C-F616669617E0}"/>
                </a:ext>
              </a:extLst>
            </p:cNvPr>
            <p:cNvCxnSpPr>
              <a:cxnSpLocks/>
            </p:cNvCxnSpPr>
            <p:nvPr/>
          </p:nvCxnSpPr>
          <p:spPr>
            <a:xfrm flipH="1" flipV="1">
              <a:off x="8540751" y="3797846"/>
              <a:ext cx="1" cy="2189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3CF01766-0BB7-4C1C-8181-06D523D8B19E}"/>
                </a:ext>
              </a:extLst>
            </p:cNvPr>
            <p:cNvSpPr txBox="1"/>
            <p:nvPr/>
          </p:nvSpPr>
          <p:spPr>
            <a:xfrm>
              <a:off x="8082251" y="3581822"/>
              <a:ext cx="907355"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actions</a:t>
              </a:r>
              <a:endParaRPr lang="zh-CN" altLang="en-US" sz="1400" dirty="0">
                <a:latin typeface="Times New Roman" panose="02020603050405020304" pitchFamily="18" charset="0"/>
                <a:cs typeface="Times New Roman" panose="02020603050405020304" pitchFamily="18" charset="0"/>
              </a:endParaRPr>
            </a:p>
          </p:txBody>
        </p:sp>
      </p:grpSp>
      <p:grpSp>
        <p:nvGrpSpPr>
          <p:cNvPr id="38" name="组合 37">
            <a:extLst>
              <a:ext uri="{FF2B5EF4-FFF2-40B4-BE49-F238E27FC236}">
                <a16:creationId xmlns:a16="http://schemas.microsoft.com/office/drawing/2014/main" id="{43F90A06-C19C-4A79-99FC-309204F00C24}"/>
              </a:ext>
            </a:extLst>
          </p:cNvPr>
          <p:cNvGrpSpPr/>
          <p:nvPr/>
        </p:nvGrpSpPr>
        <p:grpSpPr>
          <a:xfrm>
            <a:off x="3222779" y="3583168"/>
            <a:ext cx="907355" cy="434926"/>
            <a:chOff x="8082251" y="3581822"/>
            <a:chExt cx="907355" cy="434926"/>
          </a:xfrm>
        </p:grpSpPr>
        <p:cxnSp>
          <p:nvCxnSpPr>
            <p:cNvPr id="40" name="直接连接符 39">
              <a:extLst>
                <a:ext uri="{FF2B5EF4-FFF2-40B4-BE49-F238E27FC236}">
                  <a16:creationId xmlns:a16="http://schemas.microsoft.com/office/drawing/2014/main" id="{2CBE9929-9D85-4662-8411-2A8625CC0053}"/>
                </a:ext>
              </a:extLst>
            </p:cNvPr>
            <p:cNvCxnSpPr>
              <a:cxnSpLocks/>
            </p:cNvCxnSpPr>
            <p:nvPr/>
          </p:nvCxnSpPr>
          <p:spPr>
            <a:xfrm flipH="1" flipV="1">
              <a:off x="8540751" y="3797846"/>
              <a:ext cx="1" cy="2189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967B6978-6A48-491D-8D56-0E0CF0D19D7E}"/>
                </a:ext>
              </a:extLst>
            </p:cNvPr>
            <p:cNvSpPr txBox="1"/>
            <p:nvPr/>
          </p:nvSpPr>
          <p:spPr>
            <a:xfrm>
              <a:off x="8082251" y="3581822"/>
              <a:ext cx="907355"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actions</a:t>
              </a:r>
              <a:endParaRPr lang="zh-CN" altLang="en-US" sz="1400" dirty="0">
                <a:latin typeface="Times New Roman" panose="02020603050405020304" pitchFamily="18" charset="0"/>
                <a:cs typeface="Times New Roman" panose="02020603050405020304" pitchFamily="18" charset="0"/>
              </a:endParaRPr>
            </a:p>
          </p:txBody>
        </p:sp>
      </p:grpSp>
      <p:sp>
        <p:nvSpPr>
          <p:cNvPr id="42" name="文本框 41">
            <a:extLst>
              <a:ext uri="{FF2B5EF4-FFF2-40B4-BE49-F238E27FC236}">
                <a16:creationId xmlns:a16="http://schemas.microsoft.com/office/drawing/2014/main" id="{FC6F45C8-B8AB-4CDC-98E2-288B026C7B0B}"/>
              </a:ext>
            </a:extLst>
          </p:cNvPr>
          <p:cNvSpPr txBox="1"/>
          <p:nvPr/>
        </p:nvSpPr>
        <p:spPr>
          <a:xfrm flipH="1">
            <a:off x="6955759" y="2065981"/>
            <a:ext cx="1990597" cy="1323439"/>
          </a:xfrm>
          <a:prstGeom prst="rect">
            <a:avLst/>
          </a:prstGeom>
          <a:solidFill>
            <a:schemeClr val="accent2">
              <a:lumMod val="20000"/>
              <a:lumOff val="80000"/>
            </a:schemeClr>
          </a:solidFill>
          <a:ln>
            <a:solidFill>
              <a:schemeClr val="tx1"/>
            </a:solidFill>
          </a:ln>
        </p:spPr>
        <p:txBody>
          <a:bodyPr wrap="square" rtlCol="0">
            <a:spAutoFit/>
          </a:bodyPr>
          <a:lstStyle/>
          <a:p>
            <a:pPr algn="just">
              <a:buFont typeface="Wingdings" panose="05000000000000000000" pitchFamily="2" charset="2"/>
              <a:buChar char="Ø"/>
            </a:pPr>
            <a:r>
              <a:rPr lang="zh-CN" altLang="en-US" sz="1600" dirty="0">
                <a:latin typeface="华文楷体" panose="02010600040101010101" pitchFamily="2" charset="-122"/>
                <a:ea typeface="华文楷体" panose="02010600040101010101" pitchFamily="2" charset="-122"/>
              </a:rPr>
              <a:t>综合属性记录出栈时</a:t>
            </a:r>
            <a:r>
              <a:rPr lang="en-US" altLang="zh-CN" sz="1600" dirty="0">
                <a:latin typeface="华文楷体" panose="02010600040101010101" pitchFamily="2" charset="-122"/>
                <a:ea typeface="华文楷体" panose="02010600040101010101" pitchFamily="2" charset="-122"/>
              </a:rPr>
              <a:t>,</a:t>
            </a:r>
            <a:r>
              <a:rPr lang="zh-CN" altLang="en-US" sz="1600" dirty="0">
                <a:latin typeface="华文楷体" panose="02010600040101010101" pitchFamily="2" charset="-122"/>
                <a:ea typeface="华文楷体" panose="02010600040101010101" pitchFamily="2" charset="-122"/>
              </a:rPr>
              <a:t>与</a:t>
            </a:r>
            <a:r>
              <a:rPr lang="zh-CN" altLang="en-US" sz="1600" dirty="0">
                <a:solidFill>
                  <a:srgbClr val="0070C0"/>
                </a:solidFill>
                <a:latin typeface="华文楷体" panose="02010600040101010101" pitchFamily="2" charset="-122"/>
                <a:ea typeface="华文楷体" panose="02010600040101010101" pitchFamily="2" charset="-122"/>
              </a:rPr>
              <a:t>综合记录关联的语义动作</a:t>
            </a:r>
            <a:r>
              <a:rPr lang="zh-CN" altLang="en-US" sz="1600" dirty="0">
                <a:latin typeface="华文楷体" panose="02010600040101010101" pitchFamily="2" charset="-122"/>
                <a:ea typeface="华文楷体" panose="02010600040101010101" pitchFamily="2" charset="-122"/>
              </a:rPr>
              <a:t>负责将综合属性复制到需要它的栈中位置。</a:t>
            </a:r>
          </a:p>
        </p:txBody>
      </p:sp>
      <p:grpSp>
        <p:nvGrpSpPr>
          <p:cNvPr id="43" name="组合 42">
            <a:extLst>
              <a:ext uri="{FF2B5EF4-FFF2-40B4-BE49-F238E27FC236}">
                <a16:creationId xmlns:a16="http://schemas.microsoft.com/office/drawing/2014/main" id="{E4F0551C-62C6-428D-8B5F-BA2A4DA271A4}"/>
              </a:ext>
            </a:extLst>
          </p:cNvPr>
          <p:cNvGrpSpPr/>
          <p:nvPr/>
        </p:nvGrpSpPr>
        <p:grpSpPr>
          <a:xfrm>
            <a:off x="6681465" y="3567670"/>
            <a:ext cx="907355" cy="434926"/>
            <a:chOff x="8082251" y="3581822"/>
            <a:chExt cx="907355" cy="434926"/>
          </a:xfrm>
        </p:grpSpPr>
        <p:cxnSp>
          <p:nvCxnSpPr>
            <p:cNvPr id="44" name="直接连接符 43">
              <a:extLst>
                <a:ext uri="{FF2B5EF4-FFF2-40B4-BE49-F238E27FC236}">
                  <a16:creationId xmlns:a16="http://schemas.microsoft.com/office/drawing/2014/main" id="{F8D47552-4AA2-4A67-B200-07795B8138D3}"/>
                </a:ext>
              </a:extLst>
            </p:cNvPr>
            <p:cNvCxnSpPr>
              <a:cxnSpLocks/>
            </p:cNvCxnSpPr>
            <p:nvPr/>
          </p:nvCxnSpPr>
          <p:spPr>
            <a:xfrm flipH="1" flipV="1">
              <a:off x="8540751" y="3797846"/>
              <a:ext cx="1" cy="2189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0103FB02-9DFE-43F9-AEB8-D2463CAF10E2}"/>
                </a:ext>
              </a:extLst>
            </p:cNvPr>
            <p:cNvSpPr txBox="1"/>
            <p:nvPr/>
          </p:nvSpPr>
          <p:spPr>
            <a:xfrm>
              <a:off x="8082251" y="3581822"/>
              <a:ext cx="907355"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actions</a:t>
              </a:r>
              <a:endParaRPr lang="zh-CN" altLang="en-US" sz="1400" dirty="0">
                <a:latin typeface="Times New Roman" panose="02020603050405020304" pitchFamily="18" charset="0"/>
                <a:cs typeface="Times New Roman" panose="02020603050405020304" pitchFamily="18" charset="0"/>
              </a:endParaRPr>
            </a:p>
          </p:txBody>
        </p:sp>
      </p:grpSp>
      <p:grpSp>
        <p:nvGrpSpPr>
          <p:cNvPr id="46" name="组合 45">
            <a:extLst>
              <a:ext uri="{FF2B5EF4-FFF2-40B4-BE49-F238E27FC236}">
                <a16:creationId xmlns:a16="http://schemas.microsoft.com/office/drawing/2014/main" id="{6BF31A23-1F74-4554-B2AE-8C55BA56926D}"/>
              </a:ext>
            </a:extLst>
          </p:cNvPr>
          <p:cNvGrpSpPr/>
          <p:nvPr/>
        </p:nvGrpSpPr>
        <p:grpSpPr>
          <a:xfrm>
            <a:off x="6133209" y="3578199"/>
            <a:ext cx="907355" cy="434926"/>
            <a:chOff x="8082251" y="3581822"/>
            <a:chExt cx="907355" cy="434926"/>
          </a:xfrm>
        </p:grpSpPr>
        <p:cxnSp>
          <p:nvCxnSpPr>
            <p:cNvPr id="47" name="直接连接符 46">
              <a:extLst>
                <a:ext uri="{FF2B5EF4-FFF2-40B4-BE49-F238E27FC236}">
                  <a16:creationId xmlns:a16="http://schemas.microsoft.com/office/drawing/2014/main" id="{68311CF1-CA47-48C0-9619-00A015009210}"/>
                </a:ext>
              </a:extLst>
            </p:cNvPr>
            <p:cNvCxnSpPr>
              <a:cxnSpLocks/>
            </p:cNvCxnSpPr>
            <p:nvPr/>
          </p:nvCxnSpPr>
          <p:spPr>
            <a:xfrm flipH="1" flipV="1">
              <a:off x="8540751" y="3797846"/>
              <a:ext cx="1" cy="2189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BAFC5B6E-1541-4967-9033-9C42C0BDF2AB}"/>
                </a:ext>
              </a:extLst>
            </p:cNvPr>
            <p:cNvSpPr txBox="1"/>
            <p:nvPr/>
          </p:nvSpPr>
          <p:spPr>
            <a:xfrm>
              <a:off x="8082251" y="3581822"/>
              <a:ext cx="907355"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actions</a:t>
              </a:r>
              <a:endParaRPr lang="zh-CN" altLang="en-US" sz="1400" dirty="0">
                <a:latin typeface="Times New Roman" panose="02020603050405020304" pitchFamily="18" charset="0"/>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29AF9F12-996D-4217-8D1A-78FFDDF45FC8}"/>
              </a:ext>
            </a:extLst>
          </p:cNvPr>
          <p:cNvSpPr>
            <a:spLocks noGrp="1"/>
          </p:cNvSpPr>
          <p:nvPr>
            <p:ph type="sldNum" sz="quarter" idx="10"/>
          </p:nvPr>
        </p:nvSpPr>
        <p:spPr/>
        <p:txBody>
          <a:bodyPr/>
          <a:lstStyle/>
          <a:p>
            <a:pPr>
              <a:defRPr/>
            </a:pPr>
            <a:fld id="{8E104948-B687-4A74-87EB-9097C047E113}" type="slidenum">
              <a:rPr lang="zh-CN" altLang="en-US" smtClean="0"/>
              <a:pPr>
                <a:defRPr/>
              </a:pPr>
              <a:t>60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500" fill="hold"/>
                                        <p:tgtEl>
                                          <p:spTgt spid="25"/>
                                        </p:tgtEl>
                                        <p:attrNameLst>
                                          <p:attrName>ppt_w</p:attrName>
                                        </p:attrNameLst>
                                      </p:cBhvr>
                                      <p:tavLst>
                                        <p:tav tm="0">
                                          <p:val>
                                            <p:fltVal val="0"/>
                                          </p:val>
                                        </p:tav>
                                        <p:tav tm="100000">
                                          <p:val>
                                            <p:strVal val="#ppt_w"/>
                                          </p:val>
                                        </p:tav>
                                      </p:tavLst>
                                    </p:anim>
                                    <p:anim calcmode="lin" valueType="num">
                                      <p:cBhvr>
                                        <p:cTn id="13" dur="500" fill="hold"/>
                                        <p:tgtEl>
                                          <p:spTgt spid="25"/>
                                        </p:tgtEl>
                                        <p:attrNameLst>
                                          <p:attrName>ppt_h</p:attrName>
                                        </p:attrNameLst>
                                      </p:cBhvr>
                                      <p:tavLst>
                                        <p:tav tm="0">
                                          <p:val>
                                            <p:fltVal val="0"/>
                                          </p:val>
                                        </p:tav>
                                        <p:tav tm="100000">
                                          <p:val>
                                            <p:strVal val="#ppt_h"/>
                                          </p:val>
                                        </p:tav>
                                      </p:tavLst>
                                    </p:anim>
                                    <p:animEffect transition="in" filter="fade">
                                      <p:cBhvr>
                                        <p:cTn id="14" dur="500"/>
                                        <p:tgtEl>
                                          <p:spTgt spid="2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p:cTn id="17" dur="500" fill="hold"/>
                                        <p:tgtEl>
                                          <p:spTgt spid="26"/>
                                        </p:tgtEl>
                                        <p:attrNameLst>
                                          <p:attrName>ppt_w</p:attrName>
                                        </p:attrNameLst>
                                      </p:cBhvr>
                                      <p:tavLst>
                                        <p:tav tm="0">
                                          <p:val>
                                            <p:fltVal val="0"/>
                                          </p:val>
                                        </p:tav>
                                        <p:tav tm="100000">
                                          <p:val>
                                            <p:strVal val="#ppt_w"/>
                                          </p:val>
                                        </p:tav>
                                      </p:tavLst>
                                    </p:anim>
                                    <p:anim calcmode="lin" valueType="num">
                                      <p:cBhvr>
                                        <p:cTn id="18" dur="500" fill="hold"/>
                                        <p:tgtEl>
                                          <p:spTgt spid="26"/>
                                        </p:tgtEl>
                                        <p:attrNameLst>
                                          <p:attrName>ppt_h</p:attrName>
                                        </p:attrNameLst>
                                      </p:cBhvr>
                                      <p:tavLst>
                                        <p:tav tm="0">
                                          <p:val>
                                            <p:fltVal val="0"/>
                                          </p:val>
                                        </p:tav>
                                        <p:tav tm="100000">
                                          <p:val>
                                            <p:strVal val="#ppt_h"/>
                                          </p:val>
                                        </p:tav>
                                      </p:tavLst>
                                    </p:anim>
                                    <p:animEffect transition="in" filter="fade">
                                      <p:cBhvr>
                                        <p:cTn id="19" dur="500"/>
                                        <p:tgtEl>
                                          <p:spTgt spid="26"/>
                                        </p:tgtEl>
                                      </p:cBhvr>
                                    </p:animEffect>
                                  </p:childTnLst>
                                </p:cTn>
                              </p:par>
                              <p:par>
                                <p:cTn id="20" presetID="22" presetClass="entr" presetSubtype="4"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down)">
                                      <p:cBhvr>
                                        <p:cTn id="22" dur="500"/>
                                        <p:tgtEl>
                                          <p:spTgt spid="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16"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p:cTn id="27" dur="500" fill="hold"/>
                                        <p:tgtEl>
                                          <p:spTgt spid="27"/>
                                        </p:tgtEl>
                                        <p:attrNameLst>
                                          <p:attrName>ppt_w</p:attrName>
                                        </p:attrNameLst>
                                      </p:cBhvr>
                                      <p:tavLst>
                                        <p:tav tm="0">
                                          <p:val>
                                            <p:fltVal val="0"/>
                                          </p:val>
                                        </p:tav>
                                        <p:tav tm="100000">
                                          <p:val>
                                            <p:strVal val="#ppt_w"/>
                                          </p:val>
                                        </p:tav>
                                      </p:tavLst>
                                    </p:anim>
                                    <p:anim calcmode="lin" valueType="num">
                                      <p:cBhvr>
                                        <p:cTn id="28" dur="500" fill="hold"/>
                                        <p:tgtEl>
                                          <p:spTgt spid="27"/>
                                        </p:tgtEl>
                                        <p:attrNameLst>
                                          <p:attrName>ppt_h</p:attrName>
                                        </p:attrNameLst>
                                      </p:cBhvr>
                                      <p:tavLst>
                                        <p:tav tm="0">
                                          <p:val>
                                            <p:fltVal val="0"/>
                                          </p:val>
                                        </p:tav>
                                        <p:tav tm="100000">
                                          <p:val>
                                            <p:strVal val="#ppt_h"/>
                                          </p:val>
                                        </p:tav>
                                      </p:tavLst>
                                    </p:anim>
                                    <p:animEffect transition="in" filter="fade">
                                      <p:cBhvr>
                                        <p:cTn id="29" dur="500"/>
                                        <p:tgtEl>
                                          <p:spTgt spid="2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down)">
                                      <p:cBhvr>
                                        <p:cTn id="39" dur="500"/>
                                        <p:tgtEl>
                                          <p:spTgt spid="42"/>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xit" presetSubtype="32" fill="hold" grpId="1" nodeType="clickEffect">
                                  <p:stCondLst>
                                    <p:cond delay="0"/>
                                  </p:stCondLst>
                                  <p:childTnLst>
                                    <p:anim calcmode="lin" valueType="num">
                                      <p:cBhvr>
                                        <p:cTn id="43" dur="500"/>
                                        <p:tgtEl>
                                          <p:spTgt spid="25"/>
                                        </p:tgtEl>
                                        <p:attrNameLst>
                                          <p:attrName>ppt_w</p:attrName>
                                        </p:attrNameLst>
                                      </p:cBhvr>
                                      <p:tavLst>
                                        <p:tav tm="0">
                                          <p:val>
                                            <p:strVal val="ppt_w"/>
                                          </p:val>
                                        </p:tav>
                                        <p:tav tm="100000">
                                          <p:val>
                                            <p:fltVal val="0"/>
                                          </p:val>
                                        </p:tav>
                                      </p:tavLst>
                                    </p:anim>
                                    <p:anim calcmode="lin" valueType="num">
                                      <p:cBhvr>
                                        <p:cTn id="44" dur="500"/>
                                        <p:tgtEl>
                                          <p:spTgt spid="25"/>
                                        </p:tgtEl>
                                        <p:attrNameLst>
                                          <p:attrName>ppt_h</p:attrName>
                                        </p:attrNameLst>
                                      </p:cBhvr>
                                      <p:tavLst>
                                        <p:tav tm="0">
                                          <p:val>
                                            <p:strVal val="ppt_h"/>
                                          </p:val>
                                        </p:tav>
                                        <p:tav tm="100000">
                                          <p:val>
                                            <p:fltVal val="0"/>
                                          </p:val>
                                        </p:tav>
                                      </p:tavLst>
                                    </p:anim>
                                    <p:animEffect transition="out" filter="fade">
                                      <p:cBhvr>
                                        <p:cTn id="45" dur="500"/>
                                        <p:tgtEl>
                                          <p:spTgt spid="25"/>
                                        </p:tgtEl>
                                      </p:cBhvr>
                                    </p:animEffect>
                                    <p:set>
                                      <p:cBhvr>
                                        <p:cTn id="46" dur="1" fill="hold">
                                          <p:stCondLst>
                                            <p:cond delay="499"/>
                                          </p:stCondLst>
                                        </p:cTn>
                                        <p:tgtEl>
                                          <p:spTgt spid="25"/>
                                        </p:tgtEl>
                                        <p:attrNameLst>
                                          <p:attrName>style.visibility</p:attrName>
                                        </p:attrNameLst>
                                      </p:cBhvr>
                                      <p:to>
                                        <p:strVal val="hidden"/>
                                      </p:to>
                                    </p:set>
                                  </p:childTnLst>
                                </p:cTn>
                              </p:par>
                              <p:par>
                                <p:cTn id="47" presetID="53" presetClass="exit" presetSubtype="32" fill="hold" grpId="1" nodeType="withEffect">
                                  <p:stCondLst>
                                    <p:cond delay="0"/>
                                  </p:stCondLst>
                                  <p:childTnLst>
                                    <p:anim calcmode="lin" valueType="num">
                                      <p:cBhvr>
                                        <p:cTn id="48" dur="500"/>
                                        <p:tgtEl>
                                          <p:spTgt spid="26"/>
                                        </p:tgtEl>
                                        <p:attrNameLst>
                                          <p:attrName>ppt_w</p:attrName>
                                        </p:attrNameLst>
                                      </p:cBhvr>
                                      <p:tavLst>
                                        <p:tav tm="0">
                                          <p:val>
                                            <p:strVal val="ppt_w"/>
                                          </p:val>
                                        </p:tav>
                                        <p:tav tm="100000">
                                          <p:val>
                                            <p:fltVal val="0"/>
                                          </p:val>
                                        </p:tav>
                                      </p:tavLst>
                                    </p:anim>
                                    <p:anim calcmode="lin" valueType="num">
                                      <p:cBhvr>
                                        <p:cTn id="49" dur="500"/>
                                        <p:tgtEl>
                                          <p:spTgt spid="26"/>
                                        </p:tgtEl>
                                        <p:attrNameLst>
                                          <p:attrName>ppt_h</p:attrName>
                                        </p:attrNameLst>
                                      </p:cBhvr>
                                      <p:tavLst>
                                        <p:tav tm="0">
                                          <p:val>
                                            <p:strVal val="ppt_h"/>
                                          </p:val>
                                        </p:tav>
                                        <p:tav tm="100000">
                                          <p:val>
                                            <p:fltVal val="0"/>
                                          </p:val>
                                        </p:tav>
                                      </p:tavLst>
                                    </p:anim>
                                    <p:animEffect transition="out" filter="fade">
                                      <p:cBhvr>
                                        <p:cTn id="50" dur="500"/>
                                        <p:tgtEl>
                                          <p:spTgt spid="26"/>
                                        </p:tgtEl>
                                      </p:cBhvr>
                                    </p:animEffect>
                                    <p:set>
                                      <p:cBhvr>
                                        <p:cTn id="51" dur="1" fill="hold">
                                          <p:stCondLst>
                                            <p:cond delay="499"/>
                                          </p:stCondLst>
                                        </p:cTn>
                                        <p:tgtEl>
                                          <p:spTgt spid="26"/>
                                        </p:tgtEl>
                                        <p:attrNameLst>
                                          <p:attrName>style.visibility</p:attrName>
                                        </p:attrNameLst>
                                      </p:cBhvr>
                                      <p:to>
                                        <p:strVal val="hidden"/>
                                      </p:to>
                                    </p:set>
                                  </p:childTnLst>
                                </p:cTn>
                              </p:par>
                              <p:par>
                                <p:cTn id="52" presetID="53" presetClass="exit" presetSubtype="32" fill="hold" nodeType="withEffect">
                                  <p:stCondLst>
                                    <p:cond delay="0"/>
                                  </p:stCondLst>
                                  <p:childTnLst>
                                    <p:anim calcmode="lin" valueType="num">
                                      <p:cBhvr>
                                        <p:cTn id="53" dur="500"/>
                                        <p:tgtEl>
                                          <p:spTgt spid="27"/>
                                        </p:tgtEl>
                                        <p:attrNameLst>
                                          <p:attrName>ppt_w</p:attrName>
                                        </p:attrNameLst>
                                      </p:cBhvr>
                                      <p:tavLst>
                                        <p:tav tm="0">
                                          <p:val>
                                            <p:strVal val="ppt_w"/>
                                          </p:val>
                                        </p:tav>
                                        <p:tav tm="100000">
                                          <p:val>
                                            <p:fltVal val="0"/>
                                          </p:val>
                                        </p:tav>
                                      </p:tavLst>
                                    </p:anim>
                                    <p:anim calcmode="lin" valueType="num">
                                      <p:cBhvr>
                                        <p:cTn id="54" dur="500"/>
                                        <p:tgtEl>
                                          <p:spTgt spid="27"/>
                                        </p:tgtEl>
                                        <p:attrNameLst>
                                          <p:attrName>ppt_h</p:attrName>
                                        </p:attrNameLst>
                                      </p:cBhvr>
                                      <p:tavLst>
                                        <p:tav tm="0">
                                          <p:val>
                                            <p:strVal val="ppt_h"/>
                                          </p:val>
                                        </p:tav>
                                        <p:tav tm="100000">
                                          <p:val>
                                            <p:fltVal val="0"/>
                                          </p:val>
                                        </p:tav>
                                      </p:tavLst>
                                    </p:anim>
                                    <p:animEffect transition="out" filter="fade">
                                      <p:cBhvr>
                                        <p:cTn id="55" dur="500"/>
                                        <p:tgtEl>
                                          <p:spTgt spid="27"/>
                                        </p:tgtEl>
                                      </p:cBhvr>
                                    </p:animEffect>
                                    <p:set>
                                      <p:cBhvr>
                                        <p:cTn id="56" dur="1" fill="hold">
                                          <p:stCondLst>
                                            <p:cond delay="499"/>
                                          </p:stCondLst>
                                        </p:cTn>
                                        <p:tgtEl>
                                          <p:spTgt spid="27"/>
                                        </p:tgtEl>
                                        <p:attrNameLst>
                                          <p:attrName>style.visibility</p:attrName>
                                        </p:attrNameLst>
                                      </p:cBhvr>
                                      <p:to>
                                        <p:strVal val="hidden"/>
                                      </p:to>
                                    </p:set>
                                  </p:childTnLst>
                                </p:cTn>
                              </p:par>
                              <p:par>
                                <p:cTn id="57" presetID="22" presetClass="exit" presetSubtype="4" fill="hold" nodeType="withEffect">
                                  <p:stCondLst>
                                    <p:cond delay="0"/>
                                  </p:stCondLst>
                                  <p:childTnLst>
                                    <p:animEffect transition="out" filter="wipe(down)">
                                      <p:cBhvr>
                                        <p:cTn id="58" dur="500"/>
                                        <p:tgtEl>
                                          <p:spTgt spid="38"/>
                                        </p:tgtEl>
                                      </p:cBhvr>
                                    </p:animEffect>
                                    <p:set>
                                      <p:cBhvr>
                                        <p:cTn id="59" dur="1" fill="hold">
                                          <p:stCondLst>
                                            <p:cond delay="499"/>
                                          </p:stCondLst>
                                        </p:cTn>
                                        <p:tgtEl>
                                          <p:spTgt spid="38"/>
                                        </p:tgtEl>
                                        <p:attrNameLst>
                                          <p:attrName>style.visibility</p:attrName>
                                        </p:attrNameLst>
                                      </p:cBhvr>
                                      <p:to>
                                        <p:strVal val="hidden"/>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53" presetClass="entr" presetSubtype="16" fill="hold" nodeType="clickEffect">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ppt_w</p:attrName>
                                        </p:attrNameLst>
                                      </p:cBhvr>
                                      <p:tavLst>
                                        <p:tav tm="0">
                                          <p:val>
                                            <p:fltVal val="0"/>
                                          </p:val>
                                        </p:tav>
                                        <p:tav tm="100000">
                                          <p:val>
                                            <p:strVal val="#ppt_w"/>
                                          </p:val>
                                        </p:tav>
                                      </p:tavLst>
                                    </p:anim>
                                    <p:anim calcmode="lin" valueType="num">
                                      <p:cBhvr>
                                        <p:cTn id="65" dur="500" fill="hold"/>
                                        <p:tgtEl>
                                          <p:spTgt spid="33"/>
                                        </p:tgtEl>
                                        <p:attrNameLst>
                                          <p:attrName>ppt_h</p:attrName>
                                        </p:attrNameLst>
                                      </p:cBhvr>
                                      <p:tavLst>
                                        <p:tav tm="0">
                                          <p:val>
                                            <p:fltVal val="0"/>
                                          </p:val>
                                        </p:tav>
                                        <p:tav tm="100000">
                                          <p:val>
                                            <p:strVal val="#ppt_h"/>
                                          </p:val>
                                        </p:tav>
                                      </p:tavLst>
                                    </p:anim>
                                    <p:animEffect transition="in" filter="fade">
                                      <p:cBhvr>
                                        <p:cTn id="66" dur="500"/>
                                        <p:tgtEl>
                                          <p:spTgt spid="3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p:cTn id="71" dur="500" fill="hold"/>
                                        <p:tgtEl>
                                          <p:spTgt spid="29"/>
                                        </p:tgtEl>
                                        <p:attrNameLst>
                                          <p:attrName>ppt_w</p:attrName>
                                        </p:attrNameLst>
                                      </p:cBhvr>
                                      <p:tavLst>
                                        <p:tav tm="0">
                                          <p:val>
                                            <p:fltVal val="0"/>
                                          </p:val>
                                        </p:tav>
                                        <p:tav tm="100000">
                                          <p:val>
                                            <p:strVal val="#ppt_w"/>
                                          </p:val>
                                        </p:tav>
                                      </p:tavLst>
                                    </p:anim>
                                    <p:anim calcmode="lin" valueType="num">
                                      <p:cBhvr>
                                        <p:cTn id="72" dur="500" fill="hold"/>
                                        <p:tgtEl>
                                          <p:spTgt spid="29"/>
                                        </p:tgtEl>
                                        <p:attrNameLst>
                                          <p:attrName>ppt_h</p:attrName>
                                        </p:attrNameLst>
                                      </p:cBhvr>
                                      <p:tavLst>
                                        <p:tav tm="0">
                                          <p:val>
                                            <p:fltVal val="0"/>
                                          </p:val>
                                        </p:tav>
                                        <p:tav tm="100000">
                                          <p:val>
                                            <p:strVal val="#ppt_h"/>
                                          </p:val>
                                        </p:tav>
                                      </p:tavLst>
                                    </p:anim>
                                    <p:animEffect transition="in" filter="fade">
                                      <p:cBhvr>
                                        <p:cTn id="73" dur="500"/>
                                        <p:tgtEl>
                                          <p:spTgt spid="29"/>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 calcmode="lin" valueType="num">
                                      <p:cBhvr>
                                        <p:cTn id="76" dur="500" fill="hold"/>
                                        <p:tgtEl>
                                          <p:spTgt spid="30"/>
                                        </p:tgtEl>
                                        <p:attrNameLst>
                                          <p:attrName>ppt_w</p:attrName>
                                        </p:attrNameLst>
                                      </p:cBhvr>
                                      <p:tavLst>
                                        <p:tav tm="0">
                                          <p:val>
                                            <p:fltVal val="0"/>
                                          </p:val>
                                        </p:tav>
                                        <p:tav tm="100000">
                                          <p:val>
                                            <p:strVal val="#ppt_w"/>
                                          </p:val>
                                        </p:tav>
                                      </p:tavLst>
                                    </p:anim>
                                    <p:anim calcmode="lin" valueType="num">
                                      <p:cBhvr>
                                        <p:cTn id="77" dur="500" fill="hold"/>
                                        <p:tgtEl>
                                          <p:spTgt spid="30"/>
                                        </p:tgtEl>
                                        <p:attrNameLst>
                                          <p:attrName>ppt_h</p:attrName>
                                        </p:attrNameLst>
                                      </p:cBhvr>
                                      <p:tavLst>
                                        <p:tav tm="0">
                                          <p:val>
                                            <p:fltVal val="0"/>
                                          </p:val>
                                        </p:tav>
                                        <p:tav tm="100000">
                                          <p:val>
                                            <p:strVal val="#ppt_h"/>
                                          </p:val>
                                        </p:tav>
                                      </p:tavLst>
                                    </p:anim>
                                    <p:animEffect transition="in" filter="fade">
                                      <p:cBhvr>
                                        <p:cTn id="78" dur="500"/>
                                        <p:tgtEl>
                                          <p:spTgt spid="3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anim calcmode="lin" valueType="num">
                                      <p:cBhvr>
                                        <p:cTn id="83" dur="500" fill="hold"/>
                                        <p:tgtEl>
                                          <p:spTgt spid="34"/>
                                        </p:tgtEl>
                                        <p:attrNameLst>
                                          <p:attrName>ppt_w</p:attrName>
                                        </p:attrNameLst>
                                      </p:cBhvr>
                                      <p:tavLst>
                                        <p:tav tm="0">
                                          <p:val>
                                            <p:fltVal val="0"/>
                                          </p:val>
                                        </p:tav>
                                        <p:tav tm="100000">
                                          <p:val>
                                            <p:strVal val="#ppt_w"/>
                                          </p:val>
                                        </p:tav>
                                      </p:tavLst>
                                    </p:anim>
                                    <p:anim calcmode="lin" valueType="num">
                                      <p:cBhvr>
                                        <p:cTn id="84" dur="500" fill="hold"/>
                                        <p:tgtEl>
                                          <p:spTgt spid="34"/>
                                        </p:tgtEl>
                                        <p:attrNameLst>
                                          <p:attrName>ppt_h</p:attrName>
                                        </p:attrNameLst>
                                      </p:cBhvr>
                                      <p:tavLst>
                                        <p:tav tm="0">
                                          <p:val>
                                            <p:fltVal val="0"/>
                                          </p:val>
                                        </p:tav>
                                        <p:tav tm="100000">
                                          <p:val>
                                            <p:strVal val="#ppt_h"/>
                                          </p:val>
                                        </p:tav>
                                      </p:tavLst>
                                    </p:anim>
                                    <p:animEffect transition="in" filter="fade">
                                      <p:cBhvr>
                                        <p:cTn id="85" dur="500"/>
                                        <p:tgtEl>
                                          <p:spTgt spid="3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53" presetClass="exit" presetSubtype="32" fill="hold" grpId="1" nodeType="clickEffect">
                                  <p:stCondLst>
                                    <p:cond delay="0"/>
                                  </p:stCondLst>
                                  <p:childTnLst>
                                    <p:anim calcmode="lin" valueType="num">
                                      <p:cBhvr>
                                        <p:cTn id="89" dur="500"/>
                                        <p:tgtEl>
                                          <p:spTgt spid="24"/>
                                        </p:tgtEl>
                                        <p:attrNameLst>
                                          <p:attrName>ppt_w</p:attrName>
                                        </p:attrNameLst>
                                      </p:cBhvr>
                                      <p:tavLst>
                                        <p:tav tm="0">
                                          <p:val>
                                            <p:strVal val="ppt_w"/>
                                          </p:val>
                                        </p:tav>
                                        <p:tav tm="100000">
                                          <p:val>
                                            <p:fltVal val="0"/>
                                          </p:val>
                                        </p:tav>
                                      </p:tavLst>
                                    </p:anim>
                                    <p:anim calcmode="lin" valueType="num">
                                      <p:cBhvr>
                                        <p:cTn id="90" dur="500"/>
                                        <p:tgtEl>
                                          <p:spTgt spid="24"/>
                                        </p:tgtEl>
                                        <p:attrNameLst>
                                          <p:attrName>ppt_h</p:attrName>
                                        </p:attrNameLst>
                                      </p:cBhvr>
                                      <p:tavLst>
                                        <p:tav tm="0">
                                          <p:val>
                                            <p:strVal val="ppt_h"/>
                                          </p:val>
                                        </p:tav>
                                        <p:tav tm="100000">
                                          <p:val>
                                            <p:fltVal val="0"/>
                                          </p:val>
                                        </p:tav>
                                      </p:tavLst>
                                    </p:anim>
                                    <p:animEffect transition="out" filter="fade">
                                      <p:cBhvr>
                                        <p:cTn id="91" dur="500"/>
                                        <p:tgtEl>
                                          <p:spTgt spid="24"/>
                                        </p:tgtEl>
                                      </p:cBhvr>
                                    </p:animEffect>
                                    <p:set>
                                      <p:cBhvr>
                                        <p:cTn id="92" dur="1" fill="hold">
                                          <p:stCondLst>
                                            <p:cond delay="499"/>
                                          </p:stCondLst>
                                        </p:cTn>
                                        <p:tgtEl>
                                          <p:spTgt spid="24"/>
                                        </p:tgtEl>
                                        <p:attrNameLst>
                                          <p:attrName>style.visibility</p:attrName>
                                        </p:attrNameLst>
                                      </p:cBhvr>
                                      <p:to>
                                        <p:strVal val="hidden"/>
                                      </p:to>
                                    </p:set>
                                  </p:childTnLst>
                                </p:cTn>
                              </p:par>
                              <p:par>
                                <p:cTn id="93" presetID="53" presetClass="exit" presetSubtype="32" fill="hold" grpId="1" nodeType="withEffect">
                                  <p:stCondLst>
                                    <p:cond delay="0"/>
                                  </p:stCondLst>
                                  <p:childTnLst>
                                    <p:anim calcmode="lin" valueType="num">
                                      <p:cBhvr>
                                        <p:cTn id="94" dur="500"/>
                                        <p:tgtEl>
                                          <p:spTgt spid="28"/>
                                        </p:tgtEl>
                                        <p:attrNameLst>
                                          <p:attrName>ppt_w</p:attrName>
                                        </p:attrNameLst>
                                      </p:cBhvr>
                                      <p:tavLst>
                                        <p:tav tm="0">
                                          <p:val>
                                            <p:strVal val="ppt_w"/>
                                          </p:val>
                                        </p:tav>
                                        <p:tav tm="100000">
                                          <p:val>
                                            <p:fltVal val="0"/>
                                          </p:val>
                                        </p:tav>
                                      </p:tavLst>
                                    </p:anim>
                                    <p:anim calcmode="lin" valueType="num">
                                      <p:cBhvr>
                                        <p:cTn id="95" dur="500"/>
                                        <p:tgtEl>
                                          <p:spTgt spid="28"/>
                                        </p:tgtEl>
                                        <p:attrNameLst>
                                          <p:attrName>ppt_h</p:attrName>
                                        </p:attrNameLst>
                                      </p:cBhvr>
                                      <p:tavLst>
                                        <p:tav tm="0">
                                          <p:val>
                                            <p:strVal val="ppt_h"/>
                                          </p:val>
                                        </p:tav>
                                        <p:tav tm="100000">
                                          <p:val>
                                            <p:fltVal val="0"/>
                                          </p:val>
                                        </p:tav>
                                      </p:tavLst>
                                    </p:anim>
                                    <p:animEffect transition="out" filter="fade">
                                      <p:cBhvr>
                                        <p:cTn id="96" dur="500"/>
                                        <p:tgtEl>
                                          <p:spTgt spid="28"/>
                                        </p:tgtEl>
                                      </p:cBhvr>
                                    </p:animEffect>
                                    <p:set>
                                      <p:cBhvr>
                                        <p:cTn id="97" dur="1" fill="hold">
                                          <p:stCondLst>
                                            <p:cond delay="499"/>
                                          </p:stCondLst>
                                        </p:cTn>
                                        <p:tgtEl>
                                          <p:spTgt spid="28"/>
                                        </p:tgtEl>
                                        <p:attrNameLst>
                                          <p:attrName>style.visibility</p:attrName>
                                        </p:attrNameLst>
                                      </p:cBhvr>
                                      <p:to>
                                        <p:strVal val="hidden"/>
                                      </p:to>
                                    </p:set>
                                  </p:childTnLst>
                                </p:cTn>
                              </p:par>
                              <p:par>
                                <p:cTn id="98" presetID="53" presetClass="exit" presetSubtype="32" fill="hold" nodeType="withEffect">
                                  <p:stCondLst>
                                    <p:cond delay="0"/>
                                  </p:stCondLst>
                                  <p:childTnLst>
                                    <p:anim calcmode="lin" valueType="num">
                                      <p:cBhvr>
                                        <p:cTn id="99" dur="500"/>
                                        <p:tgtEl>
                                          <p:spTgt spid="29"/>
                                        </p:tgtEl>
                                        <p:attrNameLst>
                                          <p:attrName>ppt_w</p:attrName>
                                        </p:attrNameLst>
                                      </p:cBhvr>
                                      <p:tavLst>
                                        <p:tav tm="0">
                                          <p:val>
                                            <p:strVal val="ppt_w"/>
                                          </p:val>
                                        </p:tav>
                                        <p:tav tm="100000">
                                          <p:val>
                                            <p:fltVal val="0"/>
                                          </p:val>
                                        </p:tav>
                                      </p:tavLst>
                                    </p:anim>
                                    <p:anim calcmode="lin" valueType="num">
                                      <p:cBhvr>
                                        <p:cTn id="100" dur="500"/>
                                        <p:tgtEl>
                                          <p:spTgt spid="29"/>
                                        </p:tgtEl>
                                        <p:attrNameLst>
                                          <p:attrName>ppt_h</p:attrName>
                                        </p:attrNameLst>
                                      </p:cBhvr>
                                      <p:tavLst>
                                        <p:tav tm="0">
                                          <p:val>
                                            <p:strVal val="ppt_h"/>
                                          </p:val>
                                        </p:tav>
                                        <p:tav tm="100000">
                                          <p:val>
                                            <p:fltVal val="0"/>
                                          </p:val>
                                        </p:tav>
                                      </p:tavLst>
                                    </p:anim>
                                    <p:animEffect transition="out" filter="fade">
                                      <p:cBhvr>
                                        <p:cTn id="101" dur="500"/>
                                        <p:tgtEl>
                                          <p:spTgt spid="29"/>
                                        </p:tgtEl>
                                      </p:cBhvr>
                                    </p:animEffect>
                                    <p:set>
                                      <p:cBhvr>
                                        <p:cTn id="102" dur="1" fill="hold">
                                          <p:stCondLst>
                                            <p:cond delay="499"/>
                                          </p:stCondLst>
                                        </p:cTn>
                                        <p:tgtEl>
                                          <p:spTgt spid="29"/>
                                        </p:tgtEl>
                                        <p:attrNameLst>
                                          <p:attrName>style.visibility</p:attrName>
                                        </p:attrNameLst>
                                      </p:cBhvr>
                                      <p:to>
                                        <p:strVal val="hidden"/>
                                      </p:to>
                                    </p:set>
                                  </p:childTnLst>
                                </p:cTn>
                              </p:par>
                              <p:par>
                                <p:cTn id="103" presetID="53" presetClass="exit" presetSubtype="32" fill="hold" grpId="1" nodeType="withEffect">
                                  <p:stCondLst>
                                    <p:cond delay="0"/>
                                  </p:stCondLst>
                                  <p:childTnLst>
                                    <p:anim calcmode="lin" valueType="num">
                                      <p:cBhvr>
                                        <p:cTn id="104" dur="500"/>
                                        <p:tgtEl>
                                          <p:spTgt spid="30"/>
                                        </p:tgtEl>
                                        <p:attrNameLst>
                                          <p:attrName>ppt_w</p:attrName>
                                        </p:attrNameLst>
                                      </p:cBhvr>
                                      <p:tavLst>
                                        <p:tav tm="0">
                                          <p:val>
                                            <p:strVal val="ppt_w"/>
                                          </p:val>
                                        </p:tav>
                                        <p:tav tm="100000">
                                          <p:val>
                                            <p:fltVal val="0"/>
                                          </p:val>
                                        </p:tav>
                                      </p:tavLst>
                                    </p:anim>
                                    <p:anim calcmode="lin" valueType="num">
                                      <p:cBhvr>
                                        <p:cTn id="105" dur="500"/>
                                        <p:tgtEl>
                                          <p:spTgt spid="30"/>
                                        </p:tgtEl>
                                        <p:attrNameLst>
                                          <p:attrName>ppt_h</p:attrName>
                                        </p:attrNameLst>
                                      </p:cBhvr>
                                      <p:tavLst>
                                        <p:tav tm="0">
                                          <p:val>
                                            <p:strVal val="ppt_h"/>
                                          </p:val>
                                        </p:tav>
                                        <p:tav tm="100000">
                                          <p:val>
                                            <p:fltVal val="0"/>
                                          </p:val>
                                        </p:tav>
                                      </p:tavLst>
                                    </p:anim>
                                    <p:animEffect transition="out" filter="fade">
                                      <p:cBhvr>
                                        <p:cTn id="106" dur="500"/>
                                        <p:tgtEl>
                                          <p:spTgt spid="30"/>
                                        </p:tgtEl>
                                      </p:cBhvr>
                                    </p:animEffect>
                                    <p:set>
                                      <p:cBhvr>
                                        <p:cTn id="107" dur="1" fill="hold">
                                          <p:stCondLst>
                                            <p:cond delay="499"/>
                                          </p:stCondLst>
                                        </p:cTn>
                                        <p:tgtEl>
                                          <p:spTgt spid="30"/>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nodeType="clickEffect">
                                  <p:stCondLst>
                                    <p:cond delay="0"/>
                                  </p:stCondLst>
                                  <p:childTnLst>
                                    <p:set>
                                      <p:cBhvr>
                                        <p:cTn id="111" dur="1" fill="hold">
                                          <p:stCondLst>
                                            <p:cond delay="0"/>
                                          </p:stCondLst>
                                        </p:cTn>
                                        <p:tgtEl>
                                          <p:spTgt spid="32"/>
                                        </p:tgtEl>
                                        <p:attrNameLst>
                                          <p:attrName>style.visibility</p:attrName>
                                        </p:attrNameLst>
                                      </p:cBhvr>
                                      <p:to>
                                        <p:strVal val="visible"/>
                                      </p:to>
                                    </p:set>
                                    <p:anim calcmode="lin" valueType="num">
                                      <p:cBhvr>
                                        <p:cTn id="112" dur="500" fill="hold"/>
                                        <p:tgtEl>
                                          <p:spTgt spid="32"/>
                                        </p:tgtEl>
                                        <p:attrNameLst>
                                          <p:attrName>ppt_w</p:attrName>
                                        </p:attrNameLst>
                                      </p:cBhvr>
                                      <p:tavLst>
                                        <p:tav tm="0">
                                          <p:val>
                                            <p:fltVal val="0"/>
                                          </p:val>
                                        </p:tav>
                                        <p:tav tm="100000">
                                          <p:val>
                                            <p:strVal val="#ppt_w"/>
                                          </p:val>
                                        </p:tav>
                                      </p:tavLst>
                                    </p:anim>
                                    <p:anim calcmode="lin" valueType="num">
                                      <p:cBhvr>
                                        <p:cTn id="113" dur="500" fill="hold"/>
                                        <p:tgtEl>
                                          <p:spTgt spid="32"/>
                                        </p:tgtEl>
                                        <p:attrNameLst>
                                          <p:attrName>ppt_h</p:attrName>
                                        </p:attrNameLst>
                                      </p:cBhvr>
                                      <p:tavLst>
                                        <p:tav tm="0">
                                          <p:val>
                                            <p:fltVal val="0"/>
                                          </p:val>
                                        </p:tav>
                                        <p:tav tm="100000">
                                          <p:val>
                                            <p:strVal val="#ppt_h"/>
                                          </p:val>
                                        </p:tav>
                                      </p:tavLst>
                                    </p:anim>
                                    <p:animEffect transition="in" filter="fade">
                                      <p:cBhvr>
                                        <p:cTn id="114" dur="500"/>
                                        <p:tgtEl>
                                          <p:spTgt spid="32"/>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31"/>
                                        </p:tgtEl>
                                        <p:attrNameLst>
                                          <p:attrName>style.visibility</p:attrName>
                                        </p:attrNameLst>
                                      </p:cBhvr>
                                      <p:to>
                                        <p:strVal val="visible"/>
                                      </p:to>
                                    </p:set>
                                    <p:anim calcmode="lin" valueType="num">
                                      <p:cBhvr>
                                        <p:cTn id="117" dur="500" fill="hold"/>
                                        <p:tgtEl>
                                          <p:spTgt spid="31"/>
                                        </p:tgtEl>
                                        <p:attrNameLst>
                                          <p:attrName>ppt_w</p:attrName>
                                        </p:attrNameLst>
                                      </p:cBhvr>
                                      <p:tavLst>
                                        <p:tav tm="0">
                                          <p:val>
                                            <p:fltVal val="0"/>
                                          </p:val>
                                        </p:tav>
                                        <p:tav tm="100000">
                                          <p:val>
                                            <p:strVal val="#ppt_w"/>
                                          </p:val>
                                        </p:tav>
                                      </p:tavLst>
                                    </p:anim>
                                    <p:anim calcmode="lin" valueType="num">
                                      <p:cBhvr>
                                        <p:cTn id="118" dur="500" fill="hold"/>
                                        <p:tgtEl>
                                          <p:spTgt spid="31"/>
                                        </p:tgtEl>
                                        <p:attrNameLst>
                                          <p:attrName>ppt_h</p:attrName>
                                        </p:attrNameLst>
                                      </p:cBhvr>
                                      <p:tavLst>
                                        <p:tav tm="0">
                                          <p:val>
                                            <p:fltVal val="0"/>
                                          </p:val>
                                        </p:tav>
                                        <p:tav tm="100000">
                                          <p:val>
                                            <p:strVal val="#ppt_h"/>
                                          </p:val>
                                        </p:tav>
                                      </p:tavLst>
                                    </p:anim>
                                    <p:animEffect transition="in" filter="fade">
                                      <p:cBhvr>
                                        <p:cTn id="119" dur="500"/>
                                        <p:tgtEl>
                                          <p:spTgt spid="31"/>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53" presetClass="exit" presetSubtype="32" fill="hold" grpId="1" nodeType="clickEffect">
                                  <p:stCondLst>
                                    <p:cond delay="0"/>
                                  </p:stCondLst>
                                  <p:childTnLst>
                                    <p:anim calcmode="lin" valueType="num">
                                      <p:cBhvr>
                                        <p:cTn id="123" dur="500"/>
                                        <p:tgtEl>
                                          <p:spTgt spid="34"/>
                                        </p:tgtEl>
                                        <p:attrNameLst>
                                          <p:attrName>ppt_w</p:attrName>
                                        </p:attrNameLst>
                                      </p:cBhvr>
                                      <p:tavLst>
                                        <p:tav tm="0">
                                          <p:val>
                                            <p:strVal val="ppt_w"/>
                                          </p:val>
                                        </p:tav>
                                        <p:tav tm="100000">
                                          <p:val>
                                            <p:fltVal val="0"/>
                                          </p:val>
                                        </p:tav>
                                      </p:tavLst>
                                    </p:anim>
                                    <p:anim calcmode="lin" valueType="num">
                                      <p:cBhvr>
                                        <p:cTn id="124" dur="500"/>
                                        <p:tgtEl>
                                          <p:spTgt spid="34"/>
                                        </p:tgtEl>
                                        <p:attrNameLst>
                                          <p:attrName>ppt_h</p:attrName>
                                        </p:attrNameLst>
                                      </p:cBhvr>
                                      <p:tavLst>
                                        <p:tav tm="0">
                                          <p:val>
                                            <p:strVal val="ppt_h"/>
                                          </p:val>
                                        </p:tav>
                                        <p:tav tm="100000">
                                          <p:val>
                                            <p:fltVal val="0"/>
                                          </p:val>
                                        </p:tav>
                                      </p:tavLst>
                                    </p:anim>
                                    <p:animEffect transition="out" filter="fade">
                                      <p:cBhvr>
                                        <p:cTn id="125" dur="500"/>
                                        <p:tgtEl>
                                          <p:spTgt spid="34"/>
                                        </p:tgtEl>
                                      </p:cBhvr>
                                    </p:animEffect>
                                    <p:set>
                                      <p:cBhvr>
                                        <p:cTn id="126" dur="1" fill="hold">
                                          <p:stCondLst>
                                            <p:cond delay="499"/>
                                          </p:stCondLst>
                                        </p:cTn>
                                        <p:tgtEl>
                                          <p:spTgt spid="34"/>
                                        </p:tgtEl>
                                        <p:attrNameLst>
                                          <p:attrName>style.visibility</p:attrName>
                                        </p:attrNameLst>
                                      </p:cBhvr>
                                      <p:to>
                                        <p:strVal val="hidden"/>
                                      </p:to>
                                    </p:set>
                                  </p:childTnLst>
                                </p:cTn>
                              </p:par>
                              <p:par>
                                <p:cTn id="127" presetID="53" presetClass="exit" presetSubtype="32" fill="hold" nodeType="withEffect">
                                  <p:stCondLst>
                                    <p:cond delay="0"/>
                                  </p:stCondLst>
                                  <p:childTnLst>
                                    <p:anim calcmode="lin" valueType="num">
                                      <p:cBhvr>
                                        <p:cTn id="128" dur="500"/>
                                        <p:tgtEl>
                                          <p:spTgt spid="32"/>
                                        </p:tgtEl>
                                        <p:attrNameLst>
                                          <p:attrName>ppt_w</p:attrName>
                                        </p:attrNameLst>
                                      </p:cBhvr>
                                      <p:tavLst>
                                        <p:tav tm="0">
                                          <p:val>
                                            <p:strVal val="ppt_w"/>
                                          </p:val>
                                        </p:tav>
                                        <p:tav tm="100000">
                                          <p:val>
                                            <p:fltVal val="0"/>
                                          </p:val>
                                        </p:tav>
                                      </p:tavLst>
                                    </p:anim>
                                    <p:anim calcmode="lin" valueType="num">
                                      <p:cBhvr>
                                        <p:cTn id="129" dur="500"/>
                                        <p:tgtEl>
                                          <p:spTgt spid="32"/>
                                        </p:tgtEl>
                                        <p:attrNameLst>
                                          <p:attrName>ppt_h</p:attrName>
                                        </p:attrNameLst>
                                      </p:cBhvr>
                                      <p:tavLst>
                                        <p:tav tm="0">
                                          <p:val>
                                            <p:strVal val="ppt_h"/>
                                          </p:val>
                                        </p:tav>
                                        <p:tav tm="100000">
                                          <p:val>
                                            <p:fltVal val="0"/>
                                          </p:val>
                                        </p:tav>
                                      </p:tavLst>
                                    </p:anim>
                                    <p:animEffect transition="out" filter="fade">
                                      <p:cBhvr>
                                        <p:cTn id="130" dur="500"/>
                                        <p:tgtEl>
                                          <p:spTgt spid="32"/>
                                        </p:tgtEl>
                                      </p:cBhvr>
                                    </p:animEffect>
                                    <p:set>
                                      <p:cBhvr>
                                        <p:cTn id="131" dur="1" fill="hold">
                                          <p:stCondLst>
                                            <p:cond delay="499"/>
                                          </p:stCondLst>
                                        </p:cTn>
                                        <p:tgtEl>
                                          <p:spTgt spid="32"/>
                                        </p:tgtEl>
                                        <p:attrNameLst>
                                          <p:attrName>style.visibility</p:attrName>
                                        </p:attrNameLst>
                                      </p:cBhvr>
                                      <p:to>
                                        <p:strVal val="hidden"/>
                                      </p:to>
                                    </p:set>
                                  </p:childTnLst>
                                </p:cTn>
                              </p:par>
                              <p:par>
                                <p:cTn id="132" presetID="53" presetClass="exit" presetSubtype="32" fill="hold" grpId="0" nodeType="withEffect">
                                  <p:stCondLst>
                                    <p:cond delay="0"/>
                                  </p:stCondLst>
                                  <p:childTnLst>
                                    <p:anim calcmode="lin" valueType="num">
                                      <p:cBhvr>
                                        <p:cTn id="133" dur="500"/>
                                        <p:tgtEl>
                                          <p:spTgt spid="19"/>
                                        </p:tgtEl>
                                        <p:attrNameLst>
                                          <p:attrName>ppt_w</p:attrName>
                                        </p:attrNameLst>
                                      </p:cBhvr>
                                      <p:tavLst>
                                        <p:tav tm="0">
                                          <p:val>
                                            <p:strVal val="ppt_w"/>
                                          </p:val>
                                        </p:tav>
                                        <p:tav tm="100000">
                                          <p:val>
                                            <p:fltVal val="0"/>
                                          </p:val>
                                        </p:tav>
                                      </p:tavLst>
                                    </p:anim>
                                    <p:anim calcmode="lin" valueType="num">
                                      <p:cBhvr>
                                        <p:cTn id="134" dur="500"/>
                                        <p:tgtEl>
                                          <p:spTgt spid="19"/>
                                        </p:tgtEl>
                                        <p:attrNameLst>
                                          <p:attrName>ppt_h</p:attrName>
                                        </p:attrNameLst>
                                      </p:cBhvr>
                                      <p:tavLst>
                                        <p:tav tm="0">
                                          <p:val>
                                            <p:strVal val="ppt_h"/>
                                          </p:val>
                                        </p:tav>
                                        <p:tav tm="100000">
                                          <p:val>
                                            <p:fltVal val="0"/>
                                          </p:val>
                                        </p:tav>
                                      </p:tavLst>
                                    </p:anim>
                                    <p:animEffect transition="out" filter="fade">
                                      <p:cBhvr>
                                        <p:cTn id="135" dur="500"/>
                                        <p:tgtEl>
                                          <p:spTgt spid="19"/>
                                        </p:tgtEl>
                                      </p:cBhvr>
                                    </p:animEffect>
                                    <p:set>
                                      <p:cBhvr>
                                        <p:cTn id="136" dur="1" fill="hold">
                                          <p:stCondLst>
                                            <p:cond delay="499"/>
                                          </p:stCondLst>
                                        </p:cTn>
                                        <p:tgtEl>
                                          <p:spTgt spid="19"/>
                                        </p:tgtEl>
                                        <p:attrNameLst>
                                          <p:attrName>style.visibility</p:attrName>
                                        </p:attrNameLst>
                                      </p:cBhvr>
                                      <p:to>
                                        <p:strVal val="hidden"/>
                                      </p:to>
                                    </p:set>
                                  </p:childTnLst>
                                </p:cTn>
                              </p:par>
                              <p:par>
                                <p:cTn id="137" presetID="53" presetClass="exit" presetSubtype="32" fill="hold" grpId="0" nodeType="withEffect">
                                  <p:stCondLst>
                                    <p:cond delay="0"/>
                                  </p:stCondLst>
                                  <p:childTnLst>
                                    <p:anim calcmode="lin" valueType="num">
                                      <p:cBhvr>
                                        <p:cTn id="138" dur="500"/>
                                        <p:tgtEl>
                                          <p:spTgt spid="20"/>
                                        </p:tgtEl>
                                        <p:attrNameLst>
                                          <p:attrName>ppt_w</p:attrName>
                                        </p:attrNameLst>
                                      </p:cBhvr>
                                      <p:tavLst>
                                        <p:tav tm="0">
                                          <p:val>
                                            <p:strVal val="ppt_w"/>
                                          </p:val>
                                        </p:tav>
                                        <p:tav tm="100000">
                                          <p:val>
                                            <p:fltVal val="0"/>
                                          </p:val>
                                        </p:tav>
                                      </p:tavLst>
                                    </p:anim>
                                    <p:anim calcmode="lin" valueType="num">
                                      <p:cBhvr>
                                        <p:cTn id="139" dur="500"/>
                                        <p:tgtEl>
                                          <p:spTgt spid="20"/>
                                        </p:tgtEl>
                                        <p:attrNameLst>
                                          <p:attrName>ppt_h</p:attrName>
                                        </p:attrNameLst>
                                      </p:cBhvr>
                                      <p:tavLst>
                                        <p:tav tm="0">
                                          <p:val>
                                            <p:strVal val="ppt_h"/>
                                          </p:val>
                                        </p:tav>
                                        <p:tav tm="100000">
                                          <p:val>
                                            <p:fltVal val="0"/>
                                          </p:val>
                                        </p:tav>
                                      </p:tavLst>
                                    </p:anim>
                                    <p:animEffect transition="out" filter="fade">
                                      <p:cBhvr>
                                        <p:cTn id="140" dur="500"/>
                                        <p:tgtEl>
                                          <p:spTgt spid="20"/>
                                        </p:tgtEl>
                                      </p:cBhvr>
                                    </p:animEffect>
                                    <p:set>
                                      <p:cBhvr>
                                        <p:cTn id="141" dur="1" fill="hold">
                                          <p:stCondLst>
                                            <p:cond delay="499"/>
                                          </p:stCondLst>
                                        </p:cTn>
                                        <p:tgtEl>
                                          <p:spTgt spid="20"/>
                                        </p:tgtEl>
                                        <p:attrNameLst>
                                          <p:attrName>style.visibility</p:attrName>
                                        </p:attrNameLst>
                                      </p:cBhvr>
                                      <p:to>
                                        <p:strVal val="hidden"/>
                                      </p:to>
                                    </p:set>
                                  </p:childTnLst>
                                </p:cTn>
                              </p:par>
                              <p:par>
                                <p:cTn id="142" presetID="22" presetClass="exit" presetSubtype="4" fill="hold" nodeType="withEffect">
                                  <p:stCondLst>
                                    <p:cond delay="0"/>
                                  </p:stCondLst>
                                  <p:childTnLst>
                                    <p:animEffect transition="out" filter="wipe(down)">
                                      <p:cBhvr>
                                        <p:cTn id="143" dur="500"/>
                                        <p:tgtEl>
                                          <p:spTgt spid="35"/>
                                        </p:tgtEl>
                                      </p:cBhvr>
                                    </p:animEffect>
                                    <p:set>
                                      <p:cBhvr>
                                        <p:cTn id="144" dur="1" fill="hold">
                                          <p:stCondLst>
                                            <p:cond delay="4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24" grpId="0" animBg="1"/>
      <p:bldP spid="24" grpId="1" animBg="1"/>
      <p:bldP spid="25" grpId="0" animBg="1"/>
      <p:bldP spid="25" grpId="1" animBg="1"/>
      <p:bldP spid="26" grpId="0" animBg="1"/>
      <p:bldP spid="26" grpId="1" animBg="1"/>
      <p:bldP spid="28" grpId="0" animBg="1"/>
      <p:bldP spid="28" grpId="1" animBg="1"/>
      <p:bldP spid="30" grpId="0" animBg="1"/>
      <p:bldP spid="30" grpId="1" animBg="1"/>
      <p:bldP spid="31" grpId="0" animBg="1"/>
      <p:bldP spid="34" grpId="0" animBg="1"/>
      <p:bldP spid="34" grpId="1" animBg="1"/>
      <p:bldP spid="4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77">
            <a:extLst>
              <a:ext uri="{FF2B5EF4-FFF2-40B4-BE49-F238E27FC236}">
                <a16:creationId xmlns:a16="http://schemas.microsoft.com/office/drawing/2014/main" id="{F302F5A7-9026-4060-BE20-54C5D8F675ED}"/>
              </a:ext>
            </a:extLst>
          </p:cNvPr>
          <p:cNvSpPr>
            <a:spLocks noChangeArrowheads="1"/>
          </p:cNvSpPr>
          <p:nvPr/>
        </p:nvSpPr>
        <p:spPr bwMode="auto">
          <a:xfrm>
            <a:off x="5713788" y="4446962"/>
            <a:ext cx="606425" cy="277200"/>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100" i="1" dirty="0" err="1">
                <a:solidFill>
                  <a:srgbClr val="000000"/>
                </a:solidFill>
                <a:latin typeface="Times New Roman" panose="02020603050405020304" pitchFamily="18" charset="0"/>
                <a:cs typeface="Times New Roman" panose="02020603050405020304" pitchFamily="18" charset="0"/>
              </a:rPr>
              <a:t>Fval</a:t>
            </a:r>
            <a:r>
              <a:rPr lang="en-US" altLang="zh-CN" sz="1100" dirty="0">
                <a:solidFill>
                  <a:srgbClr val="000000"/>
                </a:solidFill>
                <a:latin typeface="Times New Roman" panose="02020603050405020304" pitchFamily="18" charset="0"/>
                <a:cs typeface="Times New Roman" panose="02020603050405020304" pitchFamily="18" charset="0"/>
              </a:rPr>
              <a:t>=3</a:t>
            </a:r>
            <a:endParaRPr lang="zh-CN" altLang="en-US" sz="1100" dirty="0">
              <a:solidFill>
                <a:srgbClr val="000000"/>
              </a:solidFill>
              <a:latin typeface="Times New Roman" panose="02020603050405020304" pitchFamily="18" charset="0"/>
              <a:cs typeface="Times New Roman" panose="02020603050405020304" pitchFamily="18" charset="0"/>
            </a:endParaRPr>
          </a:p>
        </p:txBody>
      </p:sp>
      <p:sp>
        <p:nvSpPr>
          <p:cNvPr id="165890" name="标题 2">
            <a:extLst>
              <a:ext uri="{FF2B5EF4-FFF2-40B4-BE49-F238E27FC236}">
                <a16:creationId xmlns:a16="http://schemas.microsoft.com/office/drawing/2014/main" id="{93710C06-865E-4309-9AB6-227EEB62B0F2}"/>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sp>
        <p:nvSpPr>
          <p:cNvPr id="9" name="Rectangle 5">
            <a:extLst>
              <a:ext uri="{FF2B5EF4-FFF2-40B4-BE49-F238E27FC236}">
                <a16:creationId xmlns:a16="http://schemas.microsoft.com/office/drawing/2014/main" id="{D144170D-FF99-4190-BF22-6E677EAF5B43}"/>
              </a:ext>
            </a:extLst>
          </p:cNvPr>
          <p:cNvSpPr>
            <a:spLocks noChangeArrowheads="1"/>
          </p:cNvSpPr>
          <p:nvPr/>
        </p:nvSpPr>
        <p:spPr bwMode="auto">
          <a:xfrm>
            <a:off x="8243888" y="4010400"/>
            <a:ext cx="5937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7">
            <a:extLst>
              <a:ext uri="{FF2B5EF4-FFF2-40B4-BE49-F238E27FC236}">
                <a16:creationId xmlns:a16="http://schemas.microsoft.com/office/drawing/2014/main" id="{25F89643-0455-4DED-AAAF-8E682EB67BE2}"/>
              </a:ext>
            </a:extLst>
          </p:cNvPr>
          <p:cNvSpPr>
            <a:spLocks noChangeArrowheads="1"/>
          </p:cNvSpPr>
          <p:nvPr/>
        </p:nvSpPr>
        <p:spPr bwMode="auto">
          <a:xfrm>
            <a:off x="8837613" y="4010400"/>
            <a:ext cx="21748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02BDD8B7-638C-47D8-9C52-59751EA613C8}"/>
              </a:ext>
            </a:extLst>
          </p:cNvPr>
          <p:cNvSpPr>
            <a:spLocks noChangeArrowheads="1"/>
          </p:cNvSpPr>
          <p:nvPr/>
        </p:nvSpPr>
        <p:spPr bwMode="auto">
          <a:xfrm>
            <a:off x="8243888" y="4450138"/>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4" name="Rectangle 8">
            <a:extLst>
              <a:ext uri="{FF2B5EF4-FFF2-40B4-BE49-F238E27FC236}">
                <a16:creationId xmlns:a16="http://schemas.microsoft.com/office/drawing/2014/main" id="{76A1FC03-E880-48C4-AC74-234D3DB785E5}"/>
              </a:ext>
            </a:extLst>
          </p:cNvPr>
          <p:cNvSpPr>
            <a:spLocks noChangeArrowheads="1"/>
          </p:cNvSpPr>
          <p:nvPr/>
        </p:nvSpPr>
        <p:spPr bwMode="auto">
          <a:xfrm>
            <a:off x="7434263" y="4011796"/>
            <a:ext cx="8096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sym typeface="Arial" pitchFamily="34" charset="0"/>
              </a:rPr>
              <a:t>2</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C2386850-EA3A-45A7-9D9C-6E44D3C26543}"/>
              </a:ext>
            </a:extLst>
          </p:cNvPr>
          <p:cNvSpPr>
            <a:spLocks noChangeArrowheads="1"/>
          </p:cNvSpPr>
          <p:nvPr/>
        </p:nvSpPr>
        <p:spPr bwMode="auto">
          <a:xfrm>
            <a:off x="6840538" y="4010400"/>
            <a:ext cx="5937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 </a:t>
            </a: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8" name="Rectangle 18">
            <a:extLst>
              <a:ext uri="{FF2B5EF4-FFF2-40B4-BE49-F238E27FC236}">
                <a16:creationId xmlns:a16="http://schemas.microsoft.com/office/drawing/2014/main" id="{B1C3BCE0-7A2A-4AB3-B8B4-635D10D7F314}"/>
              </a:ext>
            </a:extLst>
          </p:cNvPr>
          <p:cNvSpPr>
            <a:spLocks noChangeArrowheads="1"/>
          </p:cNvSpPr>
          <p:nvPr/>
        </p:nvSpPr>
        <p:spPr bwMode="auto">
          <a:xfrm>
            <a:off x="5707063" y="4010718"/>
            <a:ext cx="592137"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zh-CN" altLang="en-US" sz="1200" baseline="-25000" dirty="0">
                <a:solidFill>
                  <a:srgbClr val="000000"/>
                </a:solidFill>
                <a:latin typeface="Times New Roman" pitchFamily="18" charset="0"/>
                <a:cs typeface="Times New Roman" pitchFamily="18" charset="0"/>
              </a:rPr>
              <a:t>1</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22" name="Rectangle 23">
            <a:extLst>
              <a:ext uri="{FF2B5EF4-FFF2-40B4-BE49-F238E27FC236}">
                <a16:creationId xmlns:a16="http://schemas.microsoft.com/office/drawing/2014/main" id="{D8EF7ADF-65C1-4698-998B-67E8817CB54D}"/>
              </a:ext>
            </a:extLst>
          </p:cNvPr>
          <p:cNvSpPr>
            <a:spLocks noChangeArrowheads="1"/>
          </p:cNvSpPr>
          <p:nvPr/>
        </p:nvSpPr>
        <p:spPr bwMode="auto">
          <a:xfrm>
            <a:off x="6299200" y="4446444"/>
            <a:ext cx="541338" cy="276225"/>
          </a:xfrm>
          <a:prstGeom prst="rect">
            <a:avLst/>
          </a:prstGeom>
          <a:solidFill>
            <a:schemeClr val="accent5">
              <a:lumMod val="60000"/>
              <a:lumOff val="40000"/>
            </a:schemeClr>
          </a:solidFill>
          <a:ln w="9525">
            <a:solidFill>
              <a:schemeClr val="tx1"/>
            </a:solidFill>
            <a:miter lim="800000"/>
            <a:headEnd/>
            <a:tailEnd/>
          </a:ln>
          <a:effectLst/>
        </p:spPr>
        <p:txBody>
          <a:bodyPr wrap="squar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cs typeface="Times New Roman" panose="02020603050405020304" pitchFamily="18" charset="0"/>
              </a:rPr>
              <a:t>inh</a:t>
            </a:r>
            <a:endParaRPr lang="zh-CN" altLang="en-US" sz="1200" dirty="0">
              <a:solidFill>
                <a:srgbClr val="000000"/>
              </a:solidFill>
              <a:latin typeface="Times New Roman" panose="02020603050405020304" pitchFamily="18" charset="0"/>
              <a:cs typeface="Times New Roman" panose="02020603050405020304" pitchFamily="18" charset="0"/>
            </a:endParaRPr>
          </a:p>
        </p:txBody>
      </p:sp>
      <p:sp>
        <p:nvSpPr>
          <p:cNvPr id="35" name="Line 41">
            <a:extLst>
              <a:ext uri="{FF2B5EF4-FFF2-40B4-BE49-F238E27FC236}">
                <a16:creationId xmlns:a16="http://schemas.microsoft.com/office/drawing/2014/main" id="{B24DBB81-A2C8-4713-B491-5E13F9135F09}"/>
              </a:ext>
            </a:extLst>
          </p:cNvPr>
          <p:cNvSpPr>
            <a:spLocks noChangeShapeType="1"/>
          </p:cNvSpPr>
          <p:nvPr/>
        </p:nvSpPr>
        <p:spPr bwMode="auto">
          <a:xfrm flipH="1" flipV="1">
            <a:off x="5465763" y="3503613"/>
            <a:ext cx="458787" cy="479425"/>
          </a:xfrm>
          <a:prstGeom prst="line">
            <a:avLst/>
          </a:prstGeom>
          <a:noFill/>
          <a:ln w="19050">
            <a:solidFill>
              <a:schemeClr val="hlink"/>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Rectangle 40">
            <a:extLst>
              <a:ext uri="{FF2B5EF4-FFF2-40B4-BE49-F238E27FC236}">
                <a16:creationId xmlns:a16="http://schemas.microsoft.com/office/drawing/2014/main" id="{83F5355E-D518-4E60-8CC9-9BF851CE39D9}"/>
              </a:ext>
            </a:extLst>
          </p:cNvPr>
          <p:cNvSpPr>
            <a:spLocks noChangeArrowheads="1"/>
          </p:cNvSpPr>
          <p:nvPr/>
        </p:nvSpPr>
        <p:spPr bwMode="auto">
          <a:xfrm>
            <a:off x="4268788" y="3033713"/>
            <a:ext cx="2660650" cy="442912"/>
          </a:xfrm>
          <a:prstGeom prst="rect">
            <a:avLst/>
          </a:prstGeom>
          <a:solidFill>
            <a:srgbClr val="FFCCCC"/>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1500" i="1">
                <a:solidFill>
                  <a:srgbClr val="000000"/>
                </a:solidFill>
                <a:latin typeface="Times New Roman" panose="02020603050405020304" pitchFamily="18" charset="0"/>
                <a:cs typeface="Times New Roman" panose="02020603050405020304" pitchFamily="18" charset="0"/>
              </a:rPr>
              <a:t>stack</a:t>
            </a:r>
            <a:r>
              <a:rPr lang="en-US" altLang="zh-CN" sz="1500">
                <a:solidFill>
                  <a:srgbClr val="000000"/>
                </a:solidFill>
                <a:latin typeface="Times New Roman" panose="02020603050405020304" pitchFamily="18" charset="0"/>
                <a:cs typeface="Times New Roman" panose="02020603050405020304" pitchFamily="18" charset="0"/>
              </a:rPr>
              <a:t>[</a:t>
            </a:r>
            <a:r>
              <a:rPr lang="en-US" altLang="zh-CN" sz="1500" i="1">
                <a:solidFill>
                  <a:srgbClr val="000000"/>
                </a:solidFill>
                <a:latin typeface="Times New Roman" panose="02020603050405020304" pitchFamily="18" charset="0"/>
                <a:cs typeface="Times New Roman" panose="02020603050405020304" pitchFamily="18" charset="0"/>
              </a:rPr>
              <a:t>top</a:t>
            </a:r>
            <a:r>
              <a:rPr lang="en-US" altLang="zh-CN" sz="1500">
                <a:solidFill>
                  <a:srgbClr val="000000"/>
                </a:solidFill>
                <a:latin typeface="Times New Roman" panose="02020603050405020304" pitchFamily="18" charset="0"/>
                <a:cs typeface="Times New Roman" panose="02020603050405020304" pitchFamily="18" charset="0"/>
              </a:rPr>
              <a:t>-1].</a:t>
            </a:r>
            <a:r>
              <a:rPr lang="en-US" altLang="zh-CN" sz="1500" i="1">
                <a:solidFill>
                  <a:srgbClr val="000000"/>
                </a:solidFill>
                <a:latin typeface="Times New Roman" panose="02020603050405020304" pitchFamily="18" charset="0"/>
                <a:cs typeface="Times New Roman" panose="02020603050405020304" pitchFamily="18" charset="0"/>
              </a:rPr>
              <a:t>inh</a:t>
            </a:r>
            <a:r>
              <a:rPr lang="en-US" altLang="zh-CN" sz="1500">
                <a:solidFill>
                  <a:srgbClr val="000000"/>
                </a:solidFill>
                <a:latin typeface="Times New Roman" panose="02020603050405020304" pitchFamily="18" charset="0"/>
                <a:cs typeface="Times New Roman" panose="02020603050405020304" pitchFamily="18" charset="0"/>
              </a:rPr>
              <a:t>=</a:t>
            </a:r>
            <a:r>
              <a:rPr lang="en-US" altLang="zh-CN" sz="1500" i="1">
                <a:solidFill>
                  <a:srgbClr val="000000"/>
                </a:solidFill>
                <a:latin typeface="Times New Roman" panose="02020603050405020304" pitchFamily="18" charset="0"/>
                <a:cs typeface="Times New Roman" panose="02020603050405020304" pitchFamily="18" charset="0"/>
              </a:rPr>
              <a:t>stack</a:t>
            </a:r>
            <a:r>
              <a:rPr lang="en-US" altLang="zh-CN" sz="1500">
                <a:solidFill>
                  <a:srgbClr val="000000"/>
                </a:solidFill>
                <a:latin typeface="Times New Roman" panose="02020603050405020304" pitchFamily="18" charset="0"/>
                <a:cs typeface="Times New Roman" panose="02020603050405020304" pitchFamily="18" charset="0"/>
              </a:rPr>
              <a:t>[</a:t>
            </a:r>
            <a:r>
              <a:rPr lang="en-US" altLang="zh-CN" sz="1500" i="1">
                <a:solidFill>
                  <a:srgbClr val="000000"/>
                </a:solidFill>
                <a:latin typeface="Times New Roman" panose="02020603050405020304" pitchFamily="18" charset="0"/>
                <a:cs typeface="Times New Roman" panose="02020603050405020304" pitchFamily="18" charset="0"/>
              </a:rPr>
              <a:t>top</a:t>
            </a:r>
            <a:r>
              <a:rPr lang="en-US" altLang="zh-CN" sz="1500">
                <a:solidFill>
                  <a:srgbClr val="000000"/>
                </a:solidFill>
                <a:latin typeface="Times New Roman" panose="02020603050405020304" pitchFamily="18" charset="0"/>
                <a:cs typeface="Times New Roman" panose="02020603050405020304" pitchFamily="18" charset="0"/>
              </a:rPr>
              <a:t>].</a:t>
            </a:r>
            <a:r>
              <a:rPr lang="en-US" altLang="zh-CN" sz="15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p>
        </p:txBody>
      </p:sp>
      <p:sp>
        <p:nvSpPr>
          <p:cNvPr id="37" name="Rectangle 23">
            <a:extLst>
              <a:ext uri="{FF2B5EF4-FFF2-40B4-BE49-F238E27FC236}">
                <a16:creationId xmlns:a16="http://schemas.microsoft.com/office/drawing/2014/main" id="{DA7DF06F-12E4-4AF9-A202-0E4664FFF73D}"/>
              </a:ext>
            </a:extLst>
          </p:cNvPr>
          <p:cNvSpPr>
            <a:spLocks noChangeArrowheads="1"/>
          </p:cNvSpPr>
          <p:nvPr/>
        </p:nvSpPr>
        <p:spPr bwMode="auto">
          <a:xfrm>
            <a:off x="6300192" y="4448577"/>
            <a:ext cx="554037" cy="277200"/>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100" i="1" dirty="0" err="1">
                <a:solidFill>
                  <a:srgbClr val="000000"/>
                </a:solidFill>
                <a:latin typeface="Times New Roman" panose="02020603050405020304" pitchFamily="18" charset="0"/>
                <a:cs typeface="Times New Roman" panose="02020603050405020304" pitchFamily="18" charset="0"/>
              </a:rPr>
              <a:t>inh</a:t>
            </a:r>
            <a:r>
              <a:rPr lang="en-US" altLang="zh-CN" sz="1100" i="1" dirty="0">
                <a:solidFill>
                  <a:srgbClr val="000000"/>
                </a:solidFill>
                <a:latin typeface="Times New Roman" panose="02020603050405020304" pitchFamily="18" charset="0"/>
                <a:cs typeface="Times New Roman" panose="02020603050405020304" pitchFamily="18" charset="0"/>
              </a:rPr>
              <a:t>=3</a:t>
            </a:r>
            <a:endParaRPr lang="zh-CN" altLang="en-US" sz="1100" i="1" dirty="0">
              <a:solidFill>
                <a:srgbClr val="000000"/>
              </a:solidFill>
              <a:latin typeface="Times New Roman" panose="02020603050405020304" pitchFamily="18" charset="0"/>
              <a:cs typeface="Times New Roman" panose="02020603050405020304" pitchFamily="18" charset="0"/>
            </a:endParaRPr>
          </a:p>
        </p:txBody>
      </p:sp>
      <p:sp>
        <p:nvSpPr>
          <p:cNvPr id="24" name="任意多边形 23">
            <a:extLst>
              <a:ext uri="{FF2B5EF4-FFF2-40B4-BE49-F238E27FC236}">
                <a16:creationId xmlns:a16="http://schemas.microsoft.com/office/drawing/2014/main" id="{52C89E1C-AADF-4A7B-85CB-F8403FBFE2FC}"/>
              </a:ext>
            </a:extLst>
          </p:cNvPr>
          <p:cNvSpPr/>
          <p:nvPr/>
        </p:nvSpPr>
        <p:spPr>
          <a:xfrm>
            <a:off x="3762375" y="4779963"/>
            <a:ext cx="2835275" cy="277812"/>
          </a:xfrm>
          <a:custGeom>
            <a:avLst/>
            <a:gdLst>
              <a:gd name="connsiteX0" fmla="*/ 2835798 w 2835798"/>
              <a:gd name="connsiteY0" fmla="*/ 0 h 277987"/>
              <a:gd name="connsiteX1" fmla="*/ 1585732 w 2835798"/>
              <a:gd name="connsiteY1" fmla="*/ 277793 h 277987"/>
              <a:gd name="connsiteX2" fmla="*/ 0 w 2835798"/>
              <a:gd name="connsiteY2" fmla="*/ 34724 h 277987"/>
            </a:gdLst>
            <a:ahLst/>
            <a:cxnLst>
              <a:cxn ang="0">
                <a:pos x="connsiteX0" y="connsiteY0"/>
              </a:cxn>
              <a:cxn ang="0">
                <a:pos x="connsiteX1" y="connsiteY1"/>
              </a:cxn>
              <a:cxn ang="0">
                <a:pos x="connsiteX2" y="connsiteY2"/>
              </a:cxn>
            </a:cxnLst>
            <a:rect l="l" t="t" r="r" b="b"/>
            <a:pathLst>
              <a:path w="2835798" h="277987">
                <a:moveTo>
                  <a:pt x="2835798" y="0"/>
                </a:moveTo>
                <a:cubicBezTo>
                  <a:pt x="2447081" y="136003"/>
                  <a:pt x="2058365" y="272006"/>
                  <a:pt x="1585732" y="277793"/>
                </a:cubicBezTo>
                <a:cubicBezTo>
                  <a:pt x="1113099" y="283580"/>
                  <a:pt x="556549" y="159152"/>
                  <a:pt x="0" y="34724"/>
                </a:cubicBezTo>
              </a:path>
            </a:pathLst>
          </a:custGeom>
          <a:noFill/>
          <a:ln w="19050">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8495" name="Line 79">
            <a:extLst>
              <a:ext uri="{FF2B5EF4-FFF2-40B4-BE49-F238E27FC236}">
                <a16:creationId xmlns:a16="http://schemas.microsoft.com/office/drawing/2014/main" id="{19176368-0C1E-46E9-92C8-08501922E6CC}"/>
              </a:ext>
            </a:extLst>
          </p:cNvPr>
          <p:cNvSpPr>
            <a:spLocks noChangeShapeType="1"/>
          </p:cNvSpPr>
          <p:nvPr/>
        </p:nvSpPr>
        <p:spPr bwMode="auto">
          <a:xfrm flipV="1">
            <a:off x="7794625" y="1697038"/>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496" name="Rectangle 56">
            <a:extLst>
              <a:ext uri="{FF2B5EF4-FFF2-40B4-BE49-F238E27FC236}">
                <a16:creationId xmlns:a16="http://schemas.microsoft.com/office/drawing/2014/main" id="{55ADB674-1643-4853-BE7F-D1BF65D507BB}"/>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48497" name="Line 79">
            <a:extLst>
              <a:ext uri="{FF2B5EF4-FFF2-40B4-BE49-F238E27FC236}">
                <a16:creationId xmlns:a16="http://schemas.microsoft.com/office/drawing/2014/main" id="{0A44E12D-77ED-4FC9-B9B4-1EF20194AF37}"/>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48498" name="组合 12">
            <a:extLst>
              <a:ext uri="{FF2B5EF4-FFF2-40B4-BE49-F238E27FC236}">
                <a16:creationId xmlns:a16="http://schemas.microsoft.com/office/drawing/2014/main" id="{D59AF9B2-D605-476B-86A9-5DCE206F137B}"/>
              </a:ext>
            </a:extLst>
          </p:cNvPr>
          <p:cNvGrpSpPr>
            <a:grpSpLocks/>
          </p:cNvGrpSpPr>
          <p:nvPr/>
        </p:nvGrpSpPr>
        <p:grpSpPr bwMode="auto">
          <a:xfrm>
            <a:off x="715963" y="682625"/>
            <a:ext cx="6092825" cy="2249488"/>
            <a:chOff x="751285" y="802569"/>
            <a:chExt cx="6091894" cy="2249363"/>
          </a:xfrm>
        </p:grpSpPr>
        <p:sp>
          <p:nvSpPr>
            <p:cNvPr id="30" name="矩形 7">
              <a:extLst>
                <a:ext uri="{FF2B5EF4-FFF2-40B4-BE49-F238E27FC236}">
                  <a16:creationId xmlns:a16="http://schemas.microsoft.com/office/drawing/2014/main" id="{B5AA3A1E-5F8A-4813-95FE-9CAF6708EA6E}"/>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48502" name="Rectangle 3">
              <a:extLst>
                <a:ext uri="{FF2B5EF4-FFF2-40B4-BE49-F238E27FC236}">
                  <a16:creationId xmlns:a16="http://schemas.microsoft.com/office/drawing/2014/main" id="{AA4E7F38-E022-4BAE-8566-A346D3DBBE46}"/>
                </a:ext>
              </a:extLst>
            </p:cNvPr>
            <p:cNvSpPr txBox="1">
              <a:spLocks noChangeArrowheads="1"/>
            </p:cNvSpPr>
            <p:nvPr/>
          </p:nvSpPr>
          <p:spPr bwMode="auto">
            <a:xfrm>
              <a:off x="3670772" y="802569"/>
              <a:ext cx="3166239" cy="1660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dirty="0">
                  <a:solidFill>
                    <a:srgbClr val="000000"/>
                  </a:solidFill>
                  <a:latin typeface="Times New Roman" panose="02020603050405020304" pitchFamily="18" charset="0"/>
                  <a:cs typeface="Times New Roman" panose="02020603050405020304" pitchFamily="18" charset="0"/>
                </a:rPr>
                <a:t>1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err="1">
                  <a:solidFill>
                    <a:srgbClr val="000000"/>
                  </a:solidFill>
                  <a:latin typeface="Times New Roman" panose="02020603050405020304" pitchFamily="18" charset="0"/>
                  <a:ea typeface="楷体" panose="02010609060101010101" pitchFamily="49" charset="-122"/>
                </a:rPr>
                <a:t>′</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3</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i="1"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i="1" dirty="0">
                  <a:solidFill>
                    <a:srgbClr val="000000"/>
                  </a:solidFill>
                  <a:latin typeface="Times New Roman" panose="02020603050405020304" pitchFamily="18" charset="0"/>
                  <a:cs typeface="Times New Roman" panose="02020603050405020304" pitchFamily="18" charset="0"/>
                </a:rPr>
                <a:t>.inh </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i="1" dirty="0">
                  <a:solidFill>
                    <a:srgbClr val="000000"/>
                  </a:solidFill>
                  <a:latin typeface="Times New Roman" panose="02020603050405020304" pitchFamily="18" charset="0"/>
                  <a:cs typeface="Times New Roman" panose="02020603050405020304" pitchFamily="18" charset="0"/>
                </a:rPr>
                <a:t>.inh</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4</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i="1"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5</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a:t>
              </a:r>
              <a:r>
                <a:rPr lang="en-US" altLang="zh-CN" sz="2000" i="1" dirty="0" err="1">
                  <a:solidFill>
                    <a:srgbClr val="000000"/>
                  </a:solidFill>
                  <a:latin typeface="Times New Roman" panose="02020603050405020304" pitchFamily="18" charset="0"/>
                  <a:cs typeface="Times New Roman" panose="02020603050405020304" pitchFamily="18" charset="0"/>
                </a:rPr>
                <a:t>inh</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6</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148503" name="Rectangle 3">
              <a:extLst>
                <a:ext uri="{FF2B5EF4-FFF2-40B4-BE49-F238E27FC236}">
                  <a16:creationId xmlns:a16="http://schemas.microsoft.com/office/drawing/2014/main" id="{3CED16DD-043D-4112-AEF3-20B90D77153E}"/>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rPr>
                <a:t>T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a:solidFill>
                    <a:srgbClr val="0000FF"/>
                  </a:solidFill>
                  <a:latin typeface="Times New Roman" panose="02020603050405020304" pitchFamily="18" charset="0"/>
                  <a:cs typeface="Times New Roman" panose="02020603050405020304" pitchFamily="18" charset="0"/>
                </a:rPr>
                <a:t>1</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2</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2) </a:t>
              </a:r>
              <a:r>
                <a:rPr lang="en-US" altLang="zh-CN"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3</a:t>
              </a:r>
              <a:r>
                <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 </a:t>
              </a:r>
              <a:r>
                <a:rPr lang="en-US" altLang="zh-CN"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4</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3)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5</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6</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FF"/>
                </a:solidFill>
                <a:latin typeface="Times New Roman" panose="02020603050405020304" pitchFamily="18" charset="0"/>
                <a:cs typeface="Times New Roman" panose="02020603050405020304" pitchFamily="18" charset="0"/>
              </a:endParaRPr>
            </a:p>
          </p:txBody>
        </p:sp>
      </p:grpSp>
      <p:sp>
        <p:nvSpPr>
          <p:cNvPr id="21" name="Rectangle 12">
            <a:extLst>
              <a:ext uri="{FF2B5EF4-FFF2-40B4-BE49-F238E27FC236}">
                <a16:creationId xmlns:a16="http://schemas.microsoft.com/office/drawing/2014/main" id="{2FF31C24-A6FF-4243-B58A-D8FDB7D7ACF2}"/>
              </a:ext>
            </a:extLst>
          </p:cNvPr>
          <p:cNvSpPr>
            <a:spLocks noChangeArrowheads="1"/>
          </p:cNvSpPr>
          <p:nvPr/>
        </p:nvSpPr>
        <p:spPr bwMode="auto">
          <a:xfrm>
            <a:off x="6299200" y="4010718"/>
            <a:ext cx="541338"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cs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a:t>
            </a:r>
            <a:endParaRPr lang="en-US" altLang="zh-CN" sz="1200" i="1" dirty="0">
              <a:solidFill>
                <a:srgbClr val="000000"/>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E344ED00-E76B-44F3-A935-3520A8443CEA}"/>
              </a:ext>
            </a:extLst>
          </p:cNvPr>
          <p:cNvSpPr txBox="1"/>
          <p:nvPr/>
        </p:nvSpPr>
        <p:spPr>
          <a:xfrm>
            <a:off x="524410" y="3099613"/>
            <a:ext cx="3615540" cy="1200329"/>
          </a:xfrm>
          <a:prstGeom prst="rect">
            <a:avLst/>
          </a:prstGeom>
          <a:solidFill>
            <a:schemeClr val="accent2">
              <a:lumMod val="20000"/>
              <a:lumOff val="80000"/>
            </a:schemeClr>
          </a:solidFill>
          <a:ln>
            <a:solidFill>
              <a:schemeClr val="tx1"/>
            </a:solidFill>
          </a:ln>
        </p:spPr>
        <p:txBody>
          <a:bodyPr wrap="square" rtlCol="0">
            <a:spAutoFit/>
          </a:bodyPr>
          <a:lstStyle/>
          <a:p>
            <a:pPr algn="just"/>
            <a:r>
              <a:rPr lang="zh-CN" altLang="en-US" dirty="0">
                <a:latin typeface="华文楷体" panose="02010600040101010101" pitchFamily="2" charset="-122"/>
                <a:ea typeface="华文楷体" panose="02010600040101010101" pitchFamily="2" charset="-122"/>
              </a:rPr>
              <a:t>当包含继承属性值的符号记录出栈时，</a:t>
            </a:r>
            <a:r>
              <a:rPr lang="zh-CN" altLang="en-US" dirty="0">
                <a:solidFill>
                  <a:srgbClr val="0070C0"/>
                </a:solidFill>
                <a:latin typeface="华文楷体" panose="02010600040101010101" pitchFamily="2" charset="-122"/>
                <a:ea typeface="华文楷体" panose="02010600040101010101" pitchFamily="2" charset="-122"/>
              </a:rPr>
              <a:t>与它关联的语义动作</a:t>
            </a:r>
            <a:r>
              <a:rPr lang="zh-CN" altLang="en-US" dirty="0">
                <a:latin typeface="华文楷体" panose="02010600040101010101" pitchFamily="2" charset="-122"/>
                <a:ea typeface="华文楷体" panose="02010600040101010101" pitchFamily="2" charset="-122"/>
              </a:rPr>
              <a:t>要将继承属性值复制到即将入栈的产生式体中需要此值的动作记录中。</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26" name="组合 25">
            <a:extLst>
              <a:ext uri="{FF2B5EF4-FFF2-40B4-BE49-F238E27FC236}">
                <a16:creationId xmlns:a16="http://schemas.microsoft.com/office/drawing/2014/main" id="{D1E0B216-458D-43B8-B24D-484716AF1B2D}"/>
              </a:ext>
            </a:extLst>
          </p:cNvPr>
          <p:cNvGrpSpPr/>
          <p:nvPr/>
        </p:nvGrpSpPr>
        <p:grpSpPr>
          <a:xfrm>
            <a:off x="6681465" y="3567670"/>
            <a:ext cx="907355" cy="434926"/>
            <a:chOff x="8082251" y="3581822"/>
            <a:chExt cx="907355" cy="434926"/>
          </a:xfrm>
        </p:grpSpPr>
        <p:cxnSp>
          <p:nvCxnSpPr>
            <p:cNvPr id="27" name="直接连接符 26">
              <a:extLst>
                <a:ext uri="{FF2B5EF4-FFF2-40B4-BE49-F238E27FC236}">
                  <a16:creationId xmlns:a16="http://schemas.microsoft.com/office/drawing/2014/main" id="{EB97CF99-D11C-4550-AA3F-91C301E41CA4}"/>
                </a:ext>
              </a:extLst>
            </p:cNvPr>
            <p:cNvCxnSpPr>
              <a:cxnSpLocks/>
            </p:cNvCxnSpPr>
            <p:nvPr/>
          </p:nvCxnSpPr>
          <p:spPr>
            <a:xfrm flipH="1" flipV="1">
              <a:off x="8540751" y="3797846"/>
              <a:ext cx="1" cy="2189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4345000-FB6F-407D-904C-C1D3659E5128}"/>
                </a:ext>
              </a:extLst>
            </p:cNvPr>
            <p:cNvSpPr txBox="1"/>
            <p:nvPr/>
          </p:nvSpPr>
          <p:spPr>
            <a:xfrm>
              <a:off x="8082251" y="3581822"/>
              <a:ext cx="907355"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actions</a:t>
              </a:r>
              <a:endParaRPr lang="zh-CN" altLang="en-US" sz="1400" dirty="0">
                <a:latin typeface="Times New Roman" panose="02020603050405020304" pitchFamily="18" charset="0"/>
                <a:cs typeface="Times New Roman" panose="02020603050405020304" pitchFamily="18" charset="0"/>
              </a:endParaRPr>
            </a:p>
          </p:txBody>
        </p:sp>
      </p:grpSp>
      <p:grpSp>
        <p:nvGrpSpPr>
          <p:cNvPr id="29" name="组合 28">
            <a:extLst>
              <a:ext uri="{FF2B5EF4-FFF2-40B4-BE49-F238E27FC236}">
                <a16:creationId xmlns:a16="http://schemas.microsoft.com/office/drawing/2014/main" id="{97343130-7E46-4388-87B1-B72EFC381F4B}"/>
              </a:ext>
            </a:extLst>
          </p:cNvPr>
          <p:cNvGrpSpPr/>
          <p:nvPr/>
        </p:nvGrpSpPr>
        <p:grpSpPr>
          <a:xfrm>
            <a:off x="6123532" y="3580642"/>
            <a:ext cx="907355" cy="434926"/>
            <a:chOff x="8082251" y="3581822"/>
            <a:chExt cx="907355" cy="434926"/>
          </a:xfrm>
        </p:grpSpPr>
        <p:cxnSp>
          <p:nvCxnSpPr>
            <p:cNvPr id="32" name="直接连接符 31">
              <a:extLst>
                <a:ext uri="{FF2B5EF4-FFF2-40B4-BE49-F238E27FC236}">
                  <a16:creationId xmlns:a16="http://schemas.microsoft.com/office/drawing/2014/main" id="{59BE9E22-E407-4E3C-8785-3CECBF5B0016}"/>
                </a:ext>
              </a:extLst>
            </p:cNvPr>
            <p:cNvCxnSpPr>
              <a:cxnSpLocks/>
            </p:cNvCxnSpPr>
            <p:nvPr/>
          </p:nvCxnSpPr>
          <p:spPr>
            <a:xfrm flipH="1" flipV="1">
              <a:off x="8540751" y="3797846"/>
              <a:ext cx="1" cy="2189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68438568-70E2-478A-9694-5D7846764D9C}"/>
                </a:ext>
              </a:extLst>
            </p:cNvPr>
            <p:cNvSpPr txBox="1"/>
            <p:nvPr/>
          </p:nvSpPr>
          <p:spPr>
            <a:xfrm>
              <a:off x="8082251" y="3581822"/>
              <a:ext cx="907355"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actions</a:t>
              </a:r>
              <a:endParaRPr lang="zh-CN" altLang="en-US" sz="1400" dirty="0">
                <a:latin typeface="Times New Roman" panose="02020603050405020304" pitchFamily="18" charset="0"/>
                <a:cs typeface="Times New Roman" panose="02020603050405020304" pitchFamily="18" charset="0"/>
              </a:endParaRPr>
            </a:p>
          </p:txBody>
        </p:sp>
      </p:grpSp>
      <p:sp>
        <p:nvSpPr>
          <p:cNvPr id="34" name="Rectangle 40">
            <a:extLst>
              <a:ext uri="{FF2B5EF4-FFF2-40B4-BE49-F238E27FC236}">
                <a16:creationId xmlns:a16="http://schemas.microsoft.com/office/drawing/2014/main" id="{C4C4C2FA-FC35-4FE0-AE02-849FB40E5F87}"/>
              </a:ext>
            </a:extLst>
          </p:cNvPr>
          <p:cNvSpPr>
            <a:spLocks noChangeArrowheads="1"/>
          </p:cNvSpPr>
          <p:nvPr/>
        </p:nvSpPr>
        <p:spPr bwMode="auto">
          <a:xfrm>
            <a:off x="522287" y="4467442"/>
            <a:ext cx="2835275" cy="442912"/>
          </a:xfrm>
          <a:prstGeom prst="rect">
            <a:avLst/>
          </a:prstGeom>
          <a:solidFill>
            <a:srgbClr val="FFCCCC"/>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1500" i="1" dirty="0">
                <a:solidFill>
                  <a:srgbClr val="000000"/>
                </a:solidFill>
                <a:latin typeface="Times New Roman" panose="02020603050405020304" pitchFamily="18" charset="0"/>
                <a:cs typeface="Times New Roman" panose="02020603050405020304" pitchFamily="18" charset="0"/>
              </a:rPr>
              <a:t>stack</a:t>
            </a:r>
            <a:r>
              <a:rPr lang="en-US" altLang="zh-CN" sz="1500" dirty="0">
                <a:solidFill>
                  <a:srgbClr val="000000"/>
                </a:solidFill>
                <a:latin typeface="Times New Roman" panose="02020603050405020304" pitchFamily="18" charset="0"/>
                <a:cs typeface="Times New Roman" panose="02020603050405020304" pitchFamily="18" charset="0"/>
              </a:rPr>
              <a:t>[</a:t>
            </a:r>
            <a:r>
              <a:rPr lang="en-US" altLang="zh-CN" sz="1500" i="1" dirty="0">
                <a:solidFill>
                  <a:srgbClr val="000000"/>
                </a:solidFill>
                <a:latin typeface="Times New Roman" panose="02020603050405020304" pitchFamily="18" charset="0"/>
                <a:cs typeface="Times New Roman" panose="02020603050405020304" pitchFamily="18" charset="0"/>
              </a:rPr>
              <a:t>top</a:t>
            </a:r>
            <a:r>
              <a:rPr lang="en-US" altLang="zh-CN" sz="1500" dirty="0">
                <a:solidFill>
                  <a:srgbClr val="000000"/>
                </a:solidFill>
                <a:latin typeface="Times New Roman" panose="02020603050405020304" pitchFamily="18" charset="0"/>
                <a:cs typeface="Times New Roman" panose="02020603050405020304" pitchFamily="18" charset="0"/>
              </a:rPr>
              <a:t>+3].</a:t>
            </a:r>
            <a:r>
              <a:rPr lang="en-US" altLang="zh-CN" sz="1500" dirty="0" err="1">
                <a:solidFill>
                  <a:srgbClr val="000000"/>
                </a:solidFill>
                <a:latin typeface="Times New Roman" panose="02020603050405020304" pitchFamily="18" charset="0"/>
                <a:cs typeface="Times New Roman" panose="02020603050405020304" pitchFamily="18" charset="0"/>
              </a:rPr>
              <a:t>T’</a:t>
            </a:r>
            <a:r>
              <a:rPr lang="en-US" altLang="zh-CN" sz="1500" i="1" dirty="0" err="1">
                <a:solidFill>
                  <a:srgbClr val="000000"/>
                </a:solidFill>
                <a:latin typeface="Times New Roman" panose="02020603050405020304" pitchFamily="18" charset="0"/>
                <a:cs typeface="Times New Roman" panose="02020603050405020304" pitchFamily="18" charset="0"/>
              </a:rPr>
              <a:t>inh</a:t>
            </a:r>
            <a:r>
              <a:rPr lang="en-US" altLang="zh-CN" sz="1500" dirty="0">
                <a:solidFill>
                  <a:srgbClr val="000000"/>
                </a:solidFill>
                <a:latin typeface="Times New Roman" panose="02020603050405020304" pitchFamily="18" charset="0"/>
                <a:cs typeface="Times New Roman" panose="02020603050405020304" pitchFamily="18" charset="0"/>
              </a:rPr>
              <a:t>=</a:t>
            </a:r>
            <a:r>
              <a:rPr lang="en-US" altLang="zh-CN" sz="1500" i="1" dirty="0">
                <a:solidFill>
                  <a:srgbClr val="000000"/>
                </a:solidFill>
                <a:latin typeface="Times New Roman" panose="02020603050405020304" pitchFamily="18" charset="0"/>
                <a:cs typeface="Times New Roman" panose="02020603050405020304" pitchFamily="18" charset="0"/>
              </a:rPr>
              <a:t>stack</a:t>
            </a:r>
            <a:r>
              <a:rPr lang="en-US" altLang="zh-CN" sz="1500" dirty="0">
                <a:solidFill>
                  <a:srgbClr val="000000"/>
                </a:solidFill>
                <a:latin typeface="Times New Roman" panose="02020603050405020304" pitchFamily="18" charset="0"/>
                <a:cs typeface="Times New Roman" panose="02020603050405020304" pitchFamily="18" charset="0"/>
              </a:rPr>
              <a:t>[</a:t>
            </a:r>
            <a:r>
              <a:rPr lang="en-US" altLang="zh-CN" sz="1500" i="1" dirty="0">
                <a:solidFill>
                  <a:srgbClr val="000000"/>
                </a:solidFill>
                <a:latin typeface="Times New Roman" panose="02020603050405020304" pitchFamily="18" charset="0"/>
                <a:cs typeface="Times New Roman" panose="02020603050405020304" pitchFamily="18" charset="0"/>
              </a:rPr>
              <a:t>top</a:t>
            </a:r>
            <a:r>
              <a:rPr lang="en-US" altLang="zh-CN" sz="1500" dirty="0">
                <a:solidFill>
                  <a:srgbClr val="000000"/>
                </a:solidFill>
                <a:latin typeface="Times New Roman" panose="02020603050405020304" pitchFamily="18" charset="0"/>
                <a:cs typeface="Times New Roman" panose="02020603050405020304" pitchFamily="18" charset="0"/>
              </a:rPr>
              <a:t>].</a:t>
            </a:r>
            <a:r>
              <a:rPr lang="en-US" altLang="zh-CN" sz="1500" dirty="0" err="1">
                <a:solidFill>
                  <a:srgbClr val="000000"/>
                </a:solidFill>
                <a:latin typeface="Times New Roman" panose="02020603050405020304" pitchFamily="18" charset="0"/>
                <a:cs typeface="Times New Roman" panose="02020603050405020304" pitchFamily="18" charset="0"/>
              </a:rPr>
              <a:t>inh</a:t>
            </a:r>
            <a:endParaRPr lang="en-US" altLang="zh-CN" sz="15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7" name="Rectangle 21">
            <a:extLst>
              <a:ext uri="{FF2B5EF4-FFF2-40B4-BE49-F238E27FC236}">
                <a16:creationId xmlns:a16="http://schemas.microsoft.com/office/drawing/2014/main" id="{2B31731E-0E53-4047-BB6A-A990F57DCF1E}"/>
              </a:ext>
            </a:extLst>
          </p:cNvPr>
          <p:cNvSpPr>
            <a:spLocks noChangeArrowheads="1"/>
          </p:cNvSpPr>
          <p:nvPr/>
        </p:nvSpPr>
        <p:spPr bwMode="auto">
          <a:xfrm>
            <a:off x="6840538" y="4450657"/>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syn</a:t>
            </a:r>
            <a:endParaRPr lang="zh-CN" altLang="en-US" sz="1200" i="1">
              <a:solidFill>
                <a:srgbClr val="000000"/>
              </a:solidFill>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E3D0FA85-231B-469C-8F35-2410A49E0088}"/>
              </a:ext>
            </a:extLst>
          </p:cNvPr>
          <p:cNvSpPr>
            <a:spLocks noGrp="1"/>
          </p:cNvSpPr>
          <p:nvPr>
            <p:ph type="sldNum" sz="quarter" idx="10"/>
          </p:nvPr>
        </p:nvSpPr>
        <p:spPr/>
        <p:txBody>
          <a:bodyPr/>
          <a:lstStyle/>
          <a:p>
            <a:pPr>
              <a:defRPr/>
            </a:pPr>
            <a:fld id="{8E104948-B687-4A74-87EB-9097C047E113}" type="slidenum">
              <a:rPr lang="zh-CN" altLang="en-US" smtClean="0"/>
              <a:pPr>
                <a:defRPr/>
              </a:pPr>
              <a:t>61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p:cTn id="12" dur="500" fill="hold"/>
                                        <p:tgtEl>
                                          <p:spTgt spid="36"/>
                                        </p:tgtEl>
                                        <p:attrNameLst>
                                          <p:attrName>ppt_w</p:attrName>
                                        </p:attrNameLst>
                                      </p:cBhvr>
                                      <p:tavLst>
                                        <p:tav tm="0">
                                          <p:val>
                                            <p:fltVal val="0"/>
                                          </p:val>
                                        </p:tav>
                                        <p:tav tm="100000">
                                          <p:val>
                                            <p:strVal val="#ppt_w"/>
                                          </p:val>
                                        </p:tav>
                                      </p:tavLst>
                                    </p:anim>
                                    <p:anim calcmode="lin" valueType="num">
                                      <p:cBhvr>
                                        <p:cTn id="13" dur="500" fill="hold"/>
                                        <p:tgtEl>
                                          <p:spTgt spid="36"/>
                                        </p:tgtEl>
                                        <p:attrNameLst>
                                          <p:attrName>ppt_h</p:attrName>
                                        </p:attrNameLst>
                                      </p:cBhvr>
                                      <p:tavLst>
                                        <p:tav tm="0">
                                          <p:val>
                                            <p:fltVal val="0"/>
                                          </p:val>
                                        </p:tav>
                                        <p:tav tm="100000">
                                          <p:val>
                                            <p:strVal val="#ppt_h"/>
                                          </p:val>
                                        </p:tav>
                                      </p:tavLst>
                                    </p:anim>
                                    <p:animEffect transition="in" filter="fade">
                                      <p:cBhvr>
                                        <p:cTn id="14" dur="500"/>
                                        <p:tgtEl>
                                          <p:spTgt spid="3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p:cTn id="19" dur="500" fill="hold"/>
                                        <p:tgtEl>
                                          <p:spTgt spid="37"/>
                                        </p:tgtEl>
                                        <p:attrNameLst>
                                          <p:attrName>ppt_w</p:attrName>
                                        </p:attrNameLst>
                                      </p:cBhvr>
                                      <p:tavLst>
                                        <p:tav tm="0">
                                          <p:val>
                                            <p:fltVal val="0"/>
                                          </p:val>
                                        </p:tav>
                                        <p:tav tm="100000">
                                          <p:val>
                                            <p:strVal val="#ppt_w"/>
                                          </p:val>
                                        </p:tav>
                                      </p:tavLst>
                                    </p:anim>
                                    <p:anim calcmode="lin" valueType="num">
                                      <p:cBhvr>
                                        <p:cTn id="20" dur="500" fill="hold"/>
                                        <p:tgtEl>
                                          <p:spTgt spid="37"/>
                                        </p:tgtEl>
                                        <p:attrNameLst>
                                          <p:attrName>ppt_h</p:attrName>
                                        </p:attrNameLst>
                                      </p:cBhvr>
                                      <p:tavLst>
                                        <p:tav tm="0">
                                          <p:val>
                                            <p:fltVal val="0"/>
                                          </p:val>
                                        </p:tav>
                                        <p:tav tm="100000">
                                          <p:val>
                                            <p:strVal val="#ppt_h"/>
                                          </p:val>
                                        </p:tav>
                                      </p:tavLst>
                                    </p:anim>
                                    <p:animEffect transition="in" filter="fade">
                                      <p:cBhvr>
                                        <p:cTn id="21" dur="500"/>
                                        <p:tgtEl>
                                          <p:spTgt spid="3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xit" presetSubtype="32" fill="hold" nodeType="clickEffect">
                                  <p:stCondLst>
                                    <p:cond delay="0"/>
                                  </p:stCondLst>
                                  <p:childTnLst>
                                    <p:anim calcmode="lin" valueType="num">
                                      <p:cBhvr>
                                        <p:cTn id="25" dur="500"/>
                                        <p:tgtEl>
                                          <p:spTgt spid="35"/>
                                        </p:tgtEl>
                                        <p:attrNameLst>
                                          <p:attrName>ppt_w</p:attrName>
                                        </p:attrNameLst>
                                      </p:cBhvr>
                                      <p:tavLst>
                                        <p:tav tm="0">
                                          <p:val>
                                            <p:strVal val="ppt_w"/>
                                          </p:val>
                                        </p:tav>
                                        <p:tav tm="100000">
                                          <p:val>
                                            <p:fltVal val="0"/>
                                          </p:val>
                                        </p:tav>
                                      </p:tavLst>
                                    </p:anim>
                                    <p:anim calcmode="lin" valueType="num">
                                      <p:cBhvr>
                                        <p:cTn id="26" dur="500"/>
                                        <p:tgtEl>
                                          <p:spTgt spid="35"/>
                                        </p:tgtEl>
                                        <p:attrNameLst>
                                          <p:attrName>ppt_h</p:attrName>
                                        </p:attrNameLst>
                                      </p:cBhvr>
                                      <p:tavLst>
                                        <p:tav tm="0">
                                          <p:val>
                                            <p:strVal val="ppt_h"/>
                                          </p:val>
                                        </p:tav>
                                        <p:tav tm="100000">
                                          <p:val>
                                            <p:fltVal val="0"/>
                                          </p:val>
                                        </p:tav>
                                      </p:tavLst>
                                    </p:anim>
                                    <p:animEffect transition="out" filter="fade">
                                      <p:cBhvr>
                                        <p:cTn id="27" dur="500"/>
                                        <p:tgtEl>
                                          <p:spTgt spid="35"/>
                                        </p:tgtEl>
                                      </p:cBhvr>
                                    </p:animEffect>
                                    <p:set>
                                      <p:cBhvr>
                                        <p:cTn id="28" dur="1" fill="hold">
                                          <p:stCondLst>
                                            <p:cond delay="499"/>
                                          </p:stCondLst>
                                        </p:cTn>
                                        <p:tgtEl>
                                          <p:spTgt spid="35"/>
                                        </p:tgtEl>
                                        <p:attrNameLst>
                                          <p:attrName>style.visibility</p:attrName>
                                        </p:attrNameLst>
                                      </p:cBhvr>
                                      <p:to>
                                        <p:strVal val="hidden"/>
                                      </p:to>
                                    </p:set>
                                  </p:childTnLst>
                                </p:cTn>
                              </p:par>
                              <p:par>
                                <p:cTn id="29" presetID="53" presetClass="exit" presetSubtype="32" fill="hold" grpId="0" nodeType="withEffect">
                                  <p:stCondLst>
                                    <p:cond delay="0"/>
                                  </p:stCondLst>
                                  <p:childTnLst>
                                    <p:anim calcmode="lin" valueType="num">
                                      <p:cBhvr>
                                        <p:cTn id="30" dur="500"/>
                                        <p:tgtEl>
                                          <p:spTgt spid="18"/>
                                        </p:tgtEl>
                                        <p:attrNameLst>
                                          <p:attrName>ppt_w</p:attrName>
                                        </p:attrNameLst>
                                      </p:cBhvr>
                                      <p:tavLst>
                                        <p:tav tm="0">
                                          <p:val>
                                            <p:strVal val="ppt_w"/>
                                          </p:val>
                                        </p:tav>
                                        <p:tav tm="100000">
                                          <p:val>
                                            <p:fltVal val="0"/>
                                          </p:val>
                                        </p:tav>
                                      </p:tavLst>
                                    </p:anim>
                                    <p:anim calcmode="lin" valueType="num">
                                      <p:cBhvr>
                                        <p:cTn id="31" dur="500"/>
                                        <p:tgtEl>
                                          <p:spTgt spid="18"/>
                                        </p:tgtEl>
                                        <p:attrNameLst>
                                          <p:attrName>ppt_h</p:attrName>
                                        </p:attrNameLst>
                                      </p:cBhvr>
                                      <p:tavLst>
                                        <p:tav tm="0">
                                          <p:val>
                                            <p:strVal val="ppt_h"/>
                                          </p:val>
                                        </p:tav>
                                        <p:tav tm="100000">
                                          <p:val>
                                            <p:fltVal val="0"/>
                                          </p:val>
                                        </p:tav>
                                      </p:tavLst>
                                    </p:anim>
                                    <p:animEffect transition="out" filter="fade">
                                      <p:cBhvr>
                                        <p:cTn id="32" dur="500"/>
                                        <p:tgtEl>
                                          <p:spTgt spid="18"/>
                                        </p:tgtEl>
                                      </p:cBhvr>
                                    </p:animEffect>
                                    <p:set>
                                      <p:cBhvr>
                                        <p:cTn id="33" dur="1" fill="hold">
                                          <p:stCondLst>
                                            <p:cond delay="499"/>
                                          </p:stCondLst>
                                        </p:cTn>
                                        <p:tgtEl>
                                          <p:spTgt spid="18"/>
                                        </p:tgtEl>
                                        <p:attrNameLst>
                                          <p:attrName>style.visibility</p:attrName>
                                        </p:attrNameLst>
                                      </p:cBhvr>
                                      <p:to>
                                        <p:strVal val="hidden"/>
                                      </p:to>
                                    </p:set>
                                  </p:childTnLst>
                                </p:cTn>
                              </p:par>
                              <p:par>
                                <p:cTn id="34" presetID="53" presetClass="exit" presetSubtype="32" fill="hold" grpId="0" nodeType="withEffect">
                                  <p:stCondLst>
                                    <p:cond delay="0"/>
                                  </p:stCondLst>
                                  <p:childTnLst>
                                    <p:anim calcmode="lin" valueType="num">
                                      <p:cBhvr>
                                        <p:cTn id="35" dur="500"/>
                                        <p:tgtEl>
                                          <p:spTgt spid="31"/>
                                        </p:tgtEl>
                                        <p:attrNameLst>
                                          <p:attrName>ppt_w</p:attrName>
                                        </p:attrNameLst>
                                      </p:cBhvr>
                                      <p:tavLst>
                                        <p:tav tm="0">
                                          <p:val>
                                            <p:strVal val="ppt_w"/>
                                          </p:val>
                                        </p:tav>
                                        <p:tav tm="100000">
                                          <p:val>
                                            <p:fltVal val="0"/>
                                          </p:val>
                                        </p:tav>
                                      </p:tavLst>
                                    </p:anim>
                                    <p:anim calcmode="lin" valueType="num">
                                      <p:cBhvr>
                                        <p:cTn id="36" dur="500"/>
                                        <p:tgtEl>
                                          <p:spTgt spid="31"/>
                                        </p:tgtEl>
                                        <p:attrNameLst>
                                          <p:attrName>ppt_h</p:attrName>
                                        </p:attrNameLst>
                                      </p:cBhvr>
                                      <p:tavLst>
                                        <p:tav tm="0">
                                          <p:val>
                                            <p:strVal val="ppt_h"/>
                                          </p:val>
                                        </p:tav>
                                        <p:tav tm="100000">
                                          <p:val>
                                            <p:fltVal val="0"/>
                                          </p:val>
                                        </p:tav>
                                      </p:tavLst>
                                    </p:anim>
                                    <p:animEffect transition="out" filter="fade">
                                      <p:cBhvr>
                                        <p:cTn id="37" dur="500"/>
                                        <p:tgtEl>
                                          <p:spTgt spid="31"/>
                                        </p:tgtEl>
                                      </p:cBhvr>
                                    </p:animEffect>
                                    <p:set>
                                      <p:cBhvr>
                                        <p:cTn id="38" dur="1" fill="hold">
                                          <p:stCondLst>
                                            <p:cond delay="499"/>
                                          </p:stCondLst>
                                        </p:cTn>
                                        <p:tgtEl>
                                          <p:spTgt spid="31"/>
                                        </p:tgtEl>
                                        <p:attrNameLst>
                                          <p:attrName>style.visibility</p:attrName>
                                        </p:attrNameLst>
                                      </p:cBhvr>
                                      <p:to>
                                        <p:strVal val="hidden"/>
                                      </p:to>
                                    </p:set>
                                  </p:childTnLst>
                                </p:cTn>
                              </p:par>
                              <p:par>
                                <p:cTn id="39" presetID="53" presetClass="exit" presetSubtype="32" fill="hold" grpId="1" nodeType="withEffect">
                                  <p:stCondLst>
                                    <p:cond delay="0"/>
                                  </p:stCondLst>
                                  <p:childTnLst>
                                    <p:anim calcmode="lin" valueType="num">
                                      <p:cBhvr>
                                        <p:cTn id="40" dur="500"/>
                                        <p:tgtEl>
                                          <p:spTgt spid="36"/>
                                        </p:tgtEl>
                                        <p:attrNameLst>
                                          <p:attrName>ppt_w</p:attrName>
                                        </p:attrNameLst>
                                      </p:cBhvr>
                                      <p:tavLst>
                                        <p:tav tm="0">
                                          <p:val>
                                            <p:strVal val="ppt_w"/>
                                          </p:val>
                                        </p:tav>
                                        <p:tav tm="100000">
                                          <p:val>
                                            <p:fltVal val="0"/>
                                          </p:val>
                                        </p:tav>
                                      </p:tavLst>
                                    </p:anim>
                                    <p:anim calcmode="lin" valueType="num">
                                      <p:cBhvr>
                                        <p:cTn id="41" dur="500"/>
                                        <p:tgtEl>
                                          <p:spTgt spid="36"/>
                                        </p:tgtEl>
                                        <p:attrNameLst>
                                          <p:attrName>ppt_h</p:attrName>
                                        </p:attrNameLst>
                                      </p:cBhvr>
                                      <p:tavLst>
                                        <p:tav tm="0">
                                          <p:val>
                                            <p:strVal val="ppt_h"/>
                                          </p:val>
                                        </p:tav>
                                        <p:tav tm="100000">
                                          <p:val>
                                            <p:fltVal val="0"/>
                                          </p:val>
                                        </p:tav>
                                      </p:tavLst>
                                    </p:anim>
                                    <p:animEffect transition="out" filter="fade">
                                      <p:cBhvr>
                                        <p:cTn id="42" dur="500"/>
                                        <p:tgtEl>
                                          <p:spTgt spid="36"/>
                                        </p:tgtEl>
                                      </p:cBhvr>
                                    </p:animEffect>
                                    <p:set>
                                      <p:cBhvr>
                                        <p:cTn id="43" dur="1" fill="hold">
                                          <p:stCondLst>
                                            <p:cond delay="499"/>
                                          </p:stCondLst>
                                        </p:cTn>
                                        <p:tgtEl>
                                          <p:spTgt spid="36"/>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down)">
                                      <p:cBhvr>
                                        <p:cTn id="48" dur="500"/>
                                        <p:tgtEl>
                                          <p:spTgt spid="2"/>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p:cTn id="53" dur="500" fill="hold"/>
                                        <p:tgtEl>
                                          <p:spTgt spid="24"/>
                                        </p:tgtEl>
                                        <p:attrNameLst>
                                          <p:attrName>ppt_w</p:attrName>
                                        </p:attrNameLst>
                                      </p:cBhvr>
                                      <p:tavLst>
                                        <p:tav tm="0">
                                          <p:val>
                                            <p:fltVal val="0"/>
                                          </p:val>
                                        </p:tav>
                                        <p:tav tm="100000">
                                          <p:val>
                                            <p:strVal val="#ppt_w"/>
                                          </p:val>
                                        </p:tav>
                                      </p:tavLst>
                                    </p:anim>
                                    <p:anim calcmode="lin" valueType="num">
                                      <p:cBhvr>
                                        <p:cTn id="54" dur="500" fill="hold"/>
                                        <p:tgtEl>
                                          <p:spTgt spid="24"/>
                                        </p:tgtEl>
                                        <p:attrNameLst>
                                          <p:attrName>ppt_h</p:attrName>
                                        </p:attrNameLst>
                                      </p:cBhvr>
                                      <p:tavLst>
                                        <p:tav tm="0">
                                          <p:val>
                                            <p:fltVal val="0"/>
                                          </p:val>
                                        </p:tav>
                                        <p:tav tm="100000">
                                          <p:val>
                                            <p:strVal val="#ppt_h"/>
                                          </p:val>
                                        </p:tav>
                                      </p:tavLst>
                                    </p:anim>
                                    <p:animEffect transition="in" filter="fade">
                                      <p:cBhvr>
                                        <p:cTn id="55" dur="500"/>
                                        <p:tgtEl>
                                          <p:spTgt spid="24"/>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 calcmode="lin" valueType="num">
                                      <p:cBhvr>
                                        <p:cTn id="58" dur="500" fill="hold"/>
                                        <p:tgtEl>
                                          <p:spTgt spid="34"/>
                                        </p:tgtEl>
                                        <p:attrNameLst>
                                          <p:attrName>ppt_w</p:attrName>
                                        </p:attrNameLst>
                                      </p:cBhvr>
                                      <p:tavLst>
                                        <p:tav tm="0">
                                          <p:val>
                                            <p:fltVal val="0"/>
                                          </p:val>
                                        </p:tav>
                                        <p:tav tm="100000">
                                          <p:val>
                                            <p:strVal val="#ppt_w"/>
                                          </p:val>
                                        </p:tav>
                                      </p:tavLst>
                                    </p:anim>
                                    <p:anim calcmode="lin" valueType="num">
                                      <p:cBhvr>
                                        <p:cTn id="59" dur="500" fill="hold"/>
                                        <p:tgtEl>
                                          <p:spTgt spid="34"/>
                                        </p:tgtEl>
                                        <p:attrNameLst>
                                          <p:attrName>ppt_h</p:attrName>
                                        </p:attrNameLst>
                                      </p:cBhvr>
                                      <p:tavLst>
                                        <p:tav tm="0">
                                          <p:val>
                                            <p:fltVal val="0"/>
                                          </p:val>
                                        </p:tav>
                                        <p:tav tm="100000">
                                          <p:val>
                                            <p:strVal val="#ppt_h"/>
                                          </p:val>
                                        </p:tav>
                                      </p:tavLst>
                                    </p:anim>
                                    <p:animEffect transition="in" filter="fade">
                                      <p:cBhvr>
                                        <p:cTn id="60" dur="500"/>
                                        <p:tgtEl>
                                          <p:spTgt spid="34"/>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xit" presetSubtype="32" fill="hold" grpId="1" nodeType="clickEffect">
                                  <p:stCondLst>
                                    <p:cond delay="0"/>
                                  </p:stCondLst>
                                  <p:childTnLst>
                                    <p:anim calcmode="lin" valueType="num">
                                      <p:cBhvr>
                                        <p:cTn id="64" dur="500"/>
                                        <p:tgtEl>
                                          <p:spTgt spid="37"/>
                                        </p:tgtEl>
                                        <p:attrNameLst>
                                          <p:attrName>ppt_w</p:attrName>
                                        </p:attrNameLst>
                                      </p:cBhvr>
                                      <p:tavLst>
                                        <p:tav tm="0">
                                          <p:val>
                                            <p:strVal val="ppt_w"/>
                                          </p:val>
                                        </p:tav>
                                        <p:tav tm="100000">
                                          <p:val>
                                            <p:fltVal val="0"/>
                                          </p:val>
                                        </p:tav>
                                      </p:tavLst>
                                    </p:anim>
                                    <p:anim calcmode="lin" valueType="num">
                                      <p:cBhvr>
                                        <p:cTn id="65" dur="500"/>
                                        <p:tgtEl>
                                          <p:spTgt spid="37"/>
                                        </p:tgtEl>
                                        <p:attrNameLst>
                                          <p:attrName>ppt_h</p:attrName>
                                        </p:attrNameLst>
                                      </p:cBhvr>
                                      <p:tavLst>
                                        <p:tav tm="0">
                                          <p:val>
                                            <p:strVal val="ppt_h"/>
                                          </p:val>
                                        </p:tav>
                                        <p:tav tm="100000">
                                          <p:val>
                                            <p:fltVal val="0"/>
                                          </p:val>
                                        </p:tav>
                                      </p:tavLst>
                                    </p:anim>
                                    <p:animEffect transition="out" filter="fade">
                                      <p:cBhvr>
                                        <p:cTn id="66" dur="500"/>
                                        <p:tgtEl>
                                          <p:spTgt spid="37"/>
                                        </p:tgtEl>
                                      </p:cBhvr>
                                    </p:animEffect>
                                    <p:set>
                                      <p:cBhvr>
                                        <p:cTn id="67" dur="1" fill="hold">
                                          <p:stCondLst>
                                            <p:cond delay="499"/>
                                          </p:stCondLst>
                                        </p:cTn>
                                        <p:tgtEl>
                                          <p:spTgt spid="37"/>
                                        </p:tgtEl>
                                        <p:attrNameLst>
                                          <p:attrName>style.visibility</p:attrName>
                                        </p:attrNameLst>
                                      </p:cBhvr>
                                      <p:to>
                                        <p:strVal val="hidden"/>
                                      </p:to>
                                    </p:set>
                                  </p:childTnLst>
                                </p:cTn>
                              </p:par>
                              <p:par>
                                <p:cTn id="68" presetID="53" presetClass="exit" presetSubtype="32" fill="hold" grpId="0" nodeType="withEffect">
                                  <p:stCondLst>
                                    <p:cond delay="0"/>
                                  </p:stCondLst>
                                  <p:childTnLst>
                                    <p:anim calcmode="lin" valueType="num">
                                      <p:cBhvr>
                                        <p:cTn id="69" dur="500"/>
                                        <p:tgtEl>
                                          <p:spTgt spid="21"/>
                                        </p:tgtEl>
                                        <p:attrNameLst>
                                          <p:attrName>ppt_w</p:attrName>
                                        </p:attrNameLst>
                                      </p:cBhvr>
                                      <p:tavLst>
                                        <p:tav tm="0">
                                          <p:val>
                                            <p:strVal val="ppt_w"/>
                                          </p:val>
                                        </p:tav>
                                        <p:tav tm="100000">
                                          <p:val>
                                            <p:fltVal val="0"/>
                                          </p:val>
                                        </p:tav>
                                      </p:tavLst>
                                    </p:anim>
                                    <p:anim calcmode="lin" valueType="num">
                                      <p:cBhvr>
                                        <p:cTn id="70" dur="500"/>
                                        <p:tgtEl>
                                          <p:spTgt spid="21"/>
                                        </p:tgtEl>
                                        <p:attrNameLst>
                                          <p:attrName>ppt_h</p:attrName>
                                        </p:attrNameLst>
                                      </p:cBhvr>
                                      <p:tavLst>
                                        <p:tav tm="0">
                                          <p:val>
                                            <p:strVal val="ppt_h"/>
                                          </p:val>
                                        </p:tav>
                                        <p:tav tm="100000">
                                          <p:val>
                                            <p:fltVal val="0"/>
                                          </p:val>
                                        </p:tav>
                                      </p:tavLst>
                                    </p:anim>
                                    <p:animEffect transition="out" filter="fade">
                                      <p:cBhvr>
                                        <p:cTn id="71" dur="500"/>
                                        <p:tgtEl>
                                          <p:spTgt spid="21"/>
                                        </p:tgtEl>
                                      </p:cBhvr>
                                    </p:animEffect>
                                    <p:set>
                                      <p:cBhvr>
                                        <p:cTn id="72" dur="1" fill="hold">
                                          <p:stCondLst>
                                            <p:cond delay="499"/>
                                          </p:stCondLst>
                                        </p:cTn>
                                        <p:tgtEl>
                                          <p:spTgt spid="21"/>
                                        </p:tgtEl>
                                        <p:attrNameLst>
                                          <p:attrName>style.visibility</p:attrName>
                                        </p:attrNameLst>
                                      </p:cBhvr>
                                      <p:to>
                                        <p:strVal val="hidden"/>
                                      </p:to>
                                    </p:set>
                                  </p:childTnLst>
                                </p:cTn>
                              </p:par>
                              <p:par>
                                <p:cTn id="73" presetID="53" presetClass="exit" presetSubtype="32" fill="hold" grpId="0" nodeType="withEffect">
                                  <p:stCondLst>
                                    <p:cond delay="0"/>
                                  </p:stCondLst>
                                  <p:childTnLst>
                                    <p:anim calcmode="lin" valueType="num">
                                      <p:cBhvr>
                                        <p:cTn id="74" dur="500"/>
                                        <p:tgtEl>
                                          <p:spTgt spid="22"/>
                                        </p:tgtEl>
                                        <p:attrNameLst>
                                          <p:attrName>ppt_w</p:attrName>
                                        </p:attrNameLst>
                                      </p:cBhvr>
                                      <p:tavLst>
                                        <p:tav tm="0">
                                          <p:val>
                                            <p:strVal val="ppt_w"/>
                                          </p:val>
                                        </p:tav>
                                        <p:tav tm="100000">
                                          <p:val>
                                            <p:fltVal val="0"/>
                                          </p:val>
                                        </p:tav>
                                      </p:tavLst>
                                    </p:anim>
                                    <p:anim calcmode="lin" valueType="num">
                                      <p:cBhvr>
                                        <p:cTn id="75" dur="500"/>
                                        <p:tgtEl>
                                          <p:spTgt spid="22"/>
                                        </p:tgtEl>
                                        <p:attrNameLst>
                                          <p:attrName>ppt_h</p:attrName>
                                        </p:attrNameLst>
                                      </p:cBhvr>
                                      <p:tavLst>
                                        <p:tav tm="0">
                                          <p:val>
                                            <p:strVal val="ppt_h"/>
                                          </p:val>
                                        </p:tav>
                                        <p:tav tm="100000">
                                          <p:val>
                                            <p:fltVal val="0"/>
                                          </p:val>
                                        </p:tav>
                                      </p:tavLst>
                                    </p:anim>
                                    <p:animEffect transition="out" filter="fade">
                                      <p:cBhvr>
                                        <p:cTn id="76" dur="500"/>
                                        <p:tgtEl>
                                          <p:spTgt spid="22"/>
                                        </p:tgtEl>
                                      </p:cBhvr>
                                    </p:animEffect>
                                    <p:set>
                                      <p:cBhvr>
                                        <p:cTn id="77" dur="1" fill="hold">
                                          <p:stCondLst>
                                            <p:cond delay="499"/>
                                          </p:stCondLst>
                                        </p:cTn>
                                        <p:tgtEl>
                                          <p:spTgt spid="22"/>
                                        </p:tgtEl>
                                        <p:attrNameLst>
                                          <p:attrName>style.visibility</p:attrName>
                                        </p:attrNameLst>
                                      </p:cBhvr>
                                      <p:to>
                                        <p:strVal val="hidden"/>
                                      </p:to>
                                    </p:set>
                                  </p:childTnLst>
                                </p:cTn>
                              </p:par>
                              <p:par>
                                <p:cTn id="78" presetID="22" presetClass="exit" presetSubtype="4" fill="hold" nodeType="withEffect">
                                  <p:stCondLst>
                                    <p:cond delay="0"/>
                                  </p:stCondLst>
                                  <p:childTnLst>
                                    <p:animEffect transition="out" filter="wipe(down)">
                                      <p:cBhvr>
                                        <p:cTn id="79" dur="500"/>
                                        <p:tgtEl>
                                          <p:spTgt spid="29"/>
                                        </p:tgtEl>
                                      </p:cBhvr>
                                    </p:animEffect>
                                    <p:set>
                                      <p:cBhvr>
                                        <p:cTn id="80"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8" grpId="0" animBg="1"/>
      <p:bldP spid="22" grpId="0" animBg="1"/>
      <p:bldP spid="36" grpId="0" animBg="1"/>
      <p:bldP spid="36" grpId="1" animBg="1"/>
      <p:bldP spid="37" grpId="0" animBg="1"/>
      <p:bldP spid="37" grpId="1" animBg="1"/>
      <p:bldP spid="21" grpId="0" animBg="1"/>
      <p:bldP spid="2" grpId="0" animBg="1"/>
      <p:bldP spid="3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标题 2">
            <a:extLst>
              <a:ext uri="{FF2B5EF4-FFF2-40B4-BE49-F238E27FC236}">
                <a16:creationId xmlns:a16="http://schemas.microsoft.com/office/drawing/2014/main" id="{AEB53CE0-3F96-4360-BB74-727309C8A1AC}"/>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sp>
        <p:nvSpPr>
          <p:cNvPr id="9" name="Rectangle 5">
            <a:extLst>
              <a:ext uri="{FF2B5EF4-FFF2-40B4-BE49-F238E27FC236}">
                <a16:creationId xmlns:a16="http://schemas.microsoft.com/office/drawing/2014/main" id="{430ED5ED-E774-423A-A77F-ECFE75A565FA}"/>
              </a:ext>
            </a:extLst>
          </p:cNvPr>
          <p:cNvSpPr>
            <a:spLocks noChangeArrowheads="1"/>
          </p:cNvSpPr>
          <p:nvPr/>
        </p:nvSpPr>
        <p:spPr bwMode="auto">
          <a:xfrm>
            <a:off x="8243888" y="4010400"/>
            <a:ext cx="5937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7">
            <a:extLst>
              <a:ext uri="{FF2B5EF4-FFF2-40B4-BE49-F238E27FC236}">
                <a16:creationId xmlns:a16="http://schemas.microsoft.com/office/drawing/2014/main" id="{072FF619-1AC7-4D8F-9FCC-CEDF528E99A8}"/>
              </a:ext>
            </a:extLst>
          </p:cNvPr>
          <p:cNvSpPr>
            <a:spLocks noChangeArrowheads="1"/>
          </p:cNvSpPr>
          <p:nvPr/>
        </p:nvSpPr>
        <p:spPr bwMode="auto">
          <a:xfrm>
            <a:off x="8837613" y="4010400"/>
            <a:ext cx="21748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81F56BFA-FE9C-4F7B-A291-B114564EAB16}"/>
              </a:ext>
            </a:extLst>
          </p:cNvPr>
          <p:cNvSpPr>
            <a:spLocks noChangeArrowheads="1"/>
          </p:cNvSpPr>
          <p:nvPr/>
        </p:nvSpPr>
        <p:spPr bwMode="auto">
          <a:xfrm>
            <a:off x="8243888" y="44496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4" name="Rectangle 8">
            <a:extLst>
              <a:ext uri="{FF2B5EF4-FFF2-40B4-BE49-F238E27FC236}">
                <a16:creationId xmlns:a16="http://schemas.microsoft.com/office/drawing/2014/main" id="{2120E24F-64FF-4123-B233-8D505143085C}"/>
              </a:ext>
            </a:extLst>
          </p:cNvPr>
          <p:cNvSpPr>
            <a:spLocks noChangeArrowheads="1"/>
          </p:cNvSpPr>
          <p:nvPr/>
        </p:nvSpPr>
        <p:spPr bwMode="auto">
          <a:xfrm>
            <a:off x="7434263" y="4010400"/>
            <a:ext cx="8096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sym typeface="Arial" pitchFamily="34" charset="0"/>
              </a:rPr>
              <a:t>2</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7" name="Rectangle 21">
            <a:extLst>
              <a:ext uri="{FF2B5EF4-FFF2-40B4-BE49-F238E27FC236}">
                <a16:creationId xmlns:a16="http://schemas.microsoft.com/office/drawing/2014/main" id="{B879EA73-4726-44B8-961A-E64B390AF61C}"/>
              </a:ext>
            </a:extLst>
          </p:cNvPr>
          <p:cNvSpPr>
            <a:spLocks noChangeArrowheads="1"/>
          </p:cNvSpPr>
          <p:nvPr/>
        </p:nvSpPr>
        <p:spPr bwMode="auto">
          <a:xfrm>
            <a:off x="6840538" y="44496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syn</a:t>
            </a:r>
            <a:endParaRPr lang="zh-CN" altLang="en-US" sz="1200" i="1">
              <a:solidFill>
                <a:srgbClr val="000000"/>
              </a:solidFill>
              <a:latin typeface="Times New Roman" panose="02020603050405020304" pitchFamily="18" charset="0"/>
              <a:cs typeface="Times New Roman" panose="02020603050405020304" pitchFamily="18" charset="0"/>
            </a:endParaRPr>
          </a:p>
        </p:txBody>
      </p:sp>
      <p:sp>
        <p:nvSpPr>
          <p:cNvPr id="23" name="Rectangle 96">
            <a:extLst>
              <a:ext uri="{FF2B5EF4-FFF2-40B4-BE49-F238E27FC236}">
                <a16:creationId xmlns:a16="http://schemas.microsoft.com/office/drawing/2014/main" id="{22F8DAA9-96E5-451D-9962-A2487D75937D}"/>
              </a:ext>
            </a:extLst>
          </p:cNvPr>
          <p:cNvSpPr>
            <a:spLocks noChangeArrowheads="1"/>
          </p:cNvSpPr>
          <p:nvPr/>
        </p:nvSpPr>
        <p:spPr bwMode="auto">
          <a:xfrm>
            <a:off x="5643563" y="4008438"/>
            <a:ext cx="119697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4</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24" name="Rectangle 97">
            <a:extLst>
              <a:ext uri="{FF2B5EF4-FFF2-40B4-BE49-F238E27FC236}">
                <a16:creationId xmlns:a16="http://schemas.microsoft.com/office/drawing/2014/main" id="{12FC8DB1-3480-4722-A68D-0C8D1AE74939}"/>
              </a:ext>
            </a:extLst>
          </p:cNvPr>
          <p:cNvSpPr>
            <a:spLocks noChangeArrowheads="1"/>
          </p:cNvSpPr>
          <p:nvPr/>
        </p:nvSpPr>
        <p:spPr bwMode="auto">
          <a:xfrm>
            <a:off x="4306888" y="4008438"/>
            <a:ext cx="696912"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 </a:t>
            </a:r>
            <a:r>
              <a:rPr lang="zh-CN" altLang="en-US" sz="1200" baseline="-25000" dirty="0">
                <a:solidFill>
                  <a:srgbClr val="000000"/>
                </a:solidFill>
                <a:latin typeface="Times New Roman" pitchFamily="18" charset="0"/>
                <a:cs typeface="Times New Roman" pitchFamily="18" charset="0"/>
              </a:rPr>
              <a:t>1</a:t>
            </a:r>
            <a:r>
              <a:rPr lang="en-US" altLang="zh-CN" sz="1200" i="1" dirty="0">
                <a:solidFill>
                  <a:srgbClr val="000000"/>
                </a:solidFill>
                <a:latin typeface="Times New Roman" pitchFamily="18" charset="0"/>
                <a:ea typeface="楷体" pitchFamily="49" charset="-122"/>
                <a:cs typeface="Times New Roman" pitchFamily="18" charset="0"/>
              </a:rPr>
              <a:t>′</a:t>
            </a:r>
            <a:endParaRPr lang="en-US" altLang="zh-CN" sz="1200" i="1" dirty="0">
              <a:solidFill>
                <a:srgbClr val="000000"/>
              </a:solidFill>
              <a:latin typeface="Times New Roman" panose="02020603050405020304" pitchFamily="18" charset="0"/>
            </a:endParaRPr>
          </a:p>
        </p:txBody>
      </p:sp>
      <p:sp>
        <p:nvSpPr>
          <p:cNvPr id="25" name="Rectangle 98">
            <a:extLst>
              <a:ext uri="{FF2B5EF4-FFF2-40B4-BE49-F238E27FC236}">
                <a16:creationId xmlns:a16="http://schemas.microsoft.com/office/drawing/2014/main" id="{3E40A724-69BC-4D1A-B0CE-6600A72126AA}"/>
              </a:ext>
            </a:extLst>
          </p:cNvPr>
          <p:cNvSpPr>
            <a:spLocks noChangeArrowheads="1"/>
          </p:cNvSpPr>
          <p:nvPr/>
        </p:nvSpPr>
        <p:spPr bwMode="auto">
          <a:xfrm>
            <a:off x="5003800" y="4008438"/>
            <a:ext cx="703263"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rPr>
              <a:t>T </a:t>
            </a:r>
            <a:r>
              <a:rPr lang="zh-CN" altLang="en-US" sz="1200" baseline="-25000" dirty="0">
                <a:solidFill>
                  <a:srgbClr val="000000"/>
                </a:solidFill>
                <a:latin typeface="Times New Roman" pitchFamily="18" charset="0"/>
                <a:cs typeface="Times New Roman" pitchFamily="18" charset="0"/>
              </a:rPr>
              <a:t>1</a:t>
            </a:r>
            <a:r>
              <a:rPr lang="en-US" altLang="zh-CN" sz="1200" i="1" dirty="0">
                <a:solidFill>
                  <a:srgbClr val="000000"/>
                </a:solidFill>
                <a:latin typeface="Times New Roman" pitchFamily="18" charset="0"/>
                <a:ea typeface="楷体" pitchFamily="49" charset="-122"/>
                <a:cs typeface="Times New Roman" pitchFamily="18" charset="0"/>
              </a:rPr>
              <a:t>′</a:t>
            </a:r>
            <a:r>
              <a:rPr lang="en-US" altLang="zh-CN" sz="1200" i="1" dirty="0" err="1">
                <a:solidFill>
                  <a:prstClr val="black"/>
                </a:solidFill>
                <a:latin typeface="Times New Roman" panose="02020603050405020304" pitchFamily="18" charset="0"/>
                <a:ea typeface="SimSun" panose="02010600030101010101" pitchFamily="2" charset="-122"/>
              </a:rPr>
              <a:t>syn</a:t>
            </a:r>
            <a:endParaRPr lang="en-US" altLang="zh-CN" sz="1200" i="1" dirty="0">
              <a:solidFill>
                <a:prstClr val="black"/>
              </a:solidFill>
              <a:latin typeface="Times New Roman" panose="02020603050405020304" pitchFamily="18" charset="0"/>
              <a:ea typeface="SimSun" panose="02010600030101010101" pitchFamily="2" charset="-122"/>
            </a:endParaRPr>
          </a:p>
        </p:txBody>
      </p:sp>
      <p:sp>
        <p:nvSpPr>
          <p:cNvPr id="26" name="Rectangle 101">
            <a:extLst>
              <a:ext uri="{FF2B5EF4-FFF2-40B4-BE49-F238E27FC236}">
                <a16:creationId xmlns:a16="http://schemas.microsoft.com/office/drawing/2014/main" id="{BD81A026-67E6-48DB-B7C2-312DC8044832}"/>
              </a:ext>
            </a:extLst>
          </p:cNvPr>
          <p:cNvSpPr>
            <a:spLocks noChangeArrowheads="1"/>
          </p:cNvSpPr>
          <p:nvPr/>
        </p:nvSpPr>
        <p:spPr bwMode="auto">
          <a:xfrm>
            <a:off x="3389313" y="4008438"/>
            <a:ext cx="912812"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3</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27" name="Rectangle 102">
            <a:extLst>
              <a:ext uri="{FF2B5EF4-FFF2-40B4-BE49-F238E27FC236}">
                <a16:creationId xmlns:a16="http://schemas.microsoft.com/office/drawing/2014/main" id="{5BC710BD-2E1F-464E-BAC0-8C200B4442C6}"/>
              </a:ext>
            </a:extLst>
          </p:cNvPr>
          <p:cNvSpPr>
            <a:spLocks noChangeArrowheads="1"/>
          </p:cNvSpPr>
          <p:nvPr/>
        </p:nvSpPr>
        <p:spPr bwMode="auto">
          <a:xfrm>
            <a:off x="2796858" y="4008438"/>
            <a:ext cx="595312"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rPr>
              <a:t>Fsyn</a:t>
            </a:r>
            <a:endParaRPr lang="en-US" altLang="zh-CN" sz="1200" i="1" dirty="0">
              <a:solidFill>
                <a:prstClr val="black"/>
              </a:solidFill>
              <a:latin typeface="Times New Roman" panose="02020603050405020304" pitchFamily="18" charset="0"/>
              <a:ea typeface="SimSun" panose="02010600030101010101" pitchFamily="2" charset="-122"/>
            </a:endParaRPr>
          </a:p>
        </p:txBody>
      </p:sp>
      <p:sp>
        <p:nvSpPr>
          <p:cNvPr id="28" name="Rectangle 106">
            <a:extLst>
              <a:ext uri="{FF2B5EF4-FFF2-40B4-BE49-F238E27FC236}">
                <a16:creationId xmlns:a16="http://schemas.microsoft.com/office/drawing/2014/main" id="{D97C2DEF-73EF-4586-8674-044CB3D50453}"/>
              </a:ext>
            </a:extLst>
          </p:cNvPr>
          <p:cNvSpPr>
            <a:spLocks noChangeArrowheads="1"/>
          </p:cNvSpPr>
          <p:nvPr/>
        </p:nvSpPr>
        <p:spPr bwMode="auto">
          <a:xfrm>
            <a:off x="1717358" y="4008438"/>
            <a:ext cx="54133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rPr>
              <a:t>*</a:t>
            </a:r>
          </a:p>
        </p:txBody>
      </p:sp>
      <p:sp>
        <p:nvSpPr>
          <p:cNvPr id="29" name="Rectangle 107">
            <a:extLst>
              <a:ext uri="{FF2B5EF4-FFF2-40B4-BE49-F238E27FC236}">
                <a16:creationId xmlns:a16="http://schemas.microsoft.com/office/drawing/2014/main" id="{399F1A27-AE10-4960-8B72-88400A94C25C}"/>
              </a:ext>
            </a:extLst>
          </p:cNvPr>
          <p:cNvSpPr>
            <a:spLocks noChangeArrowheads="1"/>
          </p:cNvSpPr>
          <p:nvPr/>
        </p:nvSpPr>
        <p:spPr bwMode="auto">
          <a:xfrm>
            <a:off x="2257108" y="4008438"/>
            <a:ext cx="539750"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i="1">
                <a:solidFill>
                  <a:srgbClr val="000000"/>
                </a:solidFill>
                <a:latin typeface="Times New Roman" panose="02020603050405020304" pitchFamily="18" charset="0"/>
              </a:rPr>
              <a:t>F</a:t>
            </a:r>
          </a:p>
        </p:txBody>
      </p:sp>
      <p:sp>
        <p:nvSpPr>
          <p:cNvPr id="30" name="Rectangle 95">
            <a:extLst>
              <a:ext uri="{FF2B5EF4-FFF2-40B4-BE49-F238E27FC236}">
                <a16:creationId xmlns:a16="http://schemas.microsoft.com/office/drawing/2014/main" id="{06C404BE-1A83-4376-B08C-932F69FD44A6}"/>
              </a:ext>
            </a:extLst>
          </p:cNvPr>
          <p:cNvSpPr>
            <a:spLocks noChangeArrowheads="1"/>
          </p:cNvSpPr>
          <p:nvPr/>
        </p:nvSpPr>
        <p:spPr bwMode="auto">
          <a:xfrm>
            <a:off x="3389313" y="4448493"/>
            <a:ext cx="912812"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a:t>
            </a:r>
            <a:r>
              <a:rPr lang="en-US" altLang="zh-CN" sz="1200" i="1" dirty="0" err="1">
                <a:solidFill>
                  <a:srgbClr val="000000"/>
                </a:solidFill>
                <a:latin typeface="Times New Roman" panose="02020603050405020304" pitchFamily="18" charset="0"/>
              </a:rPr>
              <a:t>inh</a:t>
            </a:r>
            <a:r>
              <a:rPr lang="en-US" altLang="zh-CN" sz="1200" dirty="0">
                <a:solidFill>
                  <a:srgbClr val="000000"/>
                </a:solidFill>
                <a:latin typeface="Times New Roman" panose="02020603050405020304" pitchFamily="18" charset="0"/>
              </a:rPr>
              <a:t>=3</a:t>
            </a:r>
            <a:endParaRPr lang="zh-CN" altLang="en-US" sz="1200" dirty="0">
              <a:solidFill>
                <a:srgbClr val="000000"/>
              </a:solidFill>
              <a:latin typeface="Times New Roman" panose="02020603050405020304" pitchFamily="18" charset="0"/>
            </a:endParaRPr>
          </a:p>
        </p:txBody>
      </p:sp>
      <p:sp>
        <p:nvSpPr>
          <p:cNvPr id="34" name="Rectangle 100">
            <a:extLst>
              <a:ext uri="{FF2B5EF4-FFF2-40B4-BE49-F238E27FC236}">
                <a16:creationId xmlns:a16="http://schemas.microsoft.com/office/drawing/2014/main" id="{397DE857-7917-46FE-932B-5B1D2B7E705F}"/>
              </a:ext>
            </a:extLst>
          </p:cNvPr>
          <p:cNvSpPr>
            <a:spLocks noChangeArrowheads="1"/>
          </p:cNvSpPr>
          <p:nvPr/>
        </p:nvSpPr>
        <p:spPr bwMode="auto">
          <a:xfrm>
            <a:off x="4304983" y="4449600"/>
            <a:ext cx="703263" cy="276225"/>
          </a:xfrm>
          <a:prstGeom prst="rect">
            <a:avLst/>
          </a:prstGeom>
          <a:solidFill>
            <a:schemeClr val="accent5">
              <a:lumMod val="60000"/>
              <a:lumOff val="40000"/>
            </a:schemeClr>
          </a:solidFill>
          <a:ln w="9525">
            <a:solidFill>
              <a:schemeClr val="tx1"/>
            </a:solidFill>
            <a:miter lim="800000"/>
            <a:headEnd/>
            <a:tailEnd/>
          </a:ln>
          <a:effectLst/>
        </p:spPr>
        <p:txBody>
          <a:bodyPr wrap="squar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rPr>
              <a:t>inh</a:t>
            </a:r>
            <a:endParaRPr lang="zh-CN" altLang="en-US" sz="1200" i="1" dirty="0">
              <a:solidFill>
                <a:srgbClr val="000000"/>
              </a:solidFill>
              <a:latin typeface="Times New Roman" panose="02020603050405020304" pitchFamily="18" charset="0"/>
            </a:endParaRPr>
          </a:p>
        </p:txBody>
      </p:sp>
      <p:sp>
        <p:nvSpPr>
          <p:cNvPr id="38" name="Rectangle 103">
            <a:extLst>
              <a:ext uri="{FF2B5EF4-FFF2-40B4-BE49-F238E27FC236}">
                <a16:creationId xmlns:a16="http://schemas.microsoft.com/office/drawing/2014/main" id="{A18E9FFF-D82E-455E-964C-EADC58C98AD7}"/>
              </a:ext>
            </a:extLst>
          </p:cNvPr>
          <p:cNvSpPr>
            <a:spLocks noChangeArrowheads="1"/>
          </p:cNvSpPr>
          <p:nvPr/>
        </p:nvSpPr>
        <p:spPr bwMode="auto">
          <a:xfrm>
            <a:off x="2796858" y="4448493"/>
            <a:ext cx="595312"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rPr>
              <a:t>val</a:t>
            </a:r>
            <a:endParaRPr lang="zh-CN" altLang="en-US" sz="1200" i="1" dirty="0">
              <a:solidFill>
                <a:srgbClr val="000000"/>
              </a:solidFill>
              <a:latin typeface="Times New Roman" panose="02020603050405020304" pitchFamily="18" charset="0"/>
            </a:endParaRPr>
          </a:p>
        </p:txBody>
      </p:sp>
      <p:sp>
        <p:nvSpPr>
          <p:cNvPr id="39" name="Line 79">
            <a:extLst>
              <a:ext uri="{FF2B5EF4-FFF2-40B4-BE49-F238E27FC236}">
                <a16:creationId xmlns:a16="http://schemas.microsoft.com/office/drawing/2014/main" id="{F3CD575F-31EF-471C-8D7E-464FDC4F2E37}"/>
              </a:ext>
            </a:extLst>
          </p:cNvPr>
          <p:cNvSpPr>
            <a:spLocks noChangeShapeType="1"/>
          </p:cNvSpPr>
          <p:nvPr/>
        </p:nvSpPr>
        <p:spPr bwMode="auto">
          <a:xfrm flipV="1">
            <a:off x="80105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 name="任意多边形 1">
            <a:extLst>
              <a:ext uri="{FF2B5EF4-FFF2-40B4-BE49-F238E27FC236}">
                <a16:creationId xmlns:a16="http://schemas.microsoft.com/office/drawing/2014/main" id="{A3AAC87E-F592-4D6C-9192-30922EA88175}"/>
              </a:ext>
            </a:extLst>
          </p:cNvPr>
          <p:cNvSpPr/>
          <p:nvPr/>
        </p:nvSpPr>
        <p:spPr>
          <a:xfrm>
            <a:off x="3762375" y="4791075"/>
            <a:ext cx="2835275" cy="277813"/>
          </a:xfrm>
          <a:custGeom>
            <a:avLst/>
            <a:gdLst>
              <a:gd name="connsiteX0" fmla="*/ 2835798 w 2835798"/>
              <a:gd name="connsiteY0" fmla="*/ 0 h 277987"/>
              <a:gd name="connsiteX1" fmla="*/ 1585732 w 2835798"/>
              <a:gd name="connsiteY1" fmla="*/ 277793 h 277987"/>
              <a:gd name="connsiteX2" fmla="*/ 0 w 2835798"/>
              <a:gd name="connsiteY2" fmla="*/ 34724 h 277987"/>
            </a:gdLst>
            <a:ahLst/>
            <a:cxnLst>
              <a:cxn ang="0">
                <a:pos x="connsiteX0" y="connsiteY0"/>
              </a:cxn>
              <a:cxn ang="0">
                <a:pos x="connsiteX1" y="connsiteY1"/>
              </a:cxn>
              <a:cxn ang="0">
                <a:pos x="connsiteX2" y="connsiteY2"/>
              </a:cxn>
            </a:cxnLst>
            <a:rect l="l" t="t" r="r" b="b"/>
            <a:pathLst>
              <a:path w="2835798" h="277987">
                <a:moveTo>
                  <a:pt x="2835798" y="0"/>
                </a:moveTo>
                <a:cubicBezTo>
                  <a:pt x="2447081" y="136003"/>
                  <a:pt x="2058365" y="272006"/>
                  <a:pt x="1585732" y="277793"/>
                </a:cubicBezTo>
                <a:cubicBezTo>
                  <a:pt x="1113099" y="283580"/>
                  <a:pt x="556549" y="159152"/>
                  <a:pt x="0" y="34724"/>
                </a:cubicBezTo>
              </a:path>
            </a:pathLst>
          </a:custGeom>
          <a:noFill/>
          <a:ln w="19050">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0549" name="Line 79">
            <a:extLst>
              <a:ext uri="{FF2B5EF4-FFF2-40B4-BE49-F238E27FC236}">
                <a16:creationId xmlns:a16="http://schemas.microsoft.com/office/drawing/2014/main" id="{F1E5F9E6-B3E0-4D5B-B0D0-15F4F8BA342C}"/>
              </a:ext>
            </a:extLst>
          </p:cNvPr>
          <p:cNvSpPr>
            <a:spLocks noChangeShapeType="1"/>
          </p:cNvSpPr>
          <p:nvPr/>
        </p:nvSpPr>
        <p:spPr bwMode="auto">
          <a:xfrm flipV="1">
            <a:off x="7794625" y="1697038"/>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50" name="Rectangle 56">
            <a:extLst>
              <a:ext uri="{FF2B5EF4-FFF2-40B4-BE49-F238E27FC236}">
                <a16:creationId xmlns:a16="http://schemas.microsoft.com/office/drawing/2014/main" id="{91994990-1949-4421-B7CD-1C828D1F9344}"/>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50551" name="Line 79">
            <a:extLst>
              <a:ext uri="{FF2B5EF4-FFF2-40B4-BE49-F238E27FC236}">
                <a16:creationId xmlns:a16="http://schemas.microsoft.com/office/drawing/2014/main" id="{3795DC42-23C5-43BB-9163-F9D81A61E994}"/>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0552" name="组合 12">
            <a:extLst>
              <a:ext uri="{FF2B5EF4-FFF2-40B4-BE49-F238E27FC236}">
                <a16:creationId xmlns:a16="http://schemas.microsoft.com/office/drawing/2014/main" id="{241925C4-4D1C-411B-9081-A9567654D991}"/>
              </a:ext>
            </a:extLst>
          </p:cNvPr>
          <p:cNvGrpSpPr>
            <a:grpSpLocks/>
          </p:cNvGrpSpPr>
          <p:nvPr/>
        </p:nvGrpSpPr>
        <p:grpSpPr bwMode="auto">
          <a:xfrm>
            <a:off x="715963" y="682625"/>
            <a:ext cx="6092825" cy="2249488"/>
            <a:chOff x="751285" y="802569"/>
            <a:chExt cx="6091894" cy="2249363"/>
          </a:xfrm>
        </p:grpSpPr>
        <p:sp>
          <p:nvSpPr>
            <p:cNvPr id="40" name="矩形 7">
              <a:extLst>
                <a:ext uri="{FF2B5EF4-FFF2-40B4-BE49-F238E27FC236}">
                  <a16:creationId xmlns:a16="http://schemas.microsoft.com/office/drawing/2014/main" id="{8CF4EB7D-8838-4ED9-B162-4378262C6C76}"/>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50555" name="Rectangle 3">
              <a:extLst>
                <a:ext uri="{FF2B5EF4-FFF2-40B4-BE49-F238E27FC236}">
                  <a16:creationId xmlns:a16="http://schemas.microsoft.com/office/drawing/2014/main" id="{0DFBFC31-416E-4A53-97B3-78607DAD8E75}"/>
                </a:ext>
              </a:extLst>
            </p:cNvPr>
            <p:cNvSpPr txBox="1">
              <a:spLocks noChangeArrowheads="1"/>
            </p:cNvSpPr>
            <p:nvPr/>
          </p:nvSpPr>
          <p:spPr bwMode="auto">
            <a:xfrm>
              <a:off x="3670772" y="802569"/>
              <a:ext cx="3166239" cy="1660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dirty="0">
                  <a:solidFill>
                    <a:srgbClr val="000000"/>
                  </a:solidFill>
                  <a:latin typeface="Times New Roman" panose="02020603050405020304" pitchFamily="18" charset="0"/>
                  <a:cs typeface="Times New Roman" panose="02020603050405020304" pitchFamily="18" charset="0"/>
                </a:rPr>
                <a:t>1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err="1">
                  <a:solidFill>
                    <a:srgbClr val="000000"/>
                  </a:solidFill>
                  <a:latin typeface="Times New Roman" panose="02020603050405020304" pitchFamily="18" charset="0"/>
                  <a:ea typeface="楷体" panose="02010609060101010101" pitchFamily="49" charset="-122"/>
                </a:rPr>
                <a:t>′</a:t>
              </a:r>
              <a:r>
                <a:rPr lang="en-US" altLang="zh-CN" sz="20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3</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i="1"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i="1" dirty="0">
                  <a:solidFill>
                    <a:srgbClr val="000000"/>
                  </a:solidFill>
                  <a:latin typeface="Times New Roman" panose="02020603050405020304" pitchFamily="18" charset="0"/>
                  <a:cs typeface="Times New Roman" panose="02020603050405020304" pitchFamily="18" charset="0"/>
                </a:rPr>
                <a:t>.inh </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i="1" dirty="0">
                  <a:solidFill>
                    <a:srgbClr val="000000"/>
                  </a:solidFill>
                  <a:latin typeface="Times New Roman" panose="02020603050405020304" pitchFamily="18" charset="0"/>
                  <a:cs typeface="Times New Roman" panose="02020603050405020304" pitchFamily="18" charset="0"/>
                </a:rPr>
                <a:t>.inh</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4</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i="1"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5</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.syn </a:t>
              </a:r>
              <a:r>
                <a:rPr lang="en-US" altLang="zh-CN" sz="2000" dirty="0">
                  <a:solidFill>
                    <a:srgbClr val="000000"/>
                  </a:solidFill>
                  <a:latin typeface="Times New Roman" panose="02020603050405020304" pitchFamily="18" charset="0"/>
                  <a:cs typeface="Times New Roman" panose="02020603050405020304" pitchFamily="18" charset="0"/>
                </a:rPr>
                <a:t>=</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i="1" dirty="0">
                  <a:solidFill>
                    <a:srgbClr val="000000"/>
                  </a:solidFill>
                  <a:latin typeface="Times New Roman" panose="02020603050405020304" pitchFamily="18" charset="0"/>
                  <a:cs typeface="Times New Roman" panose="02020603050405020304" pitchFamily="18" charset="0"/>
                </a:rPr>
                <a:t>.</a:t>
              </a:r>
              <a:r>
                <a:rPr lang="en-US" altLang="zh-CN" sz="2000" i="1" dirty="0" err="1">
                  <a:solidFill>
                    <a:srgbClr val="000000"/>
                  </a:solidFill>
                  <a:latin typeface="Times New Roman" panose="02020603050405020304" pitchFamily="18" charset="0"/>
                  <a:cs typeface="Times New Roman" panose="02020603050405020304" pitchFamily="18" charset="0"/>
                </a:rPr>
                <a:t>inh</a:t>
              </a:r>
              <a:r>
                <a:rPr lang="en-US" altLang="zh-CN"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00"/>
                  </a:solidFill>
                  <a:latin typeface="Times New Roman" panose="02020603050405020304" pitchFamily="18" charset="0"/>
                  <a:cs typeface="Times New Roman" panose="02020603050405020304" pitchFamily="18" charset="0"/>
                </a:rPr>
                <a:t>6</a:t>
              </a:r>
              <a:r>
                <a:rPr lang="zh-CN" altLang="en-US" sz="2000" baseline="-25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150556" name="Rectangle 3">
              <a:extLst>
                <a:ext uri="{FF2B5EF4-FFF2-40B4-BE49-F238E27FC236}">
                  <a16:creationId xmlns:a16="http://schemas.microsoft.com/office/drawing/2014/main" id="{C85087BF-704A-4646-9C1B-14C6C0E616A5}"/>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rPr>
                <a:t>T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a:solidFill>
                    <a:srgbClr val="0000FF"/>
                  </a:solidFill>
                  <a:latin typeface="Times New Roman" panose="02020603050405020304" pitchFamily="18" charset="0"/>
                  <a:cs typeface="Times New Roman" panose="02020603050405020304" pitchFamily="18" charset="0"/>
                </a:rPr>
                <a:t>1</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2</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2) </a:t>
              </a:r>
              <a:r>
                <a:rPr lang="en-US" altLang="zh-CN"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3</a:t>
              </a:r>
              <a:r>
                <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 </a:t>
              </a:r>
              <a:r>
                <a:rPr lang="en-US" altLang="zh-CN"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4</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3)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5</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6</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FF"/>
                </a:solidFill>
                <a:latin typeface="Times New Roman" panose="02020603050405020304" pitchFamily="18" charset="0"/>
                <a:cs typeface="Times New Roman" panose="02020603050405020304" pitchFamily="18" charset="0"/>
              </a:endParaRPr>
            </a:p>
          </p:txBody>
        </p:sp>
      </p:grpSp>
      <p:sp>
        <p:nvSpPr>
          <p:cNvPr id="32" name="Rectangle 99">
            <a:extLst>
              <a:ext uri="{FF2B5EF4-FFF2-40B4-BE49-F238E27FC236}">
                <a16:creationId xmlns:a16="http://schemas.microsoft.com/office/drawing/2014/main" id="{67C38ACF-BA6F-422D-9FE1-D8EAFA5558E4}"/>
              </a:ext>
            </a:extLst>
          </p:cNvPr>
          <p:cNvSpPr>
            <a:spLocks noChangeArrowheads="1"/>
          </p:cNvSpPr>
          <p:nvPr/>
        </p:nvSpPr>
        <p:spPr bwMode="auto">
          <a:xfrm>
            <a:off x="5003800" y="4449600"/>
            <a:ext cx="703263"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syn</a:t>
            </a:r>
            <a:endParaRPr lang="zh-CN" altLang="en-US" sz="1200" dirty="0">
              <a:solidFill>
                <a:srgbClr val="000000"/>
              </a:solidFill>
              <a:latin typeface="Times New Roman" panose="02020603050405020304" pitchFamily="18" charset="0"/>
            </a:endParaRPr>
          </a:p>
        </p:txBody>
      </p:sp>
      <p:sp>
        <p:nvSpPr>
          <p:cNvPr id="36" name="Rectangle 40">
            <a:extLst>
              <a:ext uri="{FF2B5EF4-FFF2-40B4-BE49-F238E27FC236}">
                <a16:creationId xmlns:a16="http://schemas.microsoft.com/office/drawing/2014/main" id="{80098B37-EC65-4783-A436-E2EFABB96FFC}"/>
              </a:ext>
            </a:extLst>
          </p:cNvPr>
          <p:cNvSpPr>
            <a:spLocks noChangeArrowheads="1"/>
          </p:cNvSpPr>
          <p:nvPr/>
        </p:nvSpPr>
        <p:spPr bwMode="auto">
          <a:xfrm>
            <a:off x="323528" y="3249613"/>
            <a:ext cx="2835275" cy="442912"/>
          </a:xfrm>
          <a:prstGeom prst="rect">
            <a:avLst/>
          </a:prstGeom>
          <a:solidFill>
            <a:srgbClr val="FFCCCC"/>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1500" i="1" dirty="0">
                <a:solidFill>
                  <a:srgbClr val="000000"/>
                </a:solidFill>
                <a:latin typeface="Times New Roman" panose="02020603050405020304" pitchFamily="18" charset="0"/>
                <a:cs typeface="Times New Roman" panose="02020603050405020304" pitchFamily="18" charset="0"/>
              </a:rPr>
              <a:t>stack</a:t>
            </a:r>
            <a:r>
              <a:rPr lang="en-US" altLang="zh-CN" sz="1500" dirty="0">
                <a:solidFill>
                  <a:srgbClr val="000000"/>
                </a:solidFill>
                <a:latin typeface="Times New Roman" panose="02020603050405020304" pitchFamily="18" charset="0"/>
                <a:cs typeface="Times New Roman" panose="02020603050405020304" pitchFamily="18" charset="0"/>
              </a:rPr>
              <a:t>[</a:t>
            </a:r>
            <a:r>
              <a:rPr lang="en-US" altLang="zh-CN" sz="1500" i="1" dirty="0">
                <a:solidFill>
                  <a:srgbClr val="000000"/>
                </a:solidFill>
                <a:latin typeface="Times New Roman" panose="02020603050405020304" pitchFamily="18" charset="0"/>
                <a:cs typeface="Times New Roman" panose="02020603050405020304" pitchFamily="18" charset="0"/>
              </a:rPr>
              <a:t>top</a:t>
            </a:r>
            <a:r>
              <a:rPr lang="en-US" altLang="zh-CN" sz="1500" dirty="0">
                <a:solidFill>
                  <a:srgbClr val="000000"/>
                </a:solidFill>
                <a:latin typeface="Times New Roman" panose="02020603050405020304" pitchFamily="18" charset="0"/>
                <a:cs typeface="Times New Roman" panose="02020603050405020304" pitchFamily="18" charset="0"/>
              </a:rPr>
              <a:t>+3].</a:t>
            </a:r>
            <a:r>
              <a:rPr lang="en-US" altLang="zh-CN" sz="1500" dirty="0" err="1">
                <a:solidFill>
                  <a:srgbClr val="000000"/>
                </a:solidFill>
                <a:latin typeface="Times New Roman" panose="02020603050405020304" pitchFamily="18" charset="0"/>
                <a:cs typeface="Times New Roman" panose="02020603050405020304" pitchFamily="18" charset="0"/>
              </a:rPr>
              <a:t>T’</a:t>
            </a:r>
            <a:r>
              <a:rPr lang="en-US" altLang="zh-CN" sz="1500" i="1" dirty="0" err="1">
                <a:solidFill>
                  <a:srgbClr val="000000"/>
                </a:solidFill>
                <a:latin typeface="Times New Roman" panose="02020603050405020304" pitchFamily="18" charset="0"/>
                <a:cs typeface="Times New Roman" panose="02020603050405020304" pitchFamily="18" charset="0"/>
              </a:rPr>
              <a:t>inh</a:t>
            </a:r>
            <a:r>
              <a:rPr lang="en-US" altLang="zh-CN" sz="1500" dirty="0">
                <a:solidFill>
                  <a:srgbClr val="000000"/>
                </a:solidFill>
                <a:latin typeface="Times New Roman" panose="02020603050405020304" pitchFamily="18" charset="0"/>
                <a:cs typeface="Times New Roman" panose="02020603050405020304" pitchFamily="18" charset="0"/>
              </a:rPr>
              <a:t>=</a:t>
            </a:r>
            <a:r>
              <a:rPr lang="en-US" altLang="zh-CN" sz="1500" i="1" dirty="0">
                <a:solidFill>
                  <a:srgbClr val="000000"/>
                </a:solidFill>
                <a:latin typeface="Times New Roman" panose="02020603050405020304" pitchFamily="18" charset="0"/>
                <a:cs typeface="Times New Roman" panose="02020603050405020304" pitchFamily="18" charset="0"/>
              </a:rPr>
              <a:t>stack</a:t>
            </a:r>
            <a:r>
              <a:rPr lang="en-US" altLang="zh-CN" sz="1500" dirty="0">
                <a:solidFill>
                  <a:srgbClr val="000000"/>
                </a:solidFill>
                <a:latin typeface="Times New Roman" panose="02020603050405020304" pitchFamily="18" charset="0"/>
                <a:cs typeface="Times New Roman" panose="02020603050405020304" pitchFamily="18" charset="0"/>
              </a:rPr>
              <a:t>[</a:t>
            </a:r>
            <a:r>
              <a:rPr lang="en-US" altLang="zh-CN" sz="1500" i="1" dirty="0">
                <a:solidFill>
                  <a:srgbClr val="000000"/>
                </a:solidFill>
                <a:latin typeface="Times New Roman" panose="02020603050405020304" pitchFamily="18" charset="0"/>
                <a:cs typeface="Times New Roman" panose="02020603050405020304" pitchFamily="18" charset="0"/>
              </a:rPr>
              <a:t>top</a:t>
            </a:r>
            <a:r>
              <a:rPr lang="en-US" altLang="zh-CN" sz="1500" dirty="0">
                <a:solidFill>
                  <a:srgbClr val="000000"/>
                </a:solidFill>
                <a:latin typeface="Times New Roman" panose="02020603050405020304" pitchFamily="18" charset="0"/>
                <a:cs typeface="Times New Roman" panose="02020603050405020304" pitchFamily="18" charset="0"/>
              </a:rPr>
              <a:t>].</a:t>
            </a:r>
            <a:r>
              <a:rPr lang="en-US" altLang="zh-CN" sz="1500" dirty="0" err="1">
                <a:solidFill>
                  <a:srgbClr val="000000"/>
                </a:solidFill>
                <a:latin typeface="Times New Roman" panose="02020603050405020304" pitchFamily="18" charset="0"/>
                <a:cs typeface="Times New Roman" panose="02020603050405020304" pitchFamily="18" charset="0"/>
              </a:rPr>
              <a:t>inh</a:t>
            </a:r>
            <a:endParaRPr lang="en-US" altLang="zh-CN" sz="15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15" name="Rectangle 13">
            <a:extLst>
              <a:ext uri="{FF2B5EF4-FFF2-40B4-BE49-F238E27FC236}">
                <a16:creationId xmlns:a16="http://schemas.microsoft.com/office/drawing/2014/main" id="{BFCCCBF1-5CEC-40D4-A407-D7C97C400D50}"/>
              </a:ext>
            </a:extLst>
          </p:cNvPr>
          <p:cNvSpPr>
            <a:spLocks noChangeArrowheads="1"/>
          </p:cNvSpPr>
          <p:nvPr/>
        </p:nvSpPr>
        <p:spPr bwMode="auto">
          <a:xfrm>
            <a:off x="6840538" y="4008438"/>
            <a:ext cx="593725"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 </a:t>
            </a: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6DD33C4E-705B-4452-AD90-5A503B00EB46}"/>
              </a:ext>
            </a:extLst>
          </p:cNvPr>
          <p:cNvSpPr>
            <a:spLocks noGrp="1"/>
          </p:cNvSpPr>
          <p:nvPr>
            <p:ph type="sldNum" sz="quarter" idx="10"/>
          </p:nvPr>
        </p:nvSpPr>
        <p:spPr/>
        <p:txBody>
          <a:bodyPr/>
          <a:lstStyle/>
          <a:p>
            <a:pPr>
              <a:defRPr/>
            </a:pPr>
            <a:fld id="{8E104948-B687-4A74-87EB-9097C047E113}" type="slidenum">
              <a:rPr lang="zh-CN" altLang="en-US" smtClean="0"/>
              <a:pPr>
                <a:defRPr/>
              </a:pPr>
              <a:t>62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fltVal val="0"/>
                                          </p:val>
                                        </p:tav>
                                        <p:tav tm="100000">
                                          <p:val>
                                            <p:strVal val="#ppt_h"/>
                                          </p:val>
                                        </p:tav>
                                      </p:tavLst>
                                    </p:anim>
                                    <p:animEffect transition="in" filter="fade">
                                      <p:cBhvr>
                                        <p:cTn id="14" dur="500"/>
                                        <p:tgtEl>
                                          <p:spTgt spid="2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Effect transition="in" filter="fade">
                                      <p:cBhvr>
                                        <p:cTn id="19" dur="500"/>
                                        <p:tgtEl>
                                          <p:spTgt spid="2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p:cTn id="37" dur="500" fill="hold"/>
                                        <p:tgtEl>
                                          <p:spTgt spid="28"/>
                                        </p:tgtEl>
                                        <p:attrNameLst>
                                          <p:attrName>ppt_w</p:attrName>
                                        </p:attrNameLst>
                                      </p:cBhvr>
                                      <p:tavLst>
                                        <p:tav tm="0">
                                          <p:val>
                                            <p:fltVal val="0"/>
                                          </p:val>
                                        </p:tav>
                                        <p:tav tm="100000">
                                          <p:val>
                                            <p:strVal val="#ppt_w"/>
                                          </p:val>
                                        </p:tav>
                                      </p:tavLst>
                                    </p:anim>
                                    <p:anim calcmode="lin" valueType="num">
                                      <p:cBhvr>
                                        <p:cTn id="38" dur="500" fill="hold"/>
                                        <p:tgtEl>
                                          <p:spTgt spid="28"/>
                                        </p:tgtEl>
                                        <p:attrNameLst>
                                          <p:attrName>ppt_h</p:attrName>
                                        </p:attrNameLst>
                                      </p:cBhvr>
                                      <p:tavLst>
                                        <p:tav tm="0">
                                          <p:val>
                                            <p:fltVal val="0"/>
                                          </p:val>
                                        </p:tav>
                                        <p:tav tm="100000">
                                          <p:val>
                                            <p:strVal val="#ppt_h"/>
                                          </p:val>
                                        </p:tav>
                                      </p:tavLst>
                                    </p:anim>
                                    <p:animEffect transition="in" filter="fade">
                                      <p:cBhvr>
                                        <p:cTn id="39" dur="500"/>
                                        <p:tgtEl>
                                          <p:spTgt spid="2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500" fill="hold"/>
                                        <p:tgtEl>
                                          <p:spTgt spid="29"/>
                                        </p:tgtEl>
                                        <p:attrNameLst>
                                          <p:attrName>ppt_w</p:attrName>
                                        </p:attrNameLst>
                                      </p:cBhvr>
                                      <p:tavLst>
                                        <p:tav tm="0">
                                          <p:val>
                                            <p:fltVal val="0"/>
                                          </p:val>
                                        </p:tav>
                                        <p:tav tm="100000">
                                          <p:val>
                                            <p:strVal val="#ppt_w"/>
                                          </p:val>
                                        </p:tav>
                                      </p:tavLst>
                                    </p:anim>
                                    <p:anim calcmode="lin" valueType="num">
                                      <p:cBhvr>
                                        <p:cTn id="43" dur="500" fill="hold"/>
                                        <p:tgtEl>
                                          <p:spTgt spid="29"/>
                                        </p:tgtEl>
                                        <p:attrNameLst>
                                          <p:attrName>ppt_h</p:attrName>
                                        </p:attrNameLst>
                                      </p:cBhvr>
                                      <p:tavLst>
                                        <p:tav tm="0">
                                          <p:val>
                                            <p:fltVal val="0"/>
                                          </p:val>
                                        </p:tav>
                                        <p:tav tm="100000">
                                          <p:val>
                                            <p:strVal val="#ppt_h"/>
                                          </p:val>
                                        </p:tav>
                                      </p:tavLst>
                                    </p:anim>
                                    <p:animEffect transition="in" filter="fade">
                                      <p:cBhvr>
                                        <p:cTn id="44" dur="500"/>
                                        <p:tgtEl>
                                          <p:spTgt spid="2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p:cTn id="47" dur="500" fill="hold"/>
                                        <p:tgtEl>
                                          <p:spTgt spid="30"/>
                                        </p:tgtEl>
                                        <p:attrNameLst>
                                          <p:attrName>ppt_w</p:attrName>
                                        </p:attrNameLst>
                                      </p:cBhvr>
                                      <p:tavLst>
                                        <p:tav tm="0">
                                          <p:val>
                                            <p:fltVal val="0"/>
                                          </p:val>
                                        </p:tav>
                                        <p:tav tm="100000">
                                          <p:val>
                                            <p:strVal val="#ppt_w"/>
                                          </p:val>
                                        </p:tav>
                                      </p:tavLst>
                                    </p:anim>
                                    <p:anim calcmode="lin" valueType="num">
                                      <p:cBhvr>
                                        <p:cTn id="48" dur="500" fill="hold"/>
                                        <p:tgtEl>
                                          <p:spTgt spid="30"/>
                                        </p:tgtEl>
                                        <p:attrNameLst>
                                          <p:attrName>ppt_h</p:attrName>
                                        </p:attrNameLst>
                                      </p:cBhvr>
                                      <p:tavLst>
                                        <p:tav tm="0">
                                          <p:val>
                                            <p:fltVal val="0"/>
                                          </p:val>
                                        </p:tav>
                                        <p:tav tm="100000">
                                          <p:val>
                                            <p:strVal val="#ppt_h"/>
                                          </p:val>
                                        </p:tav>
                                      </p:tavLst>
                                    </p:anim>
                                    <p:animEffect transition="in" filter="fade">
                                      <p:cBhvr>
                                        <p:cTn id="49" dur="500"/>
                                        <p:tgtEl>
                                          <p:spTgt spid="30"/>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 calcmode="lin" valueType="num">
                                      <p:cBhvr>
                                        <p:cTn id="52" dur="500" fill="hold"/>
                                        <p:tgtEl>
                                          <p:spTgt spid="32"/>
                                        </p:tgtEl>
                                        <p:attrNameLst>
                                          <p:attrName>ppt_w</p:attrName>
                                        </p:attrNameLst>
                                      </p:cBhvr>
                                      <p:tavLst>
                                        <p:tav tm="0">
                                          <p:val>
                                            <p:fltVal val="0"/>
                                          </p:val>
                                        </p:tav>
                                        <p:tav tm="100000">
                                          <p:val>
                                            <p:strVal val="#ppt_w"/>
                                          </p:val>
                                        </p:tav>
                                      </p:tavLst>
                                    </p:anim>
                                    <p:anim calcmode="lin" valueType="num">
                                      <p:cBhvr>
                                        <p:cTn id="53" dur="500" fill="hold"/>
                                        <p:tgtEl>
                                          <p:spTgt spid="32"/>
                                        </p:tgtEl>
                                        <p:attrNameLst>
                                          <p:attrName>ppt_h</p:attrName>
                                        </p:attrNameLst>
                                      </p:cBhvr>
                                      <p:tavLst>
                                        <p:tav tm="0">
                                          <p:val>
                                            <p:fltVal val="0"/>
                                          </p:val>
                                        </p:tav>
                                        <p:tav tm="100000">
                                          <p:val>
                                            <p:strVal val="#ppt_h"/>
                                          </p:val>
                                        </p:tav>
                                      </p:tavLst>
                                    </p:anim>
                                    <p:animEffect transition="in" filter="fade">
                                      <p:cBhvr>
                                        <p:cTn id="54" dur="500"/>
                                        <p:tgtEl>
                                          <p:spTgt spid="32"/>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 calcmode="lin" valueType="num">
                                      <p:cBhvr>
                                        <p:cTn id="57" dur="500" fill="hold"/>
                                        <p:tgtEl>
                                          <p:spTgt spid="34"/>
                                        </p:tgtEl>
                                        <p:attrNameLst>
                                          <p:attrName>ppt_w</p:attrName>
                                        </p:attrNameLst>
                                      </p:cBhvr>
                                      <p:tavLst>
                                        <p:tav tm="0">
                                          <p:val>
                                            <p:fltVal val="0"/>
                                          </p:val>
                                        </p:tav>
                                        <p:tav tm="100000">
                                          <p:val>
                                            <p:strVal val="#ppt_w"/>
                                          </p:val>
                                        </p:tav>
                                      </p:tavLst>
                                    </p:anim>
                                    <p:anim calcmode="lin" valueType="num">
                                      <p:cBhvr>
                                        <p:cTn id="58" dur="500" fill="hold"/>
                                        <p:tgtEl>
                                          <p:spTgt spid="34"/>
                                        </p:tgtEl>
                                        <p:attrNameLst>
                                          <p:attrName>ppt_h</p:attrName>
                                        </p:attrNameLst>
                                      </p:cBhvr>
                                      <p:tavLst>
                                        <p:tav tm="0">
                                          <p:val>
                                            <p:fltVal val="0"/>
                                          </p:val>
                                        </p:tav>
                                        <p:tav tm="100000">
                                          <p:val>
                                            <p:strVal val="#ppt_h"/>
                                          </p:val>
                                        </p:tav>
                                      </p:tavLst>
                                    </p:anim>
                                    <p:animEffect transition="in" filter="fade">
                                      <p:cBhvr>
                                        <p:cTn id="59" dur="500"/>
                                        <p:tgtEl>
                                          <p:spTgt spid="34"/>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8"/>
                                        </p:tgtEl>
                                        <p:attrNameLst>
                                          <p:attrName>style.visibility</p:attrName>
                                        </p:attrNameLst>
                                      </p:cBhvr>
                                      <p:to>
                                        <p:strVal val="visible"/>
                                      </p:to>
                                    </p:set>
                                    <p:anim calcmode="lin" valueType="num">
                                      <p:cBhvr>
                                        <p:cTn id="62" dur="500" fill="hold"/>
                                        <p:tgtEl>
                                          <p:spTgt spid="38"/>
                                        </p:tgtEl>
                                        <p:attrNameLst>
                                          <p:attrName>ppt_w</p:attrName>
                                        </p:attrNameLst>
                                      </p:cBhvr>
                                      <p:tavLst>
                                        <p:tav tm="0">
                                          <p:val>
                                            <p:fltVal val="0"/>
                                          </p:val>
                                        </p:tav>
                                        <p:tav tm="100000">
                                          <p:val>
                                            <p:strVal val="#ppt_w"/>
                                          </p:val>
                                        </p:tav>
                                      </p:tavLst>
                                    </p:anim>
                                    <p:anim calcmode="lin" valueType="num">
                                      <p:cBhvr>
                                        <p:cTn id="63" dur="500" fill="hold"/>
                                        <p:tgtEl>
                                          <p:spTgt spid="38"/>
                                        </p:tgtEl>
                                        <p:attrNameLst>
                                          <p:attrName>ppt_h</p:attrName>
                                        </p:attrNameLst>
                                      </p:cBhvr>
                                      <p:tavLst>
                                        <p:tav tm="0">
                                          <p:val>
                                            <p:fltVal val="0"/>
                                          </p:val>
                                        </p:tav>
                                        <p:tav tm="100000">
                                          <p:val>
                                            <p:strVal val="#ppt_h"/>
                                          </p:val>
                                        </p:tav>
                                      </p:tavLst>
                                    </p:anim>
                                    <p:animEffect transition="in" filter="fade">
                                      <p:cBhvr>
                                        <p:cTn id="64" dur="500"/>
                                        <p:tgtEl>
                                          <p:spTgt spid="3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xit" presetSubtype="4" fill="hold" grpId="1" nodeType="clickEffect">
                                  <p:stCondLst>
                                    <p:cond delay="0"/>
                                  </p:stCondLst>
                                  <p:childTnLst>
                                    <p:animEffect transition="out" filter="wipe(down)">
                                      <p:cBhvr>
                                        <p:cTn id="68" dur="500"/>
                                        <p:tgtEl>
                                          <p:spTgt spid="36"/>
                                        </p:tgtEl>
                                      </p:cBhvr>
                                    </p:animEffect>
                                    <p:set>
                                      <p:cBhvr>
                                        <p:cTn id="69" dur="1" fill="hold">
                                          <p:stCondLst>
                                            <p:cond delay="499"/>
                                          </p:stCondLst>
                                        </p:cTn>
                                        <p:tgtEl>
                                          <p:spTgt spid="36"/>
                                        </p:tgtEl>
                                        <p:attrNameLst>
                                          <p:attrName>style.visibility</p:attrName>
                                        </p:attrNameLst>
                                      </p:cBhvr>
                                      <p:to>
                                        <p:strVal val="hidden"/>
                                      </p:to>
                                    </p:set>
                                  </p:childTnLst>
                                </p:cTn>
                              </p:par>
                              <p:par>
                                <p:cTn id="70" presetID="53" presetClass="exit" presetSubtype="32" fill="hold" nodeType="withEffect">
                                  <p:stCondLst>
                                    <p:cond delay="0"/>
                                  </p:stCondLst>
                                  <p:childTnLst>
                                    <p:anim calcmode="lin" valueType="num">
                                      <p:cBhvr>
                                        <p:cTn id="71" dur="500"/>
                                        <p:tgtEl>
                                          <p:spTgt spid="2"/>
                                        </p:tgtEl>
                                        <p:attrNameLst>
                                          <p:attrName>ppt_w</p:attrName>
                                        </p:attrNameLst>
                                      </p:cBhvr>
                                      <p:tavLst>
                                        <p:tav tm="0">
                                          <p:val>
                                            <p:strVal val="ppt_w"/>
                                          </p:val>
                                        </p:tav>
                                        <p:tav tm="100000">
                                          <p:val>
                                            <p:fltVal val="0"/>
                                          </p:val>
                                        </p:tav>
                                      </p:tavLst>
                                    </p:anim>
                                    <p:anim calcmode="lin" valueType="num">
                                      <p:cBhvr>
                                        <p:cTn id="72" dur="500"/>
                                        <p:tgtEl>
                                          <p:spTgt spid="2"/>
                                        </p:tgtEl>
                                        <p:attrNameLst>
                                          <p:attrName>ppt_h</p:attrName>
                                        </p:attrNameLst>
                                      </p:cBhvr>
                                      <p:tavLst>
                                        <p:tav tm="0">
                                          <p:val>
                                            <p:strVal val="ppt_h"/>
                                          </p:val>
                                        </p:tav>
                                        <p:tav tm="100000">
                                          <p:val>
                                            <p:fltVal val="0"/>
                                          </p:val>
                                        </p:tav>
                                      </p:tavLst>
                                    </p:anim>
                                    <p:animEffect transition="out" filter="fade">
                                      <p:cBhvr>
                                        <p:cTn id="73" dur="500"/>
                                        <p:tgtEl>
                                          <p:spTgt spid="2"/>
                                        </p:tgtEl>
                                      </p:cBhvr>
                                    </p:animEffect>
                                    <p:set>
                                      <p:cBhvr>
                                        <p:cTn id="74" dur="1" fill="hold">
                                          <p:stCondLst>
                                            <p:cond delay="499"/>
                                          </p:stCondLst>
                                        </p:cTn>
                                        <p:tgtEl>
                                          <p:spTgt spid="2"/>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53" presetClass="exit" presetSubtype="32" fill="hold" grpId="1" nodeType="clickEffect">
                                  <p:stCondLst>
                                    <p:cond delay="0"/>
                                  </p:stCondLst>
                                  <p:childTnLst>
                                    <p:anim calcmode="lin" valueType="num">
                                      <p:cBhvr>
                                        <p:cTn id="78" dur="500"/>
                                        <p:tgtEl>
                                          <p:spTgt spid="28"/>
                                        </p:tgtEl>
                                        <p:attrNameLst>
                                          <p:attrName>ppt_w</p:attrName>
                                        </p:attrNameLst>
                                      </p:cBhvr>
                                      <p:tavLst>
                                        <p:tav tm="0">
                                          <p:val>
                                            <p:strVal val="ppt_w"/>
                                          </p:val>
                                        </p:tav>
                                        <p:tav tm="100000">
                                          <p:val>
                                            <p:fltVal val="0"/>
                                          </p:val>
                                        </p:tav>
                                      </p:tavLst>
                                    </p:anim>
                                    <p:anim calcmode="lin" valueType="num">
                                      <p:cBhvr>
                                        <p:cTn id="79" dur="500"/>
                                        <p:tgtEl>
                                          <p:spTgt spid="28"/>
                                        </p:tgtEl>
                                        <p:attrNameLst>
                                          <p:attrName>ppt_h</p:attrName>
                                        </p:attrNameLst>
                                      </p:cBhvr>
                                      <p:tavLst>
                                        <p:tav tm="0">
                                          <p:val>
                                            <p:strVal val="ppt_h"/>
                                          </p:val>
                                        </p:tav>
                                        <p:tav tm="100000">
                                          <p:val>
                                            <p:fltVal val="0"/>
                                          </p:val>
                                        </p:tav>
                                      </p:tavLst>
                                    </p:anim>
                                    <p:animEffect transition="out" filter="fade">
                                      <p:cBhvr>
                                        <p:cTn id="80" dur="500"/>
                                        <p:tgtEl>
                                          <p:spTgt spid="28"/>
                                        </p:tgtEl>
                                      </p:cBhvr>
                                    </p:animEffect>
                                    <p:set>
                                      <p:cBhvr>
                                        <p:cTn id="81" dur="1" fill="hold">
                                          <p:stCondLst>
                                            <p:cond delay="499"/>
                                          </p:stCondLst>
                                        </p:cTn>
                                        <p:tgtEl>
                                          <p:spTgt spid="28"/>
                                        </p:tgtEl>
                                        <p:attrNameLst>
                                          <p:attrName>style.visibility</p:attrName>
                                        </p:attrNameLst>
                                      </p:cBhvr>
                                      <p:to>
                                        <p:strVal val="hidden"/>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53" presetClass="entr" presetSubtype="16" fill="hold" nodeType="clickEffect">
                                  <p:stCondLst>
                                    <p:cond delay="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Effect transition="in" filter="fade">
                                      <p:cBhvr>
                                        <p:cTn id="88" dur="500"/>
                                        <p:tgtEl>
                                          <p:spTgt spid="39"/>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3" presetClass="exit" presetSubtype="32" fill="hold" grpId="1" nodeType="clickEffect">
                                  <p:stCondLst>
                                    <p:cond delay="0"/>
                                  </p:stCondLst>
                                  <p:childTnLst>
                                    <p:anim calcmode="lin" valueType="num">
                                      <p:cBhvr>
                                        <p:cTn id="92" dur="500"/>
                                        <p:tgtEl>
                                          <p:spTgt spid="29"/>
                                        </p:tgtEl>
                                        <p:attrNameLst>
                                          <p:attrName>ppt_w</p:attrName>
                                        </p:attrNameLst>
                                      </p:cBhvr>
                                      <p:tavLst>
                                        <p:tav tm="0">
                                          <p:val>
                                            <p:strVal val="ppt_w"/>
                                          </p:val>
                                        </p:tav>
                                        <p:tav tm="100000">
                                          <p:val>
                                            <p:fltVal val="0"/>
                                          </p:val>
                                        </p:tav>
                                      </p:tavLst>
                                    </p:anim>
                                    <p:anim calcmode="lin" valueType="num">
                                      <p:cBhvr>
                                        <p:cTn id="93" dur="500"/>
                                        <p:tgtEl>
                                          <p:spTgt spid="29"/>
                                        </p:tgtEl>
                                        <p:attrNameLst>
                                          <p:attrName>ppt_h</p:attrName>
                                        </p:attrNameLst>
                                      </p:cBhvr>
                                      <p:tavLst>
                                        <p:tav tm="0">
                                          <p:val>
                                            <p:strVal val="ppt_h"/>
                                          </p:val>
                                        </p:tav>
                                        <p:tav tm="100000">
                                          <p:val>
                                            <p:fltVal val="0"/>
                                          </p:val>
                                        </p:tav>
                                      </p:tavLst>
                                    </p:anim>
                                    <p:animEffect transition="out" filter="fade">
                                      <p:cBhvr>
                                        <p:cTn id="94" dur="500"/>
                                        <p:tgtEl>
                                          <p:spTgt spid="29"/>
                                        </p:tgtEl>
                                      </p:cBhvr>
                                    </p:animEffect>
                                    <p:set>
                                      <p:cBhvr>
                                        <p:cTn id="95"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8" grpId="1" animBg="1"/>
      <p:bldP spid="29" grpId="0" animBg="1"/>
      <p:bldP spid="29" grpId="1" animBg="1"/>
      <p:bldP spid="30" grpId="0" animBg="1"/>
      <p:bldP spid="34" grpId="0" animBg="1"/>
      <p:bldP spid="38" grpId="0" animBg="1"/>
      <p:bldP spid="32" grpId="0" animBg="1"/>
      <p:bldP spid="36" grpId="0" animBg="1"/>
      <p:bldP spid="36"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标题 2">
            <a:extLst>
              <a:ext uri="{FF2B5EF4-FFF2-40B4-BE49-F238E27FC236}">
                <a16:creationId xmlns:a16="http://schemas.microsoft.com/office/drawing/2014/main" id="{C88E8B45-215F-4A33-94B1-B46F2CCB0A95}"/>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sp>
        <p:nvSpPr>
          <p:cNvPr id="9" name="Rectangle 5">
            <a:extLst>
              <a:ext uri="{FF2B5EF4-FFF2-40B4-BE49-F238E27FC236}">
                <a16:creationId xmlns:a16="http://schemas.microsoft.com/office/drawing/2014/main" id="{CE610A6C-C47D-40CB-A38D-0F90F280C49E}"/>
              </a:ext>
            </a:extLst>
          </p:cNvPr>
          <p:cNvSpPr>
            <a:spLocks noChangeArrowheads="1"/>
          </p:cNvSpPr>
          <p:nvPr/>
        </p:nvSpPr>
        <p:spPr bwMode="auto">
          <a:xfrm>
            <a:off x="8243888" y="4008438"/>
            <a:ext cx="5937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7">
            <a:extLst>
              <a:ext uri="{FF2B5EF4-FFF2-40B4-BE49-F238E27FC236}">
                <a16:creationId xmlns:a16="http://schemas.microsoft.com/office/drawing/2014/main" id="{BC0C1764-AC84-43DA-AB7D-C41FCBA5EA13}"/>
              </a:ext>
            </a:extLst>
          </p:cNvPr>
          <p:cNvSpPr>
            <a:spLocks noChangeArrowheads="1"/>
          </p:cNvSpPr>
          <p:nvPr/>
        </p:nvSpPr>
        <p:spPr bwMode="auto">
          <a:xfrm>
            <a:off x="8837613" y="4008438"/>
            <a:ext cx="21748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6ED2C980-F0F0-4A0B-881F-0A57573CBA8C}"/>
              </a:ext>
            </a:extLst>
          </p:cNvPr>
          <p:cNvSpPr>
            <a:spLocks noChangeArrowheads="1"/>
          </p:cNvSpPr>
          <p:nvPr/>
        </p:nvSpPr>
        <p:spPr bwMode="auto">
          <a:xfrm>
            <a:off x="8243888" y="44496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4" name="Rectangle 8">
            <a:extLst>
              <a:ext uri="{FF2B5EF4-FFF2-40B4-BE49-F238E27FC236}">
                <a16:creationId xmlns:a16="http://schemas.microsoft.com/office/drawing/2014/main" id="{97524B84-EC4A-4307-ACA7-498A2E500E65}"/>
              </a:ext>
            </a:extLst>
          </p:cNvPr>
          <p:cNvSpPr>
            <a:spLocks noChangeArrowheads="1"/>
          </p:cNvSpPr>
          <p:nvPr/>
        </p:nvSpPr>
        <p:spPr bwMode="auto">
          <a:xfrm>
            <a:off x="7434263" y="4010400"/>
            <a:ext cx="8096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sym typeface="Arial" pitchFamily="34" charset="0"/>
              </a:rPr>
              <a:t>2</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0935914E-5E6F-47A7-995F-26A8F6CAFDCB}"/>
              </a:ext>
            </a:extLst>
          </p:cNvPr>
          <p:cNvSpPr>
            <a:spLocks noChangeArrowheads="1"/>
          </p:cNvSpPr>
          <p:nvPr/>
        </p:nvSpPr>
        <p:spPr bwMode="auto">
          <a:xfrm>
            <a:off x="6840538" y="4011613"/>
            <a:ext cx="593725"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 </a:t>
            </a:r>
            <a:r>
              <a:rPr lang="en-US" altLang="zh-CN" sz="1200" i="1" dirty="0">
                <a:solidFill>
                  <a:srgbClr val="000000"/>
                </a:solidFill>
                <a:latin typeface="Times New Roman" pitchFamily="18" charset="0"/>
                <a:ea typeface="楷体" pitchFamily="49" charset="-122"/>
                <a:cs typeface="Times New Roman" pitchFamily="18" charset="0"/>
              </a:rPr>
              <a:t>′ </a:t>
            </a: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 name="Rectangle 21">
            <a:extLst>
              <a:ext uri="{FF2B5EF4-FFF2-40B4-BE49-F238E27FC236}">
                <a16:creationId xmlns:a16="http://schemas.microsoft.com/office/drawing/2014/main" id="{DDE3F1A0-0D27-4805-8DA5-0A7BE660AAB1}"/>
              </a:ext>
            </a:extLst>
          </p:cNvPr>
          <p:cNvSpPr>
            <a:spLocks noChangeArrowheads="1"/>
          </p:cNvSpPr>
          <p:nvPr/>
        </p:nvSpPr>
        <p:spPr bwMode="auto">
          <a:xfrm>
            <a:off x="6840538" y="44496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syn</a:t>
            </a:r>
            <a:endParaRPr lang="zh-CN" altLang="en-US" sz="1200" i="1">
              <a:solidFill>
                <a:srgbClr val="000000"/>
              </a:solidFill>
              <a:latin typeface="Times New Roman" panose="02020603050405020304" pitchFamily="18" charset="0"/>
              <a:cs typeface="Times New Roman" panose="02020603050405020304" pitchFamily="18" charset="0"/>
            </a:endParaRPr>
          </a:p>
        </p:txBody>
      </p:sp>
      <p:sp>
        <p:nvSpPr>
          <p:cNvPr id="23" name="Rectangle 96">
            <a:extLst>
              <a:ext uri="{FF2B5EF4-FFF2-40B4-BE49-F238E27FC236}">
                <a16:creationId xmlns:a16="http://schemas.microsoft.com/office/drawing/2014/main" id="{7977F299-0B8B-40F3-B717-66AB79B06806}"/>
              </a:ext>
            </a:extLst>
          </p:cNvPr>
          <p:cNvSpPr>
            <a:spLocks noChangeArrowheads="1"/>
          </p:cNvSpPr>
          <p:nvPr/>
        </p:nvSpPr>
        <p:spPr bwMode="auto">
          <a:xfrm>
            <a:off x="5643563" y="4011613"/>
            <a:ext cx="119697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4</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24" name="Rectangle 97">
            <a:extLst>
              <a:ext uri="{FF2B5EF4-FFF2-40B4-BE49-F238E27FC236}">
                <a16:creationId xmlns:a16="http://schemas.microsoft.com/office/drawing/2014/main" id="{DA260F9E-C7F7-4004-A32F-FB0CFCBDC9F3}"/>
              </a:ext>
            </a:extLst>
          </p:cNvPr>
          <p:cNvSpPr>
            <a:spLocks noChangeArrowheads="1"/>
          </p:cNvSpPr>
          <p:nvPr/>
        </p:nvSpPr>
        <p:spPr bwMode="auto">
          <a:xfrm>
            <a:off x="4306888" y="4011613"/>
            <a:ext cx="696912" cy="4445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a:t>
            </a:r>
            <a:r>
              <a:rPr lang="zh-CN" altLang="en-US" sz="1200" baseline="-25000" dirty="0">
                <a:solidFill>
                  <a:srgbClr val="000000"/>
                </a:solidFill>
                <a:latin typeface="Times New Roman" pitchFamily="18" charset="0"/>
                <a:cs typeface="Times New Roman" pitchFamily="18" charset="0"/>
              </a:rPr>
              <a:t> 1</a:t>
            </a:r>
            <a:r>
              <a:rPr lang="en-US" altLang="zh-CN" sz="1200" i="1" dirty="0">
                <a:solidFill>
                  <a:srgbClr val="000000"/>
                </a:solidFill>
                <a:latin typeface="Times New Roman" pitchFamily="18" charset="0"/>
                <a:ea typeface="楷体" pitchFamily="49" charset="-122"/>
                <a:cs typeface="Times New Roman" pitchFamily="18" charset="0"/>
              </a:rPr>
              <a:t>′</a:t>
            </a:r>
            <a:endParaRPr lang="en-US" altLang="zh-CN" sz="1200" i="1" dirty="0">
              <a:solidFill>
                <a:srgbClr val="000000"/>
              </a:solidFill>
              <a:latin typeface="Times New Roman" panose="02020603050405020304" pitchFamily="18" charset="0"/>
            </a:endParaRPr>
          </a:p>
        </p:txBody>
      </p:sp>
      <p:sp>
        <p:nvSpPr>
          <p:cNvPr id="25" name="Rectangle 98">
            <a:extLst>
              <a:ext uri="{FF2B5EF4-FFF2-40B4-BE49-F238E27FC236}">
                <a16:creationId xmlns:a16="http://schemas.microsoft.com/office/drawing/2014/main" id="{234BD094-11C6-4688-AD8F-67F2577A01A4}"/>
              </a:ext>
            </a:extLst>
          </p:cNvPr>
          <p:cNvSpPr>
            <a:spLocks noChangeArrowheads="1"/>
          </p:cNvSpPr>
          <p:nvPr/>
        </p:nvSpPr>
        <p:spPr bwMode="auto">
          <a:xfrm>
            <a:off x="5003800" y="4011613"/>
            <a:ext cx="703263"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rPr>
              <a:t>T</a:t>
            </a:r>
            <a:r>
              <a:rPr lang="zh-CN" altLang="en-US" sz="1200" baseline="-25000" dirty="0">
                <a:solidFill>
                  <a:srgbClr val="000000"/>
                </a:solidFill>
                <a:latin typeface="Times New Roman" pitchFamily="18" charset="0"/>
                <a:cs typeface="Times New Roman" pitchFamily="18" charset="0"/>
              </a:rPr>
              <a:t> 1</a:t>
            </a:r>
            <a:r>
              <a:rPr lang="en-US" altLang="zh-CN" sz="1200" i="1" dirty="0">
                <a:solidFill>
                  <a:srgbClr val="000000"/>
                </a:solidFill>
                <a:latin typeface="Times New Roman" pitchFamily="18" charset="0"/>
                <a:ea typeface="楷体" pitchFamily="49" charset="-122"/>
                <a:cs typeface="Times New Roman" pitchFamily="18" charset="0"/>
              </a:rPr>
              <a:t>′</a:t>
            </a:r>
            <a:r>
              <a:rPr lang="en-US" altLang="zh-CN" sz="1200" i="1" dirty="0" err="1">
                <a:solidFill>
                  <a:prstClr val="black"/>
                </a:solidFill>
                <a:latin typeface="Times New Roman" panose="02020603050405020304" pitchFamily="18" charset="0"/>
                <a:ea typeface="SimSun" panose="02010600030101010101" pitchFamily="2" charset="-122"/>
              </a:rPr>
              <a:t>syn</a:t>
            </a:r>
            <a:endParaRPr lang="en-US" altLang="zh-CN" sz="1200" i="1" dirty="0">
              <a:solidFill>
                <a:prstClr val="black"/>
              </a:solidFill>
              <a:latin typeface="Times New Roman" panose="02020603050405020304" pitchFamily="18" charset="0"/>
              <a:ea typeface="SimSun" panose="02010600030101010101" pitchFamily="2" charset="-122"/>
            </a:endParaRPr>
          </a:p>
        </p:txBody>
      </p:sp>
      <p:sp>
        <p:nvSpPr>
          <p:cNvPr id="26" name="Rectangle 101">
            <a:extLst>
              <a:ext uri="{FF2B5EF4-FFF2-40B4-BE49-F238E27FC236}">
                <a16:creationId xmlns:a16="http://schemas.microsoft.com/office/drawing/2014/main" id="{5B3EA0B9-6CBF-4EE2-B35B-0710BF444713}"/>
              </a:ext>
            </a:extLst>
          </p:cNvPr>
          <p:cNvSpPr>
            <a:spLocks noChangeArrowheads="1"/>
          </p:cNvSpPr>
          <p:nvPr/>
        </p:nvSpPr>
        <p:spPr bwMode="auto">
          <a:xfrm>
            <a:off x="3389313" y="4011613"/>
            <a:ext cx="921600"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3</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27" name="Rectangle 102">
            <a:extLst>
              <a:ext uri="{FF2B5EF4-FFF2-40B4-BE49-F238E27FC236}">
                <a16:creationId xmlns:a16="http://schemas.microsoft.com/office/drawing/2014/main" id="{C379F0AF-EB3C-4BC6-9FA6-B11B10CAA4C4}"/>
              </a:ext>
            </a:extLst>
          </p:cNvPr>
          <p:cNvSpPr>
            <a:spLocks noChangeArrowheads="1"/>
          </p:cNvSpPr>
          <p:nvPr/>
        </p:nvSpPr>
        <p:spPr bwMode="auto">
          <a:xfrm>
            <a:off x="2789238" y="4011613"/>
            <a:ext cx="604800"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prstClr val="black"/>
                </a:solidFill>
                <a:latin typeface="Times New Roman" panose="02020603050405020304" pitchFamily="18" charset="0"/>
                <a:ea typeface="SimSun" panose="02010600030101010101" pitchFamily="2" charset="-122"/>
              </a:rPr>
              <a:t>Fsyn</a:t>
            </a:r>
          </a:p>
        </p:txBody>
      </p:sp>
      <p:sp>
        <p:nvSpPr>
          <p:cNvPr id="30" name="Rectangle 95">
            <a:extLst>
              <a:ext uri="{FF2B5EF4-FFF2-40B4-BE49-F238E27FC236}">
                <a16:creationId xmlns:a16="http://schemas.microsoft.com/office/drawing/2014/main" id="{8BA392E3-1950-4386-99A8-D4D144C7E4D6}"/>
              </a:ext>
            </a:extLst>
          </p:cNvPr>
          <p:cNvSpPr>
            <a:spLocks noChangeArrowheads="1"/>
          </p:cNvSpPr>
          <p:nvPr/>
        </p:nvSpPr>
        <p:spPr bwMode="auto">
          <a:xfrm>
            <a:off x="3389313" y="4449600"/>
            <a:ext cx="921600"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 </a:t>
            </a:r>
            <a:r>
              <a:rPr lang="en-US" altLang="zh-CN" sz="1200" i="1" dirty="0" err="1">
                <a:solidFill>
                  <a:srgbClr val="000000"/>
                </a:solidFill>
                <a:latin typeface="Times New Roman" panose="02020603050405020304" pitchFamily="18" charset="0"/>
              </a:rPr>
              <a:t>inh</a:t>
            </a:r>
            <a:r>
              <a:rPr lang="en-US" altLang="zh-CN" sz="1200" dirty="0">
                <a:solidFill>
                  <a:srgbClr val="000000"/>
                </a:solidFill>
                <a:latin typeface="Times New Roman" panose="02020603050405020304" pitchFamily="18" charset="0"/>
              </a:rPr>
              <a:t>=3</a:t>
            </a:r>
            <a:endParaRPr lang="zh-CN" altLang="en-US" sz="1200" dirty="0">
              <a:solidFill>
                <a:srgbClr val="000000"/>
              </a:solidFill>
              <a:latin typeface="Times New Roman" panose="02020603050405020304" pitchFamily="18" charset="0"/>
            </a:endParaRPr>
          </a:p>
        </p:txBody>
      </p:sp>
      <p:sp>
        <p:nvSpPr>
          <p:cNvPr id="34" name="Rectangle 100">
            <a:extLst>
              <a:ext uri="{FF2B5EF4-FFF2-40B4-BE49-F238E27FC236}">
                <a16:creationId xmlns:a16="http://schemas.microsoft.com/office/drawing/2014/main" id="{717EC78B-2F9E-4845-92CD-A347FDEA5851}"/>
              </a:ext>
            </a:extLst>
          </p:cNvPr>
          <p:cNvSpPr>
            <a:spLocks noChangeArrowheads="1"/>
          </p:cNvSpPr>
          <p:nvPr/>
        </p:nvSpPr>
        <p:spPr bwMode="auto">
          <a:xfrm>
            <a:off x="4306888" y="4452938"/>
            <a:ext cx="76517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rPr>
              <a:t>inh</a:t>
            </a:r>
            <a:endParaRPr lang="zh-CN" altLang="en-US" sz="1200" i="1">
              <a:solidFill>
                <a:srgbClr val="000000"/>
              </a:solidFill>
              <a:latin typeface="Times New Roman" panose="02020603050405020304" pitchFamily="18" charset="0"/>
            </a:endParaRPr>
          </a:p>
        </p:txBody>
      </p:sp>
      <p:sp>
        <p:nvSpPr>
          <p:cNvPr id="38" name="Rectangle 103">
            <a:extLst>
              <a:ext uri="{FF2B5EF4-FFF2-40B4-BE49-F238E27FC236}">
                <a16:creationId xmlns:a16="http://schemas.microsoft.com/office/drawing/2014/main" id="{2688CE5F-3CE0-435F-B875-A1F071BF1D2D}"/>
              </a:ext>
            </a:extLst>
          </p:cNvPr>
          <p:cNvSpPr>
            <a:spLocks noChangeArrowheads="1"/>
          </p:cNvSpPr>
          <p:nvPr/>
        </p:nvSpPr>
        <p:spPr bwMode="auto">
          <a:xfrm>
            <a:off x="2789238" y="4449600"/>
            <a:ext cx="597600"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rPr>
              <a:t>val</a:t>
            </a:r>
            <a:endParaRPr lang="zh-CN" altLang="en-US" sz="1200" i="1">
              <a:solidFill>
                <a:srgbClr val="000000"/>
              </a:solidFill>
              <a:latin typeface="Times New Roman" panose="02020603050405020304" pitchFamily="18" charset="0"/>
            </a:endParaRPr>
          </a:p>
        </p:txBody>
      </p:sp>
      <p:sp>
        <p:nvSpPr>
          <p:cNvPr id="35" name="Rectangle 90">
            <a:extLst>
              <a:ext uri="{FF2B5EF4-FFF2-40B4-BE49-F238E27FC236}">
                <a16:creationId xmlns:a16="http://schemas.microsoft.com/office/drawing/2014/main" id="{15E131C3-1E96-4699-B294-CBA19C941702}"/>
              </a:ext>
            </a:extLst>
          </p:cNvPr>
          <p:cNvSpPr>
            <a:spLocks noChangeArrowheads="1"/>
          </p:cNvSpPr>
          <p:nvPr/>
        </p:nvSpPr>
        <p:spPr bwMode="auto">
          <a:xfrm>
            <a:off x="1709738" y="4011613"/>
            <a:ext cx="1079500"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6</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36" name="Rectangle 92">
            <a:extLst>
              <a:ext uri="{FF2B5EF4-FFF2-40B4-BE49-F238E27FC236}">
                <a16:creationId xmlns:a16="http://schemas.microsoft.com/office/drawing/2014/main" id="{8F2097B7-C07F-406C-B243-02077C123994}"/>
              </a:ext>
            </a:extLst>
          </p:cNvPr>
          <p:cNvSpPr>
            <a:spLocks noChangeArrowheads="1"/>
          </p:cNvSpPr>
          <p:nvPr/>
        </p:nvSpPr>
        <p:spPr bwMode="auto">
          <a:xfrm>
            <a:off x="1008063" y="4011613"/>
            <a:ext cx="701675"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digit</a:t>
            </a:r>
            <a:endParaRPr lang="en-US" altLang="zh-CN" sz="1200" i="1" dirty="0">
              <a:solidFill>
                <a:prstClr val="black"/>
              </a:solidFill>
              <a:latin typeface="Times New Roman" panose="02020603050405020304" pitchFamily="18" charset="0"/>
              <a:ea typeface="SimSun" panose="02010600030101010101" pitchFamily="2" charset="-122"/>
            </a:endParaRPr>
          </a:p>
        </p:txBody>
      </p:sp>
      <p:sp>
        <p:nvSpPr>
          <p:cNvPr id="39" name="Rectangle 93">
            <a:extLst>
              <a:ext uri="{FF2B5EF4-FFF2-40B4-BE49-F238E27FC236}">
                <a16:creationId xmlns:a16="http://schemas.microsoft.com/office/drawing/2014/main" id="{8A8A897C-F854-433D-9752-292112DD46D3}"/>
              </a:ext>
            </a:extLst>
          </p:cNvPr>
          <p:cNvSpPr>
            <a:spLocks noChangeArrowheads="1"/>
          </p:cNvSpPr>
          <p:nvPr/>
        </p:nvSpPr>
        <p:spPr bwMode="auto">
          <a:xfrm>
            <a:off x="1008062" y="4449600"/>
            <a:ext cx="702000" cy="277200"/>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100" i="1">
                <a:solidFill>
                  <a:srgbClr val="000000"/>
                </a:solidFill>
                <a:latin typeface="Times New Roman" panose="02020603050405020304" pitchFamily="18" charset="0"/>
                <a:sym typeface="Arial" panose="020B0604020202020204" pitchFamily="34" charset="0"/>
              </a:rPr>
              <a:t>lexval</a:t>
            </a:r>
            <a:r>
              <a:rPr lang="en-US" altLang="zh-CN" sz="1100">
                <a:solidFill>
                  <a:srgbClr val="000000"/>
                </a:solidFill>
                <a:latin typeface="Times New Roman" panose="02020603050405020304" pitchFamily="18" charset="0"/>
                <a:sym typeface="Arial" panose="020B0604020202020204" pitchFamily="34" charset="0"/>
              </a:rPr>
              <a:t>=5</a:t>
            </a:r>
            <a:endParaRPr lang="zh-CN" altLang="en-US" sz="1100">
              <a:solidFill>
                <a:srgbClr val="000000"/>
              </a:solidFill>
              <a:latin typeface="Times New Roman" panose="02020603050405020304" pitchFamily="18" charset="0"/>
              <a:sym typeface="Arial" panose="020B0604020202020204" pitchFamily="34" charset="0"/>
            </a:endParaRPr>
          </a:p>
        </p:txBody>
      </p:sp>
      <p:sp>
        <p:nvSpPr>
          <p:cNvPr id="40" name="Freeform 113">
            <a:extLst>
              <a:ext uri="{FF2B5EF4-FFF2-40B4-BE49-F238E27FC236}">
                <a16:creationId xmlns:a16="http://schemas.microsoft.com/office/drawing/2014/main" id="{62717138-6306-43D7-824F-46535D7DE21F}"/>
              </a:ext>
            </a:extLst>
          </p:cNvPr>
          <p:cNvSpPr>
            <a:spLocks/>
          </p:cNvSpPr>
          <p:nvPr/>
        </p:nvSpPr>
        <p:spPr bwMode="auto">
          <a:xfrm>
            <a:off x="1358900" y="4848225"/>
            <a:ext cx="649288" cy="106363"/>
          </a:xfrm>
          <a:custGeom>
            <a:avLst/>
            <a:gdLst>
              <a:gd name="T0" fmla="*/ 0 w 545"/>
              <a:gd name="T1" fmla="*/ 0 h 227"/>
              <a:gd name="T2" fmla="*/ 2147483646 w 545"/>
              <a:gd name="T3" fmla="*/ 2147483646 h 227"/>
              <a:gd name="T4" fmla="*/ 2147483646 w 545"/>
              <a:gd name="T5" fmla="*/ 0 h 227"/>
              <a:gd name="T6" fmla="*/ 0 60000 65536"/>
              <a:gd name="T7" fmla="*/ 0 60000 65536"/>
              <a:gd name="T8" fmla="*/ 0 60000 65536"/>
              <a:gd name="T9" fmla="*/ 0 w 545"/>
              <a:gd name="T10" fmla="*/ 0 h 227"/>
              <a:gd name="T11" fmla="*/ 545 w 545"/>
              <a:gd name="T12" fmla="*/ 227 h 227"/>
            </a:gdLst>
            <a:ahLst/>
            <a:cxnLst>
              <a:cxn ang="T6">
                <a:pos x="T0" y="T1"/>
              </a:cxn>
              <a:cxn ang="T7">
                <a:pos x="T2" y="T3"/>
              </a:cxn>
              <a:cxn ang="T8">
                <a:pos x="T4" y="T5"/>
              </a:cxn>
            </a:cxnLst>
            <a:rect l="T9" t="T10" r="T11" b="T12"/>
            <a:pathLst>
              <a:path w="545" h="227">
                <a:moveTo>
                  <a:pt x="0" y="0"/>
                </a:moveTo>
                <a:cubicBezTo>
                  <a:pt x="91" y="113"/>
                  <a:pt x="182" y="227"/>
                  <a:pt x="273" y="227"/>
                </a:cubicBezTo>
                <a:cubicBezTo>
                  <a:pt x="364" y="227"/>
                  <a:pt x="454" y="113"/>
                  <a:pt x="545" y="0"/>
                </a:cubicBezTo>
              </a:path>
            </a:pathLst>
          </a:custGeom>
          <a:noFill/>
          <a:ln w="19050">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 name="Rectangle 91">
            <a:extLst>
              <a:ext uri="{FF2B5EF4-FFF2-40B4-BE49-F238E27FC236}">
                <a16:creationId xmlns:a16="http://schemas.microsoft.com/office/drawing/2014/main" id="{F3783F33-7CCC-4D2A-8FF1-2BBD3FBA4B93}"/>
              </a:ext>
            </a:extLst>
          </p:cNvPr>
          <p:cNvSpPr>
            <a:spLocks noChangeArrowheads="1"/>
          </p:cNvSpPr>
          <p:nvPr/>
        </p:nvSpPr>
        <p:spPr bwMode="auto">
          <a:xfrm>
            <a:off x="1710000" y="4449600"/>
            <a:ext cx="1082675" cy="277200"/>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sym typeface="Arial" panose="020B0604020202020204" pitchFamily="34" charset="0"/>
              </a:rPr>
              <a:t>digit_lexval</a:t>
            </a:r>
            <a:r>
              <a:rPr lang="en-US" altLang="zh-CN" sz="1200" dirty="0">
                <a:solidFill>
                  <a:srgbClr val="000000"/>
                </a:solidFill>
                <a:latin typeface="Times New Roman" panose="02020603050405020304" pitchFamily="18" charset="0"/>
                <a:sym typeface="Arial" panose="020B0604020202020204" pitchFamily="34" charset="0"/>
              </a:rPr>
              <a:t>=5</a:t>
            </a:r>
            <a:endParaRPr lang="zh-CN" altLang="en-US" sz="1200" dirty="0">
              <a:solidFill>
                <a:srgbClr val="000000"/>
              </a:solidFill>
              <a:latin typeface="Times New Roman" panose="02020603050405020304" pitchFamily="18" charset="0"/>
              <a:sym typeface="Arial" panose="020B0604020202020204" pitchFamily="34" charset="0"/>
            </a:endParaRPr>
          </a:p>
        </p:txBody>
      </p:sp>
      <p:sp>
        <p:nvSpPr>
          <p:cNvPr id="42" name="Line 79">
            <a:extLst>
              <a:ext uri="{FF2B5EF4-FFF2-40B4-BE49-F238E27FC236}">
                <a16:creationId xmlns:a16="http://schemas.microsoft.com/office/drawing/2014/main" id="{5CDAD922-B240-472C-9649-880D630C1C5E}"/>
              </a:ext>
            </a:extLst>
          </p:cNvPr>
          <p:cNvSpPr>
            <a:spLocks noChangeShapeType="1"/>
          </p:cNvSpPr>
          <p:nvPr/>
        </p:nvSpPr>
        <p:spPr bwMode="auto">
          <a:xfrm flipV="1">
            <a:off x="82264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Rectangle 74">
            <a:extLst>
              <a:ext uri="{FF2B5EF4-FFF2-40B4-BE49-F238E27FC236}">
                <a16:creationId xmlns:a16="http://schemas.microsoft.com/office/drawing/2014/main" id="{FABD247A-CD8F-4D02-8341-04A24DF78278}"/>
              </a:ext>
            </a:extLst>
          </p:cNvPr>
          <p:cNvSpPr>
            <a:spLocks noChangeArrowheads="1"/>
          </p:cNvSpPr>
          <p:nvPr/>
        </p:nvSpPr>
        <p:spPr bwMode="auto">
          <a:xfrm>
            <a:off x="2628900" y="3257550"/>
            <a:ext cx="3228975" cy="417513"/>
          </a:xfrm>
          <a:prstGeom prst="rect">
            <a:avLst/>
          </a:prstGeom>
          <a:solidFill>
            <a:srgbClr val="FFCCCC"/>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-1].</a:t>
            </a:r>
            <a:r>
              <a:rPr lang="en-US" altLang="zh-CN" sz="1500" i="1">
                <a:solidFill>
                  <a:srgbClr val="000000"/>
                </a:solidFill>
                <a:latin typeface="Times New Roman" panose="02020603050405020304" pitchFamily="18" charset="0"/>
              </a:rPr>
              <a:t>val</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sym typeface="Arial" panose="020B0604020202020204" pitchFamily="34" charset="0"/>
              </a:rPr>
              <a:t>digit_lexval</a:t>
            </a:r>
          </a:p>
        </p:txBody>
      </p:sp>
      <p:sp>
        <p:nvSpPr>
          <p:cNvPr id="44" name="Line 75">
            <a:extLst>
              <a:ext uri="{FF2B5EF4-FFF2-40B4-BE49-F238E27FC236}">
                <a16:creationId xmlns:a16="http://schemas.microsoft.com/office/drawing/2014/main" id="{21531DBA-3BF9-476B-A81E-8A22BDCE9304}"/>
              </a:ext>
            </a:extLst>
          </p:cNvPr>
          <p:cNvSpPr>
            <a:spLocks noChangeShapeType="1"/>
          </p:cNvSpPr>
          <p:nvPr/>
        </p:nvSpPr>
        <p:spPr bwMode="auto">
          <a:xfrm flipV="1">
            <a:off x="2311400" y="3695700"/>
            <a:ext cx="485775" cy="269875"/>
          </a:xfrm>
          <a:prstGeom prst="line">
            <a:avLst/>
          </a:prstGeom>
          <a:noFill/>
          <a:ln w="19050">
            <a:solidFill>
              <a:schemeClr val="hlink"/>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Rectangle 103">
            <a:extLst>
              <a:ext uri="{FF2B5EF4-FFF2-40B4-BE49-F238E27FC236}">
                <a16:creationId xmlns:a16="http://schemas.microsoft.com/office/drawing/2014/main" id="{F6539EB2-6224-40C9-BEBE-DA291063C580}"/>
              </a:ext>
            </a:extLst>
          </p:cNvPr>
          <p:cNvSpPr>
            <a:spLocks noChangeArrowheads="1"/>
          </p:cNvSpPr>
          <p:nvPr/>
        </p:nvSpPr>
        <p:spPr bwMode="auto">
          <a:xfrm>
            <a:off x="2790824" y="4449600"/>
            <a:ext cx="597600" cy="2778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rPr>
              <a:t>val</a:t>
            </a:r>
            <a:r>
              <a:rPr lang="en-US" altLang="zh-CN" sz="1200" i="1" dirty="0">
                <a:solidFill>
                  <a:srgbClr val="000000"/>
                </a:solidFill>
                <a:latin typeface="Times New Roman" panose="02020603050405020304" pitchFamily="18" charset="0"/>
              </a:rPr>
              <a:t>=5</a:t>
            </a:r>
            <a:endParaRPr lang="zh-CN" altLang="en-US" sz="1200" i="1" dirty="0">
              <a:solidFill>
                <a:srgbClr val="000000"/>
              </a:solidFill>
              <a:latin typeface="Times New Roman" panose="02020603050405020304" pitchFamily="18" charset="0"/>
            </a:endParaRPr>
          </a:p>
        </p:txBody>
      </p:sp>
      <p:sp>
        <p:nvSpPr>
          <p:cNvPr id="46" name="Freeform 113">
            <a:extLst>
              <a:ext uri="{FF2B5EF4-FFF2-40B4-BE49-F238E27FC236}">
                <a16:creationId xmlns:a16="http://schemas.microsoft.com/office/drawing/2014/main" id="{97C5142C-45A4-40B8-9D3B-DBFEE82E8264}"/>
              </a:ext>
            </a:extLst>
          </p:cNvPr>
          <p:cNvSpPr>
            <a:spLocks/>
          </p:cNvSpPr>
          <p:nvPr/>
        </p:nvSpPr>
        <p:spPr bwMode="auto">
          <a:xfrm>
            <a:off x="3184525" y="5010150"/>
            <a:ext cx="649288" cy="106363"/>
          </a:xfrm>
          <a:custGeom>
            <a:avLst/>
            <a:gdLst>
              <a:gd name="T0" fmla="*/ 0 w 545"/>
              <a:gd name="T1" fmla="*/ 0 h 227"/>
              <a:gd name="T2" fmla="*/ 2147483646 w 545"/>
              <a:gd name="T3" fmla="*/ 2147483646 h 227"/>
              <a:gd name="T4" fmla="*/ 2147483646 w 545"/>
              <a:gd name="T5" fmla="*/ 0 h 227"/>
              <a:gd name="T6" fmla="*/ 0 60000 65536"/>
              <a:gd name="T7" fmla="*/ 0 60000 65536"/>
              <a:gd name="T8" fmla="*/ 0 60000 65536"/>
              <a:gd name="T9" fmla="*/ 0 w 545"/>
              <a:gd name="T10" fmla="*/ 0 h 227"/>
              <a:gd name="T11" fmla="*/ 545 w 545"/>
              <a:gd name="T12" fmla="*/ 227 h 227"/>
            </a:gdLst>
            <a:ahLst/>
            <a:cxnLst>
              <a:cxn ang="T6">
                <a:pos x="T0" y="T1"/>
              </a:cxn>
              <a:cxn ang="T7">
                <a:pos x="T2" y="T3"/>
              </a:cxn>
              <a:cxn ang="T8">
                <a:pos x="T4" y="T5"/>
              </a:cxn>
            </a:cxnLst>
            <a:rect l="T9" t="T10" r="T11" b="T12"/>
            <a:pathLst>
              <a:path w="545" h="227">
                <a:moveTo>
                  <a:pt x="0" y="0"/>
                </a:moveTo>
                <a:cubicBezTo>
                  <a:pt x="91" y="113"/>
                  <a:pt x="182" y="227"/>
                  <a:pt x="273" y="227"/>
                </a:cubicBezTo>
                <a:cubicBezTo>
                  <a:pt x="364" y="227"/>
                  <a:pt x="454" y="113"/>
                  <a:pt x="545" y="0"/>
                </a:cubicBezTo>
              </a:path>
            </a:pathLst>
          </a:custGeom>
          <a:noFill/>
          <a:ln w="19050">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 name="Rectangle 109">
            <a:extLst>
              <a:ext uri="{FF2B5EF4-FFF2-40B4-BE49-F238E27FC236}">
                <a16:creationId xmlns:a16="http://schemas.microsoft.com/office/drawing/2014/main" id="{BB42927C-77A8-4E4A-BE63-DE56DF67EEAF}"/>
              </a:ext>
            </a:extLst>
          </p:cNvPr>
          <p:cNvSpPr>
            <a:spLocks noChangeArrowheads="1"/>
          </p:cNvSpPr>
          <p:nvPr/>
        </p:nvSpPr>
        <p:spPr bwMode="auto">
          <a:xfrm>
            <a:off x="3391200" y="4726800"/>
            <a:ext cx="920750"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rPr>
              <a:t>Fval</a:t>
            </a:r>
            <a:r>
              <a:rPr lang="en-US" altLang="zh-CN" sz="1200">
                <a:solidFill>
                  <a:srgbClr val="000000"/>
                </a:solidFill>
                <a:latin typeface="Times New Roman" panose="02020603050405020304" pitchFamily="18" charset="0"/>
              </a:rPr>
              <a:t>=5</a:t>
            </a:r>
            <a:endParaRPr lang="zh-CN" altLang="en-US" sz="1200">
              <a:solidFill>
                <a:srgbClr val="000000"/>
              </a:solidFill>
              <a:latin typeface="Times New Roman" panose="02020603050405020304" pitchFamily="18" charset="0"/>
            </a:endParaRPr>
          </a:p>
        </p:txBody>
      </p:sp>
      <p:sp>
        <p:nvSpPr>
          <p:cNvPr id="152604" name="Line 79">
            <a:extLst>
              <a:ext uri="{FF2B5EF4-FFF2-40B4-BE49-F238E27FC236}">
                <a16:creationId xmlns:a16="http://schemas.microsoft.com/office/drawing/2014/main" id="{1AA2E842-891E-4C94-8F06-5C1EB1E877F6}"/>
              </a:ext>
            </a:extLst>
          </p:cNvPr>
          <p:cNvSpPr>
            <a:spLocks noChangeShapeType="1"/>
          </p:cNvSpPr>
          <p:nvPr/>
        </p:nvSpPr>
        <p:spPr bwMode="auto">
          <a:xfrm flipV="1">
            <a:off x="80105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2605" name="Line 79">
            <a:extLst>
              <a:ext uri="{FF2B5EF4-FFF2-40B4-BE49-F238E27FC236}">
                <a16:creationId xmlns:a16="http://schemas.microsoft.com/office/drawing/2014/main" id="{7A7F7B32-FB31-4647-BFC0-F8E2A4E1400D}"/>
              </a:ext>
            </a:extLst>
          </p:cNvPr>
          <p:cNvSpPr>
            <a:spLocks noChangeShapeType="1"/>
          </p:cNvSpPr>
          <p:nvPr/>
        </p:nvSpPr>
        <p:spPr bwMode="auto">
          <a:xfrm flipV="1">
            <a:off x="7794625" y="1697038"/>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2606" name="Rectangle 56">
            <a:extLst>
              <a:ext uri="{FF2B5EF4-FFF2-40B4-BE49-F238E27FC236}">
                <a16:creationId xmlns:a16="http://schemas.microsoft.com/office/drawing/2014/main" id="{130F7316-EF57-4FAE-98D4-F642C4351C5E}"/>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52607" name="Line 79">
            <a:extLst>
              <a:ext uri="{FF2B5EF4-FFF2-40B4-BE49-F238E27FC236}">
                <a16:creationId xmlns:a16="http://schemas.microsoft.com/office/drawing/2014/main" id="{3648ACD9-AAE4-4CFB-88F0-EB02673A222D}"/>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2608" name="组合 12">
            <a:extLst>
              <a:ext uri="{FF2B5EF4-FFF2-40B4-BE49-F238E27FC236}">
                <a16:creationId xmlns:a16="http://schemas.microsoft.com/office/drawing/2014/main" id="{5E314142-756F-40E6-9304-EF0F49B60E33}"/>
              </a:ext>
            </a:extLst>
          </p:cNvPr>
          <p:cNvGrpSpPr>
            <a:grpSpLocks/>
          </p:cNvGrpSpPr>
          <p:nvPr/>
        </p:nvGrpSpPr>
        <p:grpSpPr bwMode="auto">
          <a:xfrm>
            <a:off x="715963" y="682625"/>
            <a:ext cx="6092825" cy="2249488"/>
            <a:chOff x="751285" y="802569"/>
            <a:chExt cx="6091894" cy="2249363"/>
          </a:xfrm>
        </p:grpSpPr>
        <p:sp>
          <p:nvSpPr>
            <p:cNvPr id="53" name="矩形 7">
              <a:extLst>
                <a:ext uri="{FF2B5EF4-FFF2-40B4-BE49-F238E27FC236}">
                  <a16:creationId xmlns:a16="http://schemas.microsoft.com/office/drawing/2014/main" id="{87ECDC91-A8BB-43C6-B08E-48758609C009}"/>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52611" name="Rectangle 3">
              <a:extLst>
                <a:ext uri="{FF2B5EF4-FFF2-40B4-BE49-F238E27FC236}">
                  <a16:creationId xmlns:a16="http://schemas.microsoft.com/office/drawing/2014/main" id="{BB38580C-9A7A-427F-A5B2-388BEADA05CF}"/>
                </a:ext>
              </a:extLst>
            </p:cNvPr>
            <p:cNvSpPr txBox="1">
              <a:spLocks noChangeArrowheads="1"/>
            </p:cNvSpPr>
            <p:nvPr/>
          </p:nvSpPr>
          <p:spPr bwMode="auto">
            <a:xfrm>
              <a:off x="3670772" y="802569"/>
              <a:ext cx="3166239" cy="1660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3</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 </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4</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5</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.inh</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6</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00"/>
                </a:solidFill>
                <a:latin typeface="Times New Roman" panose="02020603050405020304" pitchFamily="18" charset="0"/>
                <a:cs typeface="Times New Roman" panose="02020603050405020304" pitchFamily="18" charset="0"/>
              </a:endParaRPr>
            </a:p>
          </p:txBody>
        </p:sp>
        <p:sp>
          <p:nvSpPr>
            <p:cNvPr id="152612" name="Rectangle 3">
              <a:extLst>
                <a:ext uri="{FF2B5EF4-FFF2-40B4-BE49-F238E27FC236}">
                  <a16:creationId xmlns:a16="http://schemas.microsoft.com/office/drawing/2014/main" id="{B895B8E4-8EB0-4EEB-ACD3-3F07566E83E9}"/>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rPr>
                <a:t>T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a:solidFill>
                    <a:srgbClr val="0000FF"/>
                  </a:solidFill>
                  <a:latin typeface="Times New Roman" panose="02020603050405020304" pitchFamily="18" charset="0"/>
                  <a:cs typeface="Times New Roman" panose="02020603050405020304" pitchFamily="18" charset="0"/>
                </a:rPr>
                <a:t>1</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2</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2) </a:t>
              </a:r>
              <a:r>
                <a:rPr lang="en-US" altLang="zh-CN"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3</a:t>
              </a:r>
              <a:r>
                <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 </a:t>
              </a:r>
              <a:r>
                <a:rPr lang="en-US" altLang="zh-CN"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4</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3)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5</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6</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FF"/>
                </a:solidFill>
                <a:latin typeface="Times New Roman" panose="02020603050405020304" pitchFamily="18" charset="0"/>
                <a:cs typeface="Times New Roman" panose="02020603050405020304" pitchFamily="18" charset="0"/>
              </a:endParaRPr>
            </a:p>
          </p:txBody>
        </p:sp>
      </p:grpSp>
      <p:sp>
        <p:nvSpPr>
          <p:cNvPr id="32" name="Rectangle 99">
            <a:extLst>
              <a:ext uri="{FF2B5EF4-FFF2-40B4-BE49-F238E27FC236}">
                <a16:creationId xmlns:a16="http://schemas.microsoft.com/office/drawing/2014/main" id="{FE94D85A-C2A9-4333-BDFB-B083EAA4136B}"/>
              </a:ext>
            </a:extLst>
          </p:cNvPr>
          <p:cNvSpPr>
            <a:spLocks noChangeArrowheads="1"/>
          </p:cNvSpPr>
          <p:nvPr/>
        </p:nvSpPr>
        <p:spPr bwMode="auto">
          <a:xfrm>
            <a:off x="5003800" y="4449600"/>
            <a:ext cx="703263"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rPr>
              <a:t>syn</a:t>
            </a:r>
            <a:endParaRPr lang="zh-CN" altLang="en-US" sz="1200">
              <a:solidFill>
                <a:srgbClr val="000000"/>
              </a:solidFill>
              <a:latin typeface="Times New Roman" panose="02020603050405020304" pitchFamily="18" charset="0"/>
            </a:endParaRPr>
          </a:p>
        </p:txBody>
      </p:sp>
      <p:sp>
        <p:nvSpPr>
          <p:cNvPr id="2" name="灯片编号占位符 1">
            <a:extLst>
              <a:ext uri="{FF2B5EF4-FFF2-40B4-BE49-F238E27FC236}">
                <a16:creationId xmlns:a16="http://schemas.microsoft.com/office/drawing/2014/main" id="{14740062-B417-4071-8A7F-DC3F329AFDBD}"/>
              </a:ext>
            </a:extLst>
          </p:cNvPr>
          <p:cNvSpPr>
            <a:spLocks noGrp="1"/>
          </p:cNvSpPr>
          <p:nvPr>
            <p:ph type="sldNum" sz="quarter" idx="10"/>
          </p:nvPr>
        </p:nvSpPr>
        <p:spPr/>
        <p:txBody>
          <a:bodyPr/>
          <a:lstStyle/>
          <a:p>
            <a:pPr>
              <a:defRPr/>
            </a:pPr>
            <a:fld id="{8E104948-B687-4A74-87EB-9097C047E113}" type="slidenum">
              <a:rPr lang="zh-CN" altLang="en-US" smtClean="0"/>
              <a:pPr>
                <a:defRPr/>
              </a:pPr>
              <a:t>63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p:cTn id="12" dur="500" fill="hold"/>
                                        <p:tgtEl>
                                          <p:spTgt spid="36"/>
                                        </p:tgtEl>
                                        <p:attrNameLst>
                                          <p:attrName>ppt_w</p:attrName>
                                        </p:attrNameLst>
                                      </p:cBhvr>
                                      <p:tavLst>
                                        <p:tav tm="0">
                                          <p:val>
                                            <p:fltVal val="0"/>
                                          </p:val>
                                        </p:tav>
                                        <p:tav tm="100000">
                                          <p:val>
                                            <p:strVal val="#ppt_w"/>
                                          </p:val>
                                        </p:tav>
                                      </p:tavLst>
                                    </p:anim>
                                    <p:anim calcmode="lin" valueType="num">
                                      <p:cBhvr>
                                        <p:cTn id="13" dur="500" fill="hold"/>
                                        <p:tgtEl>
                                          <p:spTgt spid="36"/>
                                        </p:tgtEl>
                                        <p:attrNameLst>
                                          <p:attrName>ppt_h</p:attrName>
                                        </p:attrNameLst>
                                      </p:cBhvr>
                                      <p:tavLst>
                                        <p:tav tm="0">
                                          <p:val>
                                            <p:fltVal val="0"/>
                                          </p:val>
                                        </p:tav>
                                        <p:tav tm="100000">
                                          <p:val>
                                            <p:strVal val="#ppt_h"/>
                                          </p:val>
                                        </p:tav>
                                      </p:tavLst>
                                    </p:anim>
                                    <p:animEffect transition="in" filter="fade">
                                      <p:cBhvr>
                                        <p:cTn id="14" dur="500"/>
                                        <p:tgtEl>
                                          <p:spTgt spid="3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 calcmode="lin" valueType="num">
                                      <p:cBhvr>
                                        <p:cTn id="17" dur="500" fill="hold"/>
                                        <p:tgtEl>
                                          <p:spTgt spid="39"/>
                                        </p:tgtEl>
                                        <p:attrNameLst>
                                          <p:attrName>ppt_w</p:attrName>
                                        </p:attrNameLst>
                                      </p:cBhvr>
                                      <p:tavLst>
                                        <p:tav tm="0">
                                          <p:val>
                                            <p:fltVal val="0"/>
                                          </p:val>
                                        </p:tav>
                                        <p:tav tm="100000">
                                          <p:val>
                                            <p:strVal val="#ppt_w"/>
                                          </p:val>
                                        </p:tav>
                                      </p:tavLst>
                                    </p:anim>
                                    <p:anim calcmode="lin" valueType="num">
                                      <p:cBhvr>
                                        <p:cTn id="18" dur="500" fill="hold"/>
                                        <p:tgtEl>
                                          <p:spTgt spid="39"/>
                                        </p:tgtEl>
                                        <p:attrNameLst>
                                          <p:attrName>ppt_h</p:attrName>
                                        </p:attrNameLst>
                                      </p:cBhvr>
                                      <p:tavLst>
                                        <p:tav tm="0">
                                          <p:val>
                                            <p:fltVal val="0"/>
                                          </p:val>
                                        </p:tav>
                                        <p:tav tm="100000">
                                          <p:val>
                                            <p:strVal val="#ppt_h"/>
                                          </p:val>
                                        </p:tav>
                                      </p:tavLst>
                                    </p:anim>
                                    <p:animEffect transition="in" filter="fade">
                                      <p:cBhvr>
                                        <p:cTn id="19" dur="500"/>
                                        <p:tgtEl>
                                          <p:spTgt spid="3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40"/>
                                        </p:tgtEl>
                                        <p:attrNameLst>
                                          <p:attrName>style.visibility</p:attrName>
                                        </p:attrNameLst>
                                      </p:cBhvr>
                                      <p:to>
                                        <p:strVal val="visible"/>
                                      </p:to>
                                    </p:set>
                                    <p:anim calcmode="lin" valueType="num">
                                      <p:cBhvr>
                                        <p:cTn id="24" dur="500" fill="hold"/>
                                        <p:tgtEl>
                                          <p:spTgt spid="40"/>
                                        </p:tgtEl>
                                        <p:attrNameLst>
                                          <p:attrName>ppt_w</p:attrName>
                                        </p:attrNameLst>
                                      </p:cBhvr>
                                      <p:tavLst>
                                        <p:tav tm="0">
                                          <p:val>
                                            <p:fltVal val="0"/>
                                          </p:val>
                                        </p:tav>
                                        <p:tav tm="100000">
                                          <p:val>
                                            <p:strVal val="#ppt_w"/>
                                          </p:val>
                                        </p:tav>
                                      </p:tavLst>
                                    </p:anim>
                                    <p:anim calcmode="lin" valueType="num">
                                      <p:cBhvr>
                                        <p:cTn id="25" dur="500" fill="hold"/>
                                        <p:tgtEl>
                                          <p:spTgt spid="40"/>
                                        </p:tgtEl>
                                        <p:attrNameLst>
                                          <p:attrName>ppt_h</p:attrName>
                                        </p:attrNameLst>
                                      </p:cBhvr>
                                      <p:tavLst>
                                        <p:tav tm="0">
                                          <p:val>
                                            <p:fltVal val="0"/>
                                          </p:val>
                                        </p:tav>
                                        <p:tav tm="100000">
                                          <p:val>
                                            <p:strVal val="#ppt_h"/>
                                          </p:val>
                                        </p:tav>
                                      </p:tavLst>
                                    </p:anim>
                                    <p:animEffect transition="in" filter="fade">
                                      <p:cBhvr>
                                        <p:cTn id="26" dur="500"/>
                                        <p:tgtEl>
                                          <p:spTgt spid="40"/>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anim calcmode="lin" valueType="num">
                                      <p:cBhvr>
                                        <p:cTn id="29" dur="500" fill="hold"/>
                                        <p:tgtEl>
                                          <p:spTgt spid="41"/>
                                        </p:tgtEl>
                                        <p:attrNameLst>
                                          <p:attrName>ppt_w</p:attrName>
                                        </p:attrNameLst>
                                      </p:cBhvr>
                                      <p:tavLst>
                                        <p:tav tm="0">
                                          <p:val>
                                            <p:fltVal val="0"/>
                                          </p:val>
                                        </p:tav>
                                        <p:tav tm="100000">
                                          <p:val>
                                            <p:strVal val="#ppt_w"/>
                                          </p:val>
                                        </p:tav>
                                      </p:tavLst>
                                    </p:anim>
                                    <p:anim calcmode="lin" valueType="num">
                                      <p:cBhvr>
                                        <p:cTn id="30" dur="500" fill="hold"/>
                                        <p:tgtEl>
                                          <p:spTgt spid="41"/>
                                        </p:tgtEl>
                                        <p:attrNameLst>
                                          <p:attrName>ppt_h</p:attrName>
                                        </p:attrNameLst>
                                      </p:cBhvr>
                                      <p:tavLst>
                                        <p:tav tm="0">
                                          <p:val>
                                            <p:fltVal val="0"/>
                                          </p:val>
                                        </p:tav>
                                        <p:tav tm="100000">
                                          <p:val>
                                            <p:strVal val="#ppt_h"/>
                                          </p:val>
                                        </p:tav>
                                      </p:tavLst>
                                    </p:anim>
                                    <p:animEffect transition="in" filter="fade">
                                      <p:cBhvr>
                                        <p:cTn id="31" dur="500"/>
                                        <p:tgtEl>
                                          <p:spTgt spid="4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xit" presetSubtype="32" fill="hold" grpId="1" nodeType="clickEffect">
                                  <p:stCondLst>
                                    <p:cond delay="0"/>
                                  </p:stCondLst>
                                  <p:childTnLst>
                                    <p:anim calcmode="lin" valueType="num">
                                      <p:cBhvr>
                                        <p:cTn id="35" dur="500"/>
                                        <p:tgtEl>
                                          <p:spTgt spid="36"/>
                                        </p:tgtEl>
                                        <p:attrNameLst>
                                          <p:attrName>ppt_w</p:attrName>
                                        </p:attrNameLst>
                                      </p:cBhvr>
                                      <p:tavLst>
                                        <p:tav tm="0">
                                          <p:val>
                                            <p:strVal val="ppt_w"/>
                                          </p:val>
                                        </p:tav>
                                        <p:tav tm="100000">
                                          <p:val>
                                            <p:fltVal val="0"/>
                                          </p:val>
                                        </p:tav>
                                      </p:tavLst>
                                    </p:anim>
                                    <p:anim calcmode="lin" valueType="num">
                                      <p:cBhvr>
                                        <p:cTn id="36" dur="500"/>
                                        <p:tgtEl>
                                          <p:spTgt spid="36"/>
                                        </p:tgtEl>
                                        <p:attrNameLst>
                                          <p:attrName>ppt_h</p:attrName>
                                        </p:attrNameLst>
                                      </p:cBhvr>
                                      <p:tavLst>
                                        <p:tav tm="0">
                                          <p:val>
                                            <p:strVal val="ppt_h"/>
                                          </p:val>
                                        </p:tav>
                                        <p:tav tm="100000">
                                          <p:val>
                                            <p:fltVal val="0"/>
                                          </p:val>
                                        </p:tav>
                                      </p:tavLst>
                                    </p:anim>
                                    <p:animEffect transition="out" filter="fade">
                                      <p:cBhvr>
                                        <p:cTn id="37" dur="500"/>
                                        <p:tgtEl>
                                          <p:spTgt spid="36"/>
                                        </p:tgtEl>
                                      </p:cBhvr>
                                    </p:animEffect>
                                    <p:set>
                                      <p:cBhvr>
                                        <p:cTn id="38" dur="1" fill="hold">
                                          <p:stCondLst>
                                            <p:cond delay="499"/>
                                          </p:stCondLst>
                                        </p:cTn>
                                        <p:tgtEl>
                                          <p:spTgt spid="36"/>
                                        </p:tgtEl>
                                        <p:attrNameLst>
                                          <p:attrName>style.visibility</p:attrName>
                                        </p:attrNameLst>
                                      </p:cBhvr>
                                      <p:to>
                                        <p:strVal val="hidden"/>
                                      </p:to>
                                    </p:set>
                                  </p:childTnLst>
                                </p:cTn>
                              </p:par>
                              <p:par>
                                <p:cTn id="39" presetID="53" presetClass="exit" presetSubtype="32" fill="hold" grpId="1" nodeType="withEffect">
                                  <p:stCondLst>
                                    <p:cond delay="0"/>
                                  </p:stCondLst>
                                  <p:childTnLst>
                                    <p:anim calcmode="lin" valueType="num">
                                      <p:cBhvr>
                                        <p:cTn id="40" dur="500"/>
                                        <p:tgtEl>
                                          <p:spTgt spid="39"/>
                                        </p:tgtEl>
                                        <p:attrNameLst>
                                          <p:attrName>ppt_w</p:attrName>
                                        </p:attrNameLst>
                                      </p:cBhvr>
                                      <p:tavLst>
                                        <p:tav tm="0">
                                          <p:val>
                                            <p:strVal val="ppt_w"/>
                                          </p:val>
                                        </p:tav>
                                        <p:tav tm="100000">
                                          <p:val>
                                            <p:fltVal val="0"/>
                                          </p:val>
                                        </p:tav>
                                      </p:tavLst>
                                    </p:anim>
                                    <p:anim calcmode="lin" valueType="num">
                                      <p:cBhvr>
                                        <p:cTn id="41" dur="500"/>
                                        <p:tgtEl>
                                          <p:spTgt spid="39"/>
                                        </p:tgtEl>
                                        <p:attrNameLst>
                                          <p:attrName>ppt_h</p:attrName>
                                        </p:attrNameLst>
                                      </p:cBhvr>
                                      <p:tavLst>
                                        <p:tav tm="0">
                                          <p:val>
                                            <p:strVal val="ppt_h"/>
                                          </p:val>
                                        </p:tav>
                                        <p:tav tm="100000">
                                          <p:val>
                                            <p:fltVal val="0"/>
                                          </p:val>
                                        </p:tav>
                                      </p:tavLst>
                                    </p:anim>
                                    <p:animEffect transition="out" filter="fade">
                                      <p:cBhvr>
                                        <p:cTn id="42" dur="500"/>
                                        <p:tgtEl>
                                          <p:spTgt spid="39"/>
                                        </p:tgtEl>
                                      </p:cBhvr>
                                    </p:animEffect>
                                    <p:set>
                                      <p:cBhvr>
                                        <p:cTn id="43" dur="1" fill="hold">
                                          <p:stCondLst>
                                            <p:cond delay="499"/>
                                          </p:stCondLst>
                                        </p:cTn>
                                        <p:tgtEl>
                                          <p:spTgt spid="39"/>
                                        </p:tgtEl>
                                        <p:attrNameLst>
                                          <p:attrName>style.visibility</p:attrName>
                                        </p:attrNameLst>
                                      </p:cBhvr>
                                      <p:to>
                                        <p:strVal val="hidden"/>
                                      </p:to>
                                    </p:set>
                                  </p:childTnLst>
                                </p:cTn>
                              </p:par>
                              <p:par>
                                <p:cTn id="44" presetID="53" presetClass="exit" presetSubtype="32" fill="hold" nodeType="withEffect">
                                  <p:stCondLst>
                                    <p:cond delay="0"/>
                                  </p:stCondLst>
                                  <p:childTnLst>
                                    <p:anim calcmode="lin" valueType="num">
                                      <p:cBhvr>
                                        <p:cTn id="45" dur="500"/>
                                        <p:tgtEl>
                                          <p:spTgt spid="40"/>
                                        </p:tgtEl>
                                        <p:attrNameLst>
                                          <p:attrName>ppt_w</p:attrName>
                                        </p:attrNameLst>
                                      </p:cBhvr>
                                      <p:tavLst>
                                        <p:tav tm="0">
                                          <p:val>
                                            <p:strVal val="ppt_w"/>
                                          </p:val>
                                        </p:tav>
                                        <p:tav tm="100000">
                                          <p:val>
                                            <p:fltVal val="0"/>
                                          </p:val>
                                        </p:tav>
                                      </p:tavLst>
                                    </p:anim>
                                    <p:anim calcmode="lin" valueType="num">
                                      <p:cBhvr>
                                        <p:cTn id="46" dur="500"/>
                                        <p:tgtEl>
                                          <p:spTgt spid="40"/>
                                        </p:tgtEl>
                                        <p:attrNameLst>
                                          <p:attrName>ppt_h</p:attrName>
                                        </p:attrNameLst>
                                      </p:cBhvr>
                                      <p:tavLst>
                                        <p:tav tm="0">
                                          <p:val>
                                            <p:strVal val="ppt_h"/>
                                          </p:val>
                                        </p:tav>
                                        <p:tav tm="100000">
                                          <p:val>
                                            <p:fltVal val="0"/>
                                          </p:val>
                                        </p:tav>
                                      </p:tavLst>
                                    </p:anim>
                                    <p:animEffect transition="out" filter="fade">
                                      <p:cBhvr>
                                        <p:cTn id="47" dur="500"/>
                                        <p:tgtEl>
                                          <p:spTgt spid="40"/>
                                        </p:tgtEl>
                                      </p:cBhvr>
                                    </p:animEffect>
                                    <p:set>
                                      <p:cBhvr>
                                        <p:cTn id="48" dur="1" fill="hold">
                                          <p:stCondLst>
                                            <p:cond delay="499"/>
                                          </p:stCondLst>
                                        </p:cTn>
                                        <p:tgtEl>
                                          <p:spTgt spid="40"/>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16" fill="hold" nodeType="clickEffect">
                                  <p:stCondLst>
                                    <p:cond delay="0"/>
                                  </p:stCondLst>
                                  <p:childTnLst>
                                    <p:set>
                                      <p:cBhvr>
                                        <p:cTn id="52" dur="1" fill="hold">
                                          <p:stCondLst>
                                            <p:cond delay="0"/>
                                          </p:stCondLst>
                                        </p:cTn>
                                        <p:tgtEl>
                                          <p:spTgt spid="42"/>
                                        </p:tgtEl>
                                        <p:attrNameLst>
                                          <p:attrName>style.visibility</p:attrName>
                                        </p:attrNameLst>
                                      </p:cBhvr>
                                      <p:to>
                                        <p:strVal val="visible"/>
                                      </p:to>
                                    </p:set>
                                    <p:anim calcmode="lin" valueType="num">
                                      <p:cBhvr>
                                        <p:cTn id="53" dur="500" fill="hold"/>
                                        <p:tgtEl>
                                          <p:spTgt spid="42"/>
                                        </p:tgtEl>
                                        <p:attrNameLst>
                                          <p:attrName>ppt_w</p:attrName>
                                        </p:attrNameLst>
                                      </p:cBhvr>
                                      <p:tavLst>
                                        <p:tav tm="0">
                                          <p:val>
                                            <p:fltVal val="0"/>
                                          </p:val>
                                        </p:tav>
                                        <p:tav tm="100000">
                                          <p:val>
                                            <p:strVal val="#ppt_w"/>
                                          </p:val>
                                        </p:tav>
                                      </p:tavLst>
                                    </p:anim>
                                    <p:anim calcmode="lin" valueType="num">
                                      <p:cBhvr>
                                        <p:cTn id="54" dur="500" fill="hold"/>
                                        <p:tgtEl>
                                          <p:spTgt spid="42"/>
                                        </p:tgtEl>
                                        <p:attrNameLst>
                                          <p:attrName>ppt_h</p:attrName>
                                        </p:attrNameLst>
                                      </p:cBhvr>
                                      <p:tavLst>
                                        <p:tav tm="0">
                                          <p:val>
                                            <p:fltVal val="0"/>
                                          </p:val>
                                        </p:tav>
                                        <p:tav tm="100000">
                                          <p:val>
                                            <p:strVal val="#ppt_h"/>
                                          </p:val>
                                        </p:tav>
                                      </p:tavLst>
                                    </p:anim>
                                    <p:animEffect transition="in" filter="fade">
                                      <p:cBhvr>
                                        <p:cTn id="55" dur="500"/>
                                        <p:tgtEl>
                                          <p:spTgt spid="4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3" presetClass="entr" presetSubtype="16" fill="hold" nodeType="clickEffect">
                                  <p:stCondLst>
                                    <p:cond delay="0"/>
                                  </p:stCondLst>
                                  <p:childTnLst>
                                    <p:set>
                                      <p:cBhvr>
                                        <p:cTn id="59" dur="1" fill="hold">
                                          <p:stCondLst>
                                            <p:cond delay="0"/>
                                          </p:stCondLst>
                                        </p:cTn>
                                        <p:tgtEl>
                                          <p:spTgt spid="44"/>
                                        </p:tgtEl>
                                        <p:attrNameLst>
                                          <p:attrName>style.visibility</p:attrName>
                                        </p:attrNameLst>
                                      </p:cBhvr>
                                      <p:to>
                                        <p:strVal val="visible"/>
                                      </p:to>
                                    </p:set>
                                    <p:anim calcmode="lin" valueType="num">
                                      <p:cBhvr>
                                        <p:cTn id="60" dur="500" fill="hold"/>
                                        <p:tgtEl>
                                          <p:spTgt spid="44"/>
                                        </p:tgtEl>
                                        <p:attrNameLst>
                                          <p:attrName>ppt_w</p:attrName>
                                        </p:attrNameLst>
                                      </p:cBhvr>
                                      <p:tavLst>
                                        <p:tav tm="0">
                                          <p:val>
                                            <p:fltVal val="0"/>
                                          </p:val>
                                        </p:tav>
                                        <p:tav tm="100000">
                                          <p:val>
                                            <p:strVal val="#ppt_w"/>
                                          </p:val>
                                        </p:tav>
                                      </p:tavLst>
                                    </p:anim>
                                    <p:anim calcmode="lin" valueType="num">
                                      <p:cBhvr>
                                        <p:cTn id="61" dur="500" fill="hold"/>
                                        <p:tgtEl>
                                          <p:spTgt spid="44"/>
                                        </p:tgtEl>
                                        <p:attrNameLst>
                                          <p:attrName>ppt_h</p:attrName>
                                        </p:attrNameLst>
                                      </p:cBhvr>
                                      <p:tavLst>
                                        <p:tav tm="0">
                                          <p:val>
                                            <p:fltVal val="0"/>
                                          </p:val>
                                        </p:tav>
                                        <p:tav tm="100000">
                                          <p:val>
                                            <p:strVal val="#ppt_h"/>
                                          </p:val>
                                        </p:tav>
                                      </p:tavLst>
                                    </p:anim>
                                    <p:animEffect transition="in" filter="fade">
                                      <p:cBhvr>
                                        <p:cTn id="62" dur="500"/>
                                        <p:tgtEl>
                                          <p:spTgt spid="44"/>
                                        </p:tgtEl>
                                      </p:cBhvr>
                                    </p:animEffect>
                                  </p:childTnLst>
                                </p:cTn>
                              </p:par>
                              <p:par>
                                <p:cTn id="63" presetID="53" presetClass="entr" presetSubtype="16" fill="hold" grpId="1" nodeType="withEffect">
                                  <p:stCondLst>
                                    <p:cond delay="0"/>
                                  </p:stCondLst>
                                  <p:childTnLst>
                                    <p:set>
                                      <p:cBhvr>
                                        <p:cTn id="64" dur="1" fill="hold">
                                          <p:stCondLst>
                                            <p:cond delay="0"/>
                                          </p:stCondLst>
                                        </p:cTn>
                                        <p:tgtEl>
                                          <p:spTgt spid="43"/>
                                        </p:tgtEl>
                                        <p:attrNameLst>
                                          <p:attrName>style.visibility</p:attrName>
                                        </p:attrNameLst>
                                      </p:cBhvr>
                                      <p:to>
                                        <p:strVal val="visible"/>
                                      </p:to>
                                    </p:set>
                                    <p:anim calcmode="lin" valueType="num">
                                      <p:cBhvr>
                                        <p:cTn id="65" dur="500" fill="hold"/>
                                        <p:tgtEl>
                                          <p:spTgt spid="43"/>
                                        </p:tgtEl>
                                        <p:attrNameLst>
                                          <p:attrName>ppt_w</p:attrName>
                                        </p:attrNameLst>
                                      </p:cBhvr>
                                      <p:tavLst>
                                        <p:tav tm="0">
                                          <p:val>
                                            <p:fltVal val="0"/>
                                          </p:val>
                                        </p:tav>
                                        <p:tav tm="100000">
                                          <p:val>
                                            <p:strVal val="#ppt_w"/>
                                          </p:val>
                                        </p:tav>
                                      </p:tavLst>
                                    </p:anim>
                                    <p:anim calcmode="lin" valueType="num">
                                      <p:cBhvr>
                                        <p:cTn id="66" dur="500" fill="hold"/>
                                        <p:tgtEl>
                                          <p:spTgt spid="43"/>
                                        </p:tgtEl>
                                        <p:attrNameLst>
                                          <p:attrName>ppt_h</p:attrName>
                                        </p:attrNameLst>
                                      </p:cBhvr>
                                      <p:tavLst>
                                        <p:tav tm="0">
                                          <p:val>
                                            <p:fltVal val="0"/>
                                          </p:val>
                                        </p:tav>
                                        <p:tav tm="100000">
                                          <p:val>
                                            <p:strVal val="#ppt_h"/>
                                          </p:val>
                                        </p:tav>
                                      </p:tavLst>
                                    </p:anim>
                                    <p:animEffect transition="in" filter="fade">
                                      <p:cBhvr>
                                        <p:cTn id="67" dur="500"/>
                                        <p:tgtEl>
                                          <p:spTgt spid="4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45"/>
                                        </p:tgtEl>
                                        <p:attrNameLst>
                                          <p:attrName>style.visibility</p:attrName>
                                        </p:attrNameLst>
                                      </p:cBhvr>
                                      <p:to>
                                        <p:strVal val="visible"/>
                                      </p:to>
                                    </p:set>
                                    <p:anim calcmode="lin" valueType="num">
                                      <p:cBhvr>
                                        <p:cTn id="72" dur="500" fill="hold"/>
                                        <p:tgtEl>
                                          <p:spTgt spid="45"/>
                                        </p:tgtEl>
                                        <p:attrNameLst>
                                          <p:attrName>ppt_w</p:attrName>
                                        </p:attrNameLst>
                                      </p:cBhvr>
                                      <p:tavLst>
                                        <p:tav tm="0">
                                          <p:val>
                                            <p:fltVal val="0"/>
                                          </p:val>
                                        </p:tav>
                                        <p:tav tm="100000">
                                          <p:val>
                                            <p:strVal val="#ppt_w"/>
                                          </p:val>
                                        </p:tav>
                                      </p:tavLst>
                                    </p:anim>
                                    <p:anim calcmode="lin" valueType="num">
                                      <p:cBhvr>
                                        <p:cTn id="73" dur="500" fill="hold"/>
                                        <p:tgtEl>
                                          <p:spTgt spid="45"/>
                                        </p:tgtEl>
                                        <p:attrNameLst>
                                          <p:attrName>ppt_h</p:attrName>
                                        </p:attrNameLst>
                                      </p:cBhvr>
                                      <p:tavLst>
                                        <p:tav tm="0">
                                          <p:val>
                                            <p:fltVal val="0"/>
                                          </p:val>
                                        </p:tav>
                                        <p:tav tm="100000">
                                          <p:val>
                                            <p:strVal val="#ppt_h"/>
                                          </p:val>
                                        </p:tav>
                                      </p:tavLst>
                                    </p:anim>
                                    <p:animEffect transition="in" filter="fade">
                                      <p:cBhvr>
                                        <p:cTn id="74" dur="500"/>
                                        <p:tgtEl>
                                          <p:spTgt spid="4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53" presetClass="exit" presetSubtype="32" fill="hold" grpId="1" nodeType="clickEffect">
                                  <p:stCondLst>
                                    <p:cond delay="0"/>
                                  </p:stCondLst>
                                  <p:childTnLst>
                                    <p:anim calcmode="lin" valueType="num">
                                      <p:cBhvr>
                                        <p:cTn id="78" dur="500"/>
                                        <p:tgtEl>
                                          <p:spTgt spid="35"/>
                                        </p:tgtEl>
                                        <p:attrNameLst>
                                          <p:attrName>ppt_w</p:attrName>
                                        </p:attrNameLst>
                                      </p:cBhvr>
                                      <p:tavLst>
                                        <p:tav tm="0">
                                          <p:val>
                                            <p:strVal val="ppt_w"/>
                                          </p:val>
                                        </p:tav>
                                        <p:tav tm="100000">
                                          <p:val>
                                            <p:fltVal val="0"/>
                                          </p:val>
                                        </p:tav>
                                      </p:tavLst>
                                    </p:anim>
                                    <p:anim calcmode="lin" valueType="num">
                                      <p:cBhvr>
                                        <p:cTn id="79" dur="500"/>
                                        <p:tgtEl>
                                          <p:spTgt spid="35"/>
                                        </p:tgtEl>
                                        <p:attrNameLst>
                                          <p:attrName>ppt_h</p:attrName>
                                        </p:attrNameLst>
                                      </p:cBhvr>
                                      <p:tavLst>
                                        <p:tav tm="0">
                                          <p:val>
                                            <p:strVal val="ppt_h"/>
                                          </p:val>
                                        </p:tav>
                                        <p:tav tm="100000">
                                          <p:val>
                                            <p:fltVal val="0"/>
                                          </p:val>
                                        </p:tav>
                                      </p:tavLst>
                                    </p:anim>
                                    <p:animEffect transition="out" filter="fade">
                                      <p:cBhvr>
                                        <p:cTn id="80" dur="500"/>
                                        <p:tgtEl>
                                          <p:spTgt spid="35"/>
                                        </p:tgtEl>
                                      </p:cBhvr>
                                    </p:animEffect>
                                    <p:set>
                                      <p:cBhvr>
                                        <p:cTn id="81" dur="1" fill="hold">
                                          <p:stCondLst>
                                            <p:cond delay="499"/>
                                          </p:stCondLst>
                                        </p:cTn>
                                        <p:tgtEl>
                                          <p:spTgt spid="35"/>
                                        </p:tgtEl>
                                        <p:attrNameLst>
                                          <p:attrName>style.visibility</p:attrName>
                                        </p:attrNameLst>
                                      </p:cBhvr>
                                      <p:to>
                                        <p:strVal val="hidden"/>
                                      </p:to>
                                    </p:set>
                                  </p:childTnLst>
                                </p:cTn>
                              </p:par>
                              <p:par>
                                <p:cTn id="82" presetID="53" presetClass="exit" presetSubtype="32" fill="hold" grpId="1" nodeType="withEffect">
                                  <p:stCondLst>
                                    <p:cond delay="0"/>
                                  </p:stCondLst>
                                  <p:childTnLst>
                                    <p:anim calcmode="lin" valueType="num">
                                      <p:cBhvr>
                                        <p:cTn id="83" dur="500"/>
                                        <p:tgtEl>
                                          <p:spTgt spid="41"/>
                                        </p:tgtEl>
                                        <p:attrNameLst>
                                          <p:attrName>ppt_w</p:attrName>
                                        </p:attrNameLst>
                                      </p:cBhvr>
                                      <p:tavLst>
                                        <p:tav tm="0">
                                          <p:val>
                                            <p:strVal val="ppt_w"/>
                                          </p:val>
                                        </p:tav>
                                        <p:tav tm="100000">
                                          <p:val>
                                            <p:fltVal val="0"/>
                                          </p:val>
                                        </p:tav>
                                      </p:tavLst>
                                    </p:anim>
                                    <p:anim calcmode="lin" valueType="num">
                                      <p:cBhvr>
                                        <p:cTn id="84" dur="500"/>
                                        <p:tgtEl>
                                          <p:spTgt spid="41"/>
                                        </p:tgtEl>
                                        <p:attrNameLst>
                                          <p:attrName>ppt_h</p:attrName>
                                        </p:attrNameLst>
                                      </p:cBhvr>
                                      <p:tavLst>
                                        <p:tav tm="0">
                                          <p:val>
                                            <p:strVal val="ppt_h"/>
                                          </p:val>
                                        </p:tav>
                                        <p:tav tm="100000">
                                          <p:val>
                                            <p:fltVal val="0"/>
                                          </p:val>
                                        </p:tav>
                                      </p:tavLst>
                                    </p:anim>
                                    <p:animEffect transition="out" filter="fade">
                                      <p:cBhvr>
                                        <p:cTn id="85" dur="500"/>
                                        <p:tgtEl>
                                          <p:spTgt spid="41"/>
                                        </p:tgtEl>
                                      </p:cBhvr>
                                    </p:animEffect>
                                    <p:set>
                                      <p:cBhvr>
                                        <p:cTn id="86" dur="1" fill="hold">
                                          <p:stCondLst>
                                            <p:cond delay="499"/>
                                          </p:stCondLst>
                                        </p:cTn>
                                        <p:tgtEl>
                                          <p:spTgt spid="41"/>
                                        </p:tgtEl>
                                        <p:attrNameLst>
                                          <p:attrName>style.visibility</p:attrName>
                                        </p:attrNameLst>
                                      </p:cBhvr>
                                      <p:to>
                                        <p:strVal val="hidden"/>
                                      </p:to>
                                    </p:set>
                                  </p:childTnLst>
                                </p:cTn>
                              </p:par>
                              <p:par>
                                <p:cTn id="87" presetID="53" presetClass="exit" presetSubtype="32" fill="hold" nodeType="withEffect">
                                  <p:stCondLst>
                                    <p:cond delay="0"/>
                                  </p:stCondLst>
                                  <p:childTnLst>
                                    <p:anim calcmode="lin" valueType="num">
                                      <p:cBhvr>
                                        <p:cTn id="88" dur="500"/>
                                        <p:tgtEl>
                                          <p:spTgt spid="44"/>
                                        </p:tgtEl>
                                        <p:attrNameLst>
                                          <p:attrName>ppt_w</p:attrName>
                                        </p:attrNameLst>
                                      </p:cBhvr>
                                      <p:tavLst>
                                        <p:tav tm="0">
                                          <p:val>
                                            <p:strVal val="ppt_w"/>
                                          </p:val>
                                        </p:tav>
                                        <p:tav tm="100000">
                                          <p:val>
                                            <p:fltVal val="0"/>
                                          </p:val>
                                        </p:tav>
                                      </p:tavLst>
                                    </p:anim>
                                    <p:anim calcmode="lin" valueType="num">
                                      <p:cBhvr>
                                        <p:cTn id="89" dur="500"/>
                                        <p:tgtEl>
                                          <p:spTgt spid="44"/>
                                        </p:tgtEl>
                                        <p:attrNameLst>
                                          <p:attrName>ppt_h</p:attrName>
                                        </p:attrNameLst>
                                      </p:cBhvr>
                                      <p:tavLst>
                                        <p:tav tm="0">
                                          <p:val>
                                            <p:strVal val="ppt_h"/>
                                          </p:val>
                                        </p:tav>
                                        <p:tav tm="100000">
                                          <p:val>
                                            <p:fltVal val="0"/>
                                          </p:val>
                                        </p:tav>
                                      </p:tavLst>
                                    </p:anim>
                                    <p:animEffect transition="out" filter="fade">
                                      <p:cBhvr>
                                        <p:cTn id="90" dur="500"/>
                                        <p:tgtEl>
                                          <p:spTgt spid="44"/>
                                        </p:tgtEl>
                                      </p:cBhvr>
                                    </p:animEffect>
                                    <p:set>
                                      <p:cBhvr>
                                        <p:cTn id="91" dur="1" fill="hold">
                                          <p:stCondLst>
                                            <p:cond delay="499"/>
                                          </p:stCondLst>
                                        </p:cTn>
                                        <p:tgtEl>
                                          <p:spTgt spid="44"/>
                                        </p:tgtEl>
                                        <p:attrNameLst>
                                          <p:attrName>style.visibility</p:attrName>
                                        </p:attrNameLst>
                                      </p:cBhvr>
                                      <p:to>
                                        <p:strVal val="hidden"/>
                                      </p:to>
                                    </p:set>
                                  </p:childTnLst>
                                </p:cTn>
                              </p:par>
                              <p:par>
                                <p:cTn id="92" presetID="53" presetClass="exit" presetSubtype="32" fill="hold" grpId="0" nodeType="withEffect">
                                  <p:stCondLst>
                                    <p:cond delay="0"/>
                                  </p:stCondLst>
                                  <p:childTnLst>
                                    <p:anim calcmode="lin" valueType="num">
                                      <p:cBhvr>
                                        <p:cTn id="93" dur="500"/>
                                        <p:tgtEl>
                                          <p:spTgt spid="43"/>
                                        </p:tgtEl>
                                        <p:attrNameLst>
                                          <p:attrName>ppt_w</p:attrName>
                                        </p:attrNameLst>
                                      </p:cBhvr>
                                      <p:tavLst>
                                        <p:tav tm="0">
                                          <p:val>
                                            <p:strVal val="ppt_w"/>
                                          </p:val>
                                        </p:tav>
                                        <p:tav tm="100000">
                                          <p:val>
                                            <p:fltVal val="0"/>
                                          </p:val>
                                        </p:tav>
                                      </p:tavLst>
                                    </p:anim>
                                    <p:anim calcmode="lin" valueType="num">
                                      <p:cBhvr>
                                        <p:cTn id="94" dur="500"/>
                                        <p:tgtEl>
                                          <p:spTgt spid="43"/>
                                        </p:tgtEl>
                                        <p:attrNameLst>
                                          <p:attrName>ppt_h</p:attrName>
                                        </p:attrNameLst>
                                      </p:cBhvr>
                                      <p:tavLst>
                                        <p:tav tm="0">
                                          <p:val>
                                            <p:strVal val="ppt_h"/>
                                          </p:val>
                                        </p:tav>
                                        <p:tav tm="100000">
                                          <p:val>
                                            <p:fltVal val="0"/>
                                          </p:val>
                                        </p:tav>
                                      </p:tavLst>
                                    </p:anim>
                                    <p:animEffect transition="out" filter="fade">
                                      <p:cBhvr>
                                        <p:cTn id="95" dur="500"/>
                                        <p:tgtEl>
                                          <p:spTgt spid="43"/>
                                        </p:tgtEl>
                                      </p:cBhvr>
                                    </p:animEffect>
                                    <p:set>
                                      <p:cBhvr>
                                        <p:cTn id="96" dur="1" fill="hold">
                                          <p:stCondLst>
                                            <p:cond delay="499"/>
                                          </p:stCondLst>
                                        </p:cTn>
                                        <p:tgtEl>
                                          <p:spTgt spid="43"/>
                                        </p:tgtEl>
                                        <p:attrNameLst>
                                          <p:attrName>style.visibility</p:attrName>
                                        </p:attrNameLst>
                                      </p:cBhvr>
                                      <p:to>
                                        <p:strVal val="hidden"/>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53" presetClass="entr" presetSubtype="16"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 calcmode="lin" valueType="num">
                                      <p:cBhvr>
                                        <p:cTn id="101" dur="500" fill="hold"/>
                                        <p:tgtEl>
                                          <p:spTgt spid="46"/>
                                        </p:tgtEl>
                                        <p:attrNameLst>
                                          <p:attrName>ppt_w</p:attrName>
                                        </p:attrNameLst>
                                      </p:cBhvr>
                                      <p:tavLst>
                                        <p:tav tm="0">
                                          <p:val>
                                            <p:fltVal val="0"/>
                                          </p:val>
                                        </p:tav>
                                        <p:tav tm="100000">
                                          <p:val>
                                            <p:strVal val="#ppt_w"/>
                                          </p:val>
                                        </p:tav>
                                      </p:tavLst>
                                    </p:anim>
                                    <p:anim calcmode="lin" valueType="num">
                                      <p:cBhvr>
                                        <p:cTn id="102" dur="500" fill="hold"/>
                                        <p:tgtEl>
                                          <p:spTgt spid="46"/>
                                        </p:tgtEl>
                                        <p:attrNameLst>
                                          <p:attrName>ppt_h</p:attrName>
                                        </p:attrNameLst>
                                      </p:cBhvr>
                                      <p:tavLst>
                                        <p:tav tm="0">
                                          <p:val>
                                            <p:fltVal val="0"/>
                                          </p:val>
                                        </p:tav>
                                        <p:tav tm="100000">
                                          <p:val>
                                            <p:strVal val="#ppt_h"/>
                                          </p:val>
                                        </p:tav>
                                      </p:tavLst>
                                    </p:anim>
                                    <p:animEffect transition="in" filter="fade">
                                      <p:cBhvr>
                                        <p:cTn id="103" dur="500"/>
                                        <p:tgtEl>
                                          <p:spTgt spid="46"/>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47"/>
                                        </p:tgtEl>
                                        <p:attrNameLst>
                                          <p:attrName>style.visibility</p:attrName>
                                        </p:attrNameLst>
                                      </p:cBhvr>
                                      <p:to>
                                        <p:strVal val="visible"/>
                                      </p:to>
                                    </p:set>
                                    <p:anim calcmode="lin" valueType="num">
                                      <p:cBhvr>
                                        <p:cTn id="106" dur="500" fill="hold"/>
                                        <p:tgtEl>
                                          <p:spTgt spid="47"/>
                                        </p:tgtEl>
                                        <p:attrNameLst>
                                          <p:attrName>ppt_w</p:attrName>
                                        </p:attrNameLst>
                                      </p:cBhvr>
                                      <p:tavLst>
                                        <p:tav tm="0">
                                          <p:val>
                                            <p:fltVal val="0"/>
                                          </p:val>
                                        </p:tav>
                                        <p:tav tm="100000">
                                          <p:val>
                                            <p:strVal val="#ppt_w"/>
                                          </p:val>
                                        </p:tav>
                                      </p:tavLst>
                                    </p:anim>
                                    <p:anim calcmode="lin" valueType="num">
                                      <p:cBhvr>
                                        <p:cTn id="107" dur="500" fill="hold"/>
                                        <p:tgtEl>
                                          <p:spTgt spid="47"/>
                                        </p:tgtEl>
                                        <p:attrNameLst>
                                          <p:attrName>ppt_h</p:attrName>
                                        </p:attrNameLst>
                                      </p:cBhvr>
                                      <p:tavLst>
                                        <p:tav tm="0">
                                          <p:val>
                                            <p:fltVal val="0"/>
                                          </p:val>
                                        </p:tav>
                                        <p:tav tm="100000">
                                          <p:val>
                                            <p:strVal val="#ppt_h"/>
                                          </p:val>
                                        </p:tav>
                                      </p:tavLst>
                                    </p:anim>
                                    <p:animEffect transition="in" filter="fade">
                                      <p:cBhvr>
                                        <p:cTn id="108" dur="500"/>
                                        <p:tgtEl>
                                          <p:spTgt spid="4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53" presetClass="exit" presetSubtype="32" fill="hold" grpId="1" nodeType="clickEffect">
                                  <p:stCondLst>
                                    <p:cond delay="0"/>
                                  </p:stCondLst>
                                  <p:childTnLst>
                                    <p:anim calcmode="lin" valueType="num">
                                      <p:cBhvr>
                                        <p:cTn id="112" dur="500"/>
                                        <p:tgtEl>
                                          <p:spTgt spid="45"/>
                                        </p:tgtEl>
                                        <p:attrNameLst>
                                          <p:attrName>ppt_w</p:attrName>
                                        </p:attrNameLst>
                                      </p:cBhvr>
                                      <p:tavLst>
                                        <p:tav tm="0">
                                          <p:val>
                                            <p:strVal val="ppt_w"/>
                                          </p:val>
                                        </p:tav>
                                        <p:tav tm="100000">
                                          <p:val>
                                            <p:fltVal val="0"/>
                                          </p:val>
                                        </p:tav>
                                      </p:tavLst>
                                    </p:anim>
                                    <p:anim calcmode="lin" valueType="num">
                                      <p:cBhvr>
                                        <p:cTn id="113" dur="500"/>
                                        <p:tgtEl>
                                          <p:spTgt spid="45"/>
                                        </p:tgtEl>
                                        <p:attrNameLst>
                                          <p:attrName>ppt_h</p:attrName>
                                        </p:attrNameLst>
                                      </p:cBhvr>
                                      <p:tavLst>
                                        <p:tav tm="0">
                                          <p:val>
                                            <p:strVal val="ppt_h"/>
                                          </p:val>
                                        </p:tav>
                                        <p:tav tm="100000">
                                          <p:val>
                                            <p:fltVal val="0"/>
                                          </p:val>
                                        </p:tav>
                                      </p:tavLst>
                                    </p:anim>
                                    <p:animEffect transition="out" filter="fade">
                                      <p:cBhvr>
                                        <p:cTn id="114" dur="500"/>
                                        <p:tgtEl>
                                          <p:spTgt spid="45"/>
                                        </p:tgtEl>
                                      </p:cBhvr>
                                    </p:animEffect>
                                    <p:set>
                                      <p:cBhvr>
                                        <p:cTn id="115" dur="1" fill="hold">
                                          <p:stCondLst>
                                            <p:cond delay="499"/>
                                          </p:stCondLst>
                                        </p:cTn>
                                        <p:tgtEl>
                                          <p:spTgt spid="45"/>
                                        </p:tgtEl>
                                        <p:attrNameLst>
                                          <p:attrName>style.visibility</p:attrName>
                                        </p:attrNameLst>
                                      </p:cBhvr>
                                      <p:to>
                                        <p:strVal val="hidden"/>
                                      </p:to>
                                    </p:set>
                                  </p:childTnLst>
                                </p:cTn>
                              </p:par>
                              <p:par>
                                <p:cTn id="116" presetID="53" presetClass="exit" presetSubtype="32" fill="hold" nodeType="withEffect">
                                  <p:stCondLst>
                                    <p:cond delay="0"/>
                                  </p:stCondLst>
                                  <p:childTnLst>
                                    <p:anim calcmode="lin" valueType="num">
                                      <p:cBhvr>
                                        <p:cTn id="117" dur="500"/>
                                        <p:tgtEl>
                                          <p:spTgt spid="46"/>
                                        </p:tgtEl>
                                        <p:attrNameLst>
                                          <p:attrName>ppt_w</p:attrName>
                                        </p:attrNameLst>
                                      </p:cBhvr>
                                      <p:tavLst>
                                        <p:tav tm="0">
                                          <p:val>
                                            <p:strVal val="ppt_w"/>
                                          </p:val>
                                        </p:tav>
                                        <p:tav tm="100000">
                                          <p:val>
                                            <p:fltVal val="0"/>
                                          </p:val>
                                        </p:tav>
                                      </p:tavLst>
                                    </p:anim>
                                    <p:anim calcmode="lin" valueType="num">
                                      <p:cBhvr>
                                        <p:cTn id="118" dur="500"/>
                                        <p:tgtEl>
                                          <p:spTgt spid="46"/>
                                        </p:tgtEl>
                                        <p:attrNameLst>
                                          <p:attrName>ppt_h</p:attrName>
                                        </p:attrNameLst>
                                      </p:cBhvr>
                                      <p:tavLst>
                                        <p:tav tm="0">
                                          <p:val>
                                            <p:strVal val="ppt_h"/>
                                          </p:val>
                                        </p:tav>
                                        <p:tav tm="100000">
                                          <p:val>
                                            <p:fltVal val="0"/>
                                          </p:val>
                                        </p:tav>
                                      </p:tavLst>
                                    </p:anim>
                                    <p:animEffect transition="out" filter="fade">
                                      <p:cBhvr>
                                        <p:cTn id="119" dur="500"/>
                                        <p:tgtEl>
                                          <p:spTgt spid="46"/>
                                        </p:tgtEl>
                                      </p:cBhvr>
                                    </p:animEffect>
                                    <p:set>
                                      <p:cBhvr>
                                        <p:cTn id="120" dur="1" fill="hold">
                                          <p:stCondLst>
                                            <p:cond delay="499"/>
                                          </p:stCondLst>
                                        </p:cTn>
                                        <p:tgtEl>
                                          <p:spTgt spid="46"/>
                                        </p:tgtEl>
                                        <p:attrNameLst>
                                          <p:attrName>style.visibility</p:attrName>
                                        </p:attrNameLst>
                                      </p:cBhvr>
                                      <p:to>
                                        <p:strVal val="hidden"/>
                                      </p:to>
                                    </p:set>
                                  </p:childTnLst>
                                </p:cTn>
                              </p:par>
                              <p:par>
                                <p:cTn id="121" presetID="53" presetClass="exit" presetSubtype="32" fill="hold" grpId="0" nodeType="withEffect">
                                  <p:stCondLst>
                                    <p:cond delay="0"/>
                                  </p:stCondLst>
                                  <p:childTnLst>
                                    <p:anim calcmode="lin" valueType="num">
                                      <p:cBhvr>
                                        <p:cTn id="122" dur="500"/>
                                        <p:tgtEl>
                                          <p:spTgt spid="27"/>
                                        </p:tgtEl>
                                        <p:attrNameLst>
                                          <p:attrName>ppt_w</p:attrName>
                                        </p:attrNameLst>
                                      </p:cBhvr>
                                      <p:tavLst>
                                        <p:tav tm="0">
                                          <p:val>
                                            <p:strVal val="ppt_w"/>
                                          </p:val>
                                        </p:tav>
                                        <p:tav tm="100000">
                                          <p:val>
                                            <p:fltVal val="0"/>
                                          </p:val>
                                        </p:tav>
                                      </p:tavLst>
                                    </p:anim>
                                    <p:anim calcmode="lin" valueType="num">
                                      <p:cBhvr>
                                        <p:cTn id="123" dur="500"/>
                                        <p:tgtEl>
                                          <p:spTgt spid="27"/>
                                        </p:tgtEl>
                                        <p:attrNameLst>
                                          <p:attrName>ppt_h</p:attrName>
                                        </p:attrNameLst>
                                      </p:cBhvr>
                                      <p:tavLst>
                                        <p:tav tm="0">
                                          <p:val>
                                            <p:strVal val="ppt_h"/>
                                          </p:val>
                                        </p:tav>
                                        <p:tav tm="100000">
                                          <p:val>
                                            <p:fltVal val="0"/>
                                          </p:val>
                                        </p:tav>
                                      </p:tavLst>
                                    </p:anim>
                                    <p:animEffect transition="out" filter="fade">
                                      <p:cBhvr>
                                        <p:cTn id="124" dur="500"/>
                                        <p:tgtEl>
                                          <p:spTgt spid="27"/>
                                        </p:tgtEl>
                                      </p:cBhvr>
                                    </p:animEffect>
                                    <p:set>
                                      <p:cBhvr>
                                        <p:cTn id="125" dur="1" fill="hold">
                                          <p:stCondLst>
                                            <p:cond delay="499"/>
                                          </p:stCondLst>
                                        </p:cTn>
                                        <p:tgtEl>
                                          <p:spTgt spid="27"/>
                                        </p:tgtEl>
                                        <p:attrNameLst>
                                          <p:attrName>style.visibility</p:attrName>
                                        </p:attrNameLst>
                                      </p:cBhvr>
                                      <p:to>
                                        <p:strVal val="hidden"/>
                                      </p:to>
                                    </p:set>
                                  </p:childTnLst>
                                </p:cTn>
                              </p:par>
                              <p:par>
                                <p:cTn id="126" presetID="53" presetClass="exit" presetSubtype="32" fill="hold" grpId="0" nodeType="withEffect">
                                  <p:stCondLst>
                                    <p:cond delay="0"/>
                                  </p:stCondLst>
                                  <p:childTnLst>
                                    <p:anim calcmode="lin" valueType="num">
                                      <p:cBhvr>
                                        <p:cTn id="127" dur="500"/>
                                        <p:tgtEl>
                                          <p:spTgt spid="38"/>
                                        </p:tgtEl>
                                        <p:attrNameLst>
                                          <p:attrName>ppt_w</p:attrName>
                                        </p:attrNameLst>
                                      </p:cBhvr>
                                      <p:tavLst>
                                        <p:tav tm="0">
                                          <p:val>
                                            <p:strVal val="ppt_w"/>
                                          </p:val>
                                        </p:tav>
                                        <p:tav tm="100000">
                                          <p:val>
                                            <p:fltVal val="0"/>
                                          </p:val>
                                        </p:tav>
                                      </p:tavLst>
                                    </p:anim>
                                    <p:anim calcmode="lin" valueType="num">
                                      <p:cBhvr>
                                        <p:cTn id="128" dur="500"/>
                                        <p:tgtEl>
                                          <p:spTgt spid="38"/>
                                        </p:tgtEl>
                                        <p:attrNameLst>
                                          <p:attrName>ppt_h</p:attrName>
                                        </p:attrNameLst>
                                      </p:cBhvr>
                                      <p:tavLst>
                                        <p:tav tm="0">
                                          <p:val>
                                            <p:strVal val="ppt_h"/>
                                          </p:val>
                                        </p:tav>
                                        <p:tav tm="100000">
                                          <p:val>
                                            <p:fltVal val="0"/>
                                          </p:val>
                                        </p:tav>
                                      </p:tavLst>
                                    </p:anim>
                                    <p:animEffect transition="out" filter="fade">
                                      <p:cBhvr>
                                        <p:cTn id="129" dur="500"/>
                                        <p:tgtEl>
                                          <p:spTgt spid="38"/>
                                        </p:tgtEl>
                                      </p:cBhvr>
                                    </p:animEffect>
                                    <p:set>
                                      <p:cBhvr>
                                        <p:cTn id="130" dur="1" fill="hold">
                                          <p:stCondLst>
                                            <p:cond delay="4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8" grpId="0" animBg="1"/>
      <p:bldP spid="35" grpId="0" animBg="1"/>
      <p:bldP spid="35" grpId="1" animBg="1"/>
      <p:bldP spid="36" grpId="0" animBg="1"/>
      <p:bldP spid="36" grpId="1" animBg="1"/>
      <p:bldP spid="39" grpId="0" animBg="1"/>
      <p:bldP spid="39" grpId="1" animBg="1"/>
      <p:bldP spid="41" grpId="0" animBg="1"/>
      <p:bldP spid="41" grpId="1" animBg="1"/>
      <p:bldP spid="43" grpId="0" animBg="1"/>
      <p:bldP spid="43" grpId="1" animBg="1"/>
      <p:bldP spid="45" grpId="0" animBg="1"/>
      <p:bldP spid="45" grpId="1" animBg="1"/>
      <p:bldP spid="4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100">
            <a:extLst>
              <a:ext uri="{FF2B5EF4-FFF2-40B4-BE49-F238E27FC236}">
                <a16:creationId xmlns:a16="http://schemas.microsoft.com/office/drawing/2014/main" id="{29FA9D50-F156-40A0-99AF-8BB81D243722}"/>
              </a:ext>
            </a:extLst>
          </p:cNvPr>
          <p:cNvSpPr>
            <a:spLocks noChangeArrowheads="1"/>
          </p:cNvSpPr>
          <p:nvPr/>
        </p:nvSpPr>
        <p:spPr bwMode="auto">
          <a:xfrm>
            <a:off x="4297363" y="4449600"/>
            <a:ext cx="711200"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rPr>
              <a:t>inh</a:t>
            </a:r>
            <a:endParaRPr lang="zh-CN" altLang="en-US" sz="1200" i="1">
              <a:solidFill>
                <a:srgbClr val="000000"/>
              </a:solidFill>
              <a:latin typeface="Times New Roman" panose="02020603050405020304" pitchFamily="18" charset="0"/>
            </a:endParaRPr>
          </a:p>
        </p:txBody>
      </p:sp>
      <p:sp>
        <p:nvSpPr>
          <p:cNvPr id="168962" name="标题 2">
            <a:extLst>
              <a:ext uri="{FF2B5EF4-FFF2-40B4-BE49-F238E27FC236}">
                <a16:creationId xmlns:a16="http://schemas.microsoft.com/office/drawing/2014/main" id="{FBAB1937-A508-40AD-88A7-4C78CC5B73EC}"/>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sp>
        <p:nvSpPr>
          <p:cNvPr id="9" name="Rectangle 5">
            <a:extLst>
              <a:ext uri="{FF2B5EF4-FFF2-40B4-BE49-F238E27FC236}">
                <a16:creationId xmlns:a16="http://schemas.microsoft.com/office/drawing/2014/main" id="{E94E2FAC-75D0-4AC1-B7C5-895B2A48826E}"/>
              </a:ext>
            </a:extLst>
          </p:cNvPr>
          <p:cNvSpPr>
            <a:spLocks noChangeArrowheads="1"/>
          </p:cNvSpPr>
          <p:nvPr/>
        </p:nvSpPr>
        <p:spPr bwMode="auto">
          <a:xfrm>
            <a:off x="8243888" y="4010400"/>
            <a:ext cx="5937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7">
            <a:extLst>
              <a:ext uri="{FF2B5EF4-FFF2-40B4-BE49-F238E27FC236}">
                <a16:creationId xmlns:a16="http://schemas.microsoft.com/office/drawing/2014/main" id="{4856EACA-A33D-4A13-8F88-C7A84553F476}"/>
              </a:ext>
            </a:extLst>
          </p:cNvPr>
          <p:cNvSpPr>
            <a:spLocks noChangeArrowheads="1"/>
          </p:cNvSpPr>
          <p:nvPr/>
        </p:nvSpPr>
        <p:spPr bwMode="auto">
          <a:xfrm>
            <a:off x="8837613" y="4010400"/>
            <a:ext cx="21748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5980082C-0022-43B1-B40D-2D746AFA3388}"/>
              </a:ext>
            </a:extLst>
          </p:cNvPr>
          <p:cNvSpPr>
            <a:spLocks noChangeArrowheads="1"/>
          </p:cNvSpPr>
          <p:nvPr/>
        </p:nvSpPr>
        <p:spPr bwMode="auto">
          <a:xfrm>
            <a:off x="8243888" y="44496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4" name="Rectangle 8">
            <a:extLst>
              <a:ext uri="{FF2B5EF4-FFF2-40B4-BE49-F238E27FC236}">
                <a16:creationId xmlns:a16="http://schemas.microsoft.com/office/drawing/2014/main" id="{32263C56-DDCF-4CB8-965F-EAACE7DEC91B}"/>
              </a:ext>
            </a:extLst>
          </p:cNvPr>
          <p:cNvSpPr>
            <a:spLocks noChangeArrowheads="1"/>
          </p:cNvSpPr>
          <p:nvPr/>
        </p:nvSpPr>
        <p:spPr bwMode="auto">
          <a:xfrm>
            <a:off x="7434263" y="4011236"/>
            <a:ext cx="8096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sym typeface="Arial" pitchFamily="34" charset="0"/>
              </a:rPr>
              <a:t>2</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94418835-7CC7-4D21-9327-896778170740}"/>
              </a:ext>
            </a:extLst>
          </p:cNvPr>
          <p:cNvSpPr>
            <a:spLocks noChangeArrowheads="1"/>
          </p:cNvSpPr>
          <p:nvPr/>
        </p:nvSpPr>
        <p:spPr bwMode="auto">
          <a:xfrm>
            <a:off x="6840538" y="4010400"/>
            <a:ext cx="593725"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 </a:t>
            </a:r>
            <a:r>
              <a:rPr lang="en-US" altLang="zh-CN" sz="1200" i="1" dirty="0">
                <a:solidFill>
                  <a:srgbClr val="000000"/>
                </a:solidFill>
                <a:latin typeface="Times New Roman" pitchFamily="18" charset="0"/>
                <a:ea typeface="楷体" pitchFamily="49" charset="-122"/>
                <a:cs typeface="Times New Roman" pitchFamily="18" charset="0"/>
              </a:rPr>
              <a:t>′ </a:t>
            </a: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 name="Rectangle 21">
            <a:extLst>
              <a:ext uri="{FF2B5EF4-FFF2-40B4-BE49-F238E27FC236}">
                <a16:creationId xmlns:a16="http://schemas.microsoft.com/office/drawing/2014/main" id="{899756C8-556A-4DD8-B1FC-9508F102A2BA}"/>
              </a:ext>
            </a:extLst>
          </p:cNvPr>
          <p:cNvSpPr>
            <a:spLocks noChangeArrowheads="1"/>
          </p:cNvSpPr>
          <p:nvPr/>
        </p:nvSpPr>
        <p:spPr bwMode="auto">
          <a:xfrm>
            <a:off x="6840538" y="44496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cs typeface="Times New Roman" panose="02020603050405020304" pitchFamily="18" charset="0"/>
              </a:rPr>
              <a:t>syn</a:t>
            </a:r>
            <a:endParaRPr lang="zh-CN" altLang="en-US" sz="1200" i="1" dirty="0">
              <a:solidFill>
                <a:srgbClr val="000000"/>
              </a:solidFill>
              <a:latin typeface="Times New Roman" panose="02020603050405020304" pitchFamily="18" charset="0"/>
              <a:cs typeface="Times New Roman" panose="02020603050405020304" pitchFamily="18" charset="0"/>
            </a:endParaRPr>
          </a:p>
        </p:txBody>
      </p:sp>
      <p:sp>
        <p:nvSpPr>
          <p:cNvPr id="23" name="Rectangle 96">
            <a:extLst>
              <a:ext uri="{FF2B5EF4-FFF2-40B4-BE49-F238E27FC236}">
                <a16:creationId xmlns:a16="http://schemas.microsoft.com/office/drawing/2014/main" id="{EFCA8C8F-661F-4767-BEC6-DD0B3B1AE050}"/>
              </a:ext>
            </a:extLst>
          </p:cNvPr>
          <p:cNvSpPr>
            <a:spLocks noChangeArrowheads="1"/>
          </p:cNvSpPr>
          <p:nvPr/>
        </p:nvSpPr>
        <p:spPr bwMode="auto">
          <a:xfrm>
            <a:off x="5702200" y="4010400"/>
            <a:ext cx="1138338"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4</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24" name="Rectangle 97">
            <a:extLst>
              <a:ext uri="{FF2B5EF4-FFF2-40B4-BE49-F238E27FC236}">
                <a16:creationId xmlns:a16="http://schemas.microsoft.com/office/drawing/2014/main" id="{9EAABEDB-09E8-41A0-98A7-A2F5EA89C40C}"/>
              </a:ext>
            </a:extLst>
          </p:cNvPr>
          <p:cNvSpPr>
            <a:spLocks noChangeArrowheads="1"/>
          </p:cNvSpPr>
          <p:nvPr/>
        </p:nvSpPr>
        <p:spPr bwMode="auto">
          <a:xfrm>
            <a:off x="4305648" y="4010400"/>
            <a:ext cx="698400"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a:t>
            </a:r>
            <a:r>
              <a:rPr lang="zh-CN" altLang="en-US" sz="1200" baseline="-25000" dirty="0">
                <a:solidFill>
                  <a:srgbClr val="000000"/>
                </a:solidFill>
                <a:latin typeface="Times New Roman" pitchFamily="18" charset="0"/>
                <a:cs typeface="Times New Roman" pitchFamily="18" charset="0"/>
              </a:rPr>
              <a:t> 1</a:t>
            </a:r>
            <a:r>
              <a:rPr lang="en-US" altLang="zh-CN" sz="1200" i="1" dirty="0">
                <a:solidFill>
                  <a:srgbClr val="000000"/>
                </a:solidFill>
                <a:latin typeface="Times New Roman" pitchFamily="18" charset="0"/>
                <a:ea typeface="楷体" pitchFamily="49" charset="-122"/>
                <a:cs typeface="Times New Roman" pitchFamily="18" charset="0"/>
              </a:rPr>
              <a:t>′</a:t>
            </a:r>
            <a:endParaRPr lang="en-US" altLang="zh-CN" sz="1200" i="1" dirty="0">
              <a:solidFill>
                <a:srgbClr val="000000"/>
              </a:solidFill>
              <a:latin typeface="Times New Roman" panose="02020603050405020304" pitchFamily="18" charset="0"/>
            </a:endParaRPr>
          </a:p>
        </p:txBody>
      </p:sp>
      <p:sp>
        <p:nvSpPr>
          <p:cNvPr id="25" name="Rectangle 98">
            <a:extLst>
              <a:ext uri="{FF2B5EF4-FFF2-40B4-BE49-F238E27FC236}">
                <a16:creationId xmlns:a16="http://schemas.microsoft.com/office/drawing/2014/main" id="{C93EF665-41BC-4BCC-B581-1673941BED5B}"/>
              </a:ext>
            </a:extLst>
          </p:cNvPr>
          <p:cNvSpPr>
            <a:spLocks noChangeArrowheads="1"/>
          </p:cNvSpPr>
          <p:nvPr/>
        </p:nvSpPr>
        <p:spPr bwMode="auto">
          <a:xfrm>
            <a:off x="5003800" y="4010400"/>
            <a:ext cx="703263"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rPr>
              <a:t>T</a:t>
            </a:r>
            <a:r>
              <a:rPr lang="zh-CN" altLang="en-US" sz="1200" baseline="-25000" dirty="0">
                <a:solidFill>
                  <a:srgbClr val="000000"/>
                </a:solidFill>
                <a:latin typeface="Times New Roman" pitchFamily="18" charset="0"/>
                <a:cs typeface="Times New Roman" pitchFamily="18" charset="0"/>
              </a:rPr>
              <a:t> 1</a:t>
            </a:r>
            <a:r>
              <a:rPr lang="en-US" altLang="zh-CN" sz="1200" i="1" dirty="0">
                <a:solidFill>
                  <a:srgbClr val="000000"/>
                </a:solidFill>
                <a:latin typeface="Times New Roman" pitchFamily="18" charset="0"/>
                <a:ea typeface="楷体" pitchFamily="49" charset="-122"/>
                <a:cs typeface="Times New Roman" pitchFamily="18" charset="0"/>
              </a:rPr>
              <a:t>′</a:t>
            </a:r>
            <a:r>
              <a:rPr lang="en-US" altLang="zh-CN" sz="1200" i="1" dirty="0" err="1">
                <a:solidFill>
                  <a:prstClr val="black"/>
                </a:solidFill>
                <a:latin typeface="Times New Roman" panose="02020603050405020304" pitchFamily="18" charset="0"/>
                <a:ea typeface="SimSun" panose="02010600030101010101" pitchFamily="2" charset="-122"/>
              </a:rPr>
              <a:t>syn</a:t>
            </a:r>
            <a:endParaRPr lang="en-US" altLang="zh-CN" sz="1200" i="1" dirty="0">
              <a:solidFill>
                <a:prstClr val="black"/>
              </a:solidFill>
              <a:latin typeface="Times New Roman" panose="02020603050405020304" pitchFamily="18" charset="0"/>
              <a:ea typeface="SimSun" panose="02010600030101010101" pitchFamily="2" charset="-122"/>
            </a:endParaRPr>
          </a:p>
        </p:txBody>
      </p:sp>
      <p:sp>
        <p:nvSpPr>
          <p:cNvPr id="26" name="Rectangle 101">
            <a:extLst>
              <a:ext uri="{FF2B5EF4-FFF2-40B4-BE49-F238E27FC236}">
                <a16:creationId xmlns:a16="http://schemas.microsoft.com/office/drawing/2014/main" id="{E2587EEE-21DA-4D20-88A2-9E63126AC9E9}"/>
              </a:ext>
            </a:extLst>
          </p:cNvPr>
          <p:cNvSpPr>
            <a:spLocks noChangeArrowheads="1"/>
          </p:cNvSpPr>
          <p:nvPr/>
        </p:nvSpPr>
        <p:spPr bwMode="auto">
          <a:xfrm>
            <a:off x="3389313" y="4010400"/>
            <a:ext cx="912812" cy="4445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3</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30" name="Rectangle 95">
            <a:extLst>
              <a:ext uri="{FF2B5EF4-FFF2-40B4-BE49-F238E27FC236}">
                <a16:creationId xmlns:a16="http://schemas.microsoft.com/office/drawing/2014/main" id="{32E4EA14-3CF6-48B2-BA38-06CB81583C3C}"/>
              </a:ext>
            </a:extLst>
          </p:cNvPr>
          <p:cNvSpPr>
            <a:spLocks noChangeArrowheads="1"/>
          </p:cNvSpPr>
          <p:nvPr/>
        </p:nvSpPr>
        <p:spPr bwMode="auto">
          <a:xfrm>
            <a:off x="3389313" y="4449600"/>
            <a:ext cx="912812"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 </a:t>
            </a:r>
            <a:r>
              <a:rPr lang="en-US" altLang="zh-CN" sz="1200" i="1" dirty="0" err="1">
                <a:solidFill>
                  <a:srgbClr val="000000"/>
                </a:solidFill>
                <a:latin typeface="Times New Roman" panose="02020603050405020304" pitchFamily="18" charset="0"/>
              </a:rPr>
              <a:t>inh</a:t>
            </a:r>
            <a:r>
              <a:rPr lang="en-US" altLang="zh-CN" sz="1200" dirty="0">
                <a:solidFill>
                  <a:srgbClr val="000000"/>
                </a:solidFill>
                <a:latin typeface="Times New Roman" panose="02020603050405020304" pitchFamily="18" charset="0"/>
              </a:rPr>
              <a:t>=3</a:t>
            </a:r>
            <a:endParaRPr lang="zh-CN" altLang="en-US" sz="1200" dirty="0">
              <a:solidFill>
                <a:srgbClr val="000000"/>
              </a:solidFill>
              <a:latin typeface="Times New Roman" panose="02020603050405020304" pitchFamily="18" charset="0"/>
            </a:endParaRPr>
          </a:p>
        </p:txBody>
      </p:sp>
      <p:sp>
        <p:nvSpPr>
          <p:cNvPr id="32" name="Rectangle 99">
            <a:extLst>
              <a:ext uri="{FF2B5EF4-FFF2-40B4-BE49-F238E27FC236}">
                <a16:creationId xmlns:a16="http://schemas.microsoft.com/office/drawing/2014/main" id="{1AA0A27F-1D6F-440D-8F5D-2B1DB672D4FA}"/>
              </a:ext>
            </a:extLst>
          </p:cNvPr>
          <p:cNvSpPr>
            <a:spLocks noChangeArrowheads="1"/>
          </p:cNvSpPr>
          <p:nvPr/>
        </p:nvSpPr>
        <p:spPr bwMode="auto">
          <a:xfrm>
            <a:off x="5003800" y="4449600"/>
            <a:ext cx="703263"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rPr>
              <a:t>syn</a:t>
            </a:r>
            <a:endParaRPr lang="zh-CN" altLang="en-US" sz="1200">
              <a:solidFill>
                <a:srgbClr val="000000"/>
              </a:solidFill>
              <a:latin typeface="Times New Roman" panose="02020603050405020304" pitchFamily="18" charset="0"/>
            </a:endParaRPr>
          </a:p>
        </p:txBody>
      </p:sp>
      <p:sp>
        <p:nvSpPr>
          <p:cNvPr id="47" name="Rectangle 109">
            <a:extLst>
              <a:ext uri="{FF2B5EF4-FFF2-40B4-BE49-F238E27FC236}">
                <a16:creationId xmlns:a16="http://schemas.microsoft.com/office/drawing/2014/main" id="{6FF07660-43C0-4E7B-BC07-36D0E629E535}"/>
              </a:ext>
            </a:extLst>
          </p:cNvPr>
          <p:cNvSpPr>
            <a:spLocks noChangeArrowheads="1"/>
          </p:cNvSpPr>
          <p:nvPr/>
        </p:nvSpPr>
        <p:spPr bwMode="auto">
          <a:xfrm>
            <a:off x="3381375" y="4726800"/>
            <a:ext cx="920750"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rPr>
              <a:t>Fval</a:t>
            </a:r>
            <a:r>
              <a:rPr lang="en-US" altLang="zh-CN" sz="1200">
                <a:solidFill>
                  <a:srgbClr val="000000"/>
                </a:solidFill>
                <a:latin typeface="Times New Roman" panose="02020603050405020304" pitchFamily="18" charset="0"/>
              </a:rPr>
              <a:t>=5</a:t>
            </a:r>
            <a:endParaRPr lang="zh-CN" altLang="en-US" sz="1200">
              <a:solidFill>
                <a:srgbClr val="000000"/>
              </a:solidFill>
              <a:latin typeface="Times New Roman" panose="02020603050405020304" pitchFamily="18" charset="0"/>
            </a:endParaRPr>
          </a:p>
        </p:txBody>
      </p:sp>
      <p:sp>
        <p:nvSpPr>
          <p:cNvPr id="48" name="Rectangle 110">
            <a:extLst>
              <a:ext uri="{FF2B5EF4-FFF2-40B4-BE49-F238E27FC236}">
                <a16:creationId xmlns:a16="http://schemas.microsoft.com/office/drawing/2014/main" id="{A6BAC654-440B-47D1-A258-2B1ECDA2BF28}"/>
              </a:ext>
            </a:extLst>
          </p:cNvPr>
          <p:cNvSpPr>
            <a:spLocks noChangeArrowheads="1"/>
          </p:cNvSpPr>
          <p:nvPr/>
        </p:nvSpPr>
        <p:spPr bwMode="auto">
          <a:xfrm>
            <a:off x="2555776" y="3219450"/>
            <a:ext cx="4111625" cy="465138"/>
          </a:xfrm>
          <a:prstGeom prst="rect">
            <a:avLst/>
          </a:prstGeom>
          <a:solidFill>
            <a:srgbClr val="FFCCCC"/>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-1].</a:t>
            </a:r>
            <a:r>
              <a:rPr lang="en-US" altLang="zh-CN" sz="1500" i="1">
                <a:solidFill>
                  <a:srgbClr val="000000"/>
                </a:solidFill>
                <a:latin typeface="Times New Roman" panose="02020603050405020304" pitchFamily="18" charset="0"/>
              </a:rPr>
              <a:t>inh</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500" i="1">
                <a:solidFill>
                  <a:srgbClr val="000000"/>
                </a:solidFill>
                <a:latin typeface="Times New Roman" panose="02020603050405020304" pitchFamily="18" charset="0"/>
              </a:rPr>
              <a:t>inh</a:t>
            </a:r>
            <a:r>
              <a:rPr lang="zh-CN" altLang="en-US" sz="1500">
                <a:solidFill>
                  <a:srgbClr val="000000"/>
                </a:solidFill>
                <a:latin typeface="Times New Roman" panose="02020603050405020304" pitchFamily="18" charset="0"/>
                <a:sym typeface="Times New Roman" panose="02020603050405020304" pitchFamily="18" charset="0"/>
              </a:rPr>
              <a:t>×</a:t>
            </a:r>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a:t>
            </a:r>
            <a:r>
              <a:rPr lang="zh-CN" altLang="en-US" sz="1500" i="1">
                <a:solidFill>
                  <a:srgbClr val="000000"/>
                </a:solidFill>
                <a:latin typeface="Times New Roman" panose="02020603050405020304" pitchFamily="18" charset="0"/>
                <a:sym typeface="Times New Roman" panose="02020603050405020304" pitchFamily="18" charset="0"/>
              </a:rPr>
              <a:t>Fval</a:t>
            </a:r>
            <a:r>
              <a:rPr lang="zh-CN" altLang="en-US" sz="1500">
                <a:solidFill>
                  <a:srgbClr val="000000"/>
                </a:solidFill>
                <a:latin typeface="Times New Roman" panose="02020603050405020304" pitchFamily="18" charset="0"/>
                <a:sym typeface="Times New Roman" panose="02020603050405020304" pitchFamily="18" charset="0"/>
              </a:rPr>
              <a:t> </a:t>
            </a:r>
            <a:endParaRPr lang="en-US" altLang="zh-CN" sz="1500">
              <a:solidFill>
                <a:srgbClr val="000000"/>
              </a:solidFill>
              <a:latin typeface="Times New Roman" panose="02020603050405020304" pitchFamily="18" charset="0"/>
              <a:sym typeface="Times New Roman" panose="02020603050405020304" pitchFamily="18" charset="0"/>
            </a:endParaRPr>
          </a:p>
        </p:txBody>
      </p:sp>
      <p:sp>
        <p:nvSpPr>
          <p:cNvPr id="49" name="Line 111">
            <a:extLst>
              <a:ext uri="{FF2B5EF4-FFF2-40B4-BE49-F238E27FC236}">
                <a16:creationId xmlns:a16="http://schemas.microsoft.com/office/drawing/2014/main" id="{AECE8736-3BDF-4D4E-8FE8-EF1B1F94CED0}"/>
              </a:ext>
            </a:extLst>
          </p:cNvPr>
          <p:cNvSpPr>
            <a:spLocks noChangeShapeType="1"/>
          </p:cNvSpPr>
          <p:nvPr/>
        </p:nvSpPr>
        <p:spPr bwMode="auto">
          <a:xfrm flipH="1" flipV="1">
            <a:off x="3544888" y="3705225"/>
            <a:ext cx="330200" cy="238125"/>
          </a:xfrm>
          <a:prstGeom prst="line">
            <a:avLst/>
          </a:prstGeom>
          <a:noFill/>
          <a:ln w="19050">
            <a:solidFill>
              <a:schemeClr val="hlink"/>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Rectangle 122">
            <a:extLst>
              <a:ext uri="{FF2B5EF4-FFF2-40B4-BE49-F238E27FC236}">
                <a16:creationId xmlns:a16="http://schemas.microsoft.com/office/drawing/2014/main" id="{8F9F3915-D95D-4713-BFB5-742B7649264A}"/>
              </a:ext>
            </a:extLst>
          </p:cNvPr>
          <p:cNvSpPr>
            <a:spLocks noChangeArrowheads="1"/>
          </p:cNvSpPr>
          <p:nvPr/>
        </p:nvSpPr>
        <p:spPr bwMode="auto">
          <a:xfrm>
            <a:off x="4302125" y="4443958"/>
            <a:ext cx="70167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rPr>
              <a:t>inh</a:t>
            </a:r>
            <a:r>
              <a:rPr lang="en-US" altLang="zh-CN" sz="1200" dirty="0">
                <a:solidFill>
                  <a:srgbClr val="000000"/>
                </a:solidFill>
                <a:latin typeface="Times New Roman" panose="02020603050405020304" pitchFamily="18" charset="0"/>
              </a:rPr>
              <a:t>=15</a:t>
            </a:r>
            <a:endParaRPr lang="zh-CN" altLang="en-US" sz="1200" dirty="0">
              <a:solidFill>
                <a:srgbClr val="000000"/>
              </a:solidFill>
              <a:latin typeface="Times New Roman" panose="02020603050405020304" pitchFamily="18" charset="0"/>
            </a:endParaRPr>
          </a:p>
        </p:txBody>
      </p:sp>
      <p:sp>
        <p:nvSpPr>
          <p:cNvPr id="2" name="任意多边形 1">
            <a:extLst>
              <a:ext uri="{FF2B5EF4-FFF2-40B4-BE49-F238E27FC236}">
                <a16:creationId xmlns:a16="http://schemas.microsoft.com/office/drawing/2014/main" id="{E6559F32-AD4B-4EEF-A6E1-2438CCB3D0E9}"/>
              </a:ext>
            </a:extLst>
          </p:cNvPr>
          <p:cNvSpPr/>
          <p:nvPr/>
        </p:nvSpPr>
        <p:spPr>
          <a:xfrm>
            <a:off x="4500563" y="4784725"/>
            <a:ext cx="382587" cy="155575"/>
          </a:xfrm>
          <a:custGeom>
            <a:avLst/>
            <a:gdLst>
              <a:gd name="connsiteX0" fmla="*/ 209834 w 383719"/>
              <a:gd name="connsiteY0" fmla="*/ 34724 h 324241"/>
              <a:gd name="connsiteX1" fmla="*/ 383454 w 383719"/>
              <a:gd name="connsiteY1" fmla="*/ 208344 h 324241"/>
              <a:gd name="connsiteX2" fmla="*/ 175110 w 383719"/>
              <a:gd name="connsiteY2" fmla="*/ 324091 h 324241"/>
              <a:gd name="connsiteX3" fmla="*/ 1489 w 383719"/>
              <a:gd name="connsiteY3" fmla="*/ 185195 h 324241"/>
              <a:gd name="connsiteX4" fmla="*/ 105661 w 383719"/>
              <a:gd name="connsiteY4" fmla="*/ 0 h 324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3719" h="324241">
                <a:moveTo>
                  <a:pt x="209834" y="34724"/>
                </a:moveTo>
                <a:cubicBezTo>
                  <a:pt x="299537" y="97420"/>
                  <a:pt x="389241" y="160116"/>
                  <a:pt x="383454" y="208344"/>
                </a:cubicBezTo>
                <a:cubicBezTo>
                  <a:pt x="377667" y="256572"/>
                  <a:pt x="238771" y="327949"/>
                  <a:pt x="175110" y="324091"/>
                </a:cubicBezTo>
                <a:cubicBezTo>
                  <a:pt x="111449" y="320233"/>
                  <a:pt x="13064" y="239210"/>
                  <a:pt x="1489" y="185195"/>
                </a:cubicBezTo>
                <a:cubicBezTo>
                  <a:pt x="-10086" y="131180"/>
                  <a:pt x="47787" y="65590"/>
                  <a:pt x="105661" y="0"/>
                </a:cubicBezTo>
              </a:path>
            </a:pathLst>
          </a:custGeom>
          <a:noFill/>
          <a:ln w="19050">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4645" name="Line 79">
            <a:extLst>
              <a:ext uri="{FF2B5EF4-FFF2-40B4-BE49-F238E27FC236}">
                <a16:creationId xmlns:a16="http://schemas.microsoft.com/office/drawing/2014/main" id="{5C885FE8-35B3-49A7-87D3-A0D2F2EAC3EC}"/>
              </a:ext>
            </a:extLst>
          </p:cNvPr>
          <p:cNvSpPr>
            <a:spLocks noChangeShapeType="1"/>
          </p:cNvSpPr>
          <p:nvPr/>
        </p:nvSpPr>
        <p:spPr bwMode="auto">
          <a:xfrm flipV="1">
            <a:off x="82264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646" name="Line 79">
            <a:extLst>
              <a:ext uri="{FF2B5EF4-FFF2-40B4-BE49-F238E27FC236}">
                <a16:creationId xmlns:a16="http://schemas.microsoft.com/office/drawing/2014/main" id="{F3485566-C76F-4A0B-B9C8-208D70209097}"/>
              </a:ext>
            </a:extLst>
          </p:cNvPr>
          <p:cNvSpPr>
            <a:spLocks noChangeShapeType="1"/>
          </p:cNvSpPr>
          <p:nvPr/>
        </p:nvSpPr>
        <p:spPr bwMode="auto">
          <a:xfrm flipV="1">
            <a:off x="80105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647" name="Line 79">
            <a:extLst>
              <a:ext uri="{FF2B5EF4-FFF2-40B4-BE49-F238E27FC236}">
                <a16:creationId xmlns:a16="http://schemas.microsoft.com/office/drawing/2014/main" id="{FC3C11A5-EFC0-4178-963C-63F3F8F0E2BC}"/>
              </a:ext>
            </a:extLst>
          </p:cNvPr>
          <p:cNvSpPr>
            <a:spLocks noChangeShapeType="1"/>
          </p:cNvSpPr>
          <p:nvPr/>
        </p:nvSpPr>
        <p:spPr bwMode="auto">
          <a:xfrm flipV="1">
            <a:off x="7794625" y="1697038"/>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648" name="Rectangle 56">
            <a:extLst>
              <a:ext uri="{FF2B5EF4-FFF2-40B4-BE49-F238E27FC236}">
                <a16:creationId xmlns:a16="http://schemas.microsoft.com/office/drawing/2014/main" id="{E9F5D302-46F7-4B49-A985-B3F547B15977}"/>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54649" name="Line 79">
            <a:extLst>
              <a:ext uri="{FF2B5EF4-FFF2-40B4-BE49-F238E27FC236}">
                <a16:creationId xmlns:a16="http://schemas.microsoft.com/office/drawing/2014/main" id="{6199BAF1-C22A-4962-8238-BA54C0CC1572}"/>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4650" name="组合 12">
            <a:extLst>
              <a:ext uri="{FF2B5EF4-FFF2-40B4-BE49-F238E27FC236}">
                <a16:creationId xmlns:a16="http://schemas.microsoft.com/office/drawing/2014/main" id="{B6A9329B-F3C4-4ECE-BC21-ABFDC81C635B}"/>
              </a:ext>
            </a:extLst>
          </p:cNvPr>
          <p:cNvGrpSpPr>
            <a:grpSpLocks/>
          </p:cNvGrpSpPr>
          <p:nvPr/>
        </p:nvGrpSpPr>
        <p:grpSpPr bwMode="auto">
          <a:xfrm>
            <a:off x="715963" y="682625"/>
            <a:ext cx="6092825" cy="2249488"/>
            <a:chOff x="751285" y="802569"/>
            <a:chExt cx="6091894" cy="2249363"/>
          </a:xfrm>
        </p:grpSpPr>
        <p:sp>
          <p:nvSpPr>
            <p:cNvPr id="40" name="矩形 7">
              <a:extLst>
                <a:ext uri="{FF2B5EF4-FFF2-40B4-BE49-F238E27FC236}">
                  <a16:creationId xmlns:a16="http://schemas.microsoft.com/office/drawing/2014/main" id="{A082BAC0-2990-4A06-954F-3AE3D604B3C6}"/>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54652" name="Rectangle 3">
              <a:extLst>
                <a:ext uri="{FF2B5EF4-FFF2-40B4-BE49-F238E27FC236}">
                  <a16:creationId xmlns:a16="http://schemas.microsoft.com/office/drawing/2014/main" id="{E3A88647-16F2-4835-9002-500EA8C18972}"/>
                </a:ext>
              </a:extLst>
            </p:cNvPr>
            <p:cNvSpPr txBox="1">
              <a:spLocks noChangeArrowheads="1"/>
            </p:cNvSpPr>
            <p:nvPr/>
          </p:nvSpPr>
          <p:spPr bwMode="auto">
            <a:xfrm>
              <a:off x="3670772" y="802569"/>
              <a:ext cx="3166239" cy="1660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3</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 </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4</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5</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.inh</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6</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00"/>
                </a:solidFill>
                <a:latin typeface="Times New Roman" panose="02020603050405020304" pitchFamily="18" charset="0"/>
                <a:cs typeface="Times New Roman" panose="02020603050405020304" pitchFamily="18" charset="0"/>
              </a:endParaRPr>
            </a:p>
          </p:txBody>
        </p:sp>
        <p:sp>
          <p:nvSpPr>
            <p:cNvPr id="154653" name="Rectangle 3">
              <a:extLst>
                <a:ext uri="{FF2B5EF4-FFF2-40B4-BE49-F238E27FC236}">
                  <a16:creationId xmlns:a16="http://schemas.microsoft.com/office/drawing/2014/main" id="{5DA6F0CD-4C93-4012-82D9-B6A772721046}"/>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dirty="0">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1)</a:t>
              </a: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i="1" dirty="0">
                  <a:solidFill>
                    <a:srgbClr val="000000"/>
                  </a:solidFill>
                  <a:latin typeface="Times New Roman" panose="02020603050405020304" pitchFamily="18" charset="0"/>
                  <a:cs typeface="Times New Roman" panose="02020603050405020304" pitchFamily="18" charset="0"/>
                </a:rPr>
                <a:t>T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dirty="0">
                  <a:solidFill>
                    <a:srgbClr val="0000FF"/>
                  </a:solidFill>
                  <a:latin typeface="Times New Roman" panose="02020603050405020304" pitchFamily="18" charset="0"/>
                  <a:cs typeface="Times New Roman" panose="02020603050405020304" pitchFamily="18" charset="0"/>
                </a:rPr>
                <a:t>1</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2</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2) </a:t>
              </a:r>
              <a:r>
                <a:rPr lang="en-US" altLang="zh-CN"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FF"/>
                  </a:solidFill>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3</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 </a:t>
              </a:r>
              <a:r>
                <a:rPr lang="en-US" altLang="zh-CN" sz="2000" dirty="0">
                  <a:solidFill>
                    <a:srgbClr val="0000FF"/>
                  </a:solidFill>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4</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3)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5</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6</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FF"/>
                </a:solidFill>
                <a:latin typeface="Times New Roman" panose="02020603050405020304" pitchFamily="18" charset="0"/>
                <a:cs typeface="Times New Roman" panose="02020603050405020304" pitchFamily="18" charset="0"/>
              </a:endParaRPr>
            </a:p>
          </p:txBody>
        </p:sp>
      </p:grpSp>
      <p:sp>
        <p:nvSpPr>
          <p:cNvPr id="31" name="文本框 30">
            <a:extLst>
              <a:ext uri="{FF2B5EF4-FFF2-40B4-BE49-F238E27FC236}">
                <a16:creationId xmlns:a16="http://schemas.microsoft.com/office/drawing/2014/main" id="{0EADFE6F-1862-4741-9CFB-DCDF689659C3}"/>
              </a:ext>
            </a:extLst>
          </p:cNvPr>
          <p:cNvSpPr txBox="1"/>
          <p:nvPr/>
        </p:nvSpPr>
        <p:spPr>
          <a:xfrm flipH="1">
            <a:off x="6955759" y="2065981"/>
            <a:ext cx="1990597" cy="1569660"/>
          </a:xfrm>
          <a:prstGeom prst="rect">
            <a:avLst/>
          </a:prstGeom>
          <a:solidFill>
            <a:schemeClr val="accent2">
              <a:lumMod val="20000"/>
              <a:lumOff val="80000"/>
            </a:schemeClr>
          </a:solidFill>
          <a:ln>
            <a:solidFill>
              <a:schemeClr val="tx1"/>
            </a:solidFill>
          </a:ln>
        </p:spPr>
        <p:txBody>
          <a:bodyPr wrap="square" rtlCol="0">
            <a:spAutoFit/>
          </a:bodyPr>
          <a:lstStyle/>
          <a:p>
            <a:pPr algn="just">
              <a:buFont typeface="Wingdings" panose="05000000000000000000" pitchFamily="2" charset="2"/>
              <a:buChar char="Ø"/>
            </a:pP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要替换为空，</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出栈前需将其继承属性复制到将要入栈的</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a5</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动作记录中保存</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a5</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刚好在</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的位置。</a:t>
            </a:r>
          </a:p>
        </p:txBody>
      </p:sp>
      <p:sp>
        <p:nvSpPr>
          <p:cNvPr id="3" name="矩形 2">
            <a:extLst>
              <a:ext uri="{FF2B5EF4-FFF2-40B4-BE49-F238E27FC236}">
                <a16:creationId xmlns:a16="http://schemas.microsoft.com/office/drawing/2014/main" id="{6E5CB89F-28A1-42DB-B20F-15D2A95971C3}"/>
              </a:ext>
            </a:extLst>
          </p:cNvPr>
          <p:cNvSpPr/>
          <p:nvPr/>
        </p:nvSpPr>
        <p:spPr>
          <a:xfrm>
            <a:off x="-17343" y="4570968"/>
            <a:ext cx="3384431" cy="369332"/>
          </a:xfrm>
          <a:prstGeom prst="rect">
            <a:avLst/>
          </a:prstGeom>
          <a:solidFill>
            <a:srgbClr val="FFCCCC"/>
          </a:solidFill>
          <a:ln>
            <a:solidFill>
              <a:schemeClr val="tx1"/>
            </a:solidFill>
          </a:ln>
        </p:spPr>
        <p:txBody>
          <a:bodyPr wrap="square">
            <a:spAutoFit/>
          </a:bodyPr>
          <a:lstStyle/>
          <a:p>
            <a:r>
              <a:rPr lang="en-US" altLang="zh-CN" i="1" dirty="0">
                <a:latin typeface="Times New Roman" panose="02020603050405020304" pitchFamily="18" charset="0"/>
                <a:ea typeface="楷体" panose="02010609060101010101" pitchFamily="49" charset="-122"/>
                <a:cs typeface="Times New Roman" panose="02020603050405020304" pitchFamily="18" charset="0"/>
              </a:rPr>
              <a:t>stack</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top</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a:latin typeface="Times New Roman" panose="02020603050405020304" pitchFamily="18" charset="0"/>
                <a:ea typeface="楷体" panose="02010609060101010101" pitchFamily="49" charset="-122"/>
                <a:cs typeface="Times New Roman" panose="02020603050405020304" pitchFamily="18" charset="0"/>
              </a:rPr>
              <a:t>T′</a:t>
            </a:r>
            <a:r>
              <a:rPr lang="en-US" altLang="zh-CN" i="1" dirty="0" err="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a:t>
            </a:r>
            <a:r>
              <a:rPr lang="en-US" altLang="zh-CN"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a:latin typeface="Times New Roman" panose="02020603050405020304" pitchFamily="18" charset="0"/>
                <a:ea typeface="楷体_GB2312" pitchFamily="49" charset="-122"/>
                <a:cs typeface="Times New Roman" panose="02020603050405020304" pitchFamily="18" charset="0"/>
              </a:rPr>
              <a:t>stack</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i="1" dirty="0">
                <a:latin typeface="Times New Roman" panose="02020603050405020304" pitchFamily="18" charset="0"/>
                <a:ea typeface="楷体_GB2312" pitchFamily="49" charset="-122"/>
                <a:cs typeface="Times New Roman" panose="02020603050405020304" pitchFamily="18" charset="0"/>
              </a:rPr>
              <a:t>top</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i="1" dirty="0">
                <a:latin typeface="Times New Roman" panose="02020603050405020304" pitchFamily="18" charset="0"/>
                <a:ea typeface="楷体_GB2312" pitchFamily="49" charset="-122"/>
                <a:cs typeface="Times New Roman" panose="02020603050405020304" pitchFamily="18" charset="0"/>
              </a:rPr>
              <a:t>.</a:t>
            </a:r>
            <a:r>
              <a:rPr lang="en-US" altLang="zh-CN" i="1" dirty="0" err="1">
                <a:latin typeface="Times New Roman" panose="02020603050405020304" pitchFamily="18" charset="0"/>
                <a:ea typeface="楷体" panose="02010609060101010101" pitchFamily="49" charset="-122"/>
                <a:cs typeface="Times New Roman" panose="02020603050405020304" pitchFamily="18" charset="0"/>
              </a:rPr>
              <a:t>inh</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en-US" dirty="0"/>
          </a:p>
        </p:txBody>
      </p:sp>
      <p:sp>
        <p:nvSpPr>
          <p:cNvPr id="4" name="灯片编号占位符 3">
            <a:extLst>
              <a:ext uri="{FF2B5EF4-FFF2-40B4-BE49-F238E27FC236}">
                <a16:creationId xmlns:a16="http://schemas.microsoft.com/office/drawing/2014/main" id="{BAEA3ECB-43B1-4AF4-AD04-AB41B507DB25}"/>
              </a:ext>
            </a:extLst>
          </p:cNvPr>
          <p:cNvSpPr>
            <a:spLocks noGrp="1"/>
          </p:cNvSpPr>
          <p:nvPr>
            <p:ph type="sldNum" sz="quarter" idx="10"/>
          </p:nvPr>
        </p:nvSpPr>
        <p:spPr/>
        <p:txBody>
          <a:bodyPr/>
          <a:lstStyle/>
          <a:p>
            <a:pPr>
              <a:defRPr/>
            </a:pPr>
            <a:fld id="{8E104948-B687-4A74-87EB-9097C047E113}" type="slidenum">
              <a:rPr lang="zh-CN" altLang="en-US" smtClean="0"/>
              <a:pPr>
                <a:defRPr/>
              </a:pPr>
              <a:t>64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p:cTn id="7" dur="500" fill="hold"/>
                                        <p:tgtEl>
                                          <p:spTgt spid="48"/>
                                        </p:tgtEl>
                                        <p:attrNameLst>
                                          <p:attrName>ppt_w</p:attrName>
                                        </p:attrNameLst>
                                      </p:cBhvr>
                                      <p:tavLst>
                                        <p:tav tm="0">
                                          <p:val>
                                            <p:fltVal val="0"/>
                                          </p:val>
                                        </p:tav>
                                        <p:tav tm="100000">
                                          <p:val>
                                            <p:strVal val="#ppt_w"/>
                                          </p:val>
                                        </p:tav>
                                      </p:tavLst>
                                    </p:anim>
                                    <p:anim calcmode="lin" valueType="num">
                                      <p:cBhvr>
                                        <p:cTn id="8" dur="500" fill="hold"/>
                                        <p:tgtEl>
                                          <p:spTgt spid="48"/>
                                        </p:tgtEl>
                                        <p:attrNameLst>
                                          <p:attrName>ppt_h</p:attrName>
                                        </p:attrNameLst>
                                      </p:cBhvr>
                                      <p:tavLst>
                                        <p:tav tm="0">
                                          <p:val>
                                            <p:fltVal val="0"/>
                                          </p:val>
                                        </p:tav>
                                        <p:tav tm="100000">
                                          <p:val>
                                            <p:strVal val="#ppt_h"/>
                                          </p:val>
                                        </p:tav>
                                      </p:tavLst>
                                    </p:anim>
                                    <p:animEffect transition="in" filter="fade">
                                      <p:cBhvr>
                                        <p:cTn id="9" dur="500"/>
                                        <p:tgtEl>
                                          <p:spTgt spid="48"/>
                                        </p:tgtEl>
                                      </p:cBhvr>
                                    </p:animEffect>
                                  </p:childTnLst>
                                </p:cTn>
                              </p:par>
                              <p:par>
                                <p:cTn id="10" presetID="53" presetClass="entr" presetSubtype="16" fill="hold" nodeType="with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p:cTn id="12" dur="500" fill="hold"/>
                                        <p:tgtEl>
                                          <p:spTgt spid="49"/>
                                        </p:tgtEl>
                                        <p:attrNameLst>
                                          <p:attrName>ppt_w</p:attrName>
                                        </p:attrNameLst>
                                      </p:cBhvr>
                                      <p:tavLst>
                                        <p:tav tm="0">
                                          <p:val>
                                            <p:fltVal val="0"/>
                                          </p:val>
                                        </p:tav>
                                        <p:tav tm="100000">
                                          <p:val>
                                            <p:strVal val="#ppt_w"/>
                                          </p:val>
                                        </p:tav>
                                      </p:tavLst>
                                    </p:anim>
                                    <p:anim calcmode="lin" valueType="num">
                                      <p:cBhvr>
                                        <p:cTn id="13" dur="500" fill="hold"/>
                                        <p:tgtEl>
                                          <p:spTgt spid="49"/>
                                        </p:tgtEl>
                                        <p:attrNameLst>
                                          <p:attrName>ppt_h</p:attrName>
                                        </p:attrNameLst>
                                      </p:cBhvr>
                                      <p:tavLst>
                                        <p:tav tm="0">
                                          <p:val>
                                            <p:fltVal val="0"/>
                                          </p:val>
                                        </p:tav>
                                        <p:tav tm="100000">
                                          <p:val>
                                            <p:strVal val="#ppt_h"/>
                                          </p:val>
                                        </p:tav>
                                      </p:tavLst>
                                    </p:anim>
                                    <p:animEffect transition="in" filter="fade">
                                      <p:cBhvr>
                                        <p:cTn id="14" dur="500"/>
                                        <p:tgtEl>
                                          <p:spTgt spid="4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p:cTn id="19" dur="500" fill="hold"/>
                                        <p:tgtEl>
                                          <p:spTgt spid="50"/>
                                        </p:tgtEl>
                                        <p:attrNameLst>
                                          <p:attrName>ppt_w</p:attrName>
                                        </p:attrNameLst>
                                      </p:cBhvr>
                                      <p:tavLst>
                                        <p:tav tm="0">
                                          <p:val>
                                            <p:fltVal val="0"/>
                                          </p:val>
                                        </p:tav>
                                        <p:tav tm="100000">
                                          <p:val>
                                            <p:strVal val="#ppt_w"/>
                                          </p:val>
                                        </p:tav>
                                      </p:tavLst>
                                    </p:anim>
                                    <p:anim calcmode="lin" valueType="num">
                                      <p:cBhvr>
                                        <p:cTn id="20" dur="500" fill="hold"/>
                                        <p:tgtEl>
                                          <p:spTgt spid="50"/>
                                        </p:tgtEl>
                                        <p:attrNameLst>
                                          <p:attrName>ppt_h</p:attrName>
                                        </p:attrNameLst>
                                      </p:cBhvr>
                                      <p:tavLst>
                                        <p:tav tm="0">
                                          <p:val>
                                            <p:fltVal val="0"/>
                                          </p:val>
                                        </p:tav>
                                        <p:tav tm="100000">
                                          <p:val>
                                            <p:strVal val="#ppt_h"/>
                                          </p:val>
                                        </p:tav>
                                      </p:tavLst>
                                    </p:anim>
                                    <p:animEffect transition="in" filter="fade">
                                      <p:cBhvr>
                                        <p:cTn id="21" dur="500"/>
                                        <p:tgtEl>
                                          <p:spTgt spid="5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xit" presetSubtype="32" fill="hold" nodeType="clickEffect">
                                  <p:stCondLst>
                                    <p:cond delay="0"/>
                                  </p:stCondLst>
                                  <p:childTnLst>
                                    <p:anim calcmode="lin" valueType="num">
                                      <p:cBhvr>
                                        <p:cTn id="25" dur="500"/>
                                        <p:tgtEl>
                                          <p:spTgt spid="49"/>
                                        </p:tgtEl>
                                        <p:attrNameLst>
                                          <p:attrName>ppt_w</p:attrName>
                                        </p:attrNameLst>
                                      </p:cBhvr>
                                      <p:tavLst>
                                        <p:tav tm="0">
                                          <p:val>
                                            <p:strVal val="ppt_w"/>
                                          </p:val>
                                        </p:tav>
                                        <p:tav tm="100000">
                                          <p:val>
                                            <p:fltVal val="0"/>
                                          </p:val>
                                        </p:tav>
                                      </p:tavLst>
                                    </p:anim>
                                    <p:anim calcmode="lin" valueType="num">
                                      <p:cBhvr>
                                        <p:cTn id="26" dur="500"/>
                                        <p:tgtEl>
                                          <p:spTgt spid="49"/>
                                        </p:tgtEl>
                                        <p:attrNameLst>
                                          <p:attrName>ppt_h</p:attrName>
                                        </p:attrNameLst>
                                      </p:cBhvr>
                                      <p:tavLst>
                                        <p:tav tm="0">
                                          <p:val>
                                            <p:strVal val="ppt_h"/>
                                          </p:val>
                                        </p:tav>
                                        <p:tav tm="100000">
                                          <p:val>
                                            <p:fltVal val="0"/>
                                          </p:val>
                                        </p:tav>
                                      </p:tavLst>
                                    </p:anim>
                                    <p:animEffect transition="out" filter="fade">
                                      <p:cBhvr>
                                        <p:cTn id="27" dur="500"/>
                                        <p:tgtEl>
                                          <p:spTgt spid="49"/>
                                        </p:tgtEl>
                                      </p:cBhvr>
                                    </p:animEffect>
                                    <p:set>
                                      <p:cBhvr>
                                        <p:cTn id="28" dur="1" fill="hold">
                                          <p:stCondLst>
                                            <p:cond delay="499"/>
                                          </p:stCondLst>
                                        </p:cTn>
                                        <p:tgtEl>
                                          <p:spTgt spid="49"/>
                                        </p:tgtEl>
                                        <p:attrNameLst>
                                          <p:attrName>style.visibility</p:attrName>
                                        </p:attrNameLst>
                                      </p:cBhvr>
                                      <p:to>
                                        <p:strVal val="hidden"/>
                                      </p:to>
                                    </p:set>
                                  </p:childTnLst>
                                </p:cTn>
                              </p:par>
                              <p:par>
                                <p:cTn id="29" presetID="53" presetClass="exit" presetSubtype="32" fill="hold" grpId="0" nodeType="withEffect">
                                  <p:stCondLst>
                                    <p:cond delay="0"/>
                                  </p:stCondLst>
                                  <p:childTnLst>
                                    <p:anim calcmode="lin" valueType="num">
                                      <p:cBhvr>
                                        <p:cTn id="30" dur="500"/>
                                        <p:tgtEl>
                                          <p:spTgt spid="26"/>
                                        </p:tgtEl>
                                        <p:attrNameLst>
                                          <p:attrName>ppt_w</p:attrName>
                                        </p:attrNameLst>
                                      </p:cBhvr>
                                      <p:tavLst>
                                        <p:tav tm="0">
                                          <p:val>
                                            <p:strVal val="ppt_w"/>
                                          </p:val>
                                        </p:tav>
                                        <p:tav tm="100000">
                                          <p:val>
                                            <p:fltVal val="0"/>
                                          </p:val>
                                        </p:tav>
                                      </p:tavLst>
                                    </p:anim>
                                    <p:anim calcmode="lin" valueType="num">
                                      <p:cBhvr>
                                        <p:cTn id="31" dur="500"/>
                                        <p:tgtEl>
                                          <p:spTgt spid="26"/>
                                        </p:tgtEl>
                                        <p:attrNameLst>
                                          <p:attrName>ppt_h</p:attrName>
                                        </p:attrNameLst>
                                      </p:cBhvr>
                                      <p:tavLst>
                                        <p:tav tm="0">
                                          <p:val>
                                            <p:strVal val="ppt_h"/>
                                          </p:val>
                                        </p:tav>
                                        <p:tav tm="100000">
                                          <p:val>
                                            <p:fltVal val="0"/>
                                          </p:val>
                                        </p:tav>
                                      </p:tavLst>
                                    </p:anim>
                                    <p:animEffect transition="out" filter="fade">
                                      <p:cBhvr>
                                        <p:cTn id="32" dur="500"/>
                                        <p:tgtEl>
                                          <p:spTgt spid="26"/>
                                        </p:tgtEl>
                                      </p:cBhvr>
                                    </p:animEffect>
                                    <p:set>
                                      <p:cBhvr>
                                        <p:cTn id="33" dur="1" fill="hold">
                                          <p:stCondLst>
                                            <p:cond delay="499"/>
                                          </p:stCondLst>
                                        </p:cTn>
                                        <p:tgtEl>
                                          <p:spTgt spid="26"/>
                                        </p:tgtEl>
                                        <p:attrNameLst>
                                          <p:attrName>style.visibility</p:attrName>
                                        </p:attrNameLst>
                                      </p:cBhvr>
                                      <p:to>
                                        <p:strVal val="hidden"/>
                                      </p:to>
                                    </p:set>
                                  </p:childTnLst>
                                </p:cTn>
                              </p:par>
                              <p:par>
                                <p:cTn id="34" presetID="53" presetClass="exit" presetSubtype="32" fill="hold" grpId="0" nodeType="withEffect">
                                  <p:stCondLst>
                                    <p:cond delay="0"/>
                                  </p:stCondLst>
                                  <p:childTnLst>
                                    <p:anim calcmode="lin" valueType="num">
                                      <p:cBhvr>
                                        <p:cTn id="35" dur="500"/>
                                        <p:tgtEl>
                                          <p:spTgt spid="30"/>
                                        </p:tgtEl>
                                        <p:attrNameLst>
                                          <p:attrName>ppt_w</p:attrName>
                                        </p:attrNameLst>
                                      </p:cBhvr>
                                      <p:tavLst>
                                        <p:tav tm="0">
                                          <p:val>
                                            <p:strVal val="ppt_w"/>
                                          </p:val>
                                        </p:tav>
                                        <p:tav tm="100000">
                                          <p:val>
                                            <p:fltVal val="0"/>
                                          </p:val>
                                        </p:tav>
                                      </p:tavLst>
                                    </p:anim>
                                    <p:anim calcmode="lin" valueType="num">
                                      <p:cBhvr>
                                        <p:cTn id="36" dur="500"/>
                                        <p:tgtEl>
                                          <p:spTgt spid="30"/>
                                        </p:tgtEl>
                                        <p:attrNameLst>
                                          <p:attrName>ppt_h</p:attrName>
                                        </p:attrNameLst>
                                      </p:cBhvr>
                                      <p:tavLst>
                                        <p:tav tm="0">
                                          <p:val>
                                            <p:strVal val="ppt_h"/>
                                          </p:val>
                                        </p:tav>
                                        <p:tav tm="100000">
                                          <p:val>
                                            <p:fltVal val="0"/>
                                          </p:val>
                                        </p:tav>
                                      </p:tavLst>
                                    </p:anim>
                                    <p:animEffect transition="out" filter="fade">
                                      <p:cBhvr>
                                        <p:cTn id="37" dur="500"/>
                                        <p:tgtEl>
                                          <p:spTgt spid="30"/>
                                        </p:tgtEl>
                                      </p:cBhvr>
                                    </p:animEffect>
                                    <p:set>
                                      <p:cBhvr>
                                        <p:cTn id="38" dur="1" fill="hold">
                                          <p:stCondLst>
                                            <p:cond delay="499"/>
                                          </p:stCondLst>
                                        </p:cTn>
                                        <p:tgtEl>
                                          <p:spTgt spid="30"/>
                                        </p:tgtEl>
                                        <p:attrNameLst>
                                          <p:attrName>style.visibility</p:attrName>
                                        </p:attrNameLst>
                                      </p:cBhvr>
                                      <p:to>
                                        <p:strVal val="hidden"/>
                                      </p:to>
                                    </p:set>
                                  </p:childTnLst>
                                </p:cTn>
                              </p:par>
                              <p:par>
                                <p:cTn id="39" presetID="53" presetClass="exit" presetSubtype="32" fill="hold" grpId="0" nodeType="withEffect">
                                  <p:stCondLst>
                                    <p:cond delay="0"/>
                                  </p:stCondLst>
                                  <p:childTnLst>
                                    <p:anim calcmode="lin" valueType="num">
                                      <p:cBhvr>
                                        <p:cTn id="40" dur="500"/>
                                        <p:tgtEl>
                                          <p:spTgt spid="47"/>
                                        </p:tgtEl>
                                        <p:attrNameLst>
                                          <p:attrName>ppt_w</p:attrName>
                                        </p:attrNameLst>
                                      </p:cBhvr>
                                      <p:tavLst>
                                        <p:tav tm="0">
                                          <p:val>
                                            <p:strVal val="ppt_w"/>
                                          </p:val>
                                        </p:tav>
                                        <p:tav tm="100000">
                                          <p:val>
                                            <p:fltVal val="0"/>
                                          </p:val>
                                        </p:tav>
                                      </p:tavLst>
                                    </p:anim>
                                    <p:anim calcmode="lin" valueType="num">
                                      <p:cBhvr>
                                        <p:cTn id="41" dur="500"/>
                                        <p:tgtEl>
                                          <p:spTgt spid="47"/>
                                        </p:tgtEl>
                                        <p:attrNameLst>
                                          <p:attrName>ppt_h</p:attrName>
                                        </p:attrNameLst>
                                      </p:cBhvr>
                                      <p:tavLst>
                                        <p:tav tm="0">
                                          <p:val>
                                            <p:strVal val="ppt_h"/>
                                          </p:val>
                                        </p:tav>
                                        <p:tav tm="100000">
                                          <p:val>
                                            <p:fltVal val="0"/>
                                          </p:val>
                                        </p:tav>
                                      </p:tavLst>
                                    </p:anim>
                                    <p:animEffect transition="out" filter="fade">
                                      <p:cBhvr>
                                        <p:cTn id="42" dur="500"/>
                                        <p:tgtEl>
                                          <p:spTgt spid="47"/>
                                        </p:tgtEl>
                                      </p:cBhvr>
                                    </p:animEffect>
                                    <p:set>
                                      <p:cBhvr>
                                        <p:cTn id="43" dur="1" fill="hold">
                                          <p:stCondLst>
                                            <p:cond delay="499"/>
                                          </p:stCondLst>
                                        </p:cTn>
                                        <p:tgtEl>
                                          <p:spTgt spid="47"/>
                                        </p:tgtEl>
                                        <p:attrNameLst>
                                          <p:attrName>style.visibility</p:attrName>
                                        </p:attrNameLst>
                                      </p:cBhvr>
                                      <p:to>
                                        <p:strVal val="hidden"/>
                                      </p:to>
                                    </p:set>
                                  </p:childTnLst>
                                </p:cTn>
                              </p:par>
                              <p:par>
                                <p:cTn id="44" presetID="53" presetClass="exit" presetSubtype="32" fill="hold" grpId="1" nodeType="withEffect">
                                  <p:stCondLst>
                                    <p:cond delay="0"/>
                                  </p:stCondLst>
                                  <p:childTnLst>
                                    <p:anim calcmode="lin" valueType="num">
                                      <p:cBhvr>
                                        <p:cTn id="45" dur="500"/>
                                        <p:tgtEl>
                                          <p:spTgt spid="48"/>
                                        </p:tgtEl>
                                        <p:attrNameLst>
                                          <p:attrName>ppt_w</p:attrName>
                                        </p:attrNameLst>
                                      </p:cBhvr>
                                      <p:tavLst>
                                        <p:tav tm="0">
                                          <p:val>
                                            <p:strVal val="ppt_w"/>
                                          </p:val>
                                        </p:tav>
                                        <p:tav tm="100000">
                                          <p:val>
                                            <p:fltVal val="0"/>
                                          </p:val>
                                        </p:tav>
                                      </p:tavLst>
                                    </p:anim>
                                    <p:anim calcmode="lin" valueType="num">
                                      <p:cBhvr>
                                        <p:cTn id="46" dur="500"/>
                                        <p:tgtEl>
                                          <p:spTgt spid="48"/>
                                        </p:tgtEl>
                                        <p:attrNameLst>
                                          <p:attrName>ppt_h</p:attrName>
                                        </p:attrNameLst>
                                      </p:cBhvr>
                                      <p:tavLst>
                                        <p:tav tm="0">
                                          <p:val>
                                            <p:strVal val="ppt_h"/>
                                          </p:val>
                                        </p:tav>
                                        <p:tav tm="100000">
                                          <p:val>
                                            <p:fltVal val="0"/>
                                          </p:val>
                                        </p:tav>
                                      </p:tavLst>
                                    </p:anim>
                                    <p:animEffect transition="out" filter="fade">
                                      <p:cBhvr>
                                        <p:cTn id="47" dur="500"/>
                                        <p:tgtEl>
                                          <p:spTgt spid="48"/>
                                        </p:tgtEl>
                                      </p:cBhvr>
                                    </p:animEffect>
                                    <p:set>
                                      <p:cBhvr>
                                        <p:cTn id="48" dur="1" fill="hold">
                                          <p:stCondLst>
                                            <p:cond delay="499"/>
                                          </p:stCondLst>
                                        </p:cTn>
                                        <p:tgtEl>
                                          <p:spTgt spid="48"/>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wipe(down)">
                                      <p:cBhvr>
                                        <p:cTn id="53" dur="500"/>
                                        <p:tgtEl>
                                          <p:spTgt spid="3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53" presetClass="entr" presetSubtype="16" fill="hold" nodeType="clickEffect">
                                  <p:stCondLst>
                                    <p:cond delay="0"/>
                                  </p:stCondLst>
                                  <p:childTnLst>
                                    <p:set>
                                      <p:cBhvr>
                                        <p:cTn id="57" dur="1" fill="hold">
                                          <p:stCondLst>
                                            <p:cond delay="0"/>
                                          </p:stCondLst>
                                        </p:cTn>
                                        <p:tgtEl>
                                          <p:spTgt spid="2"/>
                                        </p:tgtEl>
                                        <p:attrNameLst>
                                          <p:attrName>style.visibility</p:attrName>
                                        </p:attrNameLst>
                                      </p:cBhvr>
                                      <p:to>
                                        <p:strVal val="visible"/>
                                      </p:to>
                                    </p:set>
                                    <p:anim calcmode="lin" valueType="num">
                                      <p:cBhvr>
                                        <p:cTn id="58" dur="500" fill="hold"/>
                                        <p:tgtEl>
                                          <p:spTgt spid="2"/>
                                        </p:tgtEl>
                                        <p:attrNameLst>
                                          <p:attrName>ppt_w</p:attrName>
                                        </p:attrNameLst>
                                      </p:cBhvr>
                                      <p:tavLst>
                                        <p:tav tm="0">
                                          <p:val>
                                            <p:fltVal val="0"/>
                                          </p:val>
                                        </p:tav>
                                        <p:tav tm="100000">
                                          <p:val>
                                            <p:strVal val="#ppt_w"/>
                                          </p:val>
                                        </p:tav>
                                      </p:tavLst>
                                    </p:anim>
                                    <p:anim calcmode="lin" valueType="num">
                                      <p:cBhvr>
                                        <p:cTn id="59" dur="500" fill="hold"/>
                                        <p:tgtEl>
                                          <p:spTgt spid="2"/>
                                        </p:tgtEl>
                                        <p:attrNameLst>
                                          <p:attrName>ppt_h</p:attrName>
                                        </p:attrNameLst>
                                      </p:cBhvr>
                                      <p:tavLst>
                                        <p:tav tm="0">
                                          <p:val>
                                            <p:fltVal val="0"/>
                                          </p:val>
                                        </p:tav>
                                        <p:tav tm="100000">
                                          <p:val>
                                            <p:strVal val="#ppt_h"/>
                                          </p:val>
                                        </p:tav>
                                      </p:tavLst>
                                    </p:anim>
                                    <p:animEffect transition="in" filter="fade">
                                      <p:cBhvr>
                                        <p:cTn id="60" dur="500"/>
                                        <p:tgtEl>
                                          <p:spTgt spid="2"/>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wipe(down)">
                                      <p:cBhvr>
                                        <p:cTn id="63" dur="500"/>
                                        <p:tgtEl>
                                          <p:spTgt spid="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3" presetClass="exit" presetSubtype="32" fill="hold" grpId="1" nodeType="clickEffect">
                                  <p:stCondLst>
                                    <p:cond delay="0"/>
                                  </p:stCondLst>
                                  <p:childTnLst>
                                    <p:anim calcmode="lin" valueType="num">
                                      <p:cBhvr>
                                        <p:cTn id="67" dur="500"/>
                                        <p:tgtEl>
                                          <p:spTgt spid="50"/>
                                        </p:tgtEl>
                                        <p:attrNameLst>
                                          <p:attrName>ppt_w</p:attrName>
                                        </p:attrNameLst>
                                      </p:cBhvr>
                                      <p:tavLst>
                                        <p:tav tm="0">
                                          <p:val>
                                            <p:strVal val="ppt_w"/>
                                          </p:val>
                                        </p:tav>
                                        <p:tav tm="100000">
                                          <p:val>
                                            <p:fltVal val="0"/>
                                          </p:val>
                                        </p:tav>
                                      </p:tavLst>
                                    </p:anim>
                                    <p:anim calcmode="lin" valueType="num">
                                      <p:cBhvr>
                                        <p:cTn id="68" dur="500"/>
                                        <p:tgtEl>
                                          <p:spTgt spid="50"/>
                                        </p:tgtEl>
                                        <p:attrNameLst>
                                          <p:attrName>ppt_h</p:attrName>
                                        </p:attrNameLst>
                                      </p:cBhvr>
                                      <p:tavLst>
                                        <p:tav tm="0">
                                          <p:val>
                                            <p:strVal val="ppt_h"/>
                                          </p:val>
                                        </p:tav>
                                        <p:tav tm="100000">
                                          <p:val>
                                            <p:fltVal val="0"/>
                                          </p:val>
                                        </p:tav>
                                      </p:tavLst>
                                    </p:anim>
                                    <p:animEffect transition="out" filter="fade">
                                      <p:cBhvr>
                                        <p:cTn id="69" dur="500"/>
                                        <p:tgtEl>
                                          <p:spTgt spid="50"/>
                                        </p:tgtEl>
                                      </p:cBhvr>
                                    </p:animEffect>
                                    <p:set>
                                      <p:cBhvr>
                                        <p:cTn id="70" dur="1" fill="hold">
                                          <p:stCondLst>
                                            <p:cond delay="499"/>
                                          </p:stCondLst>
                                        </p:cTn>
                                        <p:tgtEl>
                                          <p:spTgt spid="50"/>
                                        </p:tgtEl>
                                        <p:attrNameLst>
                                          <p:attrName>style.visibility</p:attrName>
                                        </p:attrNameLst>
                                      </p:cBhvr>
                                      <p:to>
                                        <p:strVal val="hidden"/>
                                      </p:to>
                                    </p:set>
                                  </p:childTnLst>
                                </p:cTn>
                              </p:par>
                              <p:par>
                                <p:cTn id="71" presetID="53" presetClass="exit" presetSubtype="32" fill="hold" grpId="0" nodeType="withEffect">
                                  <p:stCondLst>
                                    <p:cond delay="0"/>
                                  </p:stCondLst>
                                  <p:childTnLst>
                                    <p:anim calcmode="lin" valueType="num">
                                      <p:cBhvr>
                                        <p:cTn id="72" dur="500"/>
                                        <p:tgtEl>
                                          <p:spTgt spid="24"/>
                                        </p:tgtEl>
                                        <p:attrNameLst>
                                          <p:attrName>ppt_w</p:attrName>
                                        </p:attrNameLst>
                                      </p:cBhvr>
                                      <p:tavLst>
                                        <p:tav tm="0">
                                          <p:val>
                                            <p:strVal val="ppt_w"/>
                                          </p:val>
                                        </p:tav>
                                        <p:tav tm="100000">
                                          <p:val>
                                            <p:fltVal val="0"/>
                                          </p:val>
                                        </p:tav>
                                      </p:tavLst>
                                    </p:anim>
                                    <p:anim calcmode="lin" valueType="num">
                                      <p:cBhvr>
                                        <p:cTn id="73" dur="500"/>
                                        <p:tgtEl>
                                          <p:spTgt spid="24"/>
                                        </p:tgtEl>
                                        <p:attrNameLst>
                                          <p:attrName>ppt_h</p:attrName>
                                        </p:attrNameLst>
                                      </p:cBhvr>
                                      <p:tavLst>
                                        <p:tav tm="0">
                                          <p:val>
                                            <p:strVal val="ppt_h"/>
                                          </p:val>
                                        </p:tav>
                                        <p:tav tm="100000">
                                          <p:val>
                                            <p:fltVal val="0"/>
                                          </p:val>
                                        </p:tav>
                                      </p:tavLst>
                                    </p:anim>
                                    <p:animEffect transition="out" filter="fade">
                                      <p:cBhvr>
                                        <p:cTn id="74" dur="500"/>
                                        <p:tgtEl>
                                          <p:spTgt spid="24"/>
                                        </p:tgtEl>
                                      </p:cBhvr>
                                    </p:animEffect>
                                    <p:set>
                                      <p:cBhvr>
                                        <p:cTn id="75" dur="1" fill="hold">
                                          <p:stCondLst>
                                            <p:cond delay="499"/>
                                          </p:stCondLst>
                                        </p:cTn>
                                        <p:tgtEl>
                                          <p:spTgt spid="24"/>
                                        </p:tgtEl>
                                        <p:attrNameLst>
                                          <p:attrName>style.visibility</p:attrName>
                                        </p:attrNameLst>
                                      </p:cBhvr>
                                      <p:to>
                                        <p:strVal val="hidden"/>
                                      </p:to>
                                    </p:set>
                                  </p:childTnLst>
                                </p:cTn>
                              </p:par>
                              <p:par>
                                <p:cTn id="76" presetID="53" presetClass="exit" presetSubtype="32" fill="hold" grpId="0" nodeType="withEffect">
                                  <p:stCondLst>
                                    <p:cond delay="0"/>
                                  </p:stCondLst>
                                  <p:childTnLst>
                                    <p:anim calcmode="lin" valueType="num">
                                      <p:cBhvr>
                                        <p:cTn id="77" dur="500"/>
                                        <p:tgtEl>
                                          <p:spTgt spid="34"/>
                                        </p:tgtEl>
                                        <p:attrNameLst>
                                          <p:attrName>ppt_w</p:attrName>
                                        </p:attrNameLst>
                                      </p:cBhvr>
                                      <p:tavLst>
                                        <p:tav tm="0">
                                          <p:val>
                                            <p:strVal val="ppt_w"/>
                                          </p:val>
                                        </p:tav>
                                        <p:tav tm="100000">
                                          <p:val>
                                            <p:fltVal val="0"/>
                                          </p:val>
                                        </p:tav>
                                      </p:tavLst>
                                    </p:anim>
                                    <p:anim calcmode="lin" valueType="num">
                                      <p:cBhvr>
                                        <p:cTn id="78" dur="500"/>
                                        <p:tgtEl>
                                          <p:spTgt spid="34"/>
                                        </p:tgtEl>
                                        <p:attrNameLst>
                                          <p:attrName>ppt_h</p:attrName>
                                        </p:attrNameLst>
                                      </p:cBhvr>
                                      <p:tavLst>
                                        <p:tav tm="0">
                                          <p:val>
                                            <p:strVal val="ppt_h"/>
                                          </p:val>
                                        </p:tav>
                                        <p:tav tm="100000">
                                          <p:val>
                                            <p:fltVal val="0"/>
                                          </p:val>
                                        </p:tav>
                                      </p:tavLst>
                                    </p:anim>
                                    <p:animEffect transition="out" filter="fade">
                                      <p:cBhvr>
                                        <p:cTn id="79" dur="500"/>
                                        <p:tgtEl>
                                          <p:spTgt spid="34"/>
                                        </p:tgtEl>
                                      </p:cBhvr>
                                    </p:animEffect>
                                    <p:set>
                                      <p:cBhvr>
                                        <p:cTn id="80" dur="1" fill="hold">
                                          <p:stCondLst>
                                            <p:cond delay="499"/>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24" grpId="0" animBg="1"/>
      <p:bldP spid="26" grpId="0" animBg="1"/>
      <p:bldP spid="30" grpId="0" animBg="1"/>
      <p:bldP spid="47" grpId="0" animBg="1"/>
      <p:bldP spid="48" grpId="0" animBg="1"/>
      <p:bldP spid="48" grpId="1" animBg="1"/>
      <p:bldP spid="50" grpId="0" animBg="1"/>
      <p:bldP spid="50" grpId="1" animBg="1"/>
      <p:bldP spid="31" grpId="0" animBg="1"/>
      <p:bldP spid="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2">
            <a:extLst>
              <a:ext uri="{FF2B5EF4-FFF2-40B4-BE49-F238E27FC236}">
                <a16:creationId xmlns:a16="http://schemas.microsoft.com/office/drawing/2014/main" id="{80702B70-9539-4ACD-AE91-38079760711E}"/>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sp>
        <p:nvSpPr>
          <p:cNvPr id="9" name="Rectangle 5">
            <a:extLst>
              <a:ext uri="{FF2B5EF4-FFF2-40B4-BE49-F238E27FC236}">
                <a16:creationId xmlns:a16="http://schemas.microsoft.com/office/drawing/2014/main" id="{CDBF31D6-017D-4E76-B44C-25A7F81F3983}"/>
              </a:ext>
            </a:extLst>
          </p:cNvPr>
          <p:cNvSpPr>
            <a:spLocks noChangeArrowheads="1"/>
          </p:cNvSpPr>
          <p:nvPr/>
        </p:nvSpPr>
        <p:spPr bwMode="auto">
          <a:xfrm>
            <a:off x="8243888" y="4011613"/>
            <a:ext cx="5937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7">
            <a:extLst>
              <a:ext uri="{FF2B5EF4-FFF2-40B4-BE49-F238E27FC236}">
                <a16:creationId xmlns:a16="http://schemas.microsoft.com/office/drawing/2014/main" id="{D92BDB8D-B9DC-4D72-9A5E-2CD889EB664C}"/>
              </a:ext>
            </a:extLst>
          </p:cNvPr>
          <p:cNvSpPr>
            <a:spLocks noChangeArrowheads="1"/>
          </p:cNvSpPr>
          <p:nvPr/>
        </p:nvSpPr>
        <p:spPr bwMode="auto">
          <a:xfrm>
            <a:off x="8837613" y="4011613"/>
            <a:ext cx="21748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B43D706A-4800-4978-AB43-FE9D9E284F35}"/>
              </a:ext>
            </a:extLst>
          </p:cNvPr>
          <p:cNvSpPr>
            <a:spLocks noChangeArrowheads="1"/>
          </p:cNvSpPr>
          <p:nvPr/>
        </p:nvSpPr>
        <p:spPr bwMode="auto">
          <a:xfrm>
            <a:off x="8243888" y="44496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4" name="Rectangle 8">
            <a:extLst>
              <a:ext uri="{FF2B5EF4-FFF2-40B4-BE49-F238E27FC236}">
                <a16:creationId xmlns:a16="http://schemas.microsoft.com/office/drawing/2014/main" id="{279B58AE-1A03-4C2D-AEEA-7CE2DEECD7BE}"/>
              </a:ext>
            </a:extLst>
          </p:cNvPr>
          <p:cNvSpPr>
            <a:spLocks noChangeArrowheads="1"/>
          </p:cNvSpPr>
          <p:nvPr/>
        </p:nvSpPr>
        <p:spPr bwMode="auto">
          <a:xfrm>
            <a:off x="7434263" y="4010400"/>
            <a:ext cx="8096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sym typeface="Arial" pitchFamily="34" charset="0"/>
              </a:rPr>
              <a:t>2</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B24DFC1E-727F-425E-BE4A-2B0383F191B9}"/>
              </a:ext>
            </a:extLst>
          </p:cNvPr>
          <p:cNvSpPr>
            <a:spLocks noChangeArrowheads="1"/>
          </p:cNvSpPr>
          <p:nvPr/>
        </p:nvSpPr>
        <p:spPr bwMode="auto">
          <a:xfrm>
            <a:off x="6840538" y="4010400"/>
            <a:ext cx="593725"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 </a:t>
            </a:r>
            <a:r>
              <a:rPr lang="en-US" altLang="zh-CN" sz="1200" i="1" dirty="0">
                <a:solidFill>
                  <a:srgbClr val="000000"/>
                </a:solidFill>
                <a:latin typeface="Times New Roman" pitchFamily="18" charset="0"/>
                <a:ea typeface="楷体" pitchFamily="49" charset="-122"/>
                <a:cs typeface="Times New Roman" pitchFamily="18" charset="0"/>
              </a:rPr>
              <a:t>′ </a:t>
            </a: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 name="Rectangle 21">
            <a:extLst>
              <a:ext uri="{FF2B5EF4-FFF2-40B4-BE49-F238E27FC236}">
                <a16:creationId xmlns:a16="http://schemas.microsoft.com/office/drawing/2014/main" id="{970F8B1D-D26B-47D4-8CE0-F6ACFB45C07E}"/>
              </a:ext>
            </a:extLst>
          </p:cNvPr>
          <p:cNvSpPr>
            <a:spLocks noChangeArrowheads="1"/>
          </p:cNvSpPr>
          <p:nvPr/>
        </p:nvSpPr>
        <p:spPr bwMode="auto">
          <a:xfrm>
            <a:off x="6840538" y="44496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syn</a:t>
            </a:r>
            <a:endParaRPr lang="zh-CN" altLang="en-US" sz="1200" i="1">
              <a:solidFill>
                <a:srgbClr val="000000"/>
              </a:solidFill>
              <a:latin typeface="Times New Roman" panose="02020603050405020304" pitchFamily="18" charset="0"/>
              <a:cs typeface="Times New Roman" panose="02020603050405020304" pitchFamily="18" charset="0"/>
            </a:endParaRPr>
          </a:p>
        </p:txBody>
      </p:sp>
      <p:sp>
        <p:nvSpPr>
          <p:cNvPr id="23" name="Rectangle 96">
            <a:extLst>
              <a:ext uri="{FF2B5EF4-FFF2-40B4-BE49-F238E27FC236}">
                <a16:creationId xmlns:a16="http://schemas.microsoft.com/office/drawing/2014/main" id="{ED556C26-3E3B-4B5A-970A-8E603DA15470}"/>
              </a:ext>
            </a:extLst>
          </p:cNvPr>
          <p:cNvSpPr>
            <a:spLocks noChangeArrowheads="1"/>
          </p:cNvSpPr>
          <p:nvPr/>
        </p:nvSpPr>
        <p:spPr bwMode="auto">
          <a:xfrm>
            <a:off x="5715000" y="4010400"/>
            <a:ext cx="1125538"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4</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25" name="Rectangle 98">
            <a:extLst>
              <a:ext uri="{FF2B5EF4-FFF2-40B4-BE49-F238E27FC236}">
                <a16:creationId xmlns:a16="http://schemas.microsoft.com/office/drawing/2014/main" id="{003BA3C1-A1A7-4B61-AD73-F96DF5664E56}"/>
              </a:ext>
            </a:extLst>
          </p:cNvPr>
          <p:cNvSpPr>
            <a:spLocks noChangeArrowheads="1"/>
          </p:cNvSpPr>
          <p:nvPr/>
        </p:nvSpPr>
        <p:spPr bwMode="auto">
          <a:xfrm>
            <a:off x="5003800" y="4010400"/>
            <a:ext cx="711200"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rPr>
              <a:t>T</a:t>
            </a:r>
            <a:r>
              <a:rPr lang="en-US" altLang="zh-CN" sz="1200" i="1" baseline="-25000" dirty="0">
                <a:solidFill>
                  <a:prstClr val="black"/>
                </a:solidFill>
                <a:latin typeface="Times New Roman" panose="02020603050405020304" pitchFamily="18" charset="0"/>
                <a:ea typeface="SimSun" panose="02010600030101010101" pitchFamily="2" charset="-122"/>
              </a:rPr>
              <a:t>1</a:t>
            </a:r>
            <a:r>
              <a:rPr lang="en-US" altLang="zh-CN" sz="1200" i="1" dirty="0">
                <a:solidFill>
                  <a:srgbClr val="000000"/>
                </a:solidFill>
                <a:latin typeface="Times New Roman" pitchFamily="18" charset="0"/>
                <a:ea typeface="楷体" pitchFamily="49" charset="-122"/>
                <a:cs typeface="Times New Roman" pitchFamily="18" charset="0"/>
              </a:rPr>
              <a:t>′</a:t>
            </a:r>
            <a:r>
              <a:rPr lang="en-US" altLang="zh-CN" sz="1200" i="1" dirty="0">
                <a:solidFill>
                  <a:prstClr val="black"/>
                </a:solidFill>
                <a:latin typeface="Times New Roman" panose="02020603050405020304" pitchFamily="18" charset="0"/>
                <a:ea typeface="SimSun" panose="02010600030101010101" pitchFamily="2" charset="-122"/>
              </a:rPr>
              <a:t>syn</a:t>
            </a:r>
          </a:p>
        </p:txBody>
      </p:sp>
      <p:sp>
        <p:nvSpPr>
          <p:cNvPr id="32" name="Rectangle 99">
            <a:extLst>
              <a:ext uri="{FF2B5EF4-FFF2-40B4-BE49-F238E27FC236}">
                <a16:creationId xmlns:a16="http://schemas.microsoft.com/office/drawing/2014/main" id="{597021F1-8266-45CD-A3D5-C03118C78481}"/>
              </a:ext>
            </a:extLst>
          </p:cNvPr>
          <p:cNvSpPr>
            <a:spLocks noChangeArrowheads="1"/>
          </p:cNvSpPr>
          <p:nvPr/>
        </p:nvSpPr>
        <p:spPr bwMode="auto">
          <a:xfrm>
            <a:off x="5003800" y="4449763"/>
            <a:ext cx="703263"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rPr>
              <a:t>syn</a:t>
            </a:r>
            <a:endParaRPr lang="zh-CN" altLang="en-US" sz="1200">
              <a:solidFill>
                <a:srgbClr val="000000"/>
              </a:solidFill>
              <a:latin typeface="Times New Roman" panose="02020603050405020304" pitchFamily="18" charset="0"/>
            </a:endParaRPr>
          </a:p>
        </p:txBody>
      </p:sp>
      <p:sp>
        <p:nvSpPr>
          <p:cNvPr id="29" name="Rectangle 77">
            <a:extLst>
              <a:ext uri="{FF2B5EF4-FFF2-40B4-BE49-F238E27FC236}">
                <a16:creationId xmlns:a16="http://schemas.microsoft.com/office/drawing/2014/main" id="{4EEEB0DD-BECF-444C-902B-8044F7D6219B}"/>
              </a:ext>
            </a:extLst>
          </p:cNvPr>
          <p:cNvSpPr>
            <a:spLocks noChangeArrowheads="1"/>
          </p:cNvSpPr>
          <p:nvPr/>
        </p:nvSpPr>
        <p:spPr bwMode="auto">
          <a:xfrm>
            <a:off x="4192588" y="4449600"/>
            <a:ext cx="811212" cy="277200"/>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100" i="1" dirty="0">
                <a:solidFill>
                  <a:srgbClr val="000000"/>
                </a:solidFill>
                <a:latin typeface="Times New Roman" panose="02020603050405020304" pitchFamily="18" charset="0"/>
              </a:rPr>
              <a:t>T</a:t>
            </a:r>
            <a:r>
              <a:rPr lang="en-US" altLang="zh-CN" sz="1100" i="1" baseline="-25000" dirty="0">
                <a:solidFill>
                  <a:srgbClr val="000000"/>
                </a:solidFill>
                <a:latin typeface="Times New Roman" panose="02020603050405020304" pitchFamily="18" charset="0"/>
              </a:rPr>
              <a:t>1</a:t>
            </a:r>
            <a:r>
              <a:rPr lang="en-US" altLang="zh-CN" sz="1100" i="1" dirty="0">
                <a:solidFill>
                  <a:srgbClr val="000000"/>
                </a:solidFill>
                <a:latin typeface="Times New Roman" pitchFamily="18" charset="0"/>
                <a:ea typeface="楷体" pitchFamily="49" charset="-122"/>
                <a:cs typeface="Times New Roman" pitchFamily="18" charset="0"/>
              </a:rPr>
              <a:t>′ </a:t>
            </a:r>
            <a:r>
              <a:rPr lang="en-US" altLang="zh-CN" sz="1100" i="1" dirty="0" err="1">
                <a:solidFill>
                  <a:srgbClr val="000000"/>
                </a:solidFill>
                <a:latin typeface="Times New Roman" panose="02020603050405020304" pitchFamily="18" charset="0"/>
              </a:rPr>
              <a:t>inh</a:t>
            </a:r>
            <a:r>
              <a:rPr lang="en-US" altLang="zh-CN" sz="1100" dirty="0">
                <a:solidFill>
                  <a:srgbClr val="000000"/>
                </a:solidFill>
                <a:latin typeface="Times New Roman" panose="02020603050405020304" pitchFamily="18" charset="0"/>
              </a:rPr>
              <a:t>=15</a:t>
            </a:r>
            <a:endParaRPr lang="zh-CN" altLang="en-US" sz="1100" dirty="0">
              <a:solidFill>
                <a:srgbClr val="000000"/>
              </a:solidFill>
              <a:latin typeface="Times New Roman" panose="02020603050405020304" pitchFamily="18" charset="0"/>
            </a:endParaRPr>
          </a:p>
        </p:txBody>
      </p:sp>
      <p:sp>
        <p:nvSpPr>
          <p:cNvPr id="31" name="Rectangle 78">
            <a:extLst>
              <a:ext uri="{FF2B5EF4-FFF2-40B4-BE49-F238E27FC236}">
                <a16:creationId xmlns:a16="http://schemas.microsoft.com/office/drawing/2014/main" id="{8B902573-B1AF-45AA-9EDE-2782EF18A89B}"/>
              </a:ext>
            </a:extLst>
          </p:cNvPr>
          <p:cNvSpPr>
            <a:spLocks noChangeArrowheads="1"/>
          </p:cNvSpPr>
          <p:nvPr/>
        </p:nvSpPr>
        <p:spPr bwMode="auto">
          <a:xfrm>
            <a:off x="4192588" y="4010400"/>
            <a:ext cx="811212"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5</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35" name="Rectangle 80">
            <a:extLst>
              <a:ext uri="{FF2B5EF4-FFF2-40B4-BE49-F238E27FC236}">
                <a16:creationId xmlns:a16="http://schemas.microsoft.com/office/drawing/2014/main" id="{17663BF0-4D06-4AB9-9EB6-8627DFC1FC4B}"/>
              </a:ext>
            </a:extLst>
          </p:cNvPr>
          <p:cNvSpPr>
            <a:spLocks noChangeArrowheads="1"/>
          </p:cNvSpPr>
          <p:nvPr/>
        </p:nvSpPr>
        <p:spPr bwMode="auto">
          <a:xfrm>
            <a:off x="3838575" y="3189288"/>
            <a:ext cx="2805113" cy="458787"/>
          </a:xfrm>
          <a:prstGeom prst="rect">
            <a:avLst/>
          </a:prstGeom>
          <a:solidFill>
            <a:srgbClr val="FFCCCC"/>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-1].</a:t>
            </a:r>
            <a:r>
              <a:rPr lang="en-US" altLang="zh-CN" sz="1500" i="1">
                <a:solidFill>
                  <a:srgbClr val="000000"/>
                </a:solidFill>
                <a:latin typeface="Times New Roman" panose="02020603050405020304" pitchFamily="18" charset="0"/>
              </a:rPr>
              <a:t>syn</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a:t>
            </a:r>
            <a:r>
              <a:rPr lang="en-US" altLang="zh-CN" sz="1500" i="1" baseline="-25000">
                <a:solidFill>
                  <a:srgbClr val="000000"/>
                </a:solidFill>
                <a:latin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500" i="1">
                <a:solidFill>
                  <a:srgbClr val="000000"/>
                </a:solidFill>
                <a:latin typeface="Times New Roman" panose="02020603050405020304" pitchFamily="18" charset="0"/>
              </a:rPr>
              <a:t>inh</a:t>
            </a:r>
          </a:p>
        </p:txBody>
      </p:sp>
      <p:sp>
        <p:nvSpPr>
          <p:cNvPr id="36" name="Line 81">
            <a:extLst>
              <a:ext uri="{FF2B5EF4-FFF2-40B4-BE49-F238E27FC236}">
                <a16:creationId xmlns:a16="http://schemas.microsoft.com/office/drawing/2014/main" id="{DFD7666D-04E0-4F32-B48E-F1E63A1FFF7D}"/>
              </a:ext>
            </a:extLst>
          </p:cNvPr>
          <p:cNvSpPr>
            <a:spLocks noChangeShapeType="1"/>
          </p:cNvSpPr>
          <p:nvPr/>
        </p:nvSpPr>
        <p:spPr bwMode="auto">
          <a:xfrm flipV="1">
            <a:off x="4464050" y="3648075"/>
            <a:ext cx="431800" cy="322263"/>
          </a:xfrm>
          <a:prstGeom prst="line">
            <a:avLst/>
          </a:prstGeom>
          <a:noFill/>
          <a:ln w="19050">
            <a:solidFill>
              <a:schemeClr val="hlink"/>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Rectangle 90">
            <a:extLst>
              <a:ext uri="{FF2B5EF4-FFF2-40B4-BE49-F238E27FC236}">
                <a16:creationId xmlns:a16="http://schemas.microsoft.com/office/drawing/2014/main" id="{5E8766AE-A6A9-4055-9405-0757CFA7E6C6}"/>
              </a:ext>
            </a:extLst>
          </p:cNvPr>
          <p:cNvSpPr>
            <a:spLocks noChangeArrowheads="1"/>
          </p:cNvSpPr>
          <p:nvPr/>
        </p:nvSpPr>
        <p:spPr bwMode="auto">
          <a:xfrm>
            <a:off x="5003800" y="4449600"/>
            <a:ext cx="711200"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rPr>
              <a:t>syn</a:t>
            </a:r>
            <a:r>
              <a:rPr lang="en-US" altLang="zh-CN" sz="1200" dirty="0">
                <a:solidFill>
                  <a:srgbClr val="000000"/>
                </a:solidFill>
                <a:latin typeface="Times New Roman" panose="02020603050405020304" pitchFamily="18" charset="0"/>
              </a:rPr>
              <a:t>=15</a:t>
            </a:r>
            <a:endParaRPr lang="zh-CN" altLang="en-US" sz="1200" dirty="0">
              <a:solidFill>
                <a:srgbClr val="000000"/>
              </a:solidFill>
              <a:latin typeface="Times New Roman" panose="02020603050405020304" pitchFamily="18" charset="0"/>
            </a:endParaRPr>
          </a:p>
        </p:txBody>
      </p:sp>
      <p:sp>
        <p:nvSpPr>
          <p:cNvPr id="39" name="Freeform 54">
            <a:extLst>
              <a:ext uri="{FF2B5EF4-FFF2-40B4-BE49-F238E27FC236}">
                <a16:creationId xmlns:a16="http://schemas.microsoft.com/office/drawing/2014/main" id="{44F60717-FAC9-4B64-94EB-636F8AEAE506}"/>
              </a:ext>
            </a:extLst>
          </p:cNvPr>
          <p:cNvSpPr>
            <a:spLocks/>
          </p:cNvSpPr>
          <p:nvPr/>
        </p:nvSpPr>
        <p:spPr bwMode="auto">
          <a:xfrm>
            <a:off x="5327650" y="4791075"/>
            <a:ext cx="649288" cy="107950"/>
          </a:xfrm>
          <a:custGeom>
            <a:avLst/>
            <a:gdLst>
              <a:gd name="T0" fmla="*/ 0 w 545"/>
              <a:gd name="T1" fmla="*/ 0 h 227"/>
              <a:gd name="T2" fmla="*/ 2147483646 w 545"/>
              <a:gd name="T3" fmla="*/ 2147483646 h 227"/>
              <a:gd name="T4" fmla="*/ 2147483646 w 545"/>
              <a:gd name="T5" fmla="*/ 0 h 227"/>
              <a:gd name="T6" fmla="*/ 0 60000 65536"/>
              <a:gd name="T7" fmla="*/ 0 60000 65536"/>
              <a:gd name="T8" fmla="*/ 0 60000 65536"/>
              <a:gd name="T9" fmla="*/ 0 w 545"/>
              <a:gd name="T10" fmla="*/ 0 h 227"/>
              <a:gd name="T11" fmla="*/ 545 w 545"/>
              <a:gd name="T12" fmla="*/ 227 h 227"/>
            </a:gdLst>
            <a:ahLst/>
            <a:cxnLst>
              <a:cxn ang="T6">
                <a:pos x="T0" y="T1"/>
              </a:cxn>
              <a:cxn ang="T7">
                <a:pos x="T2" y="T3"/>
              </a:cxn>
              <a:cxn ang="T8">
                <a:pos x="T4" y="T5"/>
              </a:cxn>
            </a:cxnLst>
            <a:rect l="T9" t="T10" r="T11" b="T12"/>
            <a:pathLst>
              <a:path w="545" h="227">
                <a:moveTo>
                  <a:pt x="0" y="0"/>
                </a:moveTo>
                <a:cubicBezTo>
                  <a:pt x="91" y="113"/>
                  <a:pt x="182" y="227"/>
                  <a:pt x="273" y="227"/>
                </a:cubicBezTo>
                <a:cubicBezTo>
                  <a:pt x="364" y="227"/>
                  <a:pt x="454" y="113"/>
                  <a:pt x="545" y="0"/>
                </a:cubicBezTo>
              </a:path>
            </a:pathLst>
          </a:custGeom>
          <a:noFill/>
          <a:ln w="19050">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 name="Rectangle 100">
            <a:extLst>
              <a:ext uri="{FF2B5EF4-FFF2-40B4-BE49-F238E27FC236}">
                <a16:creationId xmlns:a16="http://schemas.microsoft.com/office/drawing/2014/main" id="{965E903A-7FF8-4B93-AD92-44BA304A76E1}"/>
              </a:ext>
            </a:extLst>
          </p:cNvPr>
          <p:cNvSpPr>
            <a:spLocks noChangeArrowheads="1"/>
          </p:cNvSpPr>
          <p:nvPr/>
        </p:nvSpPr>
        <p:spPr bwMode="auto">
          <a:xfrm>
            <a:off x="5716799" y="4449600"/>
            <a:ext cx="1126800" cy="277812"/>
          </a:xfrm>
          <a:prstGeom prst="rect">
            <a:avLst/>
          </a:prstGeom>
          <a:solidFill>
            <a:schemeClr val="accent5">
              <a:lumMod val="60000"/>
              <a:lumOff val="40000"/>
            </a:schemeClr>
          </a:solidFill>
          <a:ln w="9525">
            <a:solidFill>
              <a:schemeClr val="tx1"/>
            </a:solidFill>
            <a:miter lim="800000"/>
            <a:headEnd/>
            <a:tailEnd/>
          </a:ln>
          <a:effectLst/>
        </p:spPr>
        <p:txBody>
          <a:bodyPr wrap="squar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a:t>
            </a:r>
            <a:r>
              <a:rPr lang="en-US" altLang="zh-CN" sz="1200" i="1" baseline="-25000" dirty="0">
                <a:solidFill>
                  <a:srgbClr val="000000"/>
                </a:solidFill>
                <a:latin typeface="Times New Roman" panose="02020603050405020304" pitchFamily="18" charset="0"/>
              </a:rPr>
              <a:t>1</a:t>
            </a:r>
            <a:r>
              <a:rPr lang="en-US" altLang="zh-CN" sz="1200" i="1" dirty="0">
                <a:solidFill>
                  <a:srgbClr val="000000"/>
                </a:solidFill>
                <a:latin typeface="Times New Roman" pitchFamily="18" charset="0"/>
                <a:ea typeface="楷体" pitchFamily="49" charset="-122"/>
                <a:cs typeface="Times New Roman" pitchFamily="18" charset="0"/>
              </a:rPr>
              <a:t>′</a:t>
            </a:r>
            <a:r>
              <a:rPr lang="en-US" altLang="zh-CN" sz="1200" i="1" dirty="0">
                <a:solidFill>
                  <a:srgbClr val="000000"/>
                </a:solidFill>
                <a:latin typeface="Times New Roman" panose="02020603050405020304" pitchFamily="18" charset="0"/>
              </a:rPr>
              <a:t>syn</a:t>
            </a:r>
            <a:r>
              <a:rPr lang="en-US" altLang="zh-CN" sz="1200" dirty="0">
                <a:solidFill>
                  <a:srgbClr val="000000"/>
                </a:solidFill>
                <a:latin typeface="Times New Roman" panose="02020603050405020304" pitchFamily="18" charset="0"/>
              </a:rPr>
              <a:t>=15</a:t>
            </a:r>
            <a:endParaRPr lang="zh-CN" altLang="en-US" sz="1200" dirty="0">
              <a:solidFill>
                <a:srgbClr val="000000"/>
              </a:solidFill>
              <a:latin typeface="Times New Roman" panose="02020603050405020304" pitchFamily="18" charset="0"/>
            </a:endParaRPr>
          </a:p>
        </p:txBody>
      </p:sp>
      <p:sp>
        <p:nvSpPr>
          <p:cNvPr id="28" name="任意多边形 27">
            <a:extLst>
              <a:ext uri="{FF2B5EF4-FFF2-40B4-BE49-F238E27FC236}">
                <a16:creationId xmlns:a16="http://schemas.microsoft.com/office/drawing/2014/main" id="{4A68CC67-F0E8-4734-AE61-E1B392A85756}"/>
              </a:ext>
            </a:extLst>
          </p:cNvPr>
          <p:cNvSpPr/>
          <p:nvPr/>
        </p:nvSpPr>
        <p:spPr>
          <a:xfrm>
            <a:off x="4475163" y="4784725"/>
            <a:ext cx="382587" cy="155575"/>
          </a:xfrm>
          <a:custGeom>
            <a:avLst/>
            <a:gdLst>
              <a:gd name="connsiteX0" fmla="*/ 209834 w 383719"/>
              <a:gd name="connsiteY0" fmla="*/ 34724 h 324241"/>
              <a:gd name="connsiteX1" fmla="*/ 383454 w 383719"/>
              <a:gd name="connsiteY1" fmla="*/ 208344 h 324241"/>
              <a:gd name="connsiteX2" fmla="*/ 175110 w 383719"/>
              <a:gd name="connsiteY2" fmla="*/ 324091 h 324241"/>
              <a:gd name="connsiteX3" fmla="*/ 1489 w 383719"/>
              <a:gd name="connsiteY3" fmla="*/ 185195 h 324241"/>
              <a:gd name="connsiteX4" fmla="*/ 105661 w 383719"/>
              <a:gd name="connsiteY4" fmla="*/ 0 h 324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3719" h="324241">
                <a:moveTo>
                  <a:pt x="209834" y="34724"/>
                </a:moveTo>
                <a:cubicBezTo>
                  <a:pt x="299537" y="97420"/>
                  <a:pt x="389241" y="160116"/>
                  <a:pt x="383454" y="208344"/>
                </a:cubicBezTo>
                <a:cubicBezTo>
                  <a:pt x="377667" y="256572"/>
                  <a:pt x="238771" y="327949"/>
                  <a:pt x="175110" y="324091"/>
                </a:cubicBezTo>
                <a:cubicBezTo>
                  <a:pt x="111449" y="320233"/>
                  <a:pt x="13064" y="239210"/>
                  <a:pt x="1489" y="185195"/>
                </a:cubicBezTo>
                <a:cubicBezTo>
                  <a:pt x="-10086" y="131180"/>
                  <a:pt x="47787" y="65590"/>
                  <a:pt x="105661" y="0"/>
                </a:cubicBezTo>
              </a:path>
            </a:pathLst>
          </a:custGeom>
          <a:noFill/>
          <a:ln w="19050">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6692" name="Line 79">
            <a:extLst>
              <a:ext uri="{FF2B5EF4-FFF2-40B4-BE49-F238E27FC236}">
                <a16:creationId xmlns:a16="http://schemas.microsoft.com/office/drawing/2014/main" id="{A8F080E2-0B6D-4B80-BA77-8B9926616EB1}"/>
              </a:ext>
            </a:extLst>
          </p:cNvPr>
          <p:cNvSpPr>
            <a:spLocks noChangeShapeType="1"/>
          </p:cNvSpPr>
          <p:nvPr/>
        </p:nvSpPr>
        <p:spPr bwMode="auto">
          <a:xfrm flipV="1">
            <a:off x="82264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693" name="Line 79">
            <a:extLst>
              <a:ext uri="{FF2B5EF4-FFF2-40B4-BE49-F238E27FC236}">
                <a16:creationId xmlns:a16="http://schemas.microsoft.com/office/drawing/2014/main" id="{53D94DDF-4023-4205-826D-56C35589C0C1}"/>
              </a:ext>
            </a:extLst>
          </p:cNvPr>
          <p:cNvSpPr>
            <a:spLocks noChangeShapeType="1"/>
          </p:cNvSpPr>
          <p:nvPr/>
        </p:nvSpPr>
        <p:spPr bwMode="auto">
          <a:xfrm flipV="1">
            <a:off x="80105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694" name="Line 79">
            <a:extLst>
              <a:ext uri="{FF2B5EF4-FFF2-40B4-BE49-F238E27FC236}">
                <a16:creationId xmlns:a16="http://schemas.microsoft.com/office/drawing/2014/main" id="{D1DE89AD-6221-4B82-A7A9-43F74366987D}"/>
              </a:ext>
            </a:extLst>
          </p:cNvPr>
          <p:cNvSpPr>
            <a:spLocks noChangeShapeType="1"/>
          </p:cNvSpPr>
          <p:nvPr/>
        </p:nvSpPr>
        <p:spPr bwMode="auto">
          <a:xfrm flipV="1">
            <a:off x="7794625" y="1697038"/>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695" name="Rectangle 56">
            <a:extLst>
              <a:ext uri="{FF2B5EF4-FFF2-40B4-BE49-F238E27FC236}">
                <a16:creationId xmlns:a16="http://schemas.microsoft.com/office/drawing/2014/main" id="{4BAA99A8-A102-474C-9CE0-528CB33C7A27}"/>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56696" name="Line 79">
            <a:extLst>
              <a:ext uri="{FF2B5EF4-FFF2-40B4-BE49-F238E27FC236}">
                <a16:creationId xmlns:a16="http://schemas.microsoft.com/office/drawing/2014/main" id="{38021C10-B0BD-46E6-8B29-66BEFBB69795}"/>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6697" name="组合 12">
            <a:extLst>
              <a:ext uri="{FF2B5EF4-FFF2-40B4-BE49-F238E27FC236}">
                <a16:creationId xmlns:a16="http://schemas.microsoft.com/office/drawing/2014/main" id="{C458FC7A-B219-4571-B2AB-A8D32AFFF35B}"/>
              </a:ext>
            </a:extLst>
          </p:cNvPr>
          <p:cNvGrpSpPr>
            <a:grpSpLocks/>
          </p:cNvGrpSpPr>
          <p:nvPr/>
        </p:nvGrpSpPr>
        <p:grpSpPr bwMode="auto">
          <a:xfrm>
            <a:off x="715963" y="682625"/>
            <a:ext cx="6092825" cy="2249488"/>
            <a:chOff x="751285" y="802569"/>
            <a:chExt cx="6091894" cy="2249363"/>
          </a:xfrm>
        </p:grpSpPr>
        <p:sp>
          <p:nvSpPr>
            <p:cNvPr id="44" name="矩形 7">
              <a:extLst>
                <a:ext uri="{FF2B5EF4-FFF2-40B4-BE49-F238E27FC236}">
                  <a16:creationId xmlns:a16="http://schemas.microsoft.com/office/drawing/2014/main" id="{F9649DA5-78F8-49E9-855B-F3E51601DC6C}"/>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56699" name="Rectangle 3">
              <a:extLst>
                <a:ext uri="{FF2B5EF4-FFF2-40B4-BE49-F238E27FC236}">
                  <a16:creationId xmlns:a16="http://schemas.microsoft.com/office/drawing/2014/main" id="{ADE40274-E24B-46D5-B6F5-952506072FC1}"/>
                </a:ext>
              </a:extLst>
            </p:cNvPr>
            <p:cNvSpPr txBox="1">
              <a:spLocks noChangeArrowheads="1"/>
            </p:cNvSpPr>
            <p:nvPr/>
          </p:nvSpPr>
          <p:spPr bwMode="auto">
            <a:xfrm>
              <a:off x="3670772" y="802569"/>
              <a:ext cx="3166239" cy="1660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3</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 </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4</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5</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.inh</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6</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00"/>
                </a:solidFill>
                <a:latin typeface="Times New Roman" panose="02020603050405020304" pitchFamily="18" charset="0"/>
                <a:cs typeface="Times New Roman" panose="02020603050405020304" pitchFamily="18" charset="0"/>
              </a:endParaRPr>
            </a:p>
          </p:txBody>
        </p:sp>
        <p:sp>
          <p:nvSpPr>
            <p:cNvPr id="156700" name="Rectangle 3">
              <a:extLst>
                <a:ext uri="{FF2B5EF4-FFF2-40B4-BE49-F238E27FC236}">
                  <a16:creationId xmlns:a16="http://schemas.microsoft.com/office/drawing/2014/main" id="{9B260091-202A-44AD-9A3B-3F7AA4DCC1C7}"/>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dirty="0">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1)</a:t>
              </a: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i="1" dirty="0">
                  <a:solidFill>
                    <a:srgbClr val="000000"/>
                  </a:solidFill>
                  <a:latin typeface="Times New Roman" panose="02020603050405020304" pitchFamily="18" charset="0"/>
                  <a:cs typeface="Times New Roman" panose="02020603050405020304" pitchFamily="18" charset="0"/>
                </a:rPr>
                <a:t>T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dirty="0">
                  <a:solidFill>
                    <a:srgbClr val="0000FF"/>
                  </a:solidFill>
                  <a:latin typeface="Times New Roman" panose="02020603050405020304" pitchFamily="18" charset="0"/>
                  <a:cs typeface="Times New Roman" panose="02020603050405020304" pitchFamily="18" charset="0"/>
                </a:rPr>
                <a:t>1</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2</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2) </a:t>
              </a:r>
              <a:r>
                <a:rPr lang="en-US" altLang="zh-CN"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en-US" altLang="zh-CN" sz="2000" dirty="0">
                  <a:solidFill>
                    <a:srgbClr val="000000"/>
                  </a:solidFill>
                  <a:latin typeface="Times New Roman" panose="02020603050405020304" pitchFamily="18" charset="0"/>
                  <a:cs typeface="Times New Roman" panose="02020603050405020304" pitchFamily="18" charset="0"/>
                </a:rPr>
                <a:t>→ *</a:t>
              </a:r>
              <a:r>
                <a:rPr lang="zh-CN" altLang="en-US" sz="2000" i="1" dirty="0">
                  <a:solidFill>
                    <a:srgbClr val="000000"/>
                  </a:solidFill>
                  <a:latin typeface="Times New Roman" panose="02020603050405020304" pitchFamily="18" charset="0"/>
                  <a:cs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rPr>
                <a:t> </a:t>
              </a:r>
              <a:r>
                <a:rPr lang="zh-CN" altLang="en-US" sz="2000" dirty="0">
                  <a:solidFill>
                    <a:srgbClr val="0000FF"/>
                  </a:solidFill>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3</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solidFill>
                    <a:srgbClr val="000000"/>
                  </a:solidFill>
                  <a:latin typeface="Times New Roman" panose="02020603050405020304" pitchFamily="18" charset="0"/>
                  <a:cs typeface="Times New Roman" panose="02020603050405020304" pitchFamily="18" charset="0"/>
                </a:rPr>
                <a:t>T</a:t>
              </a:r>
              <a:r>
                <a:rPr lang="zh-CN" altLang="en-US" sz="2000" baseline="-25000" dirty="0">
                  <a:solidFill>
                    <a:srgbClr val="000000"/>
                  </a:solidFill>
                  <a:latin typeface="Times New Roman" panose="02020603050405020304" pitchFamily="18" charset="0"/>
                  <a:cs typeface="Times New Roman" panose="02020603050405020304" pitchFamily="18" charset="0"/>
                </a:rPr>
                <a:t>1</a:t>
              </a:r>
              <a:r>
                <a:rPr lang="en-US" altLang="zh-CN" sz="2000" i="1" dirty="0">
                  <a:solidFill>
                    <a:srgbClr val="000000"/>
                  </a:solidFill>
                  <a:latin typeface="Times New Roman" panose="02020603050405020304" pitchFamily="18" charset="0"/>
                  <a:ea typeface="楷体" panose="02010609060101010101" pitchFamily="49" charset="-122"/>
                </a:rPr>
                <a:t>′ </a:t>
              </a:r>
              <a:r>
                <a:rPr lang="en-US" altLang="zh-CN" sz="2000" dirty="0">
                  <a:solidFill>
                    <a:srgbClr val="0000FF"/>
                  </a:solidFill>
                  <a:latin typeface="Times New Roman" panose="02020603050405020304" pitchFamily="18" charset="0"/>
                  <a:cs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4</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rPr>
                <a:t>3) </a:t>
              </a:r>
              <a:r>
                <a:rPr lang="zh-CN" altLang="en-US" sz="2000" i="1" dirty="0">
                  <a:solidFill>
                    <a:srgbClr val="000000"/>
                  </a:solidFill>
                  <a:latin typeface="Times New Roman" panose="02020603050405020304" pitchFamily="18" charset="0"/>
                  <a:cs typeface="Times New Roman" panose="02020603050405020304" pitchFamily="18" charset="0"/>
                </a:rPr>
                <a:t>T</a:t>
              </a:r>
              <a:r>
                <a:rPr lang="en-US" altLang="zh-CN" sz="2000" i="1" dirty="0">
                  <a:solidFill>
                    <a:srgbClr val="000000"/>
                  </a:solidFill>
                  <a:latin typeface="Times New Roman" panose="02020603050405020304" pitchFamily="18" charset="0"/>
                  <a:ea typeface="楷体" panose="02010609060101010101" pitchFamily="49" charset="-122"/>
                </a:rPr>
                <a:t>′</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5</a:t>
              </a:r>
              <a:r>
                <a:rPr lang="en-US" altLang="zh-CN" sz="2000" dirty="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dirty="0">
                  <a:solidFill>
                    <a:srgbClr val="0000FF"/>
                  </a:solidFill>
                  <a:latin typeface="Times New Roman" panose="02020603050405020304" pitchFamily="18" charset="0"/>
                  <a:cs typeface="Times New Roman" panose="02020603050405020304" pitchFamily="18" charset="0"/>
                </a:rPr>
                <a:t>6</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rgbClr val="0000FF"/>
                </a:solidFill>
                <a:latin typeface="Times New Roman" panose="02020603050405020304" pitchFamily="18" charset="0"/>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8E3C1563-9B32-4532-89F6-29AE35855B3A}"/>
              </a:ext>
            </a:extLst>
          </p:cNvPr>
          <p:cNvSpPr>
            <a:spLocks noGrp="1"/>
          </p:cNvSpPr>
          <p:nvPr>
            <p:ph type="sldNum" sz="quarter" idx="10"/>
          </p:nvPr>
        </p:nvSpPr>
        <p:spPr/>
        <p:txBody>
          <a:bodyPr/>
          <a:lstStyle/>
          <a:p>
            <a:pPr>
              <a:defRPr/>
            </a:pPr>
            <a:fld id="{8E104948-B687-4A74-87EB-9097C047E113}" type="slidenum">
              <a:rPr lang="zh-CN" altLang="en-US" smtClean="0"/>
              <a:pPr>
                <a:defRPr/>
              </a:pPr>
              <a:t>65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par>
                          <p:cTn id="15" fill="hold">
                            <p:stCondLst>
                              <p:cond delay="500"/>
                            </p:stCondLst>
                            <p:childTnLst>
                              <p:par>
                                <p:cTn id="16" presetID="53" presetClass="exit" presetSubtype="32" fill="hold" nodeType="afterEffect">
                                  <p:stCondLst>
                                    <p:cond delay="0"/>
                                  </p:stCondLst>
                                  <p:childTnLst>
                                    <p:anim calcmode="lin" valueType="num">
                                      <p:cBhvr>
                                        <p:cTn id="17" dur="500"/>
                                        <p:tgtEl>
                                          <p:spTgt spid="28"/>
                                        </p:tgtEl>
                                        <p:attrNameLst>
                                          <p:attrName>ppt_w</p:attrName>
                                        </p:attrNameLst>
                                      </p:cBhvr>
                                      <p:tavLst>
                                        <p:tav tm="0">
                                          <p:val>
                                            <p:strVal val="ppt_w"/>
                                          </p:val>
                                        </p:tav>
                                        <p:tav tm="100000">
                                          <p:val>
                                            <p:fltVal val="0"/>
                                          </p:val>
                                        </p:tav>
                                      </p:tavLst>
                                    </p:anim>
                                    <p:anim calcmode="lin" valueType="num">
                                      <p:cBhvr>
                                        <p:cTn id="18" dur="500"/>
                                        <p:tgtEl>
                                          <p:spTgt spid="28"/>
                                        </p:tgtEl>
                                        <p:attrNameLst>
                                          <p:attrName>ppt_h</p:attrName>
                                        </p:attrNameLst>
                                      </p:cBhvr>
                                      <p:tavLst>
                                        <p:tav tm="0">
                                          <p:val>
                                            <p:strVal val="ppt_h"/>
                                          </p:val>
                                        </p:tav>
                                        <p:tav tm="100000">
                                          <p:val>
                                            <p:fltVal val="0"/>
                                          </p:val>
                                        </p:tav>
                                      </p:tavLst>
                                    </p:anim>
                                    <p:animEffect transition="out" filter="fade">
                                      <p:cBhvr>
                                        <p:cTn id="19" dur="500"/>
                                        <p:tgtEl>
                                          <p:spTgt spid="28"/>
                                        </p:tgtEl>
                                      </p:cBhvr>
                                    </p:animEffect>
                                    <p:set>
                                      <p:cBhvr>
                                        <p:cTn id="20" dur="1" fill="hold">
                                          <p:stCondLst>
                                            <p:cond delay="499"/>
                                          </p:stCondLst>
                                        </p:cTn>
                                        <p:tgtEl>
                                          <p:spTgt spid="28"/>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p:cTn id="25" dur="500" fill="hold"/>
                                        <p:tgtEl>
                                          <p:spTgt spid="35"/>
                                        </p:tgtEl>
                                        <p:attrNameLst>
                                          <p:attrName>ppt_w</p:attrName>
                                        </p:attrNameLst>
                                      </p:cBhvr>
                                      <p:tavLst>
                                        <p:tav tm="0">
                                          <p:val>
                                            <p:fltVal val="0"/>
                                          </p:val>
                                        </p:tav>
                                        <p:tav tm="100000">
                                          <p:val>
                                            <p:strVal val="#ppt_w"/>
                                          </p:val>
                                        </p:tav>
                                      </p:tavLst>
                                    </p:anim>
                                    <p:anim calcmode="lin" valueType="num">
                                      <p:cBhvr>
                                        <p:cTn id="26" dur="500" fill="hold"/>
                                        <p:tgtEl>
                                          <p:spTgt spid="35"/>
                                        </p:tgtEl>
                                        <p:attrNameLst>
                                          <p:attrName>ppt_h</p:attrName>
                                        </p:attrNameLst>
                                      </p:cBhvr>
                                      <p:tavLst>
                                        <p:tav tm="0">
                                          <p:val>
                                            <p:fltVal val="0"/>
                                          </p:val>
                                        </p:tav>
                                        <p:tav tm="100000">
                                          <p:val>
                                            <p:strVal val="#ppt_h"/>
                                          </p:val>
                                        </p:tav>
                                      </p:tavLst>
                                    </p:anim>
                                    <p:animEffect transition="in" filter="fade">
                                      <p:cBhvr>
                                        <p:cTn id="27" dur="500"/>
                                        <p:tgtEl>
                                          <p:spTgt spid="35"/>
                                        </p:tgtEl>
                                      </p:cBhvr>
                                    </p:animEffect>
                                  </p:childTnLst>
                                </p:cTn>
                              </p:par>
                              <p:par>
                                <p:cTn id="28" presetID="53" presetClass="entr" presetSubtype="16" fill="hold" nodeType="withEffect">
                                  <p:stCondLst>
                                    <p:cond delay="0"/>
                                  </p:stCondLst>
                                  <p:childTnLst>
                                    <p:set>
                                      <p:cBhvr>
                                        <p:cTn id="29" dur="1" fill="hold">
                                          <p:stCondLst>
                                            <p:cond delay="0"/>
                                          </p:stCondLst>
                                        </p:cTn>
                                        <p:tgtEl>
                                          <p:spTgt spid="36"/>
                                        </p:tgtEl>
                                        <p:attrNameLst>
                                          <p:attrName>style.visibility</p:attrName>
                                        </p:attrNameLst>
                                      </p:cBhvr>
                                      <p:to>
                                        <p:strVal val="visible"/>
                                      </p:to>
                                    </p:set>
                                    <p:anim calcmode="lin" valueType="num">
                                      <p:cBhvr>
                                        <p:cTn id="30" dur="500" fill="hold"/>
                                        <p:tgtEl>
                                          <p:spTgt spid="36"/>
                                        </p:tgtEl>
                                        <p:attrNameLst>
                                          <p:attrName>ppt_w</p:attrName>
                                        </p:attrNameLst>
                                      </p:cBhvr>
                                      <p:tavLst>
                                        <p:tav tm="0">
                                          <p:val>
                                            <p:fltVal val="0"/>
                                          </p:val>
                                        </p:tav>
                                        <p:tav tm="100000">
                                          <p:val>
                                            <p:strVal val="#ppt_w"/>
                                          </p:val>
                                        </p:tav>
                                      </p:tavLst>
                                    </p:anim>
                                    <p:anim calcmode="lin" valueType="num">
                                      <p:cBhvr>
                                        <p:cTn id="31" dur="500" fill="hold"/>
                                        <p:tgtEl>
                                          <p:spTgt spid="36"/>
                                        </p:tgtEl>
                                        <p:attrNameLst>
                                          <p:attrName>ppt_h</p:attrName>
                                        </p:attrNameLst>
                                      </p:cBhvr>
                                      <p:tavLst>
                                        <p:tav tm="0">
                                          <p:val>
                                            <p:fltVal val="0"/>
                                          </p:val>
                                        </p:tav>
                                        <p:tav tm="100000">
                                          <p:val>
                                            <p:strVal val="#ppt_h"/>
                                          </p:val>
                                        </p:tav>
                                      </p:tavLst>
                                    </p:anim>
                                    <p:animEffect transition="in" filter="fade">
                                      <p:cBhvr>
                                        <p:cTn id="32" dur="500"/>
                                        <p:tgtEl>
                                          <p:spTgt spid="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3" presetClass="exit" presetSubtype="32" fill="hold" grpId="1" nodeType="clickEffect">
                                  <p:stCondLst>
                                    <p:cond delay="0"/>
                                  </p:stCondLst>
                                  <p:childTnLst>
                                    <p:anim calcmode="lin" valueType="num">
                                      <p:cBhvr>
                                        <p:cTn id="43" dur="500"/>
                                        <p:tgtEl>
                                          <p:spTgt spid="31"/>
                                        </p:tgtEl>
                                        <p:attrNameLst>
                                          <p:attrName>ppt_w</p:attrName>
                                        </p:attrNameLst>
                                      </p:cBhvr>
                                      <p:tavLst>
                                        <p:tav tm="0">
                                          <p:val>
                                            <p:strVal val="ppt_w"/>
                                          </p:val>
                                        </p:tav>
                                        <p:tav tm="100000">
                                          <p:val>
                                            <p:fltVal val="0"/>
                                          </p:val>
                                        </p:tav>
                                      </p:tavLst>
                                    </p:anim>
                                    <p:anim calcmode="lin" valueType="num">
                                      <p:cBhvr>
                                        <p:cTn id="44" dur="500"/>
                                        <p:tgtEl>
                                          <p:spTgt spid="31"/>
                                        </p:tgtEl>
                                        <p:attrNameLst>
                                          <p:attrName>ppt_h</p:attrName>
                                        </p:attrNameLst>
                                      </p:cBhvr>
                                      <p:tavLst>
                                        <p:tav tm="0">
                                          <p:val>
                                            <p:strVal val="ppt_h"/>
                                          </p:val>
                                        </p:tav>
                                        <p:tav tm="100000">
                                          <p:val>
                                            <p:fltVal val="0"/>
                                          </p:val>
                                        </p:tav>
                                      </p:tavLst>
                                    </p:anim>
                                    <p:animEffect transition="out" filter="fade">
                                      <p:cBhvr>
                                        <p:cTn id="45" dur="500"/>
                                        <p:tgtEl>
                                          <p:spTgt spid="31"/>
                                        </p:tgtEl>
                                      </p:cBhvr>
                                    </p:animEffect>
                                    <p:set>
                                      <p:cBhvr>
                                        <p:cTn id="46" dur="1" fill="hold">
                                          <p:stCondLst>
                                            <p:cond delay="499"/>
                                          </p:stCondLst>
                                        </p:cTn>
                                        <p:tgtEl>
                                          <p:spTgt spid="31"/>
                                        </p:tgtEl>
                                        <p:attrNameLst>
                                          <p:attrName>style.visibility</p:attrName>
                                        </p:attrNameLst>
                                      </p:cBhvr>
                                      <p:to>
                                        <p:strVal val="hidden"/>
                                      </p:to>
                                    </p:set>
                                  </p:childTnLst>
                                </p:cTn>
                              </p:par>
                              <p:par>
                                <p:cTn id="47" presetID="53" presetClass="exit" presetSubtype="32" fill="hold" grpId="1" nodeType="withEffect">
                                  <p:stCondLst>
                                    <p:cond delay="0"/>
                                  </p:stCondLst>
                                  <p:childTnLst>
                                    <p:anim calcmode="lin" valueType="num">
                                      <p:cBhvr>
                                        <p:cTn id="48" dur="500"/>
                                        <p:tgtEl>
                                          <p:spTgt spid="29"/>
                                        </p:tgtEl>
                                        <p:attrNameLst>
                                          <p:attrName>ppt_w</p:attrName>
                                        </p:attrNameLst>
                                      </p:cBhvr>
                                      <p:tavLst>
                                        <p:tav tm="0">
                                          <p:val>
                                            <p:strVal val="ppt_w"/>
                                          </p:val>
                                        </p:tav>
                                        <p:tav tm="100000">
                                          <p:val>
                                            <p:fltVal val="0"/>
                                          </p:val>
                                        </p:tav>
                                      </p:tavLst>
                                    </p:anim>
                                    <p:anim calcmode="lin" valueType="num">
                                      <p:cBhvr>
                                        <p:cTn id="49" dur="500"/>
                                        <p:tgtEl>
                                          <p:spTgt spid="29"/>
                                        </p:tgtEl>
                                        <p:attrNameLst>
                                          <p:attrName>ppt_h</p:attrName>
                                        </p:attrNameLst>
                                      </p:cBhvr>
                                      <p:tavLst>
                                        <p:tav tm="0">
                                          <p:val>
                                            <p:strVal val="ppt_h"/>
                                          </p:val>
                                        </p:tav>
                                        <p:tav tm="100000">
                                          <p:val>
                                            <p:fltVal val="0"/>
                                          </p:val>
                                        </p:tav>
                                      </p:tavLst>
                                    </p:anim>
                                    <p:animEffect transition="out" filter="fade">
                                      <p:cBhvr>
                                        <p:cTn id="50" dur="500"/>
                                        <p:tgtEl>
                                          <p:spTgt spid="29"/>
                                        </p:tgtEl>
                                      </p:cBhvr>
                                    </p:animEffect>
                                    <p:set>
                                      <p:cBhvr>
                                        <p:cTn id="51" dur="1" fill="hold">
                                          <p:stCondLst>
                                            <p:cond delay="499"/>
                                          </p:stCondLst>
                                        </p:cTn>
                                        <p:tgtEl>
                                          <p:spTgt spid="29"/>
                                        </p:tgtEl>
                                        <p:attrNameLst>
                                          <p:attrName>style.visibility</p:attrName>
                                        </p:attrNameLst>
                                      </p:cBhvr>
                                      <p:to>
                                        <p:strVal val="hidden"/>
                                      </p:to>
                                    </p:set>
                                  </p:childTnLst>
                                </p:cTn>
                              </p:par>
                              <p:par>
                                <p:cTn id="52" presetID="53" presetClass="exit" presetSubtype="32" fill="hold" nodeType="withEffect">
                                  <p:stCondLst>
                                    <p:cond delay="0"/>
                                  </p:stCondLst>
                                  <p:childTnLst>
                                    <p:anim calcmode="lin" valueType="num">
                                      <p:cBhvr>
                                        <p:cTn id="53" dur="500"/>
                                        <p:tgtEl>
                                          <p:spTgt spid="36"/>
                                        </p:tgtEl>
                                        <p:attrNameLst>
                                          <p:attrName>ppt_w</p:attrName>
                                        </p:attrNameLst>
                                      </p:cBhvr>
                                      <p:tavLst>
                                        <p:tav tm="0">
                                          <p:val>
                                            <p:strVal val="ppt_w"/>
                                          </p:val>
                                        </p:tav>
                                        <p:tav tm="100000">
                                          <p:val>
                                            <p:fltVal val="0"/>
                                          </p:val>
                                        </p:tav>
                                      </p:tavLst>
                                    </p:anim>
                                    <p:anim calcmode="lin" valueType="num">
                                      <p:cBhvr>
                                        <p:cTn id="54" dur="500"/>
                                        <p:tgtEl>
                                          <p:spTgt spid="36"/>
                                        </p:tgtEl>
                                        <p:attrNameLst>
                                          <p:attrName>ppt_h</p:attrName>
                                        </p:attrNameLst>
                                      </p:cBhvr>
                                      <p:tavLst>
                                        <p:tav tm="0">
                                          <p:val>
                                            <p:strVal val="ppt_h"/>
                                          </p:val>
                                        </p:tav>
                                        <p:tav tm="100000">
                                          <p:val>
                                            <p:fltVal val="0"/>
                                          </p:val>
                                        </p:tav>
                                      </p:tavLst>
                                    </p:anim>
                                    <p:animEffect transition="out" filter="fade">
                                      <p:cBhvr>
                                        <p:cTn id="55" dur="500"/>
                                        <p:tgtEl>
                                          <p:spTgt spid="36"/>
                                        </p:tgtEl>
                                      </p:cBhvr>
                                    </p:animEffect>
                                    <p:set>
                                      <p:cBhvr>
                                        <p:cTn id="56" dur="1" fill="hold">
                                          <p:stCondLst>
                                            <p:cond delay="499"/>
                                          </p:stCondLst>
                                        </p:cTn>
                                        <p:tgtEl>
                                          <p:spTgt spid="36"/>
                                        </p:tgtEl>
                                        <p:attrNameLst>
                                          <p:attrName>style.visibility</p:attrName>
                                        </p:attrNameLst>
                                      </p:cBhvr>
                                      <p:to>
                                        <p:strVal val="hidden"/>
                                      </p:to>
                                    </p:set>
                                  </p:childTnLst>
                                </p:cTn>
                              </p:par>
                              <p:par>
                                <p:cTn id="57" presetID="53" presetClass="exit" presetSubtype="32" fill="hold" grpId="1" nodeType="withEffect">
                                  <p:stCondLst>
                                    <p:cond delay="0"/>
                                  </p:stCondLst>
                                  <p:childTnLst>
                                    <p:anim calcmode="lin" valueType="num">
                                      <p:cBhvr>
                                        <p:cTn id="58" dur="500"/>
                                        <p:tgtEl>
                                          <p:spTgt spid="35"/>
                                        </p:tgtEl>
                                        <p:attrNameLst>
                                          <p:attrName>ppt_w</p:attrName>
                                        </p:attrNameLst>
                                      </p:cBhvr>
                                      <p:tavLst>
                                        <p:tav tm="0">
                                          <p:val>
                                            <p:strVal val="ppt_w"/>
                                          </p:val>
                                        </p:tav>
                                        <p:tav tm="100000">
                                          <p:val>
                                            <p:fltVal val="0"/>
                                          </p:val>
                                        </p:tav>
                                      </p:tavLst>
                                    </p:anim>
                                    <p:anim calcmode="lin" valueType="num">
                                      <p:cBhvr>
                                        <p:cTn id="59" dur="500"/>
                                        <p:tgtEl>
                                          <p:spTgt spid="35"/>
                                        </p:tgtEl>
                                        <p:attrNameLst>
                                          <p:attrName>ppt_h</p:attrName>
                                        </p:attrNameLst>
                                      </p:cBhvr>
                                      <p:tavLst>
                                        <p:tav tm="0">
                                          <p:val>
                                            <p:strVal val="ppt_h"/>
                                          </p:val>
                                        </p:tav>
                                        <p:tav tm="100000">
                                          <p:val>
                                            <p:fltVal val="0"/>
                                          </p:val>
                                        </p:tav>
                                      </p:tavLst>
                                    </p:anim>
                                    <p:animEffect transition="out" filter="fade">
                                      <p:cBhvr>
                                        <p:cTn id="60" dur="500"/>
                                        <p:tgtEl>
                                          <p:spTgt spid="35"/>
                                        </p:tgtEl>
                                      </p:cBhvr>
                                    </p:animEffect>
                                    <p:set>
                                      <p:cBhvr>
                                        <p:cTn id="61" dur="1" fill="hold">
                                          <p:stCondLst>
                                            <p:cond delay="499"/>
                                          </p:stCondLst>
                                        </p:cTn>
                                        <p:tgtEl>
                                          <p:spTgt spid="35"/>
                                        </p:tgtEl>
                                        <p:attrNameLst>
                                          <p:attrName>style.visibility</p:attrName>
                                        </p:attrNameLst>
                                      </p:cBhvr>
                                      <p:to>
                                        <p:strVal val="hidden"/>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nodeType="click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dissolve">
                                      <p:cBhvr>
                                        <p:cTn id="66" dur="500"/>
                                        <p:tgtEl>
                                          <p:spTgt spid="39"/>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 calcmode="lin" valueType="num">
                                      <p:cBhvr>
                                        <p:cTn id="69" dur="500" fill="hold"/>
                                        <p:tgtEl>
                                          <p:spTgt spid="40"/>
                                        </p:tgtEl>
                                        <p:attrNameLst>
                                          <p:attrName>ppt_w</p:attrName>
                                        </p:attrNameLst>
                                      </p:cBhvr>
                                      <p:tavLst>
                                        <p:tav tm="0">
                                          <p:val>
                                            <p:fltVal val="0"/>
                                          </p:val>
                                        </p:tav>
                                        <p:tav tm="100000">
                                          <p:val>
                                            <p:strVal val="#ppt_w"/>
                                          </p:val>
                                        </p:tav>
                                      </p:tavLst>
                                    </p:anim>
                                    <p:anim calcmode="lin" valueType="num">
                                      <p:cBhvr>
                                        <p:cTn id="70" dur="500" fill="hold"/>
                                        <p:tgtEl>
                                          <p:spTgt spid="40"/>
                                        </p:tgtEl>
                                        <p:attrNameLst>
                                          <p:attrName>ppt_h</p:attrName>
                                        </p:attrNameLst>
                                      </p:cBhvr>
                                      <p:tavLst>
                                        <p:tav tm="0">
                                          <p:val>
                                            <p:fltVal val="0"/>
                                          </p:val>
                                        </p:tav>
                                        <p:tav tm="100000">
                                          <p:val>
                                            <p:strVal val="#ppt_h"/>
                                          </p:val>
                                        </p:tav>
                                      </p:tavLst>
                                    </p:anim>
                                    <p:animEffect transition="in" filter="fade">
                                      <p:cBhvr>
                                        <p:cTn id="71" dur="500"/>
                                        <p:tgtEl>
                                          <p:spTgt spid="4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53" presetClass="exit" presetSubtype="32" fill="hold" grpId="1" nodeType="clickEffect">
                                  <p:stCondLst>
                                    <p:cond delay="0"/>
                                  </p:stCondLst>
                                  <p:childTnLst>
                                    <p:anim calcmode="lin" valueType="num">
                                      <p:cBhvr>
                                        <p:cTn id="75" dur="500"/>
                                        <p:tgtEl>
                                          <p:spTgt spid="38"/>
                                        </p:tgtEl>
                                        <p:attrNameLst>
                                          <p:attrName>ppt_w</p:attrName>
                                        </p:attrNameLst>
                                      </p:cBhvr>
                                      <p:tavLst>
                                        <p:tav tm="0">
                                          <p:val>
                                            <p:strVal val="ppt_w"/>
                                          </p:val>
                                        </p:tav>
                                        <p:tav tm="100000">
                                          <p:val>
                                            <p:fltVal val="0"/>
                                          </p:val>
                                        </p:tav>
                                      </p:tavLst>
                                    </p:anim>
                                    <p:anim calcmode="lin" valueType="num">
                                      <p:cBhvr>
                                        <p:cTn id="76" dur="500"/>
                                        <p:tgtEl>
                                          <p:spTgt spid="38"/>
                                        </p:tgtEl>
                                        <p:attrNameLst>
                                          <p:attrName>ppt_h</p:attrName>
                                        </p:attrNameLst>
                                      </p:cBhvr>
                                      <p:tavLst>
                                        <p:tav tm="0">
                                          <p:val>
                                            <p:strVal val="ppt_h"/>
                                          </p:val>
                                        </p:tav>
                                        <p:tav tm="100000">
                                          <p:val>
                                            <p:fltVal val="0"/>
                                          </p:val>
                                        </p:tav>
                                      </p:tavLst>
                                    </p:anim>
                                    <p:animEffect transition="out" filter="fade">
                                      <p:cBhvr>
                                        <p:cTn id="77" dur="500"/>
                                        <p:tgtEl>
                                          <p:spTgt spid="38"/>
                                        </p:tgtEl>
                                      </p:cBhvr>
                                    </p:animEffect>
                                    <p:set>
                                      <p:cBhvr>
                                        <p:cTn id="78" dur="1" fill="hold">
                                          <p:stCondLst>
                                            <p:cond delay="499"/>
                                          </p:stCondLst>
                                        </p:cTn>
                                        <p:tgtEl>
                                          <p:spTgt spid="38"/>
                                        </p:tgtEl>
                                        <p:attrNameLst>
                                          <p:attrName>style.visibility</p:attrName>
                                        </p:attrNameLst>
                                      </p:cBhvr>
                                      <p:to>
                                        <p:strVal val="hidden"/>
                                      </p:to>
                                    </p:set>
                                  </p:childTnLst>
                                </p:cTn>
                              </p:par>
                              <p:par>
                                <p:cTn id="79" presetID="53" presetClass="exit" presetSubtype="32" fill="hold" nodeType="withEffect">
                                  <p:stCondLst>
                                    <p:cond delay="0"/>
                                  </p:stCondLst>
                                  <p:childTnLst>
                                    <p:anim calcmode="lin" valueType="num">
                                      <p:cBhvr>
                                        <p:cTn id="80" dur="500"/>
                                        <p:tgtEl>
                                          <p:spTgt spid="39"/>
                                        </p:tgtEl>
                                        <p:attrNameLst>
                                          <p:attrName>ppt_w</p:attrName>
                                        </p:attrNameLst>
                                      </p:cBhvr>
                                      <p:tavLst>
                                        <p:tav tm="0">
                                          <p:val>
                                            <p:strVal val="ppt_w"/>
                                          </p:val>
                                        </p:tav>
                                        <p:tav tm="100000">
                                          <p:val>
                                            <p:fltVal val="0"/>
                                          </p:val>
                                        </p:tav>
                                      </p:tavLst>
                                    </p:anim>
                                    <p:anim calcmode="lin" valueType="num">
                                      <p:cBhvr>
                                        <p:cTn id="81" dur="500"/>
                                        <p:tgtEl>
                                          <p:spTgt spid="39"/>
                                        </p:tgtEl>
                                        <p:attrNameLst>
                                          <p:attrName>ppt_h</p:attrName>
                                        </p:attrNameLst>
                                      </p:cBhvr>
                                      <p:tavLst>
                                        <p:tav tm="0">
                                          <p:val>
                                            <p:strVal val="ppt_h"/>
                                          </p:val>
                                        </p:tav>
                                        <p:tav tm="100000">
                                          <p:val>
                                            <p:fltVal val="0"/>
                                          </p:val>
                                        </p:tav>
                                      </p:tavLst>
                                    </p:anim>
                                    <p:animEffect transition="out" filter="fade">
                                      <p:cBhvr>
                                        <p:cTn id="82" dur="500"/>
                                        <p:tgtEl>
                                          <p:spTgt spid="39"/>
                                        </p:tgtEl>
                                      </p:cBhvr>
                                    </p:animEffect>
                                    <p:set>
                                      <p:cBhvr>
                                        <p:cTn id="83" dur="1" fill="hold">
                                          <p:stCondLst>
                                            <p:cond delay="499"/>
                                          </p:stCondLst>
                                        </p:cTn>
                                        <p:tgtEl>
                                          <p:spTgt spid="39"/>
                                        </p:tgtEl>
                                        <p:attrNameLst>
                                          <p:attrName>style.visibility</p:attrName>
                                        </p:attrNameLst>
                                      </p:cBhvr>
                                      <p:to>
                                        <p:strVal val="hidden"/>
                                      </p:to>
                                    </p:set>
                                  </p:childTnLst>
                                </p:cTn>
                              </p:par>
                              <p:par>
                                <p:cTn id="84" presetID="53" presetClass="exit" presetSubtype="32" fill="hold" grpId="0" nodeType="withEffect">
                                  <p:stCondLst>
                                    <p:cond delay="0"/>
                                  </p:stCondLst>
                                  <p:childTnLst>
                                    <p:anim calcmode="lin" valueType="num">
                                      <p:cBhvr>
                                        <p:cTn id="85" dur="500"/>
                                        <p:tgtEl>
                                          <p:spTgt spid="25"/>
                                        </p:tgtEl>
                                        <p:attrNameLst>
                                          <p:attrName>ppt_w</p:attrName>
                                        </p:attrNameLst>
                                      </p:cBhvr>
                                      <p:tavLst>
                                        <p:tav tm="0">
                                          <p:val>
                                            <p:strVal val="ppt_w"/>
                                          </p:val>
                                        </p:tav>
                                        <p:tav tm="100000">
                                          <p:val>
                                            <p:fltVal val="0"/>
                                          </p:val>
                                        </p:tav>
                                      </p:tavLst>
                                    </p:anim>
                                    <p:anim calcmode="lin" valueType="num">
                                      <p:cBhvr>
                                        <p:cTn id="86" dur="500"/>
                                        <p:tgtEl>
                                          <p:spTgt spid="25"/>
                                        </p:tgtEl>
                                        <p:attrNameLst>
                                          <p:attrName>ppt_h</p:attrName>
                                        </p:attrNameLst>
                                      </p:cBhvr>
                                      <p:tavLst>
                                        <p:tav tm="0">
                                          <p:val>
                                            <p:strVal val="ppt_h"/>
                                          </p:val>
                                        </p:tav>
                                        <p:tav tm="100000">
                                          <p:val>
                                            <p:fltVal val="0"/>
                                          </p:val>
                                        </p:tav>
                                      </p:tavLst>
                                    </p:anim>
                                    <p:animEffect transition="out" filter="fade">
                                      <p:cBhvr>
                                        <p:cTn id="87" dur="500"/>
                                        <p:tgtEl>
                                          <p:spTgt spid="25"/>
                                        </p:tgtEl>
                                      </p:cBhvr>
                                    </p:animEffect>
                                    <p:set>
                                      <p:cBhvr>
                                        <p:cTn id="88" dur="1" fill="hold">
                                          <p:stCondLst>
                                            <p:cond delay="499"/>
                                          </p:stCondLst>
                                        </p:cTn>
                                        <p:tgtEl>
                                          <p:spTgt spid="25"/>
                                        </p:tgtEl>
                                        <p:attrNameLst>
                                          <p:attrName>style.visibility</p:attrName>
                                        </p:attrNameLst>
                                      </p:cBhvr>
                                      <p:to>
                                        <p:strVal val="hidden"/>
                                      </p:to>
                                    </p:set>
                                  </p:childTnLst>
                                </p:cTn>
                              </p:par>
                              <p:par>
                                <p:cTn id="89" presetID="53" presetClass="exit" presetSubtype="32" fill="hold" grpId="0" nodeType="withEffect">
                                  <p:stCondLst>
                                    <p:cond delay="0"/>
                                  </p:stCondLst>
                                  <p:childTnLst>
                                    <p:anim calcmode="lin" valueType="num">
                                      <p:cBhvr>
                                        <p:cTn id="90" dur="500"/>
                                        <p:tgtEl>
                                          <p:spTgt spid="32"/>
                                        </p:tgtEl>
                                        <p:attrNameLst>
                                          <p:attrName>ppt_w</p:attrName>
                                        </p:attrNameLst>
                                      </p:cBhvr>
                                      <p:tavLst>
                                        <p:tav tm="0">
                                          <p:val>
                                            <p:strVal val="ppt_w"/>
                                          </p:val>
                                        </p:tav>
                                        <p:tav tm="100000">
                                          <p:val>
                                            <p:fltVal val="0"/>
                                          </p:val>
                                        </p:tav>
                                      </p:tavLst>
                                    </p:anim>
                                    <p:anim calcmode="lin" valueType="num">
                                      <p:cBhvr>
                                        <p:cTn id="91" dur="500"/>
                                        <p:tgtEl>
                                          <p:spTgt spid="32"/>
                                        </p:tgtEl>
                                        <p:attrNameLst>
                                          <p:attrName>ppt_h</p:attrName>
                                        </p:attrNameLst>
                                      </p:cBhvr>
                                      <p:tavLst>
                                        <p:tav tm="0">
                                          <p:val>
                                            <p:strVal val="ppt_h"/>
                                          </p:val>
                                        </p:tav>
                                        <p:tav tm="100000">
                                          <p:val>
                                            <p:fltVal val="0"/>
                                          </p:val>
                                        </p:tav>
                                      </p:tavLst>
                                    </p:anim>
                                    <p:animEffect transition="out" filter="fade">
                                      <p:cBhvr>
                                        <p:cTn id="92" dur="500"/>
                                        <p:tgtEl>
                                          <p:spTgt spid="32"/>
                                        </p:tgtEl>
                                      </p:cBhvr>
                                    </p:animEffect>
                                    <p:set>
                                      <p:cBhvr>
                                        <p:cTn id="93"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2" grpId="0" animBg="1"/>
      <p:bldP spid="29" grpId="0" animBg="1"/>
      <p:bldP spid="29" grpId="1" animBg="1"/>
      <p:bldP spid="31" grpId="0" animBg="1"/>
      <p:bldP spid="31" grpId="1" animBg="1"/>
      <p:bldP spid="35" grpId="0" animBg="1"/>
      <p:bldP spid="35" grpId="1" animBg="1"/>
      <p:bldP spid="38" grpId="0" animBg="1"/>
      <p:bldP spid="38" grpId="1" animBg="1"/>
      <p:bldP spid="4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标题 2">
            <a:extLst>
              <a:ext uri="{FF2B5EF4-FFF2-40B4-BE49-F238E27FC236}">
                <a16:creationId xmlns:a16="http://schemas.microsoft.com/office/drawing/2014/main" id="{E036061E-80F7-4D00-B032-0683328D1986}"/>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sp>
        <p:nvSpPr>
          <p:cNvPr id="9" name="Rectangle 5">
            <a:extLst>
              <a:ext uri="{FF2B5EF4-FFF2-40B4-BE49-F238E27FC236}">
                <a16:creationId xmlns:a16="http://schemas.microsoft.com/office/drawing/2014/main" id="{56E61910-89B3-4FEC-8564-52AED1F36BDA}"/>
              </a:ext>
            </a:extLst>
          </p:cNvPr>
          <p:cNvSpPr>
            <a:spLocks noChangeArrowheads="1"/>
          </p:cNvSpPr>
          <p:nvPr/>
        </p:nvSpPr>
        <p:spPr bwMode="auto">
          <a:xfrm>
            <a:off x="8243888" y="4010400"/>
            <a:ext cx="5937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7">
            <a:extLst>
              <a:ext uri="{FF2B5EF4-FFF2-40B4-BE49-F238E27FC236}">
                <a16:creationId xmlns:a16="http://schemas.microsoft.com/office/drawing/2014/main" id="{0AA1D4DB-16F5-49FA-8FD2-951698F462F8}"/>
              </a:ext>
            </a:extLst>
          </p:cNvPr>
          <p:cNvSpPr>
            <a:spLocks noChangeArrowheads="1"/>
          </p:cNvSpPr>
          <p:nvPr/>
        </p:nvSpPr>
        <p:spPr bwMode="auto">
          <a:xfrm>
            <a:off x="8837613" y="4010400"/>
            <a:ext cx="21748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A0EEC34E-33F6-4B63-872D-263A00D3679A}"/>
              </a:ext>
            </a:extLst>
          </p:cNvPr>
          <p:cNvSpPr>
            <a:spLocks noChangeArrowheads="1"/>
          </p:cNvSpPr>
          <p:nvPr/>
        </p:nvSpPr>
        <p:spPr bwMode="auto">
          <a:xfrm>
            <a:off x="8243888" y="444960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cs typeface="Times New Roman" panose="02020603050405020304" pitchFamily="18" charset="0"/>
              </a:rPr>
              <a:t>val</a:t>
            </a:r>
            <a:endParaRPr lang="zh-CN" altLang="en-US" sz="1200" dirty="0">
              <a:solidFill>
                <a:srgbClr val="000000"/>
              </a:solidFill>
              <a:latin typeface="Times New Roman" panose="02020603050405020304" pitchFamily="18" charset="0"/>
              <a:cs typeface="Times New Roman" panose="02020603050405020304" pitchFamily="18" charset="0"/>
            </a:endParaRPr>
          </a:p>
        </p:txBody>
      </p:sp>
      <p:sp>
        <p:nvSpPr>
          <p:cNvPr id="14" name="Rectangle 8">
            <a:extLst>
              <a:ext uri="{FF2B5EF4-FFF2-40B4-BE49-F238E27FC236}">
                <a16:creationId xmlns:a16="http://schemas.microsoft.com/office/drawing/2014/main" id="{8733678B-F866-4976-845E-7BDD12CB0FE5}"/>
              </a:ext>
            </a:extLst>
          </p:cNvPr>
          <p:cNvSpPr>
            <a:spLocks noChangeArrowheads="1"/>
          </p:cNvSpPr>
          <p:nvPr/>
        </p:nvSpPr>
        <p:spPr bwMode="auto">
          <a:xfrm>
            <a:off x="7434263" y="4010025"/>
            <a:ext cx="8096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sym typeface="Arial" pitchFamily="34" charset="0"/>
              </a:rPr>
              <a:t>2</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78ECE211-4891-482C-8FAF-2DD663906F0A}"/>
              </a:ext>
            </a:extLst>
          </p:cNvPr>
          <p:cNvSpPr>
            <a:spLocks noChangeArrowheads="1"/>
          </p:cNvSpPr>
          <p:nvPr/>
        </p:nvSpPr>
        <p:spPr bwMode="auto">
          <a:xfrm>
            <a:off x="6840538" y="4010400"/>
            <a:ext cx="593725" cy="43815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 </a:t>
            </a:r>
            <a:r>
              <a:rPr lang="en-US" altLang="zh-CN" sz="1200" i="1" dirty="0">
                <a:solidFill>
                  <a:srgbClr val="000000"/>
                </a:solidFill>
                <a:latin typeface="Times New Roman" pitchFamily="18" charset="0"/>
                <a:ea typeface="楷体" pitchFamily="49" charset="-122"/>
                <a:cs typeface="Times New Roman" pitchFamily="18" charset="0"/>
              </a:rPr>
              <a:t>′ </a:t>
            </a: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 name="Rectangle 21">
            <a:extLst>
              <a:ext uri="{FF2B5EF4-FFF2-40B4-BE49-F238E27FC236}">
                <a16:creationId xmlns:a16="http://schemas.microsoft.com/office/drawing/2014/main" id="{03B9873E-E57B-4836-9A68-137F04CA6046}"/>
              </a:ext>
            </a:extLst>
          </p:cNvPr>
          <p:cNvSpPr>
            <a:spLocks noChangeArrowheads="1"/>
          </p:cNvSpPr>
          <p:nvPr/>
        </p:nvSpPr>
        <p:spPr bwMode="auto">
          <a:xfrm>
            <a:off x="6840538" y="4451350"/>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syn</a:t>
            </a:r>
            <a:endParaRPr lang="zh-CN" altLang="en-US" sz="1200" i="1">
              <a:solidFill>
                <a:srgbClr val="000000"/>
              </a:solidFill>
              <a:latin typeface="Times New Roman" panose="02020603050405020304" pitchFamily="18" charset="0"/>
              <a:cs typeface="Times New Roman" panose="02020603050405020304" pitchFamily="18" charset="0"/>
            </a:endParaRPr>
          </a:p>
        </p:txBody>
      </p:sp>
      <p:sp>
        <p:nvSpPr>
          <p:cNvPr id="23" name="Rectangle 96">
            <a:extLst>
              <a:ext uri="{FF2B5EF4-FFF2-40B4-BE49-F238E27FC236}">
                <a16:creationId xmlns:a16="http://schemas.microsoft.com/office/drawing/2014/main" id="{872F5A04-897A-45DE-BE79-D9F24B921DAB}"/>
              </a:ext>
            </a:extLst>
          </p:cNvPr>
          <p:cNvSpPr>
            <a:spLocks noChangeArrowheads="1"/>
          </p:cNvSpPr>
          <p:nvPr/>
        </p:nvSpPr>
        <p:spPr bwMode="auto">
          <a:xfrm>
            <a:off x="5726113" y="4010400"/>
            <a:ext cx="11144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rPr>
              <a:t>{a</a:t>
            </a:r>
            <a:r>
              <a:rPr lang="en-US" altLang="zh-CN" sz="1200" baseline="-25000" dirty="0">
                <a:solidFill>
                  <a:srgbClr val="000000"/>
                </a:solidFill>
                <a:latin typeface="Times New Roman" pitchFamily="18" charset="0"/>
                <a:cs typeface="Times New Roman" pitchFamily="18" charset="0"/>
              </a:rPr>
              <a:t>4</a:t>
            </a:r>
            <a:r>
              <a:rPr lang="en-US" altLang="zh-CN" sz="1200" dirty="0">
                <a:solidFill>
                  <a:prstClr val="black"/>
                </a:solidFill>
                <a:latin typeface="Times New Roman" panose="02020603050405020304" pitchFamily="18" charset="0"/>
                <a:ea typeface="SimSun" panose="02010600030101010101" pitchFamily="2" charset="-122"/>
              </a:rPr>
              <a:t>}</a:t>
            </a:r>
          </a:p>
        </p:txBody>
      </p:sp>
      <p:sp>
        <p:nvSpPr>
          <p:cNvPr id="28" name="Rectangle 28">
            <a:extLst>
              <a:ext uri="{FF2B5EF4-FFF2-40B4-BE49-F238E27FC236}">
                <a16:creationId xmlns:a16="http://schemas.microsoft.com/office/drawing/2014/main" id="{65588D8E-A078-4985-AA0E-421C02885E98}"/>
              </a:ext>
            </a:extLst>
          </p:cNvPr>
          <p:cNvSpPr>
            <a:spLocks noChangeArrowheads="1"/>
          </p:cNvSpPr>
          <p:nvPr/>
        </p:nvSpPr>
        <p:spPr bwMode="auto">
          <a:xfrm>
            <a:off x="4143375" y="3214688"/>
            <a:ext cx="2786063" cy="428625"/>
          </a:xfrm>
          <a:prstGeom prst="rect">
            <a:avLst/>
          </a:prstGeom>
          <a:solidFill>
            <a:srgbClr val="FFCCCC"/>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-1].</a:t>
            </a:r>
            <a:r>
              <a:rPr lang="en-US" altLang="zh-CN" sz="1500" i="1">
                <a:solidFill>
                  <a:srgbClr val="000000"/>
                </a:solidFill>
                <a:latin typeface="Times New Roman" panose="02020603050405020304" pitchFamily="18" charset="0"/>
              </a:rPr>
              <a:t>syn</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a:t>
            </a:r>
            <a:r>
              <a:rPr lang="en-US" altLang="zh-CN" sz="1500" i="1" baseline="-25000">
                <a:solidFill>
                  <a:srgbClr val="000000"/>
                </a:solidFill>
                <a:latin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500" i="1">
                <a:solidFill>
                  <a:srgbClr val="000000"/>
                </a:solidFill>
                <a:latin typeface="Times New Roman" panose="02020603050405020304" pitchFamily="18" charset="0"/>
              </a:rPr>
              <a:t>syn</a:t>
            </a:r>
          </a:p>
        </p:txBody>
      </p:sp>
      <p:sp>
        <p:nvSpPr>
          <p:cNvPr id="30" name="Line 29">
            <a:extLst>
              <a:ext uri="{FF2B5EF4-FFF2-40B4-BE49-F238E27FC236}">
                <a16:creationId xmlns:a16="http://schemas.microsoft.com/office/drawing/2014/main" id="{E0D13F87-A9BA-4A41-BEA7-9EC8CDA74E15}"/>
              </a:ext>
            </a:extLst>
          </p:cNvPr>
          <p:cNvSpPr>
            <a:spLocks noChangeShapeType="1"/>
          </p:cNvSpPr>
          <p:nvPr/>
        </p:nvSpPr>
        <p:spPr bwMode="auto">
          <a:xfrm flipH="1" flipV="1">
            <a:off x="5381625" y="3770313"/>
            <a:ext cx="534988" cy="207962"/>
          </a:xfrm>
          <a:prstGeom prst="line">
            <a:avLst/>
          </a:prstGeom>
          <a:noFill/>
          <a:ln w="9525">
            <a:solidFill>
              <a:schemeClr val="hlink"/>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Rectangle 53">
            <a:extLst>
              <a:ext uri="{FF2B5EF4-FFF2-40B4-BE49-F238E27FC236}">
                <a16:creationId xmlns:a16="http://schemas.microsoft.com/office/drawing/2014/main" id="{45A7FE0B-2927-46F6-A8AC-B5311FCFA468}"/>
              </a:ext>
            </a:extLst>
          </p:cNvPr>
          <p:cNvSpPr>
            <a:spLocks noChangeArrowheads="1"/>
          </p:cNvSpPr>
          <p:nvPr/>
        </p:nvSpPr>
        <p:spPr bwMode="auto">
          <a:xfrm>
            <a:off x="6823075" y="4452938"/>
            <a:ext cx="654050" cy="276999"/>
          </a:xfrm>
          <a:prstGeom prst="rect">
            <a:avLst/>
          </a:prstGeom>
          <a:solidFill>
            <a:schemeClr val="accent5">
              <a:lumMod val="60000"/>
              <a:lumOff val="40000"/>
            </a:schemeClr>
          </a:solidFill>
          <a:ln w="9525">
            <a:solidFill>
              <a:schemeClr val="tx1"/>
            </a:solidFill>
            <a:miter lim="800000"/>
            <a:headEnd/>
            <a:tailEnd/>
          </a:ln>
          <a:effectLst/>
        </p:spPr>
        <p:txBody>
          <a:bodyPr wrap="squar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r>
              <a:rPr lang="en-US" altLang="zh-CN" sz="1200" i="1" dirty="0" err="1">
                <a:solidFill>
                  <a:srgbClr val="000000"/>
                </a:solidFill>
                <a:latin typeface="Times New Roman" panose="02020603050405020304" pitchFamily="18" charset="0"/>
              </a:rPr>
              <a:t>syn</a:t>
            </a:r>
            <a:r>
              <a:rPr lang="en-US" altLang="zh-CN" sz="1200" dirty="0">
                <a:solidFill>
                  <a:srgbClr val="000000"/>
                </a:solidFill>
                <a:latin typeface="Times New Roman" panose="02020603050405020304" pitchFamily="18" charset="0"/>
              </a:rPr>
              <a:t>=15</a:t>
            </a:r>
            <a:endParaRPr lang="zh-CN" altLang="en-US" sz="1200" dirty="0">
              <a:solidFill>
                <a:srgbClr val="000000"/>
              </a:solidFill>
              <a:latin typeface="Times New Roman" panose="02020603050405020304" pitchFamily="18" charset="0"/>
            </a:endParaRPr>
          </a:p>
        </p:txBody>
      </p:sp>
      <p:sp>
        <p:nvSpPr>
          <p:cNvPr id="41" name="Freeform 54">
            <a:extLst>
              <a:ext uri="{FF2B5EF4-FFF2-40B4-BE49-F238E27FC236}">
                <a16:creationId xmlns:a16="http://schemas.microsoft.com/office/drawing/2014/main" id="{837C1CEF-1921-4427-AB01-54502E6FA35A}"/>
              </a:ext>
            </a:extLst>
          </p:cNvPr>
          <p:cNvSpPr>
            <a:spLocks/>
          </p:cNvSpPr>
          <p:nvPr/>
        </p:nvSpPr>
        <p:spPr bwMode="auto">
          <a:xfrm>
            <a:off x="7189788" y="4767263"/>
            <a:ext cx="649287" cy="107950"/>
          </a:xfrm>
          <a:custGeom>
            <a:avLst/>
            <a:gdLst>
              <a:gd name="T0" fmla="*/ 0 w 545"/>
              <a:gd name="T1" fmla="*/ 0 h 227"/>
              <a:gd name="T2" fmla="*/ 2147483646 w 545"/>
              <a:gd name="T3" fmla="*/ 2147483646 h 227"/>
              <a:gd name="T4" fmla="*/ 2147483646 w 545"/>
              <a:gd name="T5" fmla="*/ 0 h 227"/>
              <a:gd name="T6" fmla="*/ 0 60000 65536"/>
              <a:gd name="T7" fmla="*/ 0 60000 65536"/>
              <a:gd name="T8" fmla="*/ 0 60000 65536"/>
              <a:gd name="T9" fmla="*/ 0 w 545"/>
              <a:gd name="T10" fmla="*/ 0 h 227"/>
              <a:gd name="T11" fmla="*/ 545 w 545"/>
              <a:gd name="T12" fmla="*/ 227 h 227"/>
            </a:gdLst>
            <a:ahLst/>
            <a:cxnLst>
              <a:cxn ang="T6">
                <a:pos x="T0" y="T1"/>
              </a:cxn>
              <a:cxn ang="T7">
                <a:pos x="T2" y="T3"/>
              </a:cxn>
              <a:cxn ang="T8">
                <a:pos x="T4" y="T5"/>
              </a:cxn>
            </a:cxnLst>
            <a:rect l="T9" t="T10" r="T11" b="T12"/>
            <a:pathLst>
              <a:path w="545" h="227">
                <a:moveTo>
                  <a:pt x="0" y="0"/>
                </a:moveTo>
                <a:cubicBezTo>
                  <a:pt x="91" y="113"/>
                  <a:pt x="182" y="227"/>
                  <a:pt x="273" y="227"/>
                </a:cubicBezTo>
                <a:cubicBezTo>
                  <a:pt x="364" y="227"/>
                  <a:pt x="454" y="113"/>
                  <a:pt x="545" y="0"/>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 name="Rectangle 59">
            <a:extLst>
              <a:ext uri="{FF2B5EF4-FFF2-40B4-BE49-F238E27FC236}">
                <a16:creationId xmlns:a16="http://schemas.microsoft.com/office/drawing/2014/main" id="{00B9E0C0-7C95-4B43-922B-29556E9F8206}"/>
              </a:ext>
            </a:extLst>
          </p:cNvPr>
          <p:cNvSpPr>
            <a:spLocks noChangeArrowheads="1"/>
          </p:cNvSpPr>
          <p:nvPr/>
        </p:nvSpPr>
        <p:spPr bwMode="auto">
          <a:xfrm>
            <a:off x="7434263" y="4449600"/>
            <a:ext cx="809625" cy="277813"/>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a:t>
            </a:r>
            <a:r>
              <a:rPr lang="en-US" altLang="zh-CN" sz="1200" i="1" dirty="0" err="1">
                <a:solidFill>
                  <a:srgbClr val="000000"/>
                </a:solidFill>
                <a:latin typeface="Times New Roman" panose="02020603050405020304" pitchFamily="18" charset="0"/>
              </a:rPr>
              <a:t>syn</a:t>
            </a:r>
            <a:r>
              <a:rPr lang="en-US" altLang="zh-CN" sz="1200" dirty="0">
                <a:solidFill>
                  <a:srgbClr val="000000"/>
                </a:solidFill>
                <a:latin typeface="Times New Roman" panose="02020603050405020304" pitchFamily="18" charset="0"/>
              </a:rPr>
              <a:t>=15</a:t>
            </a:r>
            <a:endParaRPr lang="zh-CN" altLang="en-US" sz="1200" dirty="0">
              <a:solidFill>
                <a:srgbClr val="000000"/>
              </a:solidFill>
              <a:latin typeface="Times New Roman" panose="02020603050405020304" pitchFamily="18" charset="0"/>
            </a:endParaRPr>
          </a:p>
        </p:txBody>
      </p:sp>
      <p:sp>
        <p:nvSpPr>
          <p:cNvPr id="158735" name="Line 79">
            <a:extLst>
              <a:ext uri="{FF2B5EF4-FFF2-40B4-BE49-F238E27FC236}">
                <a16:creationId xmlns:a16="http://schemas.microsoft.com/office/drawing/2014/main" id="{5AB83CBF-87DB-484E-A79E-322260AB22B9}"/>
              </a:ext>
            </a:extLst>
          </p:cNvPr>
          <p:cNvSpPr>
            <a:spLocks noChangeShapeType="1"/>
          </p:cNvSpPr>
          <p:nvPr/>
        </p:nvSpPr>
        <p:spPr bwMode="auto">
          <a:xfrm flipV="1">
            <a:off x="82264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8736" name="Line 79">
            <a:extLst>
              <a:ext uri="{FF2B5EF4-FFF2-40B4-BE49-F238E27FC236}">
                <a16:creationId xmlns:a16="http://schemas.microsoft.com/office/drawing/2014/main" id="{63D27FC3-8164-47CC-9FE9-F98F680B83AA}"/>
              </a:ext>
            </a:extLst>
          </p:cNvPr>
          <p:cNvSpPr>
            <a:spLocks noChangeShapeType="1"/>
          </p:cNvSpPr>
          <p:nvPr/>
        </p:nvSpPr>
        <p:spPr bwMode="auto">
          <a:xfrm flipV="1">
            <a:off x="80105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8737" name="Line 79">
            <a:extLst>
              <a:ext uri="{FF2B5EF4-FFF2-40B4-BE49-F238E27FC236}">
                <a16:creationId xmlns:a16="http://schemas.microsoft.com/office/drawing/2014/main" id="{A2511932-F9E6-4458-9A96-482BB1E741E4}"/>
              </a:ext>
            </a:extLst>
          </p:cNvPr>
          <p:cNvSpPr>
            <a:spLocks noChangeShapeType="1"/>
          </p:cNvSpPr>
          <p:nvPr/>
        </p:nvSpPr>
        <p:spPr bwMode="auto">
          <a:xfrm flipV="1">
            <a:off x="7794625" y="1697038"/>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8738" name="Rectangle 56">
            <a:extLst>
              <a:ext uri="{FF2B5EF4-FFF2-40B4-BE49-F238E27FC236}">
                <a16:creationId xmlns:a16="http://schemas.microsoft.com/office/drawing/2014/main" id="{02E2300F-759E-4B33-B09D-760B51AF34B9}"/>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58739" name="Line 79">
            <a:extLst>
              <a:ext uri="{FF2B5EF4-FFF2-40B4-BE49-F238E27FC236}">
                <a16:creationId xmlns:a16="http://schemas.microsoft.com/office/drawing/2014/main" id="{B614A7C5-D975-4ABB-9799-298BC0C42458}"/>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8740" name="组合 12">
            <a:extLst>
              <a:ext uri="{FF2B5EF4-FFF2-40B4-BE49-F238E27FC236}">
                <a16:creationId xmlns:a16="http://schemas.microsoft.com/office/drawing/2014/main" id="{93AD56D9-8BE4-4BC5-940C-0B9A6BF9CCD9}"/>
              </a:ext>
            </a:extLst>
          </p:cNvPr>
          <p:cNvGrpSpPr>
            <a:grpSpLocks/>
          </p:cNvGrpSpPr>
          <p:nvPr/>
        </p:nvGrpSpPr>
        <p:grpSpPr bwMode="auto">
          <a:xfrm>
            <a:off x="715963" y="682625"/>
            <a:ext cx="6092825" cy="2249488"/>
            <a:chOff x="751285" y="802569"/>
            <a:chExt cx="6091894" cy="2249363"/>
          </a:xfrm>
        </p:grpSpPr>
        <p:sp>
          <p:nvSpPr>
            <p:cNvPr id="35" name="矩形 7">
              <a:extLst>
                <a:ext uri="{FF2B5EF4-FFF2-40B4-BE49-F238E27FC236}">
                  <a16:creationId xmlns:a16="http://schemas.microsoft.com/office/drawing/2014/main" id="{2E79D1B9-250E-4315-87A7-622857FE85A3}"/>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58743" name="Rectangle 3">
              <a:extLst>
                <a:ext uri="{FF2B5EF4-FFF2-40B4-BE49-F238E27FC236}">
                  <a16:creationId xmlns:a16="http://schemas.microsoft.com/office/drawing/2014/main" id="{BBFD727A-DB93-4EC9-8E2B-25676F477FCC}"/>
                </a:ext>
              </a:extLst>
            </p:cNvPr>
            <p:cNvSpPr txBox="1">
              <a:spLocks noChangeArrowheads="1"/>
            </p:cNvSpPr>
            <p:nvPr/>
          </p:nvSpPr>
          <p:spPr bwMode="auto">
            <a:xfrm>
              <a:off x="3670772" y="802569"/>
              <a:ext cx="3166239" cy="1660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3</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 </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4</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5</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.inh</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6</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00"/>
                </a:solidFill>
                <a:latin typeface="Times New Roman" panose="02020603050405020304" pitchFamily="18" charset="0"/>
                <a:cs typeface="Times New Roman" panose="02020603050405020304" pitchFamily="18" charset="0"/>
              </a:endParaRPr>
            </a:p>
          </p:txBody>
        </p:sp>
        <p:sp>
          <p:nvSpPr>
            <p:cNvPr id="158744" name="Rectangle 3">
              <a:extLst>
                <a:ext uri="{FF2B5EF4-FFF2-40B4-BE49-F238E27FC236}">
                  <a16:creationId xmlns:a16="http://schemas.microsoft.com/office/drawing/2014/main" id="{EE23B449-0550-473E-8C1C-E0AF282B9C3D}"/>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rPr>
                <a:t>T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a:solidFill>
                    <a:srgbClr val="0000FF"/>
                  </a:solidFill>
                  <a:latin typeface="Times New Roman" panose="02020603050405020304" pitchFamily="18" charset="0"/>
                  <a:cs typeface="Times New Roman" panose="02020603050405020304" pitchFamily="18" charset="0"/>
                </a:rPr>
                <a:t>1</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2</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2) </a:t>
              </a:r>
              <a:r>
                <a:rPr lang="en-US" altLang="zh-CN"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3</a:t>
              </a:r>
              <a:r>
                <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 </a:t>
              </a:r>
              <a:r>
                <a:rPr lang="en-US" altLang="zh-CN"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4</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3)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5</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6</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FF"/>
                </a:solidFill>
                <a:latin typeface="Times New Roman" panose="02020603050405020304" pitchFamily="18" charset="0"/>
                <a:cs typeface="Times New Roman" panose="02020603050405020304" pitchFamily="18" charset="0"/>
              </a:endParaRPr>
            </a:p>
          </p:txBody>
        </p:sp>
      </p:grpSp>
      <p:sp>
        <p:nvSpPr>
          <p:cNvPr id="40" name="Rectangle 100">
            <a:extLst>
              <a:ext uri="{FF2B5EF4-FFF2-40B4-BE49-F238E27FC236}">
                <a16:creationId xmlns:a16="http://schemas.microsoft.com/office/drawing/2014/main" id="{EBD54594-354F-4DBF-9EFD-B3A25801210E}"/>
              </a:ext>
            </a:extLst>
          </p:cNvPr>
          <p:cNvSpPr>
            <a:spLocks noChangeArrowheads="1"/>
          </p:cNvSpPr>
          <p:nvPr/>
        </p:nvSpPr>
        <p:spPr bwMode="auto">
          <a:xfrm>
            <a:off x="5727600" y="4449763"/>
            <a:ext cx="1116000"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a:t>
            </a:r>
            <a:r>
              <a:rPr lang="en-US" altLang="zh-CN" sz="1200" i="1" baseline="-25000" dirty="0">
                <a:solidFill>
                  <a:srgbClr val="000000"/>
                </a:solidFill>
                <a:latin typeface="Times New Roman" panose="02020603050405020304" pitchFamily="18" charset="0"/>
              </a:rPr>
              <a:t>1</a:t>
            </a:r>
            <a:r>
              <a:rPr lang="en-US" altLang="zh-CN" sz="1200" i="1" dirty="0">
                <a:solidFill>
                  <a:srgbClr val="000000"/>
                </a:solidFill>
                <a:latin typeface="Times New Roman" pitchFamily="18" charset="0"/>
                <a:ea typeface="楷体" pitchFamily="49" charset="-122"/>
                <a:cs typeface="Times New Roman" pitchFamily="18" charset="0"/>
              </a:rPr>
              <a:t>′</a:t>
            </a:r>
            <a:r>
              <a:rPr lang="en-US" altLang="zh-CN" sz="1200" i="1" dirty="0">
                <a:solidFill>
                  <a:srgbClr val="000000"/>
                </a:solidFill>
                <a:latin typeface="Times New Roman" panose="02020603050405020304" pitchFamily="18" charset="0"/>
              </a:rPr>
              <a:t>syn</a:t>
            </a:r>
            <a:r>
              <a:rPr lang="en-US" altLang="zh-CN" sz="1200" dirty="0">
                <a:solidFill>
                  <a:srgbClr val="000000"/>
                </a:solidFill>
                <a:latin typeface="Times New Roman" panose="02020603050405020304" pitchFamily="18" charset="0"/>
              </a:rPr>
              <a:t>=15</a:t>
            </a:r>
            <a:endParaRPr lang="zh-CN" altLang="en-US" sz="1200" dirty="0">
              <a:solidFill>
                <a:srgbClr val="000000"/>
              </a:solidFill>
              <a:latin typeface="Times New Roman" panose="02020603050405020304" pitchFamily="18" charset="0"/>
            </a:endParaRPr>
          </a:p>
        </p:txBody>
      </p:sp>
      <p:sp>
        <p:nvSpPr>
          <p:cNvPr id="2" name="灯片编号占位符 1">
            <a:extLst>
              <a:ext uri="{FF2B5EF4-FFF2-40B4-BE49-F238E27FC236}">
                <a16:creationId xmlns:a16="http://schemas.microsoft.com/office/drawing/2014/main" id="{E18969F8-020B-455C-8461-DB0E5B37D785}"/>
              </a:ext>
            </a:extLst>
          </p:cNvPr>
          <p:cNvSpPr>
            <a:spLocks noGrp="1"/>
          </p:cNvSpPr>
          <p:nvPr>
            <p:ph type="sldNum" sz="quarter" idx="10"/>
          </p:nvPr>
        </p:nvSpPr>
        <p:spPr/>
        <p:txBody>
          <a:bodyPr/>
          <a:lstStyle/>
          <a:p>
            <a:pPr>
              <a:defRPr/>
            </a:pPr>
            <a:fld id="{8E104948-B687-4A74-87EB-9097C047E113}" type="slidenum">
              <a:rPr lang="zh-CN" altLang="en-US" smtClean="0"/>
              <a:pPr>
                <a:defRPr/>
              </a:pPr>
              <a:t>66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3" presetClass="entr" presetSubtype="0"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ppt_w</p:attrName>
                                        </p:attrNameLst>
                                      </p:cBhvr>
                                      <p:tavLst>
                                        <p:tav tm="0">
                                          <p:val>
                                            <p:fltVal val="0"/>
                                          </p:val>
                                        </p:tav>
                                        <p:tav tm="100000">
                                          <p:val>
                                            <p:strVal val="#ppt_w"/>
                                          </p:val>
                                        </p:tav>
                                      </p:tavLst>
                                    </p:anim>
                                    <p:anim calcmode="lin" valueType="num">
                                      <p:cBhvr>
                                        <p:cTn id="13" dur="500" fill="hold"/>
                                        <p:tgtEl>
                                          <p:spTgt spid="30"/>
                                        </p:tgtEl>
                                        <p:attrNameLst>
                                          <p:attrName>ppt_h</p:attrName>
                                        </p:attrNameLst>
                                      </p:cBhvr>
                                      <p:tavLst>
                                        <p:tav tm="0">
                                          <p:val>
                                            <p:fltVal val="0"/>
                                          </p:val>
                                        </p:tav>
                                        <p:tav tm="100000">
                                          <p:val>
                                            <p:strVal val="#ppt_h"/>
                                          </p:val>
                                        </p:tav>
                                      </p:tavLst>
                                    </p:anim>
                                    <p:animEffect transition="in" filter="fade">
                                      <p:cBhvr>
                                        <p:cTn id="14" dur="500"/>
                                        <p:tgtEl>
                                          <p:spTgt spid="3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ppt_w</p:attrName>
                                        </p:attrNameLst>
                                      </p:cBhvr>
                                      <p:tavLst>
                                        <p:tav tm="0">
                                          <p:val>
                                            <p:fltVal val="0"/>
                                          </p:val>
                                        </p:tav>
                                        <p:tav tm="100000">
                                          <p:val>
                                            <p:strVal val="#ppt_w"/>
                                          </p:val>
                                        </p:tav>
                                      </p:tavLst>
                                    </p:anim>
                                    <p:anim calcmode="lin" valueType="num">
                                      <p:cBhvr>
                                        <p:cTn id="20" dur="500" fill="hold"/>
                                        <p:tgtEl>
                                          <p:spTgt spid="34"/>
                                        </p:tgtEl>
                                        <p:attrNameLst>
                                          <p:attrName>ppt_h</p:attrName>
                                        </p:attrNameLst>
                                      </p:cBhvr>
                                      <p:tavLst>
                                        <p:tav tm="0">
                                          <p:val>
                                            <p:fltVal val="0"/>
                                          </p:val>
                                        </p:tav>
                                        <p:tav tm="100000">
                                          <p:val>
                                            <p:strVal val="#ppt_h"/>
                                          </p:val>
                                        </p:tav>
                                      </p:tavLst>
                                    </p:anim>
                                    <p:animEffect transition="in" filter="fade">
                                      <p:cBhvr>
                                        <p:cTn id="21" dur="500"/>
                                        <p:tgtEl>
                                          <p:spTgt spid="3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xit" presetSubtype="32" fill="hold" nodeType="clickEffect">
                                  <p:stCondLst>
                                    <p:cond delay="0"/>
                                  </p:stCondLst>
                                  <p:childTnLst>
                                    <p:anim calcmode="lin" valueType="num">
                                      <p:cBhvr>
                                        <p:cTn id="25" dur="500"/>
                                        <p:tgtEl>
                                          <p:spTgt spid="30"/>
                                        </p:tgtEl>
                                        <p:attrNameLst>
                                          <p:attrName>ppt_w</p:attrName>
                                        </p:attrNameLst>
                                      </p:cBhvr>
                                      <p:tavLst>
                                        <p:tav tm="0">
                                          <p:val>
                                            <p:strVal val="ppt_w"/>
                                          </p:val>
                                        </p:tav>
                                        <p:tav tm="100000">
                                          <p:val>
                                            <p:fltVal val="0"/>
                                          </p:val>
                                        </p:tav>
                                      </p:tavLst>
                                    </p:anim>
                                    <p:anim calcmode="lin" valueType="num">
                                      <p:cBhvr>
                                        <p:cTn id="26" dur="500"/>
                                        <p:tgtEl>
                                          <p:spTgt spid="30"/>
                                        </p:tgtEl>
                                        <p:attrNameLst>
                                          <p:attrName>ppt_h</p:attrName>
                                        </p:attrNameLst>
                                      </p:cBhvr>
                                      <p:tavLst>
                                        <p:tav tm="0">
                                          <p:val>
                                            <p:strVal val="ppt_h"/>
                                          </p:val>
                                        </p:tav>
                                        <p:tav tm="100000">
                                          <p:val>
                                            <p:fltVal val="0"/>
                                          </p:val>
                                        </p:tav>
                                      </p:tavLst>
                                    </p:anim>
                                    <p:animEffect transition="out" filter="fade">
                                      <p:cBhvr>
                                        <p:cTn id="27" dur="500"/>
                                        <p:tgtEl>
                                          <p:spTgt spid="30"/>
                                        </p:tgtEl>
                                      </p:cBhvr>
                                    </p:animEffect>
                                    <p:set>
                                      <p:cBhvr>
                                        <p:cTn id="28" dur="1" fill="hold">
                                          <p:stCondLst>
                                            <p:cond delay="499"/>
                                          </p:stCondLst>
                                        </p:cTn>
                                        <p:tgtEl>
                                          <p:spTgt spid="30"/>
                                        </p:tgtEl>
                                        <p:attrNameLst>
                                          <p:attrName>style.visibility</p:attrName>
                                        </p:attrNameLst>
                                      </p:cBhvr>
                                      <p:to>
                                        <p:strVal val="hidden"/>
                                      </p:to>
                                    </p:set>
                                  </p:childTnLst>
                                </p:cTn>
                              </p:par>
                              <p:par>
                                <p:cTn id="29" presetID="53" presetClass="exit" presetSubtype="32" fill="hold" grpId="0" nodeType="withEffect">
                                  <p:stCondLst>
                                    <p:cond delay="0"/>
                                  </p:stCondLst>
                                  <p:childTnLst>
                                    <p:anim calcmode="lin" valueType="num">
                                      <p:cBhvr>
                                        <p:cTn id="30" dur="500"/>
                                        <p:tgtEl>
                                          <p:spTgt spid="23"/>
                                        </p:tgtEl>
                                        <p:attrNameLst>
                                          <p:attrName>ppt_w</p:attrName>
                                        </p:attrNameLst>
                                      </p:cBhvr>
                                      <p:tavLst>
                                        <p:tav tm="0">
                                          <p:val>
                                            <p:strVal val="ppt_w"/>
                                          </p:val>
                                        </p:tav>
                                        <p:tav tm="100000">
                                          <p:val>
                                            <p:fltVal val="0"/>
                                          </p:val>
                                        </p:tav>
                                      </p:tavLst>
                                    </p:anim>
                                    <p:anim calcmode="lin" valueType="num">
                                      <p:cBhvr>
                                        <p:cTn id="31" dur="500"/>
                                        <p:tgtEl>
                                          <p:spTgt spid="23"/>
                                        </p:tgtEl>
                                        <p:attrNameLst>
                                          <p:attrName>ppt_h</p:attrName>
                                        </p:attrNameLst>
                                      </p:cBhvr>
                                      <p:tavLst>
                                        <p:tav tm="0">
                                          <p:val>
                                            <p:strVal val="ppt_h"/>
                                          </p:val>
                                        </p:tav>
                                        <p:tav tm="100000">
                                          <p:val>
                                            <p:fltVal val="0"/>
                                          </p:val>
                                        </p:tav>
                                      </p:tavLst>
                                    </p:anim>
                                    <p:animEffect transition="out" filter="fade">
                                      <p:cBhvr>
                                        <p:cTn id="32" dur="500"/>
                                        <p:tgtEl>
                                          <p:spTgt spid="23"/>
                                        </p:tgtEl>
                                      </p:cBhvr>
                                    </p:animEffect>
                                    <p:set>
                                      <p:cBhvr>
                                        <p:cTn id="33" dur="1" fill="hold">
                                          <p:stCondLst>
                                            <p:cond delay="499"/>
                                          </p:stCondLst>
                                        </p:cTn>
                                        <p:tgtEl>
                                          <p:spTgt spid="23"/>
                                        </p:tgtEl>
                                        <p:attrNameLst>
                                          <p:attrName>style.visibility</p:attrName>
                                        </p:attrNameLst>
                                      </p:cBhvr>
                                      <p:to>
                                        <p:strVal val="hidden"/>
                                      </p:to>
                                    </p:set>
                                  </p:childTnLst>
                                </p:cTn>
                              </p:par>
                              <p:par>
                                <p:cTn id="34" presetID="53" presetClass="exit" presetSubtype="32" fill="hold" grpId="0" nodeType="withEffect">
                                  <p:stCondLst>
                                    <p:cond delay="0"/>
                                  </p:stCondLst>
                                  <p:childTnLst>
                                    <p:anim calcmode="lin" valueType="num">
                                      <p:cBhvr>
                                        <p:cTn id="35" dur="500"/>
                                        <p:tgtEl>
                                          <p:spTgt spid="40"/>
                                        </p:tgtEl>
                                        <p:attrNameLst>
                                          <p:attrName>ppt_w</p:attrName>
                                        </p:attrNameLst>
                                      </p:cBhvr>
                                      <p:tavLst>
                                        <p:tav tm="0">
                                          <p:val>
                                            <p:strVal val="ppt_w"/>
                                          </p:val>
                                        </p:tav>
                                        <p:tav tm="100000">
                                          <p:val>
                                            <p:fltVal val="0"/>
                                          </p:val>
                                        </p:tav>
                                      </p:tavLst>
                                    </p:anim>
                                    <p:anim calcmode="lin" valueType="num">
                                      <p:cBhvr>
                                        <p:cTn id="36" dur="500"/>
                                        <p:tgtEl>
                                          <p:spTgt spid="40"/>
                                        </p:tgtEl>
                                        <p:attrNameLst>
                                          <p:attrName>ppt_h</p:attrName>
                                        </p:attrNameLst>
                                      </p:cBhvr>
                                      <p:tavLst>
                                        <p:tav tm="0">
                                          <p:val>
                                            <p:strVal val="ppt_h"/>
                                          </p:val>
                                        </p:tav>
                                        <p:tav tm="100000">
                                          <p:val>
                                            <p:fltVal val="0"/>
                                          </p:val>
                                        </p:tav>
                                      </p:tavLst>
                                    </p:anim>
                                    <p:animEffect transition="out" filter="fade">
                                      <p:cBhvr>
                                        <p:cTn id="37" dur="500"/>
                                        <p:tgtEl>
                                          <p:spTgt spid="40"/>
                                        </p:tgtEl>
                                      </p:cBhvr>
                                    </p:animEffect>
                                    <p:set>
                                      <p:cBhvr>
                                        <p:cTn id="38" dur="1" fill="hold">
                                          <p:stCondLst>
                                            <p:cond delay="499"/>
                                          </p:stCondLst>
                                        </p:cTn>
                                        <p:tgtEl>
                                          <p:spTgt spid="40"/>
                                        </p:tgtEl>
                                        <p:attrNameLst>
                                          <p:attrName>style.visibility</p:attrName>
                                        </p:attrNameLst>
                                      </p:cBhvr>
                                      <p:to>
                                        <p:strVal val="hidden"/>
                                      </p:to>
                                    </p:set>
                                  </p:childTnLst>
                                </p:cTn>
                              </p:par>
                              <p:par>
                                <p:cTn id="39" presetID="53" presetClass="exit" presetSubtype="32" fill="hold" grpId="1" nodeType="withEffect">
                                  <p:stCondLst>
                                    <p:cond delay="0"/>
                                  </p:stCondLst>
                                  <p:childTnLst>
                                    <p:anim calcmode="lin" valueType="num">
                                      <p:cBhvr>
                                        <p:cTn id="40" dur="500"/>
                                        <p:tgtEl>
                                          <p:spTgt spid="28"/>
                                        </p:tgtEl>
                                        <p:attrNameLst>
                                          <p:attrName>ppt_w</p:attrName>
                                        </p:attrNameLst>
                                      </p:cBhvr>
                                      <p:tavLst>
                                        <p:tav tm="0">
                                          <p:val>
                                            <p:strVal val="ppt_w"/>
                                          </p:val>
                                        </p:tav>
                                        <p:tav tm="100000">
                                          <p:val>
                                            <p:fltVal val="0"/>
                                          </p:val>
                                        </p:tav>
                                      </p:tavLst>
                                    </p:anim>
                                    <p:anim calcmode="lin" valueType="num">
                                      <p:cBhvr>
                                        <p:cTn id="41" dur="500"/>
                                        <p:tgtEl>
                                          <p:spTgt spid="28"/>
                                        </p:tgtEl>
                                        <p:attrNameLst>
                                          <p:attrName>ppt_h</p:attrName>
                                        </p:attrNameLst>
                                      </p:cBhvr>
                                      <p:tavLst>
                                        <p:tav tm="0">
                                          <p:val>
                                            <p:strVal val="ppt_h"/>
                                          </p:val>
                                        </p:tav>
                                        <p:tav tm="100000">
                                          <p:val>
                                            <p:fltVal val="0"/>
                                          </p:val>
                                        </p:tav>
                                      </p:tavLst>
                                    </p:anim>
                                    <p:animEffect transition="out" filter="fade">
                                      <p:cBhvr>
                                        <p:cTn id="42" dur="500"/>
                                        <p:tgtEl>
                                          <p:spTgt spid="28"/>
                                        </p:tgtEl>
                                      </p:cBhvr>
                                    </p:animEffect>
                                    <p:set>
                                      <p:cBhvr>
                                        <p:cTn id="43" dur="1" fill="hold">
                                          <p:stCondLst>
                                            <p:cond delay="499"/>
                                          </p:stCondLst>
                                        </p:cTn>
                                        <p:tgtEl>
                                          <p:spTgt spid="28"/>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53" presetClass="entr" presetSubtype="0" fill="hold" nodeType="clickEffect">
                                  <p:stCondLst>
                                    <p:cond delay="0"/>
                                  </p:stCondLst>
                                  <p:childTnLst>
                                    <p:set>
                                      <p:cBhvr>
                                        <p:cTn id="47" dur="1" fill="hold">
                                          <p:stCondLst>
                                            <p:cond delay="0"/>
                                          </p:stCondLst>
                                        </p:cTn>
                                        <p:tgtEl>
                                          <p:spTgt spid="41"/>
                                        </p:tgtEl>
                                        <p:attrNameLst>
                                          <p:attrName>style.visibility</p:attrName>
                                        </p:attrNameLst>
                                      </p:cBhvr>
                                      <p:to>
                                        <p:strVal val="visible"/>
                                      </p:to>
                                    </p:set>
                                    <p:anim calcmode="lin" valueType="num">
                                      <p:cBhvr>
                                        <p:cTn id="48" dur="500" fill="hold"/>
                                        <p:tgtEl>
                                          <p:spTgt spid="41"/>
                                        </p:tgtEl>
                                        <p:attrNameLst>
                                          <p:attrName>ppt_w</p:attrName>
                                        </p:attrNameLst>
                                      </p:cBhvr>
                                      <p:tavLst>
                                        <p:tav tm="0">
                                          <p:val>
                                            <p:fltVal val="0"/>
                                          </p:val>
                                        </p:tav>
                                        <p:tav tm="100000">
                                          <p:val>
                                            <p:strVal val="#ppt_w"/>
                                          </p:val>
                                        </p:tav>
                                      </p:tavLst>
                                    </p:anim>
                                    <p:anim calcmode="lin" valueType="num">
                                      <p:cBhvr>
                                        <p:cTn id="49" dur="500" fill="hold"/>
                                        <p:tgtEl>
                                          <p:spTgt spid="41"/>
                                        </p:tgtEl>
                                        <p:attrNameLst>
                                          <p:attrName>ppt_h</p:attrName>
                                        </p:attrNameLst>
                                      </p:cBhvr>
                                      <p:tavLst>
                                        <p:tav tm="0">
                                          <p:val>
                                            <p:fltVal val="0"/>
                                          </p:val>
                                        </p:tav>
                                        <p:tav tm="100000">
                                          <p:val>
                                            <p:strVal val="#ppt_h"/>
                                          </p:val>
                                        </p:tav>
                                      </p:tavLst>
                                    </p:anim>
                                    <p:animEffect transition="in" filter="fade">
                                      <p:cBhvr>
                                        <p:cTn id="50" dur="500"/>
                                        <p:tgtEl>
                                          <p:spTgt spid="41"/>
                                        </p:tgtEl>
                                      </p:cBhvr>
                                    </p:animEffect>
                                  </p:childTnLst>
                                </p:cTn>
                              </p:par>
                              <p:par>
                                <p:cTn id="51" presetID="53"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anim calcmode="lin" valueType="num">
                                      <p:cBhvr>
                                        <p:cTn id="53" dur="500" fill="hold"/>
                                        <p:tgtEl>
                                          <p:spTgt spid="43"/>
                                        </p:tgtEl>
                                        <p:attrNameLst>
                                          <p:attrName>ppt_w</p:attrName>
                                        </p:attrNameLst>
                                      </p:cBhvr>
                                      <p:tavLst>
                                        <p:tav tm="0">
                                          <p:val>
                                            <p:fltVal val="0"/>
                                          </p:val>
                                        </p:tav>
                                        <p:tav tm="100000">
                                          <p:val>
                                            <p:strVal val="#ppt_w"/>
                                          </p:val>
                                        </p:tav>
                                      </p:tavLst>
                                    </p:anim>
                                    <p:anim calcmode="lin" valueType="num">
                                      <p:cBhvr>
                                        <p:cTn id="54" dur="500" fill="hold"/>
                                        <p:tgtEl>
                                          <p:spTgt spid="43"/>
                                        </p:tgtEl>
                                        <p:attrNameLst>
                                          <p:attrName>ppt_h</p:attrName>
                                        </p:attrNameLst>
                                      </p:cBhvr>
                                      <p:tavLst>
                                        <p:tav tm="0">
                                          <p:val>
                                            <p:fltVal val="0"/>
                                          </p:val>
                                        </p:tav>
                                        <p:tav tm="100000">
                                          <p:val>
                                            <p:strVal val="#ppt_h"/>
                                          </p:val>
                                        </p:tav>
                                      </p:tavLst>
                                    </p:anim>
                                    <p:animEffect transition="in" filter="fade">
                                      <p:cBhvr>
                                        <p:cTn id="55" dur="500"/>
                                        <p:tgtEl>
                                          <p:spTgt spid="4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3" presetClass="exit" presetSubtype="32" fill="hold" grpId="1" nodeType="clickEffect">
                                  <p:stCondLst>
                                    <p:cond delay="0"/>
                                  </p:stCondLst>
                                  <p:childTnLst>
                                    <p:anim calcmode="lin" valueType="num">
                                      <p:cBhvr>
                                        <p:cTn id="59" dur="500"/>
                                        <p:tgtEl>
                                          <p:spTgt spid="34"/>
                                        </p:tgtEl>
                                        <p:attrNameLst>
                                          <p:attrName>ppt_w</p:attrName>
                                        </p:attrNameLst>
                                      </p:cBhvr>
                                      <p:tavLst>
                                        <p:tav tm="0">
                                          <p:val>
                                            <p:strVal val="ppt_w"/>
                                          </p:val>
                                        </p:tav>
                                        <p:tav tm="100000">
                                          <p:val>
                                            <p:fltVal val="0"/>
                                          </p:val>
                                        </p:tav>
                                      </p:tavLst>
                                    </p:anim>
                                    <p:anim calcmode="lin" valueType="num">
                                      <p:cBhvr>
                                        <p:cTn id="60" dur="500"/>
                                        <p:tgtEl>
                                          <p:spTgt spid="34"/>
                                        </p:tgtEl>
                                        <p:attrNameLst>
                                          <p:attrName>ppt_h</p:attrName>
                                        </p:attrNameLst>
                                      </p:cBhvr>
                                      <p:tavLst>
                                        <p:tav tm="0">
                                          <p:val>
                                            <p:strVal val="ppt_h"/>
                                          </p:val>
                                        </p:tav>
                                        <p:tav tm="100000">
                                          <p:val>
                                            <p:fltVal val="0"/>
                                          </p:val>
                                        </p:tav>
                                      </p:tavLst>
                                    </p:anim>
                                    <p:animEffect transition="out" filter="fade">
                                      <p:cBhvr>
                                        <p:cTn id="61" dur="500"/>
                                        <p:tgtEl>
                                          <p:spTgt spid="34"/>
                                        </p:tgtEl>
                                      </p:cBhvr>
                                    </p:animEffect>
                                    <p:set>
                                      <p:cBhvr>
                                        <p:cTn id="62" dur="1" fill="hold">
                                          <p:stCondLst>
                                            <p:cond delay="499"/>
                                          </p:stCondLst>
                                        </p:cTn>
                                        <p:tgtEl>
                                          <p:spTgt spid="34"/>
                                        </p:tgtEl>
                                        <p:attrNameLst>
                                          <p:attrName>style.visibility</p:attrName>
                                        </p:attrNameLst>
                                      </p:cBhvr>
                                      <p:to>
                                        <p:strVal val="hidden"/>
                                      </p:to>
                                    </p:set>
                                  </p:childTnLst>
                                </p:cTn>
                              </p:par>
                              <p:par>
                                <p:cTn id="63" presetID="53" presetClass="exit" presetSubtype="32" fill="hold" nodeType="withEffect">
                                  <p:stCondLst>
                                    <p:cond delay="0"/>
                                  </p:stCondLst>
                                  <p:childTnLst>
                                    <p:anim calcmode="lin" valueType="num">
                                      <p:cBhvr>
                                        <p:cTn id="64" dur="500"/>
                                        <p:tgtEl>
                                          <p:spTgt spid="41"/>
                                        </p:tgtEl>
                                        <p:attrNameLst>
                                          <p:attrName>ppt_w</p:attrName>
                                        </p:attrNameLst>
                                      </p:cBhvr>
                                      <p:tavLst>
                                        <p:tav tm="0">
                                          <p:val>
                                            <p:strVal val="ppt_w"/>
                                          </p:val>
                                        </p:tav>
                                        <p:tav tm="100000">
                                          <p:val>
                                            <p:fltVal val="0"/>
                                          </p:val>
                                        </p:tav>
                                      </p:tavLst>
                                    </p:anim>
                                    <p:anim calcmode="lin" valueType="num">
                                      <p:cBhvr>
                                        <p:cTn id="65" dur="500"/>
                                        <p:tgtEl>
                                          <p:spTgt spid="41"/>
                                        </p:tgtEl>
                                        <p:attrNameLst>
                                          <p:attrName>ppt_h</p:attrName>
                                        </p:attrNameLst>
                                      </p:cBhvr>
                                      <p:tavLst>
                                        <p:tav tm="0">
                                          <p:val>
                                            <p:strVal val="ppt_h"/>
                                          </p:val>
                                        </p:tav>
                                        <p:tav tm="100000">
                                          <p:val>
                                            <p:fltVal val="0"/>
                                          </p:val>
                                        </p:tav>
                                      </p:tavLst>
                                    </p:anim>
                                    <p:animEffect transition="out" filter="fade">
                                      <p:cBhvr>
                                        <p:cTn id="66" dur="500"/>
                                        <p:tgtEl>
                                          <p:spTgt spid="41"/>
                                        </p:tgtEl>
                                      </p:cBhvr>
                                    </p:animEffect>
                                    <p:set>
                                      <p:cBhvr>
                                        <p:cTn id="67" dur="1" fill="hold">
                                          <p:stCondLst>
                                            <p:cond delay="499"/>
                                          </p:stCondLst>
                                        </p:cTn>
                                        <p:tgtEl>
                                          <p:spTgt spid="41"/>
                                        </p:tgtEl>
                                        <p:attrNameLst>
                                          <p:attrName>style.visibility</p:attrName>
                                        </p:attrNameLst>
                                      </p:cBhvr>
                                      <p:to>
                                        <p:strVal val="hidden"/>
                                      </p:to>
                                    </p:set>
                                  </p:childTnLst>
                                </p:cTn>
                              </p:par>
                              <p:par>
                                <p:cTn id="68" presetID="53" presetClass="exit" presetSubtype="32" fill="hold" grpId="0" nodeType="withEffect">
                                  <p:stCondLst>
                                    <p:cond delay="0"/>
                                  </p:stCondLst>
                                  <p:childTnLst>
                                    <p:anim calcmode="lin" valueType="num">
                                      <p:cBhvr>
                                        <p:cTn id="69" dur="500"/>
                                        <p:tgtEl>
                                          <p:spTgt spid="15"/>
                                        </p:tgtEl>
                                        <p:attrNameLst>
                                          <p:attrName>ppt_w</p:attrName>
                                        </p:attrNameLst>
                                      </p:cBhvr>
                                      <p:tavLst>
                                        <p:tav tm="0">
                                          <p:val>
                                            <p:strVal val="ppt_w"/>
                                          </p:val>
                                        </p:tav>
                                        <p:tav tm="100000">
                                          <p:val>
                                            <p:fltVal val="0"/>
                                          </p:val>
                                        </p:tav>
                                      </p:tavLst>
                                    </p:anim>
                                    <p:anim calcmode="lin" valueType="num">
                                      <p:cBhvr>
                                        <p:cTn id="70" dur="500"/>
                                        <p:tgtEl>
                                          <p:spTgt spid="15"/>
                                        </p:tgtEl>
                                        <p:attrNameLst>
                                          <p:attrName>ppt_h</p:attrName>
                                        </p:attrNameLst>
                                      </p:cBhvr>
                                      <p:tavLst>
                                        <p:tav tm="0">
                                          <p:val>
                                            <p:strVal val="ppt_h"/>
                                          </p:val>
                                        </p:tav>
                                        <p:tav tm="100000">
                                          <p:val>
                                            <p:fltVal val="0"/>
                                          </p:val>
                                        </p:tav>
                                      </p:tavLst>
                                    </p:anim>
                                    <p:animEffect transition="out" filter="fade">
                                      <p:cBhvr>
                                        <p:cTn id="71" dur="500"/>
                                        <p:tgtEl>
                                          <p:spTgt spid="15"/>
                                        </p:tgtEl>
                                      </p:cBhvr>
                                    </p:animEffect>
                                    <p:set>
                                      <p:cBhvr>
                                        <p:cTn id="72" dur="1" fill="hold">
                                          <p:stCondLst>
                                            <p:cond delay="499"/>
                                          </p:stCondLst>
                                        </p:cTn>
                                        <p:tgtEl>
                                          <p:spTgt spid="15"/>
                                        </p:tgtEl>
                                        <p:attrNameLst>
                                          <p:attrName>style.visibility</p:attrName>
                                        </p:attrNameLst>
                                      </p:cBhvr>
                                      <p:to>
                                        <p:strVal val="hidden"/>
                                      </p:to>
                                    </p:set>
                                  </p:childTnLst>
                                </p:cTn>
                              </p:par>
                              <p:par>
                                <p:cTn id="73" presetID="53" presetClass="exit" presetSubtype="32" fill="hold" grpId="0" nodeType="withEffect">
                                  <p:stCondLst>
                                    <p:cond delay="0"/>
                                  </p:stCondLst>
                                  <p:childTnLst>
                                    <p:anim calcmode="lin" valueType="num">
                                      <p:cBhvr>
                                        <p:cTn id="74" dur="500"/>
                                        <p:tgtEl>
                                          <p:spTgt spid="17"/>
                                        </p:tgtEl>
                                        <p:attrNameLst>
                                          <p:attrName>ppt_w</p:attrName>
                                        </p:attrNameLst>
                                      </p:cBhvr>
                                      <p:tavLst>
                                        <p:tav tm="0">
                                          <p:val>
                                            <p:strVal val="ppt_w"/>
                                          </p:val>
                                        </p:tav>
                                        <p:tav tm="100000">
                                          <p:val>
                                            <p:fltVal val="0"/>
                                          </p:val>
                                        </p:tav>
                                      </p:tavLst>
                                    </p:anim>
                                    <p:anim calcmode="lin" valueType="num">
                                      <p:cBhvr>
                                        <p:cTn id="75" dur="500"/>
                                        <p:tgtEl>
                                          <p:spTgt spid="17"/>
                                        </p:tgtEl>
                                        <p:attrNameLst>
                                          <p:attrName>ppt_h</p:attrName>
                                        </p:attrNameLst>
                                      </p:cBhvr>
                                      <p:tavLst>
                                        <p:tav tm="0">
                                          <p:val>
                                            <p:strVal val="ppt_h"/>
                                          </p:val>
                                        </p:tav>
                                        <p:tav tm="100000">
                                          <p:val>
                                            <p:fltVal val="0"/>
                                          </p:val>
                                        </p:tav>
                                      </p:tavLst>
                                    </p:anim>
                                    <p:animEffect transition="out" filter="fade">
                                      <p:cBhvr>
                                        <p:cTn id="76" dur="500"/>
                                        <p:tgtEl>
                                          <p:spTgt spid="17"/>
                                        </p:tgtEl>
                                      </p:cBhvr>
                                    </p:animEffect>
                                    <p:set>
                                      <p:cBhvr>
                                        <p:cTn id="77"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23" grpId="0" animBg="1"/>
      <p:bldP spid="28" grpId="0" animBg="1"/>
      <p:bldP spid="28" grpId="1" animBg="1"/>
      <p:bldP spid="34" grpId="0" animBg="1"/>
      <p:bldP spid="34" grpId="1" animBg="1"/>
      <p:bldP spid="43" grpId="0" animBg="1"/>
      <p:bldP spid="4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标题 2">
            <a:extLst>
              <a:ext uri="{FF2B5EF4-FFF2-40B4-BE49-F238E27FC236}">
                <a16:creationId xmlns:a16="http://schemas.microsoft.com/office/drawing/2014/main" id="{8170E26B-304F-4DB3-B333-9416569610A0}"/>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sp>
        <p:nvSpPr>
          <p:cNvPr id="10" name="Rectangle 7">
            <a:extLst>
              <a:ext uri="{FF2B5EF4-FFF2-40B4-BE49-F238E27FC236}">
                <a16:creationId xmlns:a16="http://schemas.microsoft.com/office/drawing/2014/main" id="{DAE9D651-4A5E-4100-8C9D-EF03157A70B0}"/>
              </a:ext>
            </a:extLst>
          </p:cNvPr>
          <p:cNvSpPr>
            <a:spLocks noChangeArrowheads="1"/>
          </p:cNvSpPr>
          <p:nvPr/>
        </p:nvSpPr>
        <p:spPr bwMode="auto">
          <a:xfrm>
            <a:off x="8837613" y="4010400"/>
            <a:ext cx="217487"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200">
                <a:solidFill>
                  <a:srgbClr val="000000"/>
                </a:solidFill>
                <a:latin typeface="Times New Roman" panose="02020603050405020304" pitchFamily="18" charset="0"/>
                <a:cs typeface="Times New Roman" panose="02020603050405020304" pitchFamily="18" charset="0"/>
              </a:rPr>
              <a:t>$</a:t>
            </a:r>
          </a:p>
        </p:txBody>
      </p:sp>
      <p:sp>
        <p:nvSpPr>
          <p:cNvPr id="11" name="Rectangle 19">
            <a:extLst>
              <a:ext uri="{FF2B5EF4-FFF2-40B4-BE49-F238E27FC236}">
                <a16:creationId xmlns:a16="http://schemas.microsoft.com/office/drawing/2014/main" id="{BED2FAF8-F329-4210-B41B-BE46EA694226}"/>
              </a:ext>
            </a:extLst>
          </p:cNvPr>
          <p:cNvSpPr>
            <a:spLocks noChangeArrowheads="1"/>
          </p:cNvSpPr>
          <p:nvPr/>
        </p:nvSpPr>
        <p:spPr bwMode="auto">
          <a:xfrm>
            <a:off x="8243888" y="4427538"/>
            <a:ext cx="5937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a:solidFill>
                  <a:srgbClr val="000000"/>
                </a:solidFill>
                <a:latin typeface="Times New Roman" panose="02020603050405020304" pitchFamily="18" charset="0"/>
                <a:cs typeface="Times New Roman" panose="02020603050405020304" pitchFamily="18" charset="0"/>
              </a:rPr>
              <a:t>val</a:t>
            </a:r>
            <a:endParaRPr lang="zh-CN" altLang="en-US" sz="1200">
              <a:solidFill>
                <a:srgbClr val="000000"/>
              </a:solidFill>
              <a:latin typeface="Times New Roman" panose="02020603050405020304" pitchFamily="18" charset="0"/>
              <a:cs typeface="Times New Roman" panose="02020603050405020304" pitchFamily="18" charset="0"/>
            </a:endParaRPr>
          </a:p>
        </p:txBody>
      </p:sp>
      <p:sp>
        <p:nvSpPr>
          <p:cNvPr id="14" name="Rectangle 8">
            <a:extLst>
              <a:ext uri="{FF2B5EF4-FFF2-40B4-BE49-F238E27FC236}">
                <a16:creationId xmlns:a16="http://schemas.microsoft.com/office/drawing/2014/main" id="{B5EB5443-F0FF-47E0-8CB6-210B310B8CF8}"/>
              </a:ext>
            </a:extLst>
          </p:cNvPr>
          <p:cNvSpPr>
            <a:spLocks noChangeArrowheads="1"/>
          </p:cNvSpPr>
          <p:nvPr/>
        </p:nvSpPr>
        <p:spPr bwMode="auto">
          <a:xfrm>
            <a:off x="7434263" y="4010400"/>
            <a:ext cx="809625" cy="439200"/>
          </a:xfrm>
          <a:prstGeom prst="rect">
            <a:avLst/>
          </a:prstGeom>
          <a:solidFill>
            <a:srgbClr val="FFC000"/>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200" baseline="-25000" dirty="0">
                <a:solidFill>
                  <a:srgbClr val="000000"/>
                </a:solidFill>
                <a:latin typeface="Times New Roman" pitchFamily="18" charset="0"/>
                <a:cs typeface="Times New Roman" pitchFamily="18" charset="0"/>
                <a:sym typeface="Arial" pitchFamily="34" charset="0"/>
              </a:rPr>
              <a:t>2</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p:txBody>
      </p:sp>
      <p:sp>
        <p:nvSpPr>
          <p:cNvPr id="25" name="Rectangle 60">
            <a:extLst>
              <a:ext uri="{FF2B5EF4-FFF2-40B4-BE49-F238E27FC236}">
                <a16:creationId xmlns:a16="http://schemas.microsoft.com/office/drawing/2014/main" id="{4745F99C-B7CE-40D5-B901-55F0F3B89979}"/>
              </a:ext>
            </a:extLst>
          </p:cNvPr>
          <p:cNvSpPr>
            <a:spLocks noChangeArrowheads="1"/>
          </p:cNvSpPr>
          <p:nvPr/>
        </p:nvSpPr>
        <p:spPr bwMode="auto">
          <a:xfrm>
            <a:off x="5027613" y="3268663"/>
            <a:ext cx="2687637" cy="374650"/>
          </a:xfrm>
          <a:prstGeom prst="rect">
            <a:avLst/>
          </a:prstGeom>
          <a:solidFill>
            <a:srgbClr val="FFCCCC"/>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-1].</a:t>
            </a:r>
            <a:r>
              <a:rPr lang="en-US" altLang="zh-CN" sz="1500" i="1">
                <a:solidFill>
                  <a:srgbClr val="000000"/>
                </a:solidFill>
                <a:latin typeface="Times New Roman" panose="02020603050405020304" pitchFamily="18" charset="0"/>
              </a:rPr>
              <a:t>val</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stack</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top</a:t>
            </a:r>
            <a:r>
              <a:rPr lang="en-US" altLang="zh-CN" sz="1500">
                <a:solidFill>
                  <a:srgbClr val="000000"/>
                </a:solidFill>
                <a:latin typeface="Times New Roman" panose="02020603050405020304" pitchFamily="18" charset="0"/>
              </a:rPr>
              <a:t>].</a:t>
            </a:r>
            <a:r>
              <a:rPr lang="en-US" altLang="zh-CN" sz="1500" i="1">
                <a:solidFill>
                  <a:srgbClr val="000000"/>
                </a:solidFill>
                <a:latin typeface="Times New Roman" panose="02020603050405020304" pitchFamily="18" charset="0"/>
              </a:rPr>
              <a:t>T</a:t>
            </a:r>
            <a:r>
              <a:rPr lang="en-US" altLang="zh-CN" sz="14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500" i="1">
                <a:solidFill>
                  <a:srgbClr val="000000"/>
                </a:solidFill>
                <a:latin typeface="Times New Roman" panose="02020603050405020304" pitchFamily="18" charset="0"/>
              </a:rPr>
              <a:t>syn</a:t>
            </a:r>
          </a:p>
        </p:txBody>
      </p:sp>
      <p:sp>
        <p:nvSpPr>
          <p:cNvPr id="26" name="Line 61">
            <a:extLst>
              <a:ext uri="{FF2B5EF4-FFF2-40B4-BE49-F238E27FC236}">
                <a16:creationId xmlns:a16="http://schemas.microsoft.com/office/drawing/2014/main" id="{D7DA79C5-9A61-4293-BC3F-229053A7A3B8}"/>
              </a:ext>
            </a:extLst>
          </p:cNvPr>
          <p:cNvSpPr>
            <a:spLocks noChangeShapeType="1"/>
          </p:cNvSpPr>
          <p:nvPr/>
        </p:nvSpPr>
        <p:spPr bwMode="auto">
          <a:xfrm flipH="1" flipV="1">
            <a:off x="6354763" y="3660775"/>
            <a:ext cx="1306512" cy="346075"/>
          </a:xfrm>
          <a:prstGeom prst="line">
            <a:avLst/>
          </a:prstGeom>
          <a:noFill/>
          <a:ln w="19050">
            <a:solidFill>
              <a:schemeClr val="hlink"/>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Rectangle 19">
            <a:extLst>
              <a:ext uri="{FF2B5EF4-FFF2-40B4-BE49-F238E27FC236}">
                <a16:creationId xmlns:a16="http://schemas.microsoft.com/office/drawing/2014/main" id="{06C2E674-FD60-46B0-979C-B7FBBF12FB19}"/>
              </a:ext>
            </a:extLst>
          </p:cNvPr>
          <p:cNvSpPr>
            <a:spLocks noChangeArrowheads="1"/>
          </p:cNvSpPr>
          <p:nvPr/>
        </p:nvSpPr>
        <p:spPr bwMode="auto">
          <a:xfrm>
            <a:off x="8226425" y="4449600"/>
            <a:ext cx="622300" cy="2778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srgbClr val="000000"/>
                </a:solidFill>
                <a:latin typeface="Times New Roman" panose="02020603050405020304" pitchFamily="18" charset="0"/>
                <a:cs typeface="Times New Roman" panose="02020603050405020304" pitchFamily="18" charset="0"/>
              </a:rPr>
              <a:t>val</a:t>
            </a:r>
            <a:r>
              <a:rPr lang="en-US" altLang="zh-CN" sz="1200" i="1" dirty="0">
                <a:solidFill>
                  <a:srgbClr val="000000"/>
                </a:solidFill>
                <a:latin typeface="Times New Roman" panose="02020603050405020304" pitchFamily="18" charset="0"/>
                <a:cs typeface="Times New Roman" panose="02020603050405020304" pitchFamily="18" charset="0"/>
              </a:rPr>
              <a:t>=15</a:t>
            </a:r>
            <a:endParaRPr lang="zh-CN" altLang="en-US" sz="1200" dirty="0">
              <a:solidFill>
                <a:srgbClr val="000000"/>
              </a:solidFill>
              <a:latin typeface="Times New Roman" panose="02020603050405020304" pitchFamily="18" charset="0"/>
              <a:cs typeface="Times New Roman" panose="02020603050405020304" pitchFamily="18" charset="0"/>
            </a:endParaRPr>
          </a:p>
        </p:txBody>
      </p:sp>
      <p:sp>
        <p:nvSpPr>
          <p:cNvPr id="160777" name="Line 79">
            <a:extLst>
              <a:ext uri="{FF2B5EF4-FFF2-40B4-BE49-F238E27FC236}">
                <a16:creationId xmlns:a16="http://schemas.microsoft.com/office/drawing/2014/main" id="{054E4C79-3398-46FE-B115-2911EB81C968}"/>
              </a:ext>
            </a:extLst>
          </p:cNvPr>
          <p:cNvSpPr>
            <a:spLocks noChangeShapeType="1"/>
          </p:cNvSpPr>
          <p:nvPr/>
        </p:nvSpPr>
        <p:spPr bwMode="auto">
          <a:xfrm flipV="1">
            <a:off x="82264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78" name="Line 79">
            <a:extLst>
              <a:ext uri="{FF2B5EF4-FFF2-40B4-BE49-F238E27FC236}">
                <a16:creationId xmlns:a16="http://schemas.microsoft.com/office/drawing/2014/main" id="{766637D2-C458-4F33-98DF-91A7EF61FF47}"/>
              </a:ext>
            </a:extLst>
          </p:cNvPr>
          <p:cNvSpPr>
            <a:spLocks noChangeShapeType="1"/>
          </p:cNvSpPr>
          <p:nvPr/>
        </p:nvSpPr>
        <p:spPr bwMode="auto">
          <a:xfrm flipV="1">
            <a:off x="8010525" y="1708150"/>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79" name="Line 79">
            <a:extLst>
              <a:ext uri="{FF2B5EF4-FFF2-40B4-BE49-F238E27FC236}">
                <a16:creationId xmlns:a16="http://schemas.microsoft.com/office/drawing/2014/main" id="{EB42BDBC-DE58-421D-AFEC-F3AFC074E224}"/>
              </a:ext>
            </a:extLst>
          </p:cNvPr>
          <p:cNvSpPr>
            <a:spLocks noChangeShapeType="1"/>
          </p:cNvSpPr>
          <p:nvPr/>
        </p:nvSpPr>
        <p:spPr bwMode="auto">
          <a:xfrm flipV="1">
            <a:off x="7794625" y="1697038"/>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80" name="Rectangle 56">
            <a:extLst>
              <a:ext uri="{FF2B5EF4-FFF2-40B4-BE49-F238E27FC236}">
                <a16:creationId xmlns:a16="http://schemas.microsoft.com/office/drawing/2014/main" id="{B62C4E74-6EB8-4C4D-9110-DDA29A686146}"/>
              </a:ext>
            </a:extLst>
          </p:cNvPr>
          <p:cNvSpPr>
            <a:spLocks noChangeArrowheads="1"/>
          </p:cNvSpPr>
          <p:nvPr/>
        </p:nvSpPr>
        <p:spPr bwMode="auto">
          <a:xfrm>
            <a:off x="6757988" y="1325563"/>
            <a:ext cx="20510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1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输入</a:t>
            </a:r>
            <a:r>
              <a:rPr kumimoji="1" lang="en-US" altLang="zh-CN" sz="2100" dirty="0">
                <a:solidFill>
                  <a:srgbClr val="000000"/>
                </a:solidFill>
                <a:latin typeface="Times New Roman" panose="02020603050405020304" pitchFamily="18" charset="0"/>
                <a:ea typeface="楷体_GB2312" pitchFamily="49" charset="-122"/>
                <a:cs typeface="Times New Roman" panose="02020603050405020304" pitchFamily="18" charset="0"/>
              </a:rPr>
              <a:t>: 3 * 5 $</a:t>
            </a:r>
            <a:endParaRPr kumimoji="1" lang="zh-CN" altLang="en-US" sz="21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60781" name="Line 79">
            <a:extLst>
              <a:ext uri="{FF2B5EF4-FFF2-40B4-BE49-F238E27FC236}">
                <a16:creationId xmlns:a16="http://schemas.microsoft.com/office/drawing/2014/main" id="{36427297-76BF-4E20-8628-0F8F6DB7970B}"/>
              </a:ext>
            </a:extLst>
          </p:cNvPr>
          <p:cNvSpPr>
            <a:spLocks noChangeShapeType="1"/>
          </p:cNvSpPr>
          <p:nvPr/>
        </p:nvSpPr>
        <p:spPr bwMode="auto">
          <a:xfrm flipV="1">
            <a:off x="7577138" y="1698625"/>
            <a:ext cx="0" cy="2159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0782" name="组合 12">
            <a:extLst>
              <a:ext uri="{FF2B5EF4-FFF2-40B4-BE49-F238E27FC236}">
                <a16:creationId xmlns:a16="http://schemas.microsoft.com/office/drawing/2014/main" id="{3C495D6F-804E-4450-8870-3FF07151D30F}"/>
              </a:ext>
            </a:extLst>
          </p:cNvPr>
          <p:cNvGrpSpPr>
            <a:grpSpLocks/>
          </p:cNvGrpSpPr>
          <p:nvPr/>
        </p:nvGrpSpPr>
        <p:grpSpPr bwMode="auto">
          <a:xfrm>
            <a:off x="715963" y="682625"/>
            <a:ext cx="6092825" cy="2249488"/>
            <a:chOff x="751285" y="802569"/>
            <a:chExt cx="6091894" cy="2249363"/>
          </a:xfrm>
        </p:grpSpPr>
        <p:sp>
          <p:nvSpPr>
            <p:cNvPr id="30" name="矩形 7">
              <a:extLst>
                <a:ext uri="{FF2B5EF4-FFF2-40B4-BE49-F238E27FC236}">
                  <a16:creationId xmlns:a16="http://schemas.microsoft.com/office/drawing/2014/main" id="{2A50713B-D05F-4BEF-9235-78FB0B07FEB4}"/>
                </a:ext>
              </a:extLst>
            </p:cNvPr>
            <p:cNvSpPr>
              <a:spLocks noChangeArrowheads="1"/>
            </p:cNvSpPr>
            <p:nvPr/>
          </p:nvSpPr>
          <p:spPr bwMode="auto">
            <a:xfrm>
              <a:off x="751285" y="835905"/>
              <a:ext cx="6091894" cy="2216027"/>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800">
                <a:solidFill>
                  <a:srgbClr val="000000"/>
                </a:solidFill>
                <a:latin typeface="Tahoma" panose="020B0604030504040204" pitchFamily="34" charset="0"/>
              </a:endParaRPr>
            </a:p>
          </p:txBody>
        </p:sp>
        <p:sp>
          <p:nvSpPr>
            <p:cNvPr id="160786" name="Rectangle 3">
              <a:extLst>
                <a:ext uri="{FF2B5EF4-FFF2-40B4-BE49-F238E27FC236}">
                  <a16:creationId xmlns:a16="http://schemas.microsoft.com/office/drawing/2014/main" id="{9E2B87CB-5F83-400E-BAE2-C2A955CF0704}"/>
                </a:ext>
              </a:extLst>
            </p:cNvPr>
            <p:cNvSpPr txBox="1">
              <a:spLocks noChangeArrowheads="1"/>
            </p:cNvSpPr>
            <p:nvPr/>
          </p:nvSpPr>
          <p:spPr bwMode="auto">
            <a:xfrm>
              <a:off x="3670772" y="802569"/>
              <a:ext cx="3166239" cy="1660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2000" baseline="-25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3</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 </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i="1">
                  <a:solidFill>
                    <a:srgbClr val="000000"/>
                  </a:solidFill>
                  <a:latin typeface="Times New Roman" panose="02020603050405020304" pitchFamily="18" charset="0"/>
                  <a:cs typeface="Times New Roman" panose="02020603050405020304" pitchFamily="18" charset="0"/>
                </a:rPr>
                <a:t>.inh</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4</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i="1"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5</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.syn </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i="1">
                  <a:solidFill>
                    <a:srgbClr val="000000"/>
                  </a:solidFill>
                  <a:latin typeface="Times New Roman" panose="02020603050405020304" pitchFamily="18" charset="0"/>
                  <a:cs typeface="Times New Roman" panose="02020603050405020304" pitchFamily="18" charset="0"/>
                </a:rPr>
                <a:t>.inh</a:t>
              </a:r>
              <a:r>
                <a:rPr lang="en-US" altLang="zh-CN" sz="2000">
                  <a:solidFill>
                    <a:srgbClr val="000000"/>
                  </a:solidFill>
                  <a:latin typeface="Times New Roman" panose="02020603050405020304" pitchFamily="18" charset="0"/>
                  <a:cs typeface="Times New Roman" panose="02020603050405020304" pitchFamily="18" charset="0"/>
                </a:rPr>
                <a:t> </a:t>
              </a:r>
              <a:endParaRPr lang="zh-CN" altLang="en-US" sz="2000">
                <a:solidFill>
                  <a:srgbClr val="000000"/>
                </a:solidFill>
                <a:latin typeface="Times New Roman" panose="02020603050405020304" pitchFamily="18" charset="0"/>
                <a:cs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00"/>
                  </a:solidFill>
                  <a:latin typeface="Times New Roman" panose="02020603050405020304" pitchFamily="18" charset="0"/>
                  <a:cs typeface="Times New Roman" panose="02020603050405020304" pitchFamily="18" charset="0"/>
                </a:rPr>
                <a:t>6</a:t>
              </a:r>
              <a:r>
                <a:rPr lang="zh-CN" altLang="en-US" sz="2000" baseline="-25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00"/>
                </a:solidFill>
                <a:latin typeface="Times New Roman" panose="02020603050405020304" pitchFamily="18" charset="0"/>
                <a:cs typeface="Times New Roman" panose="02020603050405020304" pitchFamily="18" charset="0"/>
              </a:endParaRPr>
            </a:p>
          </p:txBody>
        </p:sp>
        <p:sp>
          <p:nvSpPr>
            <p:cNvPr id="160787" name="Rectangle 3">
              <a:extLst>
                <a:ext uri="{FF2B5EF4-FFF2-40B4-BE49-F238E27FC236}">
                  <a16:creationId xmlns:a16="http://schemas.microsoft.com/office/drawing/2014/main" id="{7A04CABC-7A2B-435D-904A-85E048F1F32C}"/>
                </a:ext>
              </a:extLst>
            </p:cNvPr>
            <p:cNvSpPr txBox="1">
              <a:spLocks noChangeArrowheads="1"/>
            </p:cNvSpPr>
            <p:nvPr/>
          </p:nvSpPr>
          <p:spPr bwMode="auto">
            <a:xfrm>
              <a:off x="807654" y="963245"/>
              <a:ext cx="3511452" cy="1948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2000" i="1">
                  <a:solidFill>
                    <a:srgbClr val="000000"/>
                  </a:solidFill>
                  <a:latin typeface="Times New Roman" panose="02020603050405020304" pitchFamily="18" charset="0"/>
                  <a:cs typeface="Times New Roman" panose="02020603050405020304" pitchFamily="18" charset="0"/>
                </a:rPr>
                <a:t>SDT</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rPr>
                <a:t>T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2000" baseline="-25000">
                  <a:solidFill>
                    <a:srgbClr val="0000FF"/>
                  </a:solidFill>
                  <a:latin typeface="Times New Roman" panose="02020603050405020304" pitchFamily="18" charset="0"/>
                  <a:cs typeface="Times New Roman" panose="02020603050405020304" pitchFamily="18" charset="0"/>
                </a:rPr>
                <a:t>1</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2</a:t>
              </a:r>
              <a:r>
                <a:rPr lang="en-US" altLang="zh-CN"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2) </a:t>
              </a:r>
              <a:r>
                <a:rPr lang="en-US" altLang="zh-CN"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i="1">
                  <a:solidFill>
                    <a:srgbClr val="000000"/>
                  </a:solidFill>
                  <a:latin typeface="Times New Roman" panose="02020603050405020304" pitchFamily="18" charset="0"/>
                  <a:cs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3</a:t>
              </a:r>
              <a:r>
                <a:rPr lang="zh-CN" altLang="en-US" sz="20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a:solidFill>
                    <a:srgbClr val="000000"/>
                  </a:solidFill>
                  <a:latin typeface="Times New Roman" panose="02020603050405020304" pitchFamily="18" charset="0"/>
                  <a:cs typeface="Times New Roman" panose="02020603050405020304" pitchFamily="18" charset="0"/>
                </a:rPr>
                <a:t>T</a:t>
              </a:r>
              <a:r>
                <a:rPr lang="zh-CN" altLang="en-US" sz="2000" baseline="-25000">
                  <a:solidFill>
                    <a:srgbClr val="000000"/>
                  </a:solidFill>
                  <a:latin typeface="Times New Roman" panose="02020603050405020304" pitchFamily="18" charset="0"/>
                  <a:cs typeface="Times New Roman" panose="02020603050405020304" pitchFamily="18" charset="0"/>
                </a:rPr>
                <a:t>1</a:t>
              </a:r>
              <a:r>
                <a:rPr lang="en-US" altLang="zh-CN" sz="2000" i="1">
                  <a:solidFill>
                    <a:srgbClr val="000000"/>
                  </a:solidFill>
                  <a:latin typeface="Times New Roman" panose="02020603050405020304" pitchFamily="18" charset="0"/>
                  <a:ea typeface="楷体" panose="02010609060101010101" pitchFamily="49" charset="-122"/>
                </a:rPr>
                <a:t>′ </a:t>
              </a:r>
              <a:r>
                <a:rPr lang="en-US" altLang="zh-CN" sz="2000">
                  <a:solidFill>
                    <a:srgbClr val="0000FF"/>
                  </a:solidFill>
                  <a:latin typeface="Times New Roman" panose="02020603050405020304" pitchFamily="18" charset="0"/>
                  <a:cs typeface="Times New Roman" panose="02020603050405020304" pitchFamily="18" charset="0"/>
                </a:rPr>
                <a:t>{</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4</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rPr>
                <a:t>3) </a:t>
              </a:r>
              <a:r>
                <a:rPr lang="zh-CN" altLang="en-US" sz="2000" i="1">
                  <a:solidFill>
                    <a:srgbClr val="000000"/>
                  </a:solidFill>
                  <a:latin typeface="Times New Roman" panose="02020603050405020304" pitchFamily="18" charset="0"/>
                  <a:cs typeface="Times New Roman" panose="02020603050405020304" pitchFamily="18" charset="0"/>
                </a:rPr>
                <a:t>T</a:t>
              </a:r>
              <a:r>
                <a:rPr lang="en-US" altLang="zh-CN" sz="2000" i="1">
                  <a:solidFill>
                    <a:srgbClr val="000000"/>
                  </a:solidFill>
                  <a:latin typeface="Times New Roman" panose="02020603050405020304" pitchFamily="18" charset="0"/>
                  <a:ea typeface="楷体" panose="02010609060101010101" pitchFamily="49" charset="-122"/>
                </a:rPr>
                <a:t>′</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5</a:t>
              </a:r>
              <a:r>
                <a:rPr lang="en-US" altLang="zh-CN" sz="20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20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2000" baseline="-25000">
                  <a:solidFill>
                    <a:srgbClr val="0000FF"/>
                  </a:solidFill>
                  <a:latin typeface="Times New Roman" panose="02020603050405020304" pitchFamily="18" charset="0"/>
                  <a:cs typeface="Times New Roman" panose="02020603050405020304" pitchFamily="18" charset="0"/>
                </a:rPr>
                <a:t>6</a:t>
              </a:r>
              <a:r>
                <a:rPr lang="en-US" altLang="zh-CN" sz="20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solidFill>
                  <a:srgbClr val="0000FF"/>
                </a:solidFill>
                <a:latin typeface="Times New Roman" panose="02020603050405020304" pitchFamily="18" charset="0"/>
                <a:cs typeface="Times New Roman" panose="02020603050405020304" pitchFamily="18" charset="0"/>
              </a:endParaRPr>
            </a:p>
          </p:txBody>
        </p:sp>
      </p:grpSp>
      <p:sp>
        <p:nvSpPr>
          <p:cNvPr id="9" name="Rectangle 5">
            <a:extLst>
              <a:ext uri="{FF2B5EF4-FFF2-40B4-BE49-F238E27FC236}">
                <a16:creationId xmlns:a16="http://schemas.microsoft.com/office/drawing/2014/main" id="{9D7FFBE5-2427-46DF-8347-BCBDB1D831CE}"/>
              </a:ext>
            </a:extLst>
          </p:cNvPr>
          <p:cNvSpPr>
            <a:spLocks noChangeArrowheads="1"/>
          </p:cNvSpPr>
          <p:nvPr/>
        </p:nvSpPr>
        <p:spPr bwMode="auto">
          <a:xfrm>
            <a:off x="8243888" y="4010400"/>
            <a:ext cx="593725" cy="439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32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9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6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Tsyn</a:t>
            </a:r>
            <a:endParaRPr lang="en-US" altLang="zh-CN" sz="1200"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43" name="Rectangle 59">
            <a:extLst>
              <a:ext uri="{FF2B5EF4-FFF2-40B4-BE49-F238E27FC236}">
                <a16:creationId xmlns:a16="http://schemas.microsoft.com/office/drawing/2014/main" id="{6A5EF9B5-C7E5-464F-A76A-0D41C1954BC5}"/>
              </a:ext>
            </a:extLst>
          </p:cNvPr>
          <p:cNvSpPr>
            <a:spLocks noChangeArrowheads="1"/>
          </p:cNvSpPr>
          <p:nvPr/>
        </p:nvSpPr>
        <p:spPr bwMode="auto">
          <a:xfrm>
            <a:off x="7434263" y="4449600"/>
            <a:ext cx="809625" cy="276225"/>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200" i="1" dirty="0">
                <a:solidFill>
                  <a:srgbClr val="000000"/>
                </a:solidFill>
                <a:latin typeface="Times New Roman" panose="02020603050405020304" pitchFamily="18" charset="0"/>
              </a:rPr>
              <a:t>T</a:t>
            </a:r>
            <a:r>
              <a:rPr lang="en-US" altLang="zh-CN" sz="1200" i="1" dirty="0">
                <a:solidFill>
                  <a:srgbClr val="000000"/>
                </a:solidFill>
                <a:latin typeface="Times New Roman" pitchFamily="18" charset="0"/>
                <a:ea typeface="楷体" pitchFamily="49" charset="-122"/>
                <a:cs typeface="Times New Roman" pitchFamily="18" charset="0"/>
              </a:rPr>
              <a:t>′ </a:t>
            </a:r>
            <a:r>
              <a:rPr lang="en-US" altLang="zh-CN" sz="1200" i="1" dirty="0" err="1">
                <a:solidFill>
                  <a:srgbClr val="000000"/>
                </a:solidFill>
                <a:latin typeface="Times New Roman" panose="02020603050405020304" pitchFamily="18" charset="0"/>
              </a:rPr>
              <a:t>syn</a:t>
            </a:r>
            <a:r>
              <a:rPr lang="en-US" altLang="zh-CN" sz="1200" dirty="0">
                <a:solidFill>
                  <a:srgbClr val="000000"/>
                </a:solidFill>
                <a:latin typeface="Times New Roman" panose="02020603050405020304" pitchFamily="18" charset="0"/>
              </a:rPr>
              <a:t>=15</a:t>
            </a:r>
            <a:endParaRPr lang="zh-CN" altLang="en-US" sz="1200" dirty="0">
              <a:solidFill>
                <a:srgbClr val="000000"/>
              </a:solidFill>
              <a:latin typeface="Times New Roman" panose="02020603050405020304" pitchFamily="18" charset="0"/>
            </a:endParaRPr>
          </a:p>
        </p:txBody>
      </p:sp>
      <p:sp>
        <p:nvSpPr>
          <p:cNvPr id="2" name="灯片编号占位符 1">
            <a:extLst>
              <a:ext uri="{FF2B5EF4-FFF2-40B4-BE49-F238E27FC236}">
                <a16:creationId xmlns:a16="http://schemas.microsoft.com/office/drawing/2014/main" id="{11A2733D-5CAF-4A1A-B6C9-4F8E196A3EB2}"/>
              </a:ext>
            </a:extLst>
          </p:cNvPr>
          <p:cNvSpPr>
            <a:spLocks noGrp="1"/>
          </p:cNvSpPr>
          <p:nvPr>
            <p:ph type="sldNum" sz="quarter" idx="10"/>
          </p:nvPr>
        </p:nvSpPr>
        <p:spPr/>
        <p:txBody>
          <a:bodyPr/>
          <a:lstStyle/>
          <a:p>
            <a:pPr>
              <a:defRPr/>
            </a:pPr>
            <a:fld id="{8E104948-B687-4A74-87EB-9097C047E113}" type="slidenum">
              <a:rPr lang="zh-CN" altLang="en-US" smtClean="0"/>
              <a:pPr>
                <a:defRPr/>
              </a:pPr>
              <a:t>67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par>
                                <p:cTn id="8" presetID="9"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p:cTn id="15" dur="500" fill="hold"/>
                                        <p:tgtEl>
                                          <p:spTgt spid="27"/>
                                        </p:tgtEl>
                                        <p:attrNameLst>
                                          <p:attrName>ppt_w</p:attrName>
                                        </p:attrNameLst>
                                      </p:cBhvr>
                                      <p:tavLst>
                                        <p:tav tm="0">
                                          <p:val>
                                            <p:fltVal val="0"/>
                                          </p:val>
                                        </p:tav>
                                        <p:tav tm="100000">
                                          <p:val>
                                            <p:strVal val="#ppt_w"/>
                                          </p:val>
                                        </p:tav>
                                      </p:tavLst>
                                    </p:anim>
                                    <p:anim calcmode="lin" valueType="num">
                                      <p:cBhvr>
                                        <p:cTn id="16" dur="500" fill="hold"/>
                                        <p:tgtEl>
                                          <p:spTgt spid="27"/>
                                        </p:tgtEl>
                                        <p:attrNameLst>
                                          <p:attrName>ppt_h</p:attrName>
                                        </p:attrNameLst>
                                      </p:cBhvr>
                                      <p:tavLst>
                                        <p:tav tm="0">
                                          <p:val>
                                            <p:fltVal val="0"/>
                                          </p:val>
                                        </p:tav>
                                        <p:tav tm="100000">
                                          <p:val>
                                            <p:strVal val="#ppt_h"/>
                                          </p:val>
                                        </p:tav>
                                      </p:tavLst>
                                    </p:anim>
                                    <p:animEffect transition="in" filter="fade">
                                      <p:cBhvr>
                                        <p:cTn id="17" dur="500"/>
                                        <p:tgtEl>
                                          <p:spTgt spid="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xit" presetSubtype="32" fill="hold" grpId="1" nodeType="clickEffect">
                                  <p:stCondLst>
                                    <p:cond delay="0"/>
                                  </p:stCondLst>
                                  <p:childTnLst>
                                    <p:anim calcmode="lin" valueType="num">
                                      <p:cBhvr>
                                        <p:cTn id="21" dur="500"/>
                                        <p:tgtEl>
                                          <p:spTgt spid="25"/>
                                        </p:tgtEl>
                                        <p:attrNameLst>
                                          <p:attrName>ppt_w</p:attrName>
                                        </p:attrNameLst>
                                      </p:cBhvr>
                                      <p:tavLst>
                                        <p:tav tm="0">
                                          <p:val>
                                            <p:strVal val="ppt_w"/>
                                          </p:val>
                                        </p:tav>
                                        <p:tav tm="100000">
                                          <p:val>
                                            <p:fltVal val="0"/>
                                          </p:val>
                                        </p:tav>
                                      </p:tavLst>
                                    </p:anim>
                                    <p:anim calcmode="lin" valueType="num">
                                      <p:cBhvr>
                                        <p:cTn id="22" dur="500"/>
                                        <p:tgtEl>
                                          <p:spTgt spid="25"/>
                                        </p:tgtEl>
                                        <p:attrNameLst>
                                          <p:attrName>ppt_h</p:attrName>
                                        </p:attrNameLst>
                                      </p:cBhvr>
                                      <p:tavLst>
                                        <p:tav tm="0">
                                          <p:val>
                                            <p:strVal val="ppt_h"/>
                                          </p:val>
                                        </p:tav>
                                        <p:tav tm="100000">
                                          <p:val>
                                            <p:fltVal val="0"/>
                                          </p:val>
                                        </p:tav>
                                      </p:tavLst>
                                    </p:anim>
                                    <p:animEffect transition="out" filter="fade">
                                      <p:cBhvr>
                                        <p:cTn id="23" dur="500"/>
                                        <p:tgtEl>
                                          <p:spTgt spid="25"/>
                                        </p:tgtEl>
                                      </p:cBhvr>
                                    </p:animEffect>
                                    <p:set>
                                      <p:cBhvr>
                                        <p:cTn id="24" dur="1" fill="hold">
                                          <p:stCondLst>
                                            <p:cond delay="499"/>
                                          </p:stCondLst>
                                        </p:cTn>
                                        <p:tgtEl>
                                          <p:spTgt spid="25"/>
                                        </p:tgtEl>
                                        <p:attrNameLst>
                                          <p:attrName>style.visibility</p:attrName>
                                        </p:attrNameLst>
                                      </p:cBhvr>
                                      <p:to>
                                        <p:strVal val="hidden"/>
                                      </p:to>
                                    </p:set>
                                  </p:childTnLst>
                                </p:cTn>
                              </p:par>
                              <p:par>
                                <p:cTn id="25" presetID="53" presetClass="exit" presetSubtype="32" fill="hold" nodeType="withEffect">
                                  <p:stCondLst>
                                    <p:cond delay="0"/>
                                  </p:stCondLst>
                                  <p:childTnLst>
                                    <p:anim calcmode="lin" valueType="num">
                                      <p:cBhvr>
                                        <p:cTn id="26" dur="500"/>
                                        <p:tgtEl>
                                          <p:spTgt spid="26"/>
                                        </p:tgtEl>
                                        <p:attrNameLst>
                                          <p:attrName>ppt_w</p:attrName>
                                        </p:attrNameLst>
                                      </p:cBhvr>
                                      <p:tavLst>
                                        <p:tav tm="0">
                                          <p:val>
                                            <p:strVal val="ppt_w"/>
                                          </p:val>
                                        </p:tav>
                                        <p:tav tm="100000">
                                          <p:val>
                                            <p:fltVal val="0"/>
                                          </p:val>
                                        </p:tav>
                                      </p:tavLst>
                                    </p:anim>
                                    <p:anim calcmode="lin" valueType="num">
                                      <p:cBhvr>
                                        <p:cTn id="27" dur="500"/>
                                        <p:tgtEl>
                                          <p:spTgt spid="26"/>
                                        </p:tgtEl>
                                        <p:attrNameLst>
                                          <p:attrName>ppt_h</p:attrName>
                                        </p:attrNameLst>
                                      </p:cBhvr>
                                      <p:tavLst>
                                        <p:tav tm="0">
                                          <p:val>
                                            <p:strVal val="ppt_h"/>
                                          </p:val>
                                        </p:tav>
                                        <p:tav tm="100000">
                                          <p:val>
                                            <p:fltVal val="0"/>
                                          </p:val>
                                        </p:tav>
                                      </p:tavLst>
                                    </p:anim>
                                    <p:animEffect transition="out" filter="fade">
                                      <p:cBhvr>
                                        <p:cTn id="28" dur="500"/>
                                        <p:tgtEl>
                                          <p:spTgt spid="26"/>
                                        </p:tgtEl>
                                      </p:cBhvr>
                                    </p:animEffect>
                                    <p:set>
                                      <p:cBhvr>
                                        <p:cTn id="29" dur="1" fill="hold">
                                          <p:stCondLst>
                                            <p:cond delay="499"/>
                                          </p:stCondLst>
                                        </p:cTn>
                                        <p:tgtEl>
                                          <p:spTgt spid="26"/>
                                        </p:tgtEl>
                                        <p:attrNameLst>
                                          <p:attrName>style.visibility</p:attrName>
                                        </p:attrNameLst>
                                      </p:cBhvr>
                                      <p:to>
                                        <p:strVal val="hidden"/>
                                      </p:to>
                                    </p:set>
                                  </p:childTnLst>
                                </p:cTn>
                              </p:par>
                              <p:par>
                                <p:cTn id="30" presetID="53" presetClass="exit" presetSubtype="32" fill="hold" grpId="0" nodeType="withEffect">
                                  <p:stCondLst>
                                    <p:cond delay="0"/>
                                  </p:stCondLst>
                                  <p:childTnLst>
                                    <p:anim calcmode="lin" valueType="num">
                                      <p:cBhvr>
                                        <p:cTn id="31" dur="500"/>
                                        <p:tgtEl>
                                          <p:spTgt spid="14"/>
                                        </p:tgtEl>
                                        <p:attrNameLst>
                                          <p:attrName>ppt_w</p:attrName>
                                        </p:attrNameLst>
                                      </p:cBhvr>
                                      <p:tavLst>
                                        <p:tav tm="0">
                                          <p:val>
                                            <p:strVal val="ppt_w"/>
                                          </p:val>
                                        </p:tav>
                                        <p:tav tm="100000">
                                          <p:val>
                                            <p:fltVal val="0"/>
                                          </p:val>
                                        </p:tav>
                                      </p:tavLst>
                                    </p:anim>
                                    <p:anim calcmode="lin" valueType="num">
                                      <p:cBhvr>
                                        <p:cTn id="32" dur="500"/>
                                        <p:tgtEl>
                                          <p:spTgt spid="14"/>
                                        </p:tgtEl>
                                        <p:attrNameLst>
                                          <p:attrName>ppt_h</p:attrName>
                                        </p:attrNameLst>
                                      </p:cBhvr>
                                      <p:tavLst>
                                        <p:tav tm="0">
                                          <p:val>
                                            <p:strVal val="ppt_h"/>
                                          </p:val>
                                        </p:tav>
                                        <p:tav tm="100000">
                                          <p:val>
                                            <p:fltVal val="0"/>
                                          </p:val>
                                        </p:tav>
                                      </p:tavLst>
                                    </p:anim>
                                    <p:animEffect transition="out" filter="fade">
                                      <p:cBhvr>
                                        <p:cTn id="33" dur="500"/>
                                        <p:tgtEl>
                                          <p:spTgt spid="14"/>
                                        </p:tgtEl>
                                      </p:cBhvr>
                                    </p:animEffect>
                                    <p:set>
                                      <p:cBhvr>
                                        <p:cTn id="34" dur="1" fill="hold">
                                          <p:stCondLst>
                                            <p:cond delay="499"/>
                                          </p:stCondLst>
                                        </p:cTn>
                                        <p:tgtEl>
                                          <p:spTgt spid="14"/>
                                        </p:tgtEl>
                                        <p:attrNameLst>
                                          <p:attrName>style.visibility</p:attrName>
                                        </p:attrNameLst>
                                      </p:cBhvr>
                                      <p:to>
                                        <p:strVal val="hidden"/>
                                      </p:to>
                                    </p:set>
                                  </p:childTnLst>
                                </p:cTn>
                              </p:par>
                              <p:par>
                                <p:cTn id="35" presetID="53" presetClass="exit" presetSubtype="32" fill="hold" grpId="0" nodeType="withEffect">
                                  <p:stCondLst>
                                    <p:cond delay="0"/>
                                  </p:stCondLst>
                                  <p:childTnLst>
                                    <p:anim calcmode="lin" valueType="num">
                                      <p:cBhvr>
                                        <p:cTn id="36" dur="500"/>
                                        <p:tgtEl>
                                          <p:spTgt spid="43"/>
                                        </p:tgtEl>
                                        <p:attrNameLst>
                                          <p:attrName>ppt_w</p:attrName>
                                        </p:attrNameLst>
                                      </p:cBhvr>
                                      <p:tavLst>
                                        <p:tav tm="0">
                                          <p:val>
                                            <p:strVal val="ppt_w"/>
                                          </p:val>
                                        </p:tav>
                                        <p:tav tm="100000">
                                          <p:val>
                                            <p:fltVal val="0"/>
                                          </p:val>
                                        </p:tav>
                                      </p:tavLst>
                                    </p:anim>
                                    <p:anim calcmode="lin" valueType="num">
                                      <p:cBhvr>
                                        <p:cTn id="37" dur="500"/>
                                        <p:tgtEl>
                                          <p:spTgt spid="43"/>
                                        </p:tgtEl>
                                        <p:attrNameLst>
                                          <p:attrName>ppt_h</p:attrName>
                                        </p:attrNameLst>
                                      </p:cBhvr>
                                      <p:tavLst>
                                        <p:tav tm="0">
                                          <p:val>
                                            <p:strVal val="ppt_h"/>
                                          </p:val>
                                        </p:tav>
                                        <p:tav tm="100000">
                                          <p:val>
                                            <p:fltVal val="0"/>
                                          </p:val>
                                        </p:tav>
                                      </p:tavLst>
                                    </p:anim>
                                    <p:animEffect transition="out" filter="fade">
                                      <p:cBhvr>
                                        <p:cTn id="38" dur="500"/>
                                        <p:tgtEl>
                                          <p:spTgt spid="43"/>
                                        </p:tgtEl>
                                      </p:cBhvr>
                                    </p:animEffect>
                                    <p:set>
                                      <p:cBhvr>
                                        <p:cTn id="39" dur="1" fill="hold">
                                          <p:stCondLst>
                                            <p:cond delay="499"/>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5" grpId="0" animBg="1"/>
      <p:bldP spid="25" grpId="1" animBg="1"/>
      <p:bldP spid="27" grpId="0" animBg="1"/>
      <p:bldP spid="4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A69CC78-9488-4CE2-848A-2B20B912151D}"/>
              </a:ext>
            </a:extLst>
          </p:cNvPr>
          <p:cNvSpPr>
            <a:spLocks noGrp="1" noChangeArrowheads="1"/>
          </p:cNvSpPr>
          <p:nvPr>
            <p:ph type="title"/>
          </p:nvPr>
        </p:nvSpPr>
        <p:spPr>
          <a:xfrm>
            <a:off x="684213" y="268288"/>
            <a:ext cx="8208962" cy="358775"/>
          </a:xfrm>
        </p:spPr>
        <p:txBody>
          <a:bodyPr/>
          <a:lstStyle/>
          <a:p>
            <a:pPr eaLnBrk="1" hangingPunct="1">
              <a:defRPr/>
            </a:pPr>
            <a:r>
              <a:rPr kumimoji="1" lang="zh-CN" altLang="en-US" sz="2800" spc="300" dirty="0">
                <a:cs typeface="Times New Roman" pitchFamily="18" charset="0"/>
              </a:rPr>
              <a:t>分析栈中的每一个记录都关联着语义动作</a:t>
            </a:r>
          </a:p>
        </p:txBody>
      </p:sp>
      <p:sp>
        <p:nvSpPr>
          <p:cNvPr id="162819" name="Rectangle 3">
            <a:extLst>
              <a:ext uri="{FF2B5EF4-FFF2-40B4-BE49-F238E27FC236}">
                <a16:creationId xmlns:a16="http://schemas.microsoft.com/office/drawing/2014/main" id="{BAE2EC67-325E-4151-A612-8F9CF9099BA1}"/>
              </a:ext>
            </a:extLst>
          </p:cNvPr>
          <p:cNvSpPr txBox="1">
            <a:spLocks noChangeArrowheads="1"/>
          </p:cNvSpPr>
          <p:nvPr/>
        </p:nvSpPr>
        <p:spPr bwMode="auto">
          <a:xfrm>
            <a:off x="401638" y="1058862"/>
            <a:ext cx="8285162" cy="360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71463" indent="-271463">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854075" indent="-227013">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ts val="600"/>
              </a:spcBef>
              <a:buSzPct val="100000"/>
              <a:buFont typeface="Wingdings" panose="05000000000000000000" pitchFamily="2" charset="2"/>
              <a:buChar char="Ø"/>
            </a:pPr>
            <a:r>
              <a:rPr kumimoji="1"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综合记录</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出栈时，要将</a:t>
            </a:r>
            <a:r>
              <a:rPr kumimoji="1" lang="zh-CN" altLang="en-US" sz="24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综合属性值</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复制给栈中需要此值的语义动作记录。</a:t>
            </a:r>
            <a:endPar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lvl="1" eaLnBrk="1" hangingPunct="1">
              <a:spcBef>
                <a:spcPts val="600"/>
              </a:spcBef>
              <a:buSzPct val="100000"/>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根据需要此值的语义动作在产生式中的位置，来确定对应的动作记录在栈中的位置。</a:t>
            </a:r>
            <a:endPar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ts val="600"/>
              </a:spcBef>
              <a:buSzPct val="100000"/>
              <a:buFont typeface="Wingdings" panose="05000000000000000000" pitchFamily="2" charset="2"/>
              <a:buChar char="Ø"/>
            </a:pPr>
            <a:r>
              <a:rPr kumimoji="1"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符号本身的记录</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出栈（即推导）时，如果其含有继承属性，通常要将</a:t>
            </a:r>
            <a:r>
              <a:rPr kumimoji="1" lang="zh-CN" altLang="en-US" sz="24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继承属性值</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复制给即将入栈的产生式体中需要此值的语义动作记录。</a:t>
            </a:r>
            <a:endPar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lvl="1" eaLnBrk="1" hangingPunct="1">
              <a:spcBef>
                <a:spcPts val="600"/>
              </a:spcBef>
              <a:buSzPct val="100000"/>
              <a:buFont typeface="Wingdings" panose="05000000000000000000" pitchFamily="2" charset="2"/>
              <a:buChar char="Ø"/>
            </a:pP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根据推导选择的产生式来确定需要此值的语义动作记录未来在栈顶方向出现的位置。</a:t>
            </a:r>
          </a:p>
        </p:txBody>
      </p:sp>
      <p:sp>
        <p:nvSpPr>
          <p:cNvPr id="2" name="灯片编号占位符 1">
            <a:extLst>
              <a:ext uri="{FF2B5EF4-FFF2-40B4-BE49-F238E27FC236}">
                <a16:creationId xmlns:a16="http://schemas.microsoft.com/office/drawing/2014/main" id="{A719AB4D-E5A0-46D7-A0F7-780FD05F3246}"/>
              </a:ext>
            </a:extLst>
          </p:cNvPr>
          <p:cNvSpPr>
            <a:spLocks noGrp="1"/>
          </p:cNvSpPr>
          <p:nvPr>
            <p:ph type="sldNum" sz="quarter" idx="10"/>
          </p:nvPr>
        </p:nvSpPr>
        <p:spPr/>
        <p:txBody>
          <a:bodyPr/>
          <a:lstStyle/>
          <a:p>
            <a:pPr>
              <a:defRPr/>
            </a:pPr>
            <a:fld id="{8E104948-B687-4A74-87EB-9097C047E113}" type="slidenum">
              <a:rPr lang="zh-CN" altLang="en-US" smtClean="0"/>
              <a:pPr>
                <a:defRPr/>
              </a:pPr>
              <a:t>68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wipe(down)">
                                      <p:cBhvr>
                                        <p:cTn id="7" dur="500"/>
                                        <p:tgtEl>
                                          <p:spTgt spid="162819">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62819">
                                            <p:txEl>
                                              <p:pRg st="1" end="1"/>
                                            </p:txEl>
                                          </p:spTgt>
                                        </p:tgtEl>
                                        <p:attrNameLst>
                                          <p:attrName>style.visibility</p:attrName>
                                        </p:attrNameLst>
                                      </p:cBhvr>
                                      <p:to>
                                        <p:strVal val="visible"/>
                                      </p:to>
                                    </p:set>
                                    <p:animEffect transition="in" filter="wipe(down)">
                                      <p:cBhvr>
                                        <p:cTn id="10" dur="500"/>
                                        <p:tgtEl>
                                          <p:spTgt spid="16281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62819">
                                            <p:txEl>
                                              <p:pRg st="2" end="2"/>
                                            </p:txEl>
                                          </p:spTgt>
                                        </p:tgtEl>
                                        <p:attrNameLst>
                                          <p:attrName>style.visibility</p:attrName>
                                        </p:attrNameLst>
                                      </p:cBhvr>
                                      <p:to>
                                        <p:strVal val="visible"/>
                                      </p:to>
                                    </p:set>
                                    <p:animEffect transition="in" filter="wipe(down)">
                                      <p:cBhvr>
                                        <p:cTn id="15" dur="500"/>
                                        <p:tgtEl>
                                          <p:spTgt spid="162819">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62819">
                                            <p:txEl>
                                              <p:pRg st="3" end="3"/>
                                            </p:txEl>
                                          </p:spTgt>
                                        </p:tgtEl>
                                        <p:attrNameLst>
                                          <p:attrName>style.visibility</p:attrName>
                                        </p:attrNameLst>
                                      </p:cBhvr>
                                      <p:to>
                                        <p:strVal val="visible"/>
                                      </p:to>
                                    </p:set>
                                    <p:animEffect transition="in" filter="wipe(down)">
                                      <p:cBhvr>
                                        <p:cTn id="18" dur="500"/>
                                        <p:tgtEl>
                                          <p:spTgt spid="1628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5">
            <a:extLst>
              <a:ext uri="{FF2B5EF4-FFF2-40B4-BE49-F238E27FC236}">
                <a16:creationId xmlns:a16="http://schemas.microsoft.com/office/drawing/2014/main" id="{DDF72335-8553-47FF-8354-D953BE1F9684}"/>
              </a:ext>
            </a:extLst>
          </p:cNvPr>
          <p:cNvSpPr>
            <a:spLocks noGrp="1" noChangeArrowheads="1"/>
          </p:cNvSpPr>
          <p:nvPr>
            <p:ph idx="1"/>
          </p:nvPr>
        </p:nvSpPr>
        <p:spPr>
          <a:xfrm>
            <a:off x="927100" y="1762125"/>
            <a:ext cx="5700713" cy="560388"/>
          </a:xfrm>
        </p:spPr>
        <p:txBody>
          <a:bodyPr/>
          <a:lstStyle/>
          <a:p>
            <a:pPr marL="272654" indent="-272654">
              <a:buFont typeface="Symbol" panose="05050102010706020507" pitchFamily="18" charset="2"/>
              <a:buNone/>
              <a:defRPr/>
            </a:pPr>
            <a:r>
              <a:rPr lang="en-US" altLang="zh-CN" sz="1800" dirty="0">
                <a:latin typeface="Times New Roman" panose="02020603050405020304" pitchFamily="18" charset="0"/>
                <a:ea typeface="楷体_GB2312" pitchFamily="49" charset="-122"/>
                <a:cs typeface="Times New Roman" panose="02020603050405020304" pitchFamily="18" charset="0"/>
              </a:rPr>
              <a:t>1) </a:t>
            </a:r>
            <a:r>
              <a:rPr lang="en-US" altLang="zh-CN" sz="1800" i="1" dirty="0">
                <a:latin typeface="Times New Roman" panose="02020603050405020304" pitchFamily="18" charset="0"/>
                <a:ea typeface="楷体_GB2312" pitchFamily="49" charset="-122"/>
                <a:cs typeface="Times New Roman" panose="02020603050405020304" pitchFamily="18" charset="0"/>
              </a:rPr>
              <a:t>T</a:t>
            </a:r>
            <a:r>
              <a:rPr lang="zh-CN" altLang="en-US" sz="1800" dirty="0">
                <a:latin typeface="Times New Roman" panose="02020603050405020304" pitchFamily="18" charset="0"/>
                <a:ea typeface="楷体_GB2312" pitchFamily="49" charset="-122"/>
                <a:cs typeface="Times New Roman" panose="02020603050405020304" pitchFamily="18" charset="0"/>
                <a:sym typeface="Arial" pitchFamily="34" charset="0"/>
              </a:rPr>
              <a:t> → </a:t>
            </a:r>
            <a:r>
              <a:rPr lang="en-US" altLang="zh-CN" sz="1800" i="1" dirty="0">
                <a:latin typeface="Times New Roman" panose="02020603050405020304" pitchFamily="18" charset="0"/>
                <a:ea typeface="楷体_GB2312" pitchFamily="49" charset="-122"/>
                <a:cs typeface="Times New Roman" panose="02020603050405020304" pitchFamily="18" charset="0"/>
                <a:sym typeface="Arial" pitchFamily="34" charset="0"/>
              </a:rPr>
              <a:t>F </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en-US" altLang="zh-CN" sz="1800"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a</a:t>
            </a:r>
            <a:r>
              <a:rPr lang="en-US" altLang="zh-CN" sz="1800"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1</a:t>
            </a:r>
            <a:r>
              <a:rPr lang="en-US" altLang="zh-CN" sz="1800" dirty="0">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sym typeface="Arial" pitchFamily="34" charset="0"/>
              </a:rPr>
              <a:t>T</a:t>
            </a:r>
            <a:r>
              <a:rPr lang="en-US" altLang="zh-CN" sz="1800" i="1" dirty="0">
                <a:latin typeface="Times New Roman" panose="02020603050405020304" pitchFamily="18" charset="0"/>
                <a:ea typeface="楷体" pitchFamily="49" charset="-122"/>
                <a:cs typeface="Times New Roman" panose="02020603050405020304" pitchFamily="18"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sym typeface="Times New Roman" pitchFamily="18" charset="0"/>
              </a:rPr>
              <a:t>.inh</a:t>
            </a:r>
            <a:r>
              <a:rPr lang="en-US" altLang="zh-CN" sz="1800" dirty="0">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sym typeface="Times New Roman" pitchFamily="18" charset="0"/>
              </a:rPr>
              <a:t>F.val</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 </a:t>
            </a:r>
            <a:r>
              <a:rPr lang="en-US" altLang="zh-CN" sz="1800" i="1" dirty="0">
                <a:latin typeface="Times New Roman" panose="02020603050405020304" pitchFamily="18" charset="0"/>
                <a:ea typeface="楷体_GB2312" pitchFamily="49" charset="-122"/>
                <a:cs typeface="Times New Roman" panose="02020603050405020304" pitchFamily="18" charset="0"/>
                <a:sym typeface="Arial" pitchFamily="34" charset="0"/>
              </a:rPr>
              <a:t>T</a:t>
            </a:r>
            <a:r>
              <a:rPr lang="en-US" altLang="zh-CN" sz="1800" i="1" dirty="0">
                <a:latin typeface="Times New Roman" panose="02020603050405020304" pitchFamily="18" charset="0"/>
                <a:ea typeface="楷体" pitchFamily="49" charset="-122"/>
                <a:cs typeface="Times New Roman" panose="02020603050405020304" pitchFamily="18"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sym typeface="Arial" pitchFamily="34" charset="0"/>
              </a:rPr>
              <a:t> </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en-US" altLang="zh-CN" sz="1800"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a</a:t>
            </a:r>
            <a:r>
              <a:rPr lang="en-US" altLang="zh-CN" sz="1800"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2</a:t>
            </a:r>
            <a:r>
              <a:rPr lang="en-US" altLang="zh-CN" sz="1800" dirty="0">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sym typeface="Times New Roman" pitchFamily="18" charset="0"/>
              </a:rPr>
              <a:t>T.val</a:t>
            </a:r>
            <a:r>
              <a:rPr lang="en-US" altLang="zh-CN" sz="1800" dirty="0">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en-US" altLang="zh-CN" sz="1800" i="1" dirty="0" err="1">
                <a:latin typeface="Times New Roman" panose="02020603050405020304" pitchFamily="18" charset="0"/>
                <a:ea typeface="楷体_GB2312" pitchFamily="49" charset="-122"/>
                <a:cs typeface="Times New Roman" panose="02020603050405020304" pitchFamily="18" charset="0"/>
                <a:sym typeface="Times New Roman" pitchFamily="18" charset="0"/>
              </a:rPr>
              <a:t>T</a:t>
            </a:r>
            <a:r>
              <a:rPr lang="en-US" altLang="zh-CN" sz="1800" i="1" dirty="0" err="1">
                <a:latin typeface="Times New Roman" panose="02020603050405020304" pitchFamily="18" charset="0"/>
                <a:ea typeface="楷体" pitchFamily="49" charset="-122"/>
                <a:cs typeface="Times New Roman" panose="02020603050405020304" pitchFamily="18" charset="0"/>
              </a:rPr>
              <a:t>′</a:t>
            </a:r>
            <a:r>
              <a:rPr lang="en-US" altLang="zh-CN" sz="1800" i="1" dirty="0" err="1">
                <a:latin typeface="Times New Roman" panose="02020603050405020304" pitchFamily="18" charset="0"/>
                <a:ea typeface="楷体_GB2312" pitchFamily="49" charset="-122"/>
                <a:cs typeface="Times New Roman" panose="02020603050405020304" pitchFamily="18" charset="0"/>
                <a:sym typeface="Times New Roman" pitchFamily="18" charset="0"/>
              </a:rPr>
              <a:t>.syn</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endParaRPr lang="zh-CN" altLang="en-US" sz="1800" dirty="0">
              <a:latin typeface="Times New Roman" panose="02020603050405020304" pitchFamily="18" charset="0"/>
              <a:ea typeface="楷体_GB2312" pitchFamily="49" charset="-122"/>
              <a:cs typeface="Times New Roman" panose="02020603050405020304" pitchFamily="18" charset="0"/>
              <a:sym typeface="Arial" pitchFamily="34" charset="0"/>
            </a:endParaRPr>
          </a:p>
        </p:txBody>
      </p:sp>
      <p:graphicFrame>
        <p:nvGraphicFramePr>
          <p:cNvPr id="196675" name="Group 67">
            <a:extLst>
              <a:ext uri="{FF2B5EF4-FFF2-40B4-BE49-F238E27FC236}">
                <a16:creationId xmlns:a16="http://schemas.microsoft.com/office/drawing/2014/main" id="{BB6E5824-94EC-4E81-8AD0-51892B11D8FB}"/>
              </a:ext>
            </a:extLst>
          </p:cNvPr>
          <p:cNvGraphicFramePr>
            <a:graphicFrameLocks noGrp="1"/>
          </p:cNvGraphicFramePr>
          <p:nvPr>
            <p:extLst>
              <p:ext uri="{D42A27DB-BD31-4B8C-83A1-F6EECF244321}">
                <p14:modId xmlns:p14="http://schemas.microsoft.com/office/powerpoint/2010/main" val="2922710717"/>
              </p:ext>
            </p:extLst>
          </p:nvPr>
        </p:nvGraphicFramePr>
        <p:xfrm>
          <a:off x="239414" y="2120900"/>
          <a:ext cx="8725073" cy="2949575"/>
        </p:xfrm>
        <a:graphic>
          <a:graphicData uri="http://schemas.openxmlformats.org/drawingml/2006/table">
            <a:tbl>
              <a:tblPr/>
              <a:tblGrid>
                <a:gridCol w="804194">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6984775">
                  <a:extLst>
                    <a:ext uri="{9D8B030D-6E8A-4147-A177-3AD203B41FA5}">
                      <a16:colId xmlns:a16="http://schemas.microsoft.com/office/drawing/2014/main" val="20002"/>
                    </a:ext>
                  </a:extLst>
                </a:gridCol>
              </a:tblGrid>
              <a:tr h="34297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8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符号</a:t>
                      </a:r>
                    </a:p>
                  </a:txBody>
                  <a:tcPr marL="68580" marR="68580" marT="34302" marB="34302"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8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属性</a:t>
                      </a:r>
                    </a:p>
                  </a:txBody>
                  <a:tcPr marL="68580" marR="68580" marT="34302" marB="34302"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8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执行代码                        动作</a:t>
                      </a:r>
                    </a:p>
                  </a:txBody>
                  <a:tcPr marL="68580" marR="68580" marT="34302" marB="34302"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34297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F</a:t>
                      </a: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dirty="0">
                        <a:ln>
                          <a:noFill/>
                        </a:ln>
                        <a:solidFill>
                          <a:srgbClr val="000000"/>
                        </a:solidFill>
                        <a:effectLst/>
                        <a:latin typeface="楷体" pitchFamily="49" charset="-122"/>
                        <a:ea typeface="楷体" pitchFamily="49" charset="-122"/>
                        <a:cs typeface="Times New Roman" pitchFamily="18" charset="0"/>
                      </a:endParaRPr>
                    </a:p>
                  </a:txBody>
                  <a:tcPr marL="68580" marR="68580" marT="34302" marB="34302"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7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Fsyn</a:t>
                      </a: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val</a:t>
                      </a: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Fval</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 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val</a:t>
                      </a: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top=top-</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1;                        </a:t>
                      </a:r>
                      <a:r>
                        <a:rPr kumimoji="0" lang="zh-CN" altLang="en-US"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复制到</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{a1}</a:t>
                      </a: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7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a:t>
                      </a:r>
                      <a:r>
                        <a:rPr kumimoji="0" lang="en-US" altLang="zh-CN" sz="1800" b="1" i="0" u="none" strike="noStrike" cap="none" normalizeH="0" baseline="-25000" dirty="0">
                          <a:ln>
                            <a:noFill/>
                          </a:ln>
                          <a:solidFill>
                            <a:schemeClr val="tx1"/>
                          </a:solidFill>
                          <a:effectLst/>
                          <a:latin typeface="Times New Roman" pitchFamily="18" charset="0"/>
                          <a:ea typeface="楷体_GB2312" pitchFamily="49" charset="-122"/>
                          <a:cs typeface="Times New Roman" pitchFamily="18" charset="0"/>
                        </a:rPr>
                        <a:t>1</a:t>
                      </a:r>
                      <a:endParaRPr kumimoji="0" lang="zh-CN" altLang="en-US" sz="1800" b="1" i="0" u="none" strike="noStrike" cap="none" normalizeH="0" baseline="-2500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Fval</a:t>
                      </a:r>
                      <a:endParaRPr kumimoji="0" lang="zh-CN" altLang="en-US" sz="1800" b="1" i="1"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inh</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 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Fval</a:t>
                      </a: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top=top-</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1;                       </a:t>
                      </a: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91719">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a:t>
                      </a:r>
                      <a:r>
                        <a:rPr lang="en-US" altLang="zh-CN" sz="1800" b="1" i="1" dirty="0">
                          <a:latin typeface="Times New Roman" pitchFamily="18" charset="0"/>
                          <a:ea typeface="楷体" pitchFamily="49" charset="-122"/>
                          <a:cs typeface="Times New Roman" pitchFamily="18" charset="0"/>
                        </a:rPr>
                        <a:t>′</a:t>
                      </a: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inh</a:t>
                      </a: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itchFamily="2" charset="2"/>
                        <a:buNone/>
                        <a:tabLst/>
                      </a:pPr>
                      <a:r>
                        <a:rPr kumimoji="0" lang="zh-CN" altLang="en-US" sz="1800" b="1" i="0" u="none" strike="noStrike" cap="none" normalizeH="0" baseline="0" dirty="0">
                          <a:ln>
                            <a:noFill/>
                          </a:ln>
                          <a:solidFill>
                            <a:srgbClr val="000000"/>
                          </a:solidFill>
                          <a:effectLst/>
                          <a:latin typeface="Times New Roman" pitchFamily="18" charset="0"/>
                          <a:ea typeface="楷体" pitchFamily="49" charset="-122"/>
                          <a:cs typeface="Times New Roman" pitchFamily="18" charset="0"/>
                        </a:rPr>
                        <a:t>根据当前输入符号选择产生式进行推导</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若选</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2):</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stack</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3]</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 pitchFamily="49" charset="-122"/>
                          <a:cs typeface="Times New Roman" pitchFamily="18" charset="0"/>
                        </a:rPr>
                        <a:t>T</a:t>
                      </a:r>
                      <a:r>
                        <a:rPr lang="en-US" altLang="zh-CN" sz="1800" b="1" i="1" dirty="0" err="1">
                          <a:latin typeface="Times New Roman" pitchFamily="18" charset="0"/>
                          <a:ea typeface="楷体"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 pitchFamily="49" charset="-122"/>
                          <a:cs typeface="Times New Roman" pitchFamily="18" charset="0"/>
                          <a:sym typeface="Times New Roman" pitchFamily="18" charset="0"/>
                        </a:rPr>
                        <a:t>inh</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sym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 pitchFamily="49" charset="-122"/>
                          <a:cs typeface="Times New Roman" pitchFamily="18" charset="0"/>
                        </a:rPr>
                        <a:t>inh</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top=top+</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6;      </a:t>
                      </a:r>
                      <a:r>
                        <a:rPr kumimoji="0" lang="zh-CN" altLang="en-US"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复制到</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{a3}</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若选</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3): </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stack</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 pitchFamily="49" charset="-122"/>
                          <a:cs typeface="Times New Roman" pitchFamily="18" charset="0"/>
                        </a:rPr>
                        <a:t>T</a:t>
                      </a:r>
                      <a:r>
                        <a:rPr lang="en-US" altLang="zh-CN" sz="1800" b="1" i="1" dirty="0" err="1">
                          <a:latin typeface="Times New Roman" pitchFamily="18" charset="0"/>
                          <a:ea typeface="楷体"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 pitchFamily="49" charset="-122"/>
                          <a:cs typeface="Times New Roman" pitchFamily="18" charset="0"/>
                          <a:sym typeface="Times New Roman" pitchFamily="18" charset="0"/>
                        </a:rPr>
                        <a:t>inh</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sym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 pitchFamily="49" charset="-122"/>
                          <a:cs typeface="Times New Roman" pitchFamily="18" charset="0"/>
                        </a:rPr>
                        <a:t>inh</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zh-CN" altLang="en-US"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复制到</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{a5}</a:t>
                      </a:r>
                      <a:endPar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endParaRPr>
                    </a:p>
                  </a:txBody>
                  <a:tcPr marL="68580" marR="68580" marT="34302" marB="34302"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7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T</a:t>
                      </a:r>
                      <a:r>
                        <a:rPr lang="en-US" altLang="zh-CN" sz="1800" b="1" i="1" dirty="0" err="1">
                          <a:latin typeface="Times New Roman" pitchFamily="18" charset="0"/>
                          <a:ea typeface="楷体"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sym typeface="Times New Roman" pitchFamily="18" charset="0"/>
                        </a:rPr>
                        <a:t>syn</a:t>
                      </a: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syn</a:t>
                      </a:r>
                      <a:endParaRPr kumimoji="0" lang="zh-CN" altLang="en-US" sz="1800" b="1" i="1"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top-1</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T</a:t>
                      </a:r>
                      <a:r>
                        <a:rPr lang="en-US" altLang="zh-CN" sz="1800" b="1" i="1" dirty="0" err="1">
                          <a:latin typeface="Times New Roman" pitchFamily="18" charset="0"/>
                          <a:ea typeface="楷体"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sym typeface="Times New Roman" pitchFamily="18" charset="0"/>
                        </a:rPr>
                        <a:t>syn</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sym typeface="Times New Roman" pitchFamily="18" charset="0"/>
                        </a:rPr>
                        <a:t> =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sym typeface="Times New Roman" pitchFamily="18" charset="0"/>
                        </a:rPr>
                        <a:t>syn</a:t>
                      </a: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top=top-</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1;                     </a:t>
                      </a:r>
                      <a:r>
                        <a:rPr kumimoji="0" lang="zh-CN" altLang="en-US"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复制到</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{a2}</a:t>
                      </a:r>
                      <a:endPar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sym typeface="Times New Roman" pitchFamily="18" charset="0"/>
                      </a:endParaRPr>
                    </a:p>
                  </a:txBody>
                  <a:tcPr marL="68580" marR="68580" marT="34302" marB="34302"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2976">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a:t>
                      </a:r>
                      <a:r>
                        <a:rPr kumimoji="0" lang="en-US" altLang="zh-CN" sz="1800" b="1" i="0" u="none" strike="noStrike" cap="none" normalizeH="0" baseline="-25000">
                          <a:ln>
                            <a:noFill/>
                          </a:ln>
                          <a:solidFill>
                            <a:schemeClr val="tx1"/>
                          </a:solidFill>
                          <a:effectLst/>
                          <a:latin typeface="Times New Roman" pitchFamily="18" charset="0"/>
                          <a:ea typeface="楷体_GB2312" pitchFamily="49" charset="-122"/>
                          <a:cs typeface="Times New Roman" pitchFamily="18" charset="0"/>
                        </a:rPr>
                        <a:t>2</a:t>
                      </a:r>
                      <a:endParaRPr kumimoji="0" lang="zh-CN" altLang="en-US" sz="1800" b="1" i="0" u="none" strike="noStrike" cap="none" normalizeH="0" baseline="-2500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T</a:t>
                      </a:r>
                      <a:r>
                        <a:rPr lang="en-US" altLang="zh-CN" sz="1800" b="1" i="1" dirty="0" err="1">
                          <a:latin typeface="Times New Roman" pitchFamily="18" charset="0"/>
                          <a:ea typeface="楷体"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sym typeface="Times New Roman" pitchFamily="18" charset="0"/>
                        </a:rPr>
                        <a:t>syn</a:t>
                      </a: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580" marR="68580" marT="34302" marB="34302"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val</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 stack</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top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T</a:t>
                      </a:r>
                      <a:r>
                        <a:rPr lang="en-US" altLang="zh-CN" sz="1800" b="1" i="1" dirty="0" err="1">
                          <a:latin typeface="Times New Roman" pitchFamily="18" charset="0"/>
                          <a:ea typeface="楷体" pitchFamily="49" charset="-122"/>
                          <a:cs typeface="Times New Roman" pitchFamily="18" charset="0"/>
                        </a:rPr>
                        <a:t>′</a:t>
                      </a:r>
                      <a:r>
                        <a:rPr kumimoji="0" lang="en-US" altLang="zh-CN" sz="1800" b="1" i="1"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sym typeface="Times New Roman" pitchFamily="18" charset="0"/>
                        </a:rPr>
                        <a:t>syn</a:t>
                      </a:r>
                      <a:r>
                        <a:rPr kumimoji="0" lang="zh-CN" altLang="en-US"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r>
                        <a:rPr kumimoji="0" lang="en-US" altLang="zh-CN" sz="1800" b="1" i="1"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top=top-</a:t>
                      </a: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1; </a:t>
                      </a:r>
                      <a:endParaRPr kumimoji="0" lang="zh-CN" altLang="en-US"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sym typeface="Times New Roman" pitchFamily="18" charset="0"/>
                      </a:endParaRPr>
                    </a:p>
                  </a:txBody>
                  <a:tcPr marL="68580" marR="68580" marT="34302" marB="34302"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164899" name="组合 5">
            <a:extLst>
              <a:ext uri="{FF2B5EF4-FFF2-40B4-BE49-F238E27FC236}">
                <a16:creationId xmlns:a16="http://schemas.microsoft.com/office/drawing/2014/main" id="{CB2EEABE-E18B-4B32-BBDB-D77433485691}"/>
              </a:ext>
            </a:extLst>
          </p:cNvPr>
          <p:cNvGrpSpPr>
            <a:grpSpLocks/>
          </p:cNvGrpSpPr>
          <p:nvPr/>
        </p:nvGrpSpPr>
        <p:grpSpPr bwMode="auto">
          <a:xfrm>
            <a:off x="0" y="195263"/>
            <a:ext cx="755650" cy="431800"/>
            <a:chOff x="-786" y="195486"/>
            <a:chExt cx="756363" cy="432048"/>
          </a:xfrm>
        </p:grpSpPr>
        <p:sp>
          <p:nvSpPr>
            <p:cNvPr id="8" name="五边形 7">
              <a:extLst>
                <a:ext uri="{FF2B5EF4-FFF2-40B4-BE49-F238E27FC236}">
                  <a16:creationId xmlns:a16="http://schemas.microsoft.com/office/drawing/2014/main" id="{49FA5E0C-7D3E-4110-8B6F-0823C5DFB527}"/>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64908" name="五边形 8">
              <a:extLst>
                <a:ext uri="{FF2B5EF4-FFF2-40B4-BE49-F238E27FC236}">
                  <a16:creationId xmlns:a16="http://schemas.microsoft.com/office/drawing/2014/main" id="{05167ADF-C24A-40C2-B755-C52D492A5FB4}"/>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cxnSp>
        <p:nvCxnSpPr>
          <p:cNvPr id="13" name="直接连接符 12">
            <a:extLst>
              <a:ext uri="{FF2B5EF4-FFF2-40B4-BE49-F238E27FC236}">
                <a16:creationId xmlns:a16="http://schemas.microsoft.com/office/drawing/2014/main" id="{FD9B92AA-0A85-4841-BCEE-63DA6748CE53}"/>
              </a:ext>
            </a:extLst>
          </p:cNvPr>
          <p:cNvCxnSpPr/>
          <p:nvPr/>
        </p:nvCxnSpPr>
        <p:spPr>
          <a:xfrm rot="5400000">
            <a:off x="6099161" y="3584575"/>
            <a:ext cx="2928937" cy="15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41349F7-F07A-4126-BE9B-334B93545884}"/>
              </a:ext>
            </a:extLst>
          </p:cNvPr>
          <p:cNvCxnSpPr/>
          <p:nvPr/>
        </p:nvCxnSpPr>
        <p:spPr>
          <a:xfrm rot="5400000">
            <a:off x="-1223730" y="3605213"/>
            <a:ext cx="2928937" cy="158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4902" name="组合 3">
            <a:extLst>
              <a:ext uri="{FF2B5EF4-FFF2-40B4-BE49-F238E27FC236}">
                <a16:creationId xmlns:a16="http://schemas.microsoft.com/office/drawing/2014/main" id="{F3B8483D-569F-422B-9666-823884386BD6}"/>
              </a:ext>
            </a:extLst>
          </p:cNvPr>
          <p:cNvGrpSpPr>
            <a:grpSpLocks/>
          </p:cNvGrpSpPr>
          <p:nvPr/>
        </p:nvGrpSpPr>
        <p:grpSpPr bwMode="auto">
          <a:xfrm>
            <a:off x="2124075" y="-6350"/>
            <a:ext cx="5162550" cy="1755775"/>
            <a:chOff x="4211960" y="-46273"/>
            <a:chExt cx="5163301" cy="1753927"/>
          </a:xfrm>
        </p:grpSpPr>
        <p:sp>
          <p:nvSpPr>
            <p:cNvPr id="12" name="矩形 7">
              <a:extLst>
                <a:ext uri="{FF2B5EF4-FFF2-40B4-BE49-F238E27FC236}">
                  <a16:creationId xmlns:a16="http://schemas.microsoft.com/office/drawing/2014/main" id="{EA5388C3-5224-45AB-B495-8DEAC1A2E6E6}"/>
                </a:ext>
              </a:extLst>
            </p:cNvPr>
            <p:cNvSpPr>
              <a:spLocks noChangeArrowheads="1"/>
            </p:cNvSpPr>
            <p:nvPr/>
          </p:nvSpPr>
          <p:spPr bwMode="auto">
            <a:xfrm>
              <a:off x="4211960" y="26675"/>
              <a:ext cx="4896562" cy="1680979"/>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400">
                <a:solidFill>
                  <a:srgbClr val="000000"/>
                </a:solidFill>
                <a:latin typeface="Tahoma" panose="020B0604030504040204" pitchFamily="34" charset="0"/>
              </a:endParaRPr>
            </a:p>
          </p:txBody>
        </p:sp>
        <p:sp>
          <p:nvSpPr>
            <p:cNvPr id="164905" name="Rectangle 3">
              <a:extLst>
                <a:ext uri="{FF2B5EF4-FFF2-40B4-BE49-F238E27FC236}">
                  <a16:creationId xmlns:a16="http://schemas.microsoft.com/office/drawing/2014/main" id="{4227F9FB-9311-4555-9F7E-F978AAF37F12}"/>
                </a:ext>
              </a:extLst>
            </p:cNvPr>
            <p:cNvSpPr txBox="1">
              <a:spLocks noChangeArrowheads="1"/>
            </p:cNvSpPr>
            <p:nvPr/>
          </p:nvSpPr>
          <p:spPr bwMode="auto">
            <a:xfrm>
              <a:off x="4357199" y="132073"/>
              <a:ext cx="3041401" cy="151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1)</a:t>
              </a:r>
              <a:r>
                <a:rPr lang="zh-CN" altLang="en-US" sz="1600">
                  <a:solidFill>
                    <a:srgbClr val="000000"/>
                  </a:solidFill>
                  <a:latin typeface="Times New Roman" panose="02020603050405020304" pitchFamily="18" charset="0"/>
                  <a:cs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rPr>
                <a:t>T </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1600" baseline="-25000">
                  <a:solidFill>
                    <a:srgbClr val="0000FF"/>
                  </a:solidFill>
                  <a:latin typeface="Times New Roman" panose="02020603050405020304" pitchFamily="18" charset="0"/>
                  <a:cs typeface="Times New Roman" panose="02020603050405020304" pitchFamily="18" charset="0"/>
                </a:rPr>
                <a:t>1</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2</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2) </a:t>
              </a:r>
              <a:r>
                <a:rPr lang="en-US" altLang="zh-CN"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F</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FF"/>
                  </a:solidFill>
                  <a:latin typeface="Times New Roman" panose="02020603050405020304" pitchFamily="18" charset="0"/>
                  <a:cs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3</a:t>
              </a:r>
              <a:r>
                <a:rPr lang="zh-CN" altLang="en-US"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1600" i="1">
                  <a:solidFill>
                    <a:srgbClr val="000000"/>
                  </a:solidFill>
                  <a:latin typeface="Times New Roman" panose="02020603050405020304" pitchFamily="18" charset="0"/>
                  <a:cs typeface="Times New Roman" panose="02020603050405020304" pitchFamily="18" charset="0"/>
                </a:rPr>
                <a:t>T</a:t>
              </a:r>
              <a:r>
                <a:rPr lang="zh-CN" altLang="en-US" sz="1600" i="1" baseline="-25000">
                  <a:solidFill>
                    <a:srgbClr val="000000"/>
                  </a:solidFill>
                  <a:latin typeface="Times New Roman" panose="02020603050405020304" pitchFamily="18" charset="0"/>
                  <a:cs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rPr>
                <a:t>′ </a:t>
              </a:r>
              <a:r>
                <a:rPr lang="en-US" altLang="zh-CN" sz="1600">
                  <a:solidFill>
                    <a:srgbClr val="0000FF"/>
                  </a:solidFill>
                  <a:latin typeface="Times New Roman" panose="02020603050405020304" pitchFamily="18" charset="0"/>
                  <a:cs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4</a:t>
              </a:r>
              <a:r>
                <a:rPr lang="en-US" altLang="zh-CN" sz="16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3)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5</a:t>
              </a:r>
              <a:r>
                <a:rPr lang="en-US" altLang="zh-CN" sz="16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6</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600">
                <a:solidFill>
                  <a:srgbClr val="0000FF"/>
                </a:solidFill>
                <a:latin typeface="Times New Roman" panose="02020603050405020304" pitchFamily="18" charset="0"/>
                <a:cs typeface="Times New Roman" panose="02020603050405020304" pitchFamily="18" charset="0"/>
              </a:endParaRPr>
            </a:p>
          </p:txBody>
        </p:sp>
        <p:sp>
          <p:nvSpPr>
            <p:cNvPr id="164906" name="Rectangle 3">
              <a:extLst>
                <a:ext uri="{FF2B5EF4-FFF2-40B4-BE49-F238E27FC236}">
                  <a16:creationId xmlns:a16="http://schemas.microsoft.com/office/drawing/2014/main" id="{C08063A7-5A13-4BBF-B118-BB5EED9C6619}"/>
                </a:ext>
              </a:extLst>
            </p:cNvPr>
            <p:cNvSpPr txBox="1">
              <a:spLocks noChangeArrowheads="1"/>
            </p:cNvSpPr>
            <p:nvPr/>
          </p:nvSpPr>
          <p:spPr bwMode="auto">
            <a:xfrm>
              <a:off x="6572902" y="-46273"/>
              <a:ext cx="2802359" cy="171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1600" baseline="-25000" dirty="0">
                  <a:solidFill>
                    <a:srgbClr val="000000"/>
                  </a:solidFill>
                  <a:latin typeface="Times New Roman" panose="02020603050405020304" pitchFamily="18" charset="0"/>
                  <a:cs typeface="Times New Roman" panose="02020603050405020304" pitchFamily="18" charset="0"/>
                </a:rPr>
                <a:t>1 </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16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6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16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16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600" i="1" dirty="0" err="1">
                  <a:solidFill>
                    <a:srgbClr val="000000"/>
                  </a:solidFill>
                  <a:latin typeface="Times New Roman" panose="02020603050405020304" pitchFamily="18" charset="0"/>
                  <a:ea typeface="楷体" panose="02010609060101010101" pitchFamily="49" charset="-122"/>
                </a:rPr>
                <a:t>′</a:t>
              </a:r>
              <a:r>
                <a:rPr lang="en-US" altLang="zh-CN" sz="16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dirty="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3</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zh-CN" altLang="en-US" sz="1600" i="1" baseline="-25000" dirty="0">
                  <a:solidFill>
                    <a:srgbClr val="000000"/>
                  </a:solidFill>
                  <a:latin typeface="Times New Roman" panose="02020603050405020304" pitchFamily="18" charset="0"/>
                  <a:cs typeface="Times New Roman" panose="02020603050405020304" pitchFamily="18" charset="0"/>
                </a:rPr>
                <a:t>1</a:t>
              </a:r>
              <a:r>
                <a:rPr lang="en-US" altLang="zh-CN" sz="1600" i="1" dirty="0">
                  <a:solidFill>
                    <a:srgbClr val="000000"/>
                  </a:solidFill>
                  <a:latin typeface="Times New Roman" panose="02020603050405020304" pitchFamily="18" charset="0"/>
                  <a:ea typeface="楷体" panose="02010609060101010101" pitchFamily="49" charset="-122"/>
                </a:rPr>
                <a:t>′</a:t>
              </a:r>
              <a:r>
                <a:rPr lang="zh-CN" altLang="en-US" sz="1600" i="1" dirty="0">
                  <a:solidFill>
                    <a:srgbClr val="000000"/>
                  </a:solidFill>
                  <a:latin typeface="Times New Roman" panose="02020603050405020304" pitchFamily="18" charset="0"/>
                  <a:cs typeface="Times New Roman" panose="02020603050405020304" pitchFamily="18" charset="0"/>
                </a:rPr>
                <a:t>.inh </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en-US" altLang="zh-CN" sz="1600" i="1" dirty="0">
                  <a:solidFill>
                    <a:srgbClr val="000000"/>
                  </a:solidFill>
                  <a:latin typeface="Times New Roman" panose="02020603050405020304" pitchFamily="18" charset="0"/>
                  <a:ea typeface="楷体" panose="02010609060101010101" pitchFamily="49" charset="-122"/>
                </a:rPr>
                <a:t>′</a:t>
              </a:r>
              <a:r>
                <a:rPr lang="zh-CN" altLang="en-US" sz="1600" i="1" dirty="0">
                  <a:solidFill>
                    <a:srgbClr val="000000"/>
                  </a:solidFill>
                  <a:latin typeface="Times New Roman" panose="02020603050405020304" pitchFamily="18" charset="0"/>
                  <a:cs typeface="Times New Roman" panose="02020603050405020304" pitchFamily="18" charset="0"/>
                </a:rPr>
                <a:t>.inh</a:t>
              </a:r>
              <a:r>
                <a:rPr lang="zh-CN" altLang="en-US"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16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dirty="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4</a:t>
              </a:r>
              <a:r>
                <a:rPr lang="zh-CN" altLang="en-US" sz="1600" baseline="-25000" dirty="0">
                  <a:solidFill>
                    <a:srgbClr val="000000"/>
                  </a:solidFill>
                  <a:latin typeface="Times New Roman" panose="02020603050405020304" pitchFamily="18" charset="0"/>
                  <a:cs typeface="Times New Roman" panose="02020603050405020304" pitchFamily="18" charset="0"/>
                </a:rPr>
                <a:t> </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en-US" altLang="zh-CN" sz="1600" i="1" dirty="0">
                  <a:solidFill>
                    <a:srgbClr val="000000"/>
                  </a:solidFill>
                  <a:latin typeface="Times New Roman" panose="02020603050405020304" pitchFamily="18" charset="0"/>
                  <a:ea typeface="楷体" panose="02010609060101010101" pitchFamily="49" charset="-122"/>
                </a:rPr>
                <a:t>′</a:t>
              </a:r>
              <a:r>
                <a:rPr lang="en-US" altLang="zh-CN" sz="1600" i="1" dirty="0">
                  <a:solidFill>
                    <a:srgbClr val="000000"/>
                  </a:solidFill>
                  <a:latin typeface="Times New Roman" panose="02020603050405020304" pitchFamily="18" charset="0"/>
                  <a:cs typeface="Times New Roman" panose="02020603050405020304" pitchFamily="18" charset="0"/>
                </a:rPr>
                <a:t>.syn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zh-CN" altLang="en-US" sz="1600" i="1" baseline="-25000" dirty="0">
                  <a:solidFill>
                    <a:srgbClr val="000000"/>
                  </a:solidFill>
                  <a:latin typeface="Times New Roman" panose="02020603050405020304" pitchFamily="18" charset="0"/>
                  <a:cs typeface="Times New Roman" panose="02020603050405020304" pitchFamily="18" charset="0"/>
                </a:rPr>
                <a:t>1</a:t>
              </a:r>
              <a:r>
                <a:rPr lang="en-US" altLang="zh-CN" sz="1600" i="1" dirty="0">
                  <a:solidFill>
                    <a:srgbClr val="000000"/>
                  </a:solidFill>
                  <a:latin typeface="Times New Roman" panose="02020603050405020304" pitchFamily="18" charset="0"/>
                  <a:ea typeface="楷体" panose="02010609060101010101" pitchFamily="49" charset="-122"/>
                </a:rPr>
                <a:t>′</a:t>
              </a:r>
              <a:r>
                <a:rPr lang="en-US" altLang="zh-CN" sz="1600" i="1" dirty="0">
                  <a:solidFill>
                    <a:srgbClr val="000000"/>
                  </a:solidFill>
                  <a:latin typeface="Times New Roman" panose="02020603050405020304" pitchFamily="18" charset="0"/>
                  <a:cs typeface="Times New Roman" panose="02020603050405020304" pitchFamily="18" charset="0"/>
                </a:rPr>
                <a:t>.syn</a:t>
              </a:r>
              <a:r>
                <a:rPr lang="en-US" altLang="zh-CN" sz="1600" dirty="0">
                  <a:solidFill>
                    <a:srgbClr val="000000"/>
                  </a:solidFill>
                  <a:latin typeface="Times New Roman" panose="02020603050405020304" pitchFamily="18" charset="0"/>
                  <a:cs typeface="Times New Roman" panose="02020603050405020304" pitchFamily="18" charset="0"/>
                </a:rPr>
                <a:t> </a:t>
              </a:r>
              <a:endParaRPr lang="zh-CN" altLang="en-US" sz="1600" dirty="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5</a:t>
              </a:r>
              <a:r>
                <a:rPr lang="zh-CN" altLang="en-US" sz="1600" baseline="-25000" dirty="0">
                  <a:solidFill>
                    <a:srgbClr val="000000"/>
                  </a:solidFill>
                  <a:latin typeface="Times New Roman" panose="02020603050405020304" pitchFamily="18" charset="0"/>
                  <a:cs typeface="Times New Roman" panose="02020603050405020304" pitchFamily="18" charset="0"/>
                </a:rPr>
                <a:t> </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en-US" altLang="zh-CN" sz="1600" i="1" dirty="0">
                  <a:solidFill>
                    <a:srgbClr val="000000"/>
                  </a:solidFill>
                  <a:latin typeface="Times New Roman" panose="02020603050405020304" pitchFamily="18" charset="0"/>
                  <a:ea typeface="楷体" panose="02010609060101010101" pitchFamily="49" charset="-122"/>
                </a:rPr>
                <a:t>′</a:t>
              </a:r>
              <a:r>
                <a:rPr lang="en-US" altLang="zh-CN" sz="1600" i="1" dirty="0">
                  <a:solidFill>
                    <a:srgbClr val="000000"/>
                  </a:solidFill>
                  <a:latin typeface="Times New Roman" panose="02020603050405020304" pitchFamily="18" charset="0"/>
                  <a:cs typeface="Times New Roman" panose="02020603050405020304" pitchFamily="18" charset="0"/>
                </a:rPr>
                <a:t>.syn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en-US" altLang="zh-CN" sz="1600" i="1" dirty="0">
                  <a:solidFill>
                    <a:srgbClr val="000000"/>
                  </a:solidFill>
                  <a:latin typeface="Times New Roman" panose="02020603050405020304" pitchFamily="18" charset="0"/>
                  <a:ea typeface="楷体" panose="02010609060101010101" pitchFamily="49" charset="-122"/>
                </a:rPr>
                <a:t>′</a:t>
              </a:r>
              <a:r>
                <a:rPr lang="en-US" altLang="zh-CN" sz="1600" i="1" dirty="0">
                  <a:solidFill>
                    <a:srgbClr val="000000"/>
                  </a:solidFill>
                  <a:latin typeface="Times New Roman" panose="02020603050405020304" pitchFamily="18" charset="0"/>
                  <a:cs typeface="Times New Roman" panose="02020603050405020304" pitchFamily="18" charset="0"/>
                </a:rPr>
                <a:t>.</a:t>
              </a:r>
              <a:r>
                <a:rPr lang="en-US" altLang="zh-CN" sz="1600" i="1" dirty="0" err="1">
                  <a:solidFill>
                    <a:srgbClr val="000000"/>
                  </a:solidFill>
                  <a:latin typeface="Times New Roman" panose="02020603050405020304" pitchFamily="18" charset="0"/>
                  <a:cs typeface="Times New Roman" panose="02020603050405020304" pitchFamily="18" charset="0"/>
                </a:rPr>
                <a:t>inh</a:t>
              </a:r>
              <a:r>
                <a:rPr lang="en-US" altLang="zh-CN" sz="1600" dirty="0">
                  <a:solidFill>
                    <a:srgbClr val="000000"/>
                  </a:solidFill>
                  <a:latin typeface="Times New Roman" panose="02020603050405020304" pitchFamily="18" charset="0"/>
                  <a:cs typeface="Times New Roman" panose="02020603050405020304" pitchFamily="18" charset="0"/>
                </a:rPr>
                <a:t> </a:t>
              </a:r>
              <a:endParaRPr lang="zh-CN" altLang="en-US" sz="1600" dirty="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6</a:t>
              </a:r>
              <a:r>
                <a:rPr lang="zh-CN" altLang="en-US" sz="1600" baseline="-25000" dirty="0">
                  <a:solidFill>
                    <a:srgbClr val="000000"/>
                  </a:solidFill>
                  <a:latin typeface="Times New Roman" panose="02020603050405020304" pitchFamily="18" charset="0"/>
                  <a:cs typeface="Times New Roman" panose="02020603050405020304" pitchFamily="18" charset="0"/>
                </a:rPr>
                <a:t> </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6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16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600" dirty="0">
                <a:solidFill>
                  <a:srgbClr val="000000"/>
                </a:solidFill>
                <a:latin typeface="Times New Roman" panose="02020603050405020304" pitchFamily="18" charset="0"/>
                <a:cs typeface="Times New Roman" panose="02020603050405020304" pitchFamily="18" charset="0"/>
              </a:endParaRPr>
            </a:p>
          </p:txBody>
        </p:sp>
      </p:grpSp>
      <p:sp>
        <p:nvSpPr>
          <p:cNvPr id="15" name="标题 2">
            <a:extLst>
              <a:ext uri="{FF2B5EF4-FFF2-40B4-BE49-F238E27FC236}">
                <a16:creationId xmlns:a16="http://schemas.microsoft.com/office/drawing/2014/main" id="{4A48AD5B-B9D8-4107-86C2-CB6AEF33F54D}"/>
              </a:ext>
            </a:extLst>
          </p:cNvPr>
          <p:cNvSpPr>
            <a:spLocks noGrp="1"/>
          </p:cNvSpPr>
          <p:nvPr>
            <p:ph type="title"/>
          </p:nvPr>
        </p:nvSpPr>
        <p:spPr>
          <a:xfrm>
            <a:off x="755650" y="268288"/>
            <a:ext cx="1173163"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cxnSp>
        <p:nvCxnSpPr>
          <p:cNvPr id="17" name="直接连接符 16">
            <a:extLst>
              <a:ext uri="{FF2B5EF4-FFF2-40B4-BE49-F238E27FC236}">
                <a16:creationId xmlns:a16="http://schemas.microsoft.com/office/drawing/2014/main" id="{F186D39A-FDDA-4D6D-9DAF-8EAFD33EA9E4}"/>
              </a:ext>
            </a:extLst>
          </p:cNvPr>
          <p:cNvCxnSpPr/>
          <p:nvPr/>
        </p:nvCxnSpPr>
        <p:spPr>
          <a:xfrm rot="5400000">
            <a:off x="7490049" y="3603617"/>
            <a:ext cx="2928937" cy="15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7408AC2F-FA69-41BD-93C5-6F2389D35593}"/>
              </a:ext>
            </a:extLst>
          </p:cNvPr>
          <p:cNvSpPr>
            <a:spLocks noGrp="1"/>
          </p:cNvSpPr>
          <p:nvPr>
            <p:ph type="sldNum" sz="quarter" idx="10"/>
          </p:nvPr>
        </p:nvSpPr>
        <p:spPr/>
        <p:txBody>
          <a:bodyPr/>
          <a:lstStyle/>
          <a:p>
            <a:pPr>
              <a:defRPr/>
            </a:pPr>
            <a:fld id="{8E104948-B687-4A74-87EB-9097C047E113}" type="slidenum">
              <a:rPr lang="zh-CN" altLang="en-US" smtClean="0"/>
              <a:pPr>
                <a:defRPr/>
              </a:pPr>
              <a:t>69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196675"/>
                                        </p:tgtEl>
                                        <p:attrNameLst>
                                          <p:attrName>style.visibility</p:attrName>
                                        </p:attrNameLst>
                                      </p:cBhvr>
                                      <p:to>
                                        <p:strVal val="visible"/>
                                      </p:to>
                                    </p:set>
                                    <p:anim calcmode="lin" valueType="num">
                                      <p:cBhvr>
                                        <p:cTn id="7" dur="500" fill="hold"/>
                                        <p:tgtEl>
                                          <p:spTgt spid="196675"/>
                                        </p:tgtEl>
                                        <p:attrNameLst>
                                          <p:attrName>ppt_w</p:attrName>
                                        </p:attrNameLst>
                                      </p:cBhvr>
                                      <p:tavLst>
                                        <p:tav tm="0">
                                          <p:val>
                                            <p:fltVal val="0"/>
                                          </p:val>
                                        </p:tav>
                                        <p:tav tm="100000">
                                          <p:val>
                                            <p:strVal val="#ppt_w"/>
                                          </p:val>
                                        </p:tav>
                                      </p:tavLst>
                                    </p:anim>
                                    <p:anim calcmode="lin" valueType="num">
                                      <p:cBhvr>
                                        <p:cTn id="8" dur="500" fill="hold"/>
                                        <p:tgtEl>
                                          <p:spTgt spid="196675"/>
                                        </p:tgtEl>
                                        <p:attrNameLst>
                                          <p:attrName>ppt_h</p:attrName>
                                        </p:attrNameLst>
                                      </p:cBhvr>
                                      <p:tavLst>
                                        <p:tav tm="0">
                                          <p:val>
                                            <p:fltVal val="0"/>
                                          </p:val>
                                        </p:tav>
                                        <p:tav tm="100000">
                                          <p:val>
                                            <p:strVal val="#ppt_h"/>
                                          </p:val>
                                        </p:tav>
                                      </p:tavLst>
                                    </p:anim>
                                    <p:animEffect transition="in" filter="fade">
                                      <p:cBhvr>
                                        <p:cTn id="9" dur="500"/>
                                        <p:tgtEl>
                                          <p:spTgt spid="196675"/>
                                        </p:tgtEl>
                                      </p:cBhvr>
                                    </p:animEffect>
                                  </p:childTnLst>
                                </p:cTn>
                              </p:par>
                              <p:par>
                                <p:cTn id="10" presetID="53"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par>
                                <p:cTn id="20" presetID="53"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79" name="Rectangle 47">
            <a:extLst>
              <a:ext uri="{FF2B5EF4-FFF2-40B4-BE49-F238E27FC236}">
                <a16:creationId xmlns:a16="http://schemas.microsoft.com/office/drawing/2014/main" id="{160F323A-FE9D-4A1E-B613-64628DAC5D8C}"/>
              </a:ext>
            </a:extLst>
          </p:cNvPr>
          <p:cNvSpPr>
            <a:spLocks noGrp="1" noChangeArrowheads="1"/>
          </p:cNvSpPr>
          <p:nvPr>
            <p:ph idx="1"/>
          </p:nvPr>
        </p:nvSpPr>
        <p:spPr>
          <a:xfrm>
            <a:off x="944563" y="1820863"/>
            <a:ext cx="7058025" cy="3225800"/>
          </a:xfrm>
        </p:spPr>
        <p:txBody>
          <a:bodyPr/>
          <a:lstStyle/>
          <a:p>
            <a:pPr marL="272654" indent="-272654">
              <a:lnSpc>
                <a:spcPts val="1800"/>
              </a:lnSpc>
              <a:buFont typeface="Symbol" panose="05050102010706020507" pitchFamily="18" charset="2"/>
              <a:buNone/>
              <a:defRPr/>
            </a:pPr>
            <a:r>
              <a:rPr lang="en-US" altLang="zh-CN" sz="1800" dirty="0">
                <a:latin typeface="Times New Roman" panose="02020603050405020304" pitchFamily="18" charset="0"/>
                <a:ea typeface="楷体_GB2312" pitchFamily="49" charset="-122"/>
                <a:cs typeface="Times New Roman" panose="02020603050405020304" pitchFamily="18" charset="0"/>
              </a:rPr>
              <a:t>2) </a:t>
            </a:r>
            <a:r>
              <a:rPr lang="en-US" altLang="zh-CN" sz="1800" i="1" dirty="0">
                <a:latin typeface="Times New Roman" panose="02020603050405020304" pitchFamily="18" charset="0"/>
                <a:ea typeface="楷体_GB2312" pitchFamily="49" charset="-122"/>
                <a:cs typeface="Times New Roman" panose="02020603050405020304" pitchFamily="18" charset="0"/>
              </a:rPr>
              <a:t>T</a:t>
            </a:r>
            <a:r>
              <a:rPr lang="en-US" altLang="zh-CN" sz="1800" i="1" dirty="0">
                <a:latin typeface="Times New Roman" panose="02020603050405020304" pitchFamily="18" charset="0"/>
                <a:ea typeface="楷体" pitchFamily="49" charset="-122"/>
                <a:cs typeface="Times New Roman" panose="02020603050405020304" pitchFamily="18"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sym typeface="Arial" pitchFamily="34" charset="0"/>
              </a:rPr>
              <a:t> </a:t>
            </a:r>
            <a:r>
              <a:rPr lang="zh-CN" altLang="en-US" sz="1800" dirty="0">
                <a:latin typeface="Times New Roman" panose="02020603050405020304" pitchFamily="18" charset="0"/>
                <a:ea typeface="楷体_GB2312" pitchFamily="49" charset="-122"/>
                <a:cs typeface="Times New Roman" panose="02020603050405020304" pitchFamily="18" charset="0"/>
                <a:sym typeface="Arial" pitchFamily="34" charset="0"/>
              </a:rPr>
              <a:t>→ </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sym typeface="Arial" pitchFamily="34" charset="0"/>
              </a:rPr>
              <a:t>F</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en-US" altLang="zh-CN" sz="1800"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a</a:t>
            </a:r>
            <a:r>
              <a:rPr lang="en-US" altLang="zh-CN" sz="1400"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3</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zh-CN" altLang="en-US" sz="1800" i="1" dirty="0">
                <a:latin typeface="Times New Roman" panose="02020603050405020304" pitchFamily="18" charset="0"/>
                <a:ea typeface="楷体_GB2312" pitchFamily="49" charset="-122"/>
                <a:cs typeface="Times New Roman" panose="02020603050405020304" pitchFamily="18" charset="0"/>
              </a:rPr>
              <a:t>T</a:t>
            </a:r>
            <a:r>
              <a:rPr lang="zh-CN" altLang="en-US" sz="1400" baseline="-25000" dirty="0">
                <a:latin typeface="Times New Roman" panose="02020603050405020304" pitchFamily="18" charset="0"/>
                <a:ea typeface="楷体_GB2312" pitchFamily="49" charset="-122"/>
                <a:cs typeface="Times New Roman" panose="02020603050405020304" pitchFamily="18" charset="0"/>
              </a:rPr>
              <a:t>1</a:t>
            </a:r>
            <a:r>
              <a:rPr lang="en-US" altLang="zh-CN" sz="1800" i="1" dirty="0">
                <a:latin typeface="Times New Roman" panose="02020603050405020304" pitchFamily="18" charset="0"/>
                <a:ea typeface="楷体" pitchFamily="49" charset="-122"/>
                <a:cs typeface="Times New Roman" panose="02020603050405020304" pitchFamily="18" charset="0"/>
              </a:rPr>
              <a:t>′</a:t>
            </a:r>
            <a:r>
              <a:rPr lang="zh-CN" altLang="en-US" sz="1800" i="1" dirty="0">
                <a:latin typeface="Times New Roman" panose="02020603050405020304" pitchFamily="18" charset="0"/>
                <a:ea typeface="楷体_GB2312" pitchFamily="49" charset="-122"/>
                <a:cs typeface="Times New Roman" panose="02020603050405020304" pitchFamily="18" charset="0"/>
              </a:rPr>
              <a:t>.inh</a:t>
            </a:r>
            <a:r>
              <a:rPr lang="zh-CN" altLang="en-US" sz="1800" dirty="0">
                <a:latin typeface="Times New Roman" panose="02020603050405020304" pitchFamily="18" charset="0"/>
                <a:ea typeface="楷体_GB2312" pitchFamily="49" charset="-122"/>
                <a:cs typeface="Times New Roman" panose="02020603050405020304" pitchFamily="18" charset="0"/>
              </a:rPr>
              <a:t>=</a:t>
            </a:r>
            <a:r>
              <a:rPr lang="zh-CN" altLang="en-US" sz="1800" i="1" dirty="0">
                <a:latin typeface="Times New Roman" panose="02020603050405020304" pitchFamily="18" charset="0"/>
                <a:ea typeface="楷体_GB2312" pitchFamily="49" charset="-122"/>
                <a:cs typeface="Times New Roman" panose="02020603050405020304" pitchFamily="18" charset="0"/>
              </a:rPr>
              <a:t>T</a:t>
            </a:r>
            <a:r>
              <a:rPr lang="en-US" altLang="zh-CN" sz="1800" i="1" dirty="0">
                <a:latin typeface="Times New Roman" panose="02020603050405020304" pitchFamily="18" charset="0"/>
                <a:ea typeface="楷体" pitchFamily="49" charset="-122"/>
                <a:cs typeface="Times New Roman" panose="02020603050405020304" pitchFamily="18" charset="0"/>
              </a:rPr>
              <a:t>′</a:t>
            </a:r>
            <a:r>
              <a:rPr lang="zh-CN" altLang="en-US" sz="1800" i="1" dirty="0">
                <a:latin typeface="Times New Roman" panose="02020603050405020304" pitchFamily="18" charset="0"/>
                <a:ea typeface="楷体_GB2312" pitchFamily="49" charset="-122"/>
                <a:cs typeface="Times New Roman" panose="02020603050405020304" pitchFamily="18" charset="0"/>
              </a:rPr>
              <a:t>.inh</a:t>
            </a:r>
            <a:r>
              <a:rPr lang="zh-CN" altLang="en-US" sz="1800" dirty="0">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zh-CN" altLang="en-US" sz="1800" i="1" dirty="0">
                <a:latin typeface="Times New Roman" panose="02020603050405020304" pitchFamily="18" charset="0"/>
                <a:ea typeface="楷体_GB2312" pitchFamily="49" charset="-122"/>
                <a:cs typeface="Times New Roman" panose="02020603050405020304" pitchFamily="18" charset="0"/>
                <a:sym typeface="Times New Roman" pitchFamily="18" charset="0"/>
              </a:rPr>
              <a:t>F.val</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sym typeface="Arial" pitchFamily="34" charset="0"/>
              </a:rPr>
              <a:t>T</a:t>
            </a:r>
            <a:r>
              <a:rPr lang="zh-CN" altLang="en-US" sz="1400" baseline="-25000" dirty="0">
                <a:latin typeface="Times New Roman" panose="02020603050405020304" pitchFamily="18" charset="0"/>
                <a:ea typeface="楷体_GB2312" pitchFamily="49" charset="-122"/>
                <a:cs typeface="Times New Roman" panose="02020603050405020304" pitchFamily="18" charset="0"/>
              </a:rPr>
              <a:t>1</a:t>
            </a:r>
            <a:r>
              <a:rPr lang="en-US" altLang="zh-CN" sz="1800" i="1" dirty="0">
                <a:latin typeface="Times New Roman" panose="02020603050405020304" pitchFamily="18" charset="0"/>
                <a:ea typeface="楷体" pitchFamily="49" charset="-122"/>
                <a:cs typeface="Times New Roman" panose="02020603050405020304" pitchFamily="18" charset="0"/>
              </a:rPr>
              <a:t>′</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en-US" altLang="zh-CN" sz="1800"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a</a:t>
            </a:r>
            <a:r>
              <a:rPr lang="en-US" altLang="zh-CN" sz="1400"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4</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zh-CN" altLang="en-US" sz="1800" i="1" dirty="0">
                <a:latin typeface="Times New Roman" panose="02020603050405020304" pitchFamily="18" charset="0"/>
                <a:ea typeface="楷体_GB2312" pitchFamily="49" charset="-122"/>
                <a:cs typeface="Times New Roman" panose="02020603050405020304" pitchFamily="18" charset="0"/>
              </a:rPr>
              <a:t>T</a:t>
            </a:r>
            <a:r>
              <a:rPr lang="en-US" altLang="zh-CN" sz="1800" i="1" dirty="0">
                <a:latin typeface="Times New Roman" panose="02020603050405020304" pitchFamily="18" charset="0"/>
                <a:ea typeface="楷体" pitchFamily="49" charset="-122"/>
                <a:cs typeface="Times New Roman" panose="02020603050405020304" pitchFamily="18"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rPr>
              <a:t>.</a:t>
            </a:r>
            <a:r>
              <a:rPr lang="en-US" altLang="zh-CN" sz="1800" i="1" dirty="0" err="1">
                <a:latin typeface="Times New Roman" panose="02020603050405020304" pitchFamily="18" charset="0"/>
                <a:ea typeface="楷体_GB2312" pitchFamily="49" charset="-122"/>
                <a:cs typeface="Times New Roman" panose="02020603050405020304" pitchFamily="18" charset="0"/>
              </a:rPr>
              <a:t>syn</a:t>
            </a:r>
            <a:r>
              <a:rPr lang="en-US" altLang="zh-CN" sz="1800" dirty="0">
                <a:latin typeface="Times New Roman" panose="02020603050405020304" pitchFamily="18" charset="0"/>
                <a:ea typeface="楷体_GB2312" pitchFamily="49" charset="-122"/>
                <a:cs typeface="Times New Roman" panose="02020603050405020304" pitchFamily="18" charset="0"/>
              </a:rPr>
              <a:t>=</a:t>
            </a:r>
            <a:r>
              <a:rPr lang="zh-CN" altLang="en-US" sz="1800" i="1" dirty="0">
                <a:latin typeface="Times New Roman" panose="02020603050405020304" pitchFamily="18" charset="0"/>
                <a:ea typeface="楷体_GB2312" pitchFamily="49" charset="-122"/>
                <a:cs typeface="Times New Roman" panose="02020603050405020304" pitchFamily="18" charset="0"/>
              </a:rPr>
              <a:t>T</a:t>
            </a:r>
            <a:r>
              <a:rPr lang="zh-CN" altLang="en-US" sz="1400" baseline="-25000" dirty="0">
                <a:latin typeface="Times New Roman" panose="02020603050405020304" pitchFamily="18" charset="0"/>
                <a:ea typeface="楷体_GB2312" pitchFamily="49" charset="-122"/>
                <a:cs typeface="Times New Roman" panose="02020603050405020304" pitchFamily="18" charset="0"/>
              </a:rPr>
              <a:t>1</a:t>
            </a:r>
            <a:r>
              <a:rPr lang="en-US" altLang="zh-CN" sz="1800" i="1" dirty="0">
                <a:latin typeface="Times New Roman" panose="02020603050405020304" pitchFamily="18" charset="0"/>
                <a:ea typeface="楷体" pitchFamily="49" charset="-122"/>
                <a:cs typeface="Times New Roman" panose="02020603050405020304" pitchFamily="18" charset="0"/>
              </a:rPr>
              <a:t>′</a:t>
            </a:r>
            <a:r>
              <a:rPr lang="en-US" altLang="zh-CN" sz="1800" i="1" dirty="0">
                <a:latin typeface="Times New Roman" panose="02020603050405020304" pitchFamily="18" charset="0"/>
                <a:ea typeface="楷体_GB2312" pitchFamily="49" charset="-122"/>
                <a:cs typeface="Times New Roman" panose="02020603050405020304" pitchFamily="18" charset="0"/>
              </a:rPr>
              <a:t>.</a:t>
            </a:r>
            <a:r>
              <a:rPr lang="en-US" altLang="zh-CN" sz="1800" i="1" dirty="0" err="1">
                <a:latin typeface="Times New Roman" panose="02020603050405020304" pitchFamily="18" charset="0"/>
                <a:ea typeface="楷体_GB2312" pitchFamily="49" charset="-122"/>
                <a:cs typeface="Times New Roman" panose="02020603050405020304" pitchFamily="18" charset="0"/>
              </a:rPr>
              <a:t>syn</a:t>
            </a:r>
            <a:r>
              <a:rPr lang="en-US" altLang="zh-CN" sz="1800" dirty="0">
                <a:latin typeface="Times New Roman" panose="02020603050405020304" pitchFamily="18" charset="0"/>
                <a:ea typeface="楷体_GB2312" pitchFamily="49" charset="-122"/>
                <a:cs typeface="Times New Roman" panose="02020603050405020304" pitchFamily="18" charset="0"/>
                <a:sym typeface="Arial" pitchFamily="34" charset="0"/>
              </a:rPr>
              <a:t>}</a:t>
            </a:r>
            <a:endParaRPr lang="zh-CN" altLang="en-US" sz="1800" dirty="0">
              <a:latin typeface="Times New Roman" panose="02020603050405020304" pitchFamily="18" charset="0"/>
              <a:ea typeface="楷体_GB2312" pitchFamily="49" charset="-122"/>
              <a:cs typeface="Times New Roman" panose="02020603050405020304" pitchFamily="18" charset="0"/>
              <a:sym typeface="Arial" pitchFamily="34" charset="0"/>
            </a:endParaRPr>
          </a:p>
        </p:txBody>
      </p:sp>
      <p:graphicFrame>
        <p:nvGraphicFramePr>
          <p:cNvPr id="197693" name="Group 61">
            <a:extLst>
              <a:ext uri="{FF2B5EF4-FFF2-40B4-BE49-F238E27FC236}">
                <a16:creationId xmlns:a16="http://schemas.microsoft.com/office/drawing/2014/main" id="{49D852F5-9192-4157-A7B8-429531CE60DC}"/>
              </a:ext>
            </a:extLst>
          </p:cNvPr>
          <p:cNvGraphicFramePr>
            <a:graphicFrameLocks noGrp="1"/>
          </p:cNvGraphicFramePr>
          <p:nvPr>
            <p:extLst>
              <p:ext uri="{D42A27DB-BD31-4B8C-83A1-F6EECF244321}">
                <p14:modId xmlns:p14="http://schemas.microsoft.com/office/powerpoint/2010/main" val="1491418594"/>
              </p:ext>
            </p:extLst>
          </p:nvPr>
        </p:nvGraphicFramePr>
        <p:xfrm>
          <a:off x="395536" y="2154238"/>
          <a:ext cx="8352924" cy="2926717"/>
        </p:xfrm>
        <a:graphic>
          <a:graphicData uri="http://schemas.openxmlformats.org/drawingml/2006/table">
            <a:tbl>
              <a:tblPr/>
              <a:tblGrid>
                <a:gridCol w="8640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6336700">
                  <a:extLst>
                    <a:ext uri="{9D8B030D-6E8A-4147-A177-3AD203B41FA5}">
                      <a16:colId xmlns:a16="http://schemas.microsoft.com/office/drawing/2014/main" val="20002"/>
                    </a:ext>
                  </a:extLst>
                </a:gridCol>
              </a:tblGrid>
              <a:tr h="29712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15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符号</a:t>
                      </a:r>
                    </a:p>
                  </a:txBody>
                  <a:tcPr marL="68580" marR="68580" marT="34264" marB="34264"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15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属性</a:t>
                      </a:r>
                    </a:p>
                  </a:txBody>
                  <a:tcPr marL="68580" marR="68580" marT="34264" marB="3426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15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                      执行代码                       动作</a:t>
                      </a:r>
                    </a:p>
                  </a:txBody>
                  <a:tcPr marL="68580" marR="68580" marT="34264" marB="34264"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297122">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endParaRPr kumimoji="0" lang="zh-CN" altLang="en-US"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endParaRPr kumimoji="0" lang="zh-CN" altLang="en-US" sz="15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61" marB="34261"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7122">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zh-CN" altLang="en-US"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endParaRPr kumimoji="0" lang="zh-CN" altLang="en-US"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anose="05000000000000000000" pitchFamily="2" charset="2"/>
                        <a:buNone/>
                        <a:tabLst/>
                      </a:pPr>
                      <a:endParaRPr kumimoji="0" lang="zh-CN" altLang="en-US" sz="1500" b="1" i="0" u="none" strike="noStrike" cap="none" normalizeH="0" baseline="0" dirty="0">
                        <a:ln>
                          <a:noFill/>
                        </a:ln>
                        <a:solidFill>
                          <a:srgbClr val="000000"/>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34261" marB="34261"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7122">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Fsyn</a:t>
                      </a:r>
                      <a:endParaRPr kumimoji="0" lang="zh-CN" altLang="en-US" sz="15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val</a:t>
                      </a:r>
                      <a:endParaRPr kumimoji="0" lang="zh-CN" altLang="en-US" sz="15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Fval</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 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val</a:t>
                      </a:r>
                      <a:r>
                        <a:rPr kumimoji="0" lang="zh-CN" altLang="en-US"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top=top-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                                  </a:t>
                      </a:r>
                      <a:r>
                        <a:rPr kumimoji="0" lang="zh-CN" altLang="en-US" sz="16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复制到</a:t>
                      </a:r>
                      <a:r>
                        <a:rPr kumimoji="0" lang="en-US" altLang="zh-CN" sz="16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{a3}</a:t>
                      </a:r>
                      <a:endParaRPr kumimoji="0" lang="zh-CN" altLang="en-US"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68580" marR="68580" marT="34261" marB="34261"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27">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15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15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en-US" sz="15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inh</a:t>
                      </a:r>
                      <a:r>
                        <a:rPr kumimoji="0" lang="en-US" altLang="zh-CN" sz="15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Fval</a:t>
                      </a:r>
                      <a:endParaRPr kumimoji="0" lang="zh-CN" altLang="en-US" sz="15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inh</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 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a:t>
                      </a:r>
                      <a:r>
                        <a:rPr kumimoji="0" lang="en-US" altLang="zh-CN" sz="16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inh</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 </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Fval</a:t>
                      </a:r>
                      <a:r>
                        <a:rPr kumimoji="0" lang="zh-CN" altLang="en-US"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top=top-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endParaRPr>
                    </a:p>
                  </a:txBody>
                  <a:tcPr marL="68580" marR="68580" marT="34261" marB="34261"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84801">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15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inh</a:t>
                      </a:r>
                      <a:endParaRPr kumimoji="0" lang="zh-CN" altLang="en-US"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rgbClr val="3333CC"/>
                        </a:buClr>
                        <a:buSzPct val="60000"/>
                        <a:buFont typeface="Wingdings" panose="05000000000000000000" pitchFamily="2" charset="2"/>
                        <a:buNone/>
                        <a:tabLst/>
                      </a:pPr>
                      <a:r>
                        <a:rPr kumimoji="0" lang="zh-CN" altLang="en-US" sz="1500" b="1"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根据当前输入符号选择产生式进行推导</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若选</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 </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16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inh</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top=top+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                 </a:t>
                      </a:r>
                      <a:r>
                        <a:rPr kumimoji="0" lang="zh-CN" altLang="en-US" sz="16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复制到</a:t>
                      </a:r>
                      <a:r>
                        <a:rPr kumimoji="0" lang="en-US" altLang="zh-CN" sz="16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{a3}</a:t>
                      </a:r>
                      <a:endPar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若选</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a:t>
                      </a:r>
                      <a:r>
                        <a:rPr kumimoji="0" lang="en-US" altLang="zh-CN" sz="16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inh</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16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复制到</a:t>
                      </a:r>
                      <a:r>
                        <a:rPr kumimoji="0" lang="en-US" altLang="zh-CN" sz="16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{a5}</a:t>
                      </a:r>
                      <a:endPar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34261" marB="34261"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27">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15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syn</a:t>
                      </a:r>
                      <a:endParaRPr kumimoji="0" lang="zh-CN" altLang="en-US" sz="15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syn</a:t>
                      </a:r>
                      <a:endParaRPr kumimoji="0" lang="zh-CN" altLang="en-US"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a:t>
                      </a:r>
                      <a:r>
                        <a:rPr kumimoji="0" lang="en-US" altLang="zh-CN" sz="1500" b="1" i="0" u="none" strike="noStrike" cap="none" normalizeH="0" baseline="-2500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6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syn = </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syn</a:t>
                      </a:r>
                      <a:r>
                        <a:rPr kumimoji="0" lang="zh-CN" altLang="en-US"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top=top-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                              </a:t>
                      </a:r>
                      <a:r>
                        <a:rPr kumimoji="0" lang="zh-CN" altLang="en-US" sz="16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复制到</a:t>
                      </a:r>
                      <a:r>
                        <a:rPr kumimoji="0" lang="en-US" altLang="zh-CN" sz="16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{a4}</a:t>
                      </a:r>
                      <a:endParaRPr kumimoji="0" lang="zh-CN" altLang="en-US"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endParaRPr>
                    </a:p>
                  </a:txBody>
                  <a:tcPr marL="68580" marR="68580" marT="34261" marB="34261"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27">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15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en-US" sz="15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15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syn</a:t>
                      </a:r>
                      <a:endParaRPr kumimoji="0" lang="zh-CN" altLang="en-US" sz="15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61" marB="34261"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5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syn</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 stack</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a:t>
                      </a:r>
                      <a:r>
                        <a:rPr kumimoji="0" lang="en-US" altLang="zh-CN" sz="1500" b="1" i="0" u="none" strike="noStrike" cap="none" normalizeH="0" baseline="-2500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6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syn</a:t>
                      </a:r>
                      <a:r>
                        <a:rPr kumimoji="0" lang="zh-CN" altLang="en-US" sz="15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top=top-</a:t>
                      </a:r>
                      <a:r>
                        <a:rPr kumimoji="0" lang="en-US" altLang="zh-CN" sz="1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zh-CN" altLang="en-US" sz="15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endParaRPr>
                    </a:p>
                  </a:txBody>
                  <a:tcPr marL="68580" marR="68580" marT="34261" marB="34261"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166951" name="组合 5">
            <a:extLst>
              <a:ext uri="{FF2B5EF4-FFF2-40B4-BE49-F238E27FC236}">
                <a16:creationId xmlns:a16="http://schemas.microsoft.com/office/drawing/2014/main" id="{0380775B-B0EE-49AC-87F8-BB17D02D2B19}"/>
              </a:ext>
            </a:extLst>
          </p:cNvPr>
          <p:cNvGrpSpPr>
            <a:grpSpLocks/>
          </p:cNvGrpSpPr>
          <p:nvPr/>
        </p:nvGrpSpPr>
        <p:grpSpPr bwMode="auto">
          <a:xfrm>
            <a:off x="0" y="195263"/>
            <a:ext cx="755650" cy="431800"/>
            <a:chOff x="-786" y="195486"/>
            <a:chExt cx="756363" cy="432048"/>
          </a:xfrm>
        </p:grpSpPr>
        <p:sp>
          <p:nvSpPr>
            <p:cNvPr id="8" name="五边形 7">
              <a:extLst>
                <a:ext uri="{FF2B5EF4-FFF2-40B4-BE49-F238E27FC236}">
                  <a16:creationId xmlns:a16="http://schemas.microsoft.com/office/drawing/2014/main" id="{A216FFC0-5B88-4F57-85F9-06D64F7D027C}"/>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66960" name="五边形 8">
              <a:extLst>
                <a:ext uri="{FF2B5EF4-FFF2-40B4-BE49-F238E27FC236}">
                  <a16:creationId xmlns:a16="http://schemas.microsoft.com/office/drawing/2014/main" id="{CCA4707B-B4EF-4128-8AA1-BE2054E5E678}"/>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cxnSp>
        <p:nvCxnSpPr>
          <p:cNvPr id="14" name="直接连接符 13">
            <a:extLst>
              <a:ext uri="{FF2B5EF4-FFF2-40B4-BE49-F238E27FC236}">
                <a16:creationId xmlns:a16="http://schemas.microsoft.com/office/drawing/2014/main" id="{9E7BFC2C-19D2-416F-B2A9-14C266832054}"/>
              </a:ext>
            </a:extLst>
          </p:cNvPr>
          <p:cNvCxnSpPr>
            <a:cxnSpLocks/>
          </p:cNvCxnSpPr>
          <p:nvPr/>
        </p:nvCxnSpPr>
        <p:spPr>
          <a:xfrm>
            <a:off x="7596337" y="2170113"/>
            <a:ext cx="0" cy="289560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759C459C-F865-4D8E-97FD-7E5B830B944D}"/>
              </a:ext>
            </a:extLst>
          </p:cNvPr>
          <p:cNvCxnSpPr/>
          <p:nvPr/>
        </p:nvCxnSpPr>
        <p:spPr>
          <a:xfrm rot="16200000" flipH="1">
            <a:off x="-1044326" y="3619501"/>
            <a:ext cx="287972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标题 2">
            <a:extLst>
              <a:ext uri="{FF2B5EF4-FFF2-40B4-BE49-F238E27FC236}">
                <a16:creationId xmlns:a16="http://schemas.microsoft.com/office/drawing/2014/main" id="{AA952E0B-2876-40C6-AC10-7B219905B6B7}"/>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grpSp>
        <p:nvGrpSpPr>
          <p:cNvPr id="166955" name="组合 3">
            <a:extLst>
              <a:ext uri="{FF2B5EF4-FFF2-40B4-BE49-F238E27FC236}">
                <a16:creationId xmlns:a16="http://schemas.microsoft.com/office/drawing/2014/main" id="{53DC7F79-377C-4E2B-BC8A-8774E74E2D4A}"/>
              </a:ext>
            </a:extLst>
          </p:cNvPr>
          <p:cNvGrpSpPr>
            <a:grpSpLocks/>
          </p:cNvGrpSpPr>
          <p:nvPr/>
        </p:nvGrpSpPr>
        <p:grpSpPr bwMode="auto">
          <a:xfrm>
            <a:off x="2124075" y="-6350"/>
            <a:ext cx="5162550" cy="1755775"/>
            <a:chOff x="4211960" y="-46273"/>
            <a:chExt cx="5163301" cy="1753927"/>
          </a:xfrm>
        </p:grpSpPr>
        <p:sp>
          <p:nvSpPr>
            <p:cNvPr id="16" name="矩形 7">
              <a:extLst>
                <a:ext uri="{FF2B5EF4-FFF2-40B4-BE49-F238E27FC236}">
                  <a16:creationId xmlns:a16="http://schemas.microsoft.com/office/drawing/2014/main" id="{F4F73B57-5F2E-4E4B-96D7-CA33AF274B2C}"/>
                </a:ext>
              </a:extLst>
            </p:cNvPr>
            <p:cNvSpPr>
              <a:spLocks noChangeArrowheads="1"/>
            </p:cNvSpPr>
            <p:nvPr/>
          </p:nvSpPr>
          <p:spPr bwMode="auto">
            <a:xfrm>
              <a:off x="4211960" y="26675"/>
              <a:ext cx="4896562" cy="1680979"/>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400">
                <a:solidFill>
                  <a:srgbClr val="000000"/>
                </a:solidFill>
                <a:latin typeface="Tahoma" panose="020B0604030504040204" pitchFamily="34" charset="0"/>
              </a:endParaRPr>
            </a:p>
          </p:txBody>
        </p:sp>
        <p:sp>
          <p:nvSpPr>
            <p:cNvPr id="166957" name="Rectangle 3">
              <a:extLst>
                <a:ext uri="{FF2B5EF4-FFF2-40B4-BE49-F238E27FC236}">
                  <a16:creationId xmlns:a16="http://schemas.microsoft.com/office/drawing/2014/main" id="{64A3293C-5092-4C50-8B19-74FCE896A256}"/>
                </a:ext>
              </a:extLst>
            </p:cNvPr>
            <p:cNvSpPr txBox="1">
              <a:spLocks noChangeArrowheads="1"/>
            </p:cNvSpPr>
            <p:nvPr/>
          </p:nvSpPr>
          <p:spPr bwMode="auto">
            <a:xfrm>
              <a:off x="4357199" y="132073"/>
              <a:ext cx="3041401" cy="151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1)</a:t>
              </a:r>
              <a:r>
                <a:rPr lang="zh-CN" altLang="en-US" sz="1600">
                  <a:solidFill>
                    <a:srgbClr val="000000"/>
                  </a:solidFill>
                  <a:latin typeface="Times New Roman" panose="02020603050405020304" pitchFamily="18" charset="0"/>
                  <a:cs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rPr>
                <a:t>T </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1600" baseline="-25000">
                  <a:solidFill>
                    <a:srgbClr val="0000FF"/>
                  </a:solidFill>
                  <a:latin typeface="Times New Roman" panose="02020603050405020304" pitchFamily="18" charset="0"/>
                  <a:cs typeface="Times New Roman" panose="02020603050405020304" pitchFamily="18" charset="0"/>
                </a:rPr>
                <a:t>1</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2</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2) </a:t>
              </a:r>
              <a:r>
                <a:rPr lang="en-US" altLang="zh-CN"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F</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FF"/>
                  </a:solidFill>
                  <a:latin typeface="Times New Roman" panose="02020603050405020304" pitchFamily="18" charset="0"/>
                  <a:cs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3</a:t>
              </a:r>
              <a:r>
                <a:rPr lang="zh-CN" altLang="en-US"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1600" i="1">
                  <a:solidFill>
                    <a:srgbClr val="000000"/>
                  </a:solidFill>
                  <a:latin typeface="Times New Roman" panose="02020603050405020304" pitchFamily="18" charset="0"/>
                  <a:cs typeface="Times New Roman" panose="02020603050405020304" pitchFamily="18" charset="0"/>
                </a:rPr>
                <a:t>T</a:t>
              </a:r>
              <a:r>
                <a:rPr lang="zh-CN" altLang="en-US" sz="1600" i="1" baseline="-25000">
                  <a:solidFill>
                    <a:srgbClr val="000000"/>
                  </a:solidFill>
                  <a:latin typeface="Times New Roman" panose="02020603050405020304" pitchFamily="18" charset="0"/>
                  <a:cs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rPr>
                <a:t>′ </a:t>
              </a:r>
              <a:r>
                <a:rPr lang="en-US" altLang="zh-CN" sz="1600">
                  <a:solidFill>
                    <a:srgbClr val="0000FF"/>
                  </a:solidFill>
                  <a:latin typeface="Times New Roman" panose="02020603050405020304" pitchFamily="18" charset="0"/>
                  <a:cs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4</a:t>
              </a:r>
              <a:r>
                <a:rPr lang="en-US" altLang="zh-CN" sz="16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3)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5</a:t>
              </a:r>
              <a:r>
                <a:rPr lang="en-US" altLang="zh-CN" sz="16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6</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600">
                <a:solidFill>
                  <a:srgbClr val="0000FF"/>
                </a:solidFill>
                <a:latin typeface="Times New Roman" panose="02020603050405020304" pitchFamily="18" charset="0"/>
                <a:cs typeface="Times New Roman" panose="02020603050405020304" pitchFamily="18" charset="0"/>
              </a:endParaRPr>
            </a:p>
          </p:txBody>
        </p:sp>
        <p:sp>
          <p:nvSpPr>
            <p:cNvPr id="166958" name="Rectangle 3">
              <a:extLst>
                <a:ext uri="{FF2B5EF4-FFF2-40B4-BE49-F238E27FC236}">
                  <a16:creationId xmlns:a16="http://schemas.microsoft.com/office/drawing/2014/main" id="{017C7525-524C-404A-84D0-5E37AA14B5CC}"/>
                </a:ext>
              </a:extLst>
            </p:cNvPr>
            <p:cNvSpPr txBox="1">
              <a:spLocks noChangeArrowheads="1"/>
            </p:cNvSpPr>
            <p:nvPr/>
          </p:nvSpPr>
          <p:spPr bwMode="auto">
            <a:xfrm>
              <a:off x="6572902" y="-46273"/>
              <a:ext cx="2802359" cy="171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1600" baseline="-25000" dirty="0">
                  <a:solidFill>
                    <a:srgbClr val="000000"/>
                  </a:solidFill>
                  <a:latin typeface="Times New Roman" panose="02020603050405020304" pitchFamily="18" charset="0"/>
                  <a:cs typeface="Times New Roman" panose="02020603050405020304" pitchFamily="18" charset="0"/>
                </a:rPr>
                <a:t>1 </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16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6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16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dirty="0" err="1">
                  <a:solidFill>
                    <a:srgbClr val="00B05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600" dirty="0">
                  <a:solidFill>
                    <a:srgbClr val="00B05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16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600" i="1" dirty="0" err="1">
                  <a:solidFill>
                    <a:srgbClr val="000000"/>
                  </a:solidFill>
                  <a:latin typeface="Times New Roman" panose="02020603050405020304" pitchFamily="18" charset="0"/>
                  <a:ea typeface="楷体" panose="02010609060101010101" pitchFamily="49" charset="-122"/>
                </a:rPr>
                <a:t>′</a:t>
              </a:r>
              <a:r>
                <a:rPr lang="en-US" altLang="zh-CN" sz="1600" i="1" dirty="0" err="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dirty="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3</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zh-CN" altLang="en-US" sz="1600" i="1" baseline="-25000" dirty="0">
                  <a:solidFill>
                    <a:srgbClr val="000000"/>
                  </a:solidFill>
                  <a:latin typeface="Times New Roman" panose="02020603050405020304" pitchFamily="18" charset="0"/>
                  <a:cs typeface="Times New Roman" panose="02020603050405020304" pitchFamily="18" charset="0"/>
                </a:rPr>
                <a:t>1</a:t>
              </a:r>
              <a:r>
                <a:rPr lang="en-US" altLang="zh-CN" sz="1600" i="1" dirty="0">
                  <a:solidFill>
                    <a:srgbClr val="000000"/>
                  </a:solidFill>
                  <a:latin typeface="Times New Roman" panose="02020603050405020304" pitchFamily="18" charset="0"/>
                  <a:ea typeface="楷体" panose="02010609060101010101" pitchFamily="49" charset="-122"/>
                </a:rPr>
                <a:t>′</a:t>
              </a:r>
              <a:r>
                <a:rPr lang="zh-CN" altLang="en-US" sz="1600" i="1" dirty="0">
                  <a:solidFill>
                    <a:srgbClr val="000000"/>
                  </a:solidFill>
                  <a:latin typeface="Times New Roman" panose="02020603050405020304" pitchFamily="18" charset="0"/>
                  <a:cs typeface="Times New Roman" panose="02020603050405020304" pitchFamily="18" charset="0"/>
                </a:rPr>
                <a:t>.inh </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C00000"/>
                  </a:solidFill>
                  <a:latin typeface="Times New Roman" panose="02020603050405020304" pitchFamily="18" charset="0"/>
                  <a:cs typeface="Times New Roman" panose="02020603050405020304" pitchFamily="18" charset="0"/>
                </a:rPr>
                <a:t>T</a:t>
              </a:r>
              <a:r>
                <a:rPr lang="en-US" altLang="zh-CN" sz="1600" i="1" dirty="0">
                  <a:solidFill>
                    <a:srgbClr val="C00000"/>
                  </a:solidFill>
                  <a:latin typeface="Times New Roman" panose="02020603050405020304" pitchFamily="18" charset="0"/>
                  <a:ea typeface="楷体" panose="02010609060101010101" pitchFamily="49" charset="-122"/>
                </a:rPr>
                <a:t>′</a:t>
              </a:r>
              <a:r>
                <a:rPr lang="zh-CN" altLang="en-US" sz="1600" i="1" dirty="0">
                  <a:solidFill>
                    <a:srgbClr val="C00000"/>
                  </a:solidFill>
                  <a:latin typeface="Times New Roman" panose="02020603050405020304" pitchFamily="18" charset="0"/>
                  <a:cs typeface="Times New Roman" panose="02020603050405020304" pitchFamily="18" charset="0"/>
                </a:rPr>
                <a:t>.inh</a:t>
              </a:r>
              <a:r>
                <a:rPr lang="zh-CN" altLang="en-US"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1600" i="1" dirty="0">
                  <a:solidFill>
                    <a:srgbClr val="00B05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1600" dirty="0">
                  <a:solidFill>
                    <a:srgbClr val="00B05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dirty="0">
                <a:solidFill>
                  <a:srgbClr val="00B05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4</a:t>
              </a:r>
              <a:r>
                <a:rPr lang="zh-CN" altLang="en-US" sz="1600" baseline="-25000" dirty="0">
                  <a:solidFill>
                    <a:srgbClr val="000000"/>
                  </a:solidFill>
                  <a:latin typeface="Times New Roman" panose="02020603050405020304" pitchFamily="18" charset="0"/>
                  <a:cs typeface="Times New Roman" panose="02020603050405020304" pitchFamily="18" charset="0"/>
                </a:rPr>
                <a:t> </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en-US" altLang="zh-CN" sz="1600" i="1" dirty="0">
                  <a:solidFill>
                    <a:srgbClr val="000000"/>
                  </a:solidFill>
                  <a:latin typeface="Times New Roman" panose="02020603050405020304" pitchFamily="18" charset="0"/>
                  <a:ea typeface="楷体" panose="02010609060101010101" pitchFamily="49" charset="-122"/>
                </a:rPr>
                <a:t>′</a:t>
              </a:r>
              <a:r>
                <a:rPr lang="en-US" altLang="zh-CN" sz="1600" i="1" dirty="0">
                  <a:solidFill>
                    <a:srgbClr val="000000"/>
                  </a:solidFill>
                  <a:latin typeface="Times New Roman" panose="02020603050405020304" pitchFamily="18" charset="0"/>
                  <a:cs typeface="Times New Roman" panose="02020603050405020304" pitchFamily="18" charset="0"/>
                </a:rPr>
                <a:t>.syn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zh-CN" altLang="en-US" sz="1600" i="1" baseline="-25000" dirty="0">
                  <a:solidFill>
                    <a:srgbClr val="000000"/>
                  </a:solidFill>
                  <a:latin typeface="Times New Roman" panose="02020603050405020304" pitchFamily="18" charset="0"/>
                  <a:cs typeface="Times New Roman" panose="02020603050405020304" pitchFamily="18" charset="0"/>
                </a:rPr>
                <a:t>1</a:t>
              </a:r>
              <a:r>
                <a:rPr lang="en-US" altLang="zh-CN" sz="1600" i="1" dirty="0">
                  <a:solidFill>
                    <a:srgbClr val="000000"/>
                  </a:solidFill>
                  <a:latin typeface="Times New Roman" panose="02020603050405020304" pitchFamily="18" charset="0"/>
                  <a:ea typeface="楷体" panose="02010609060101010101" pitchFamily="49" charset="-122"/>
                </a:rPr>
                <a:t>′</a:t>
              </a:r>
              <a:r>
                <a:rPr lang="en-US" altLang="zh-CN" sz="1600" i="1" dirty="0">
                  <a:solidFill>
                    <a:srgbClr val="000000"/>
                  </a:solidFill>
                  <a:latin typeface="Times New Roman" panose="02020603050405020304" pitchFamily="18" charset="0"/>
                  <a:cs typeface="Times New Roman" panose="02020603050405020304" pitchFamily="18" charset="0"/>
                </a:rPr>
                <a:t>.syn</a:t>
              </a:r>
              <a:r>
                <a:rPr lang="en-US" altLang="zh-CN" sz="1600" dirty="0">
                  <a:solidFill>
                    <a:srgbClr val="000000"/>
                  </a:solidFill>
                  <a:latin typeface="Times New Roman" panose="02020603050405020304" pitchFamily="18" charset="0"/>
                  <a:cs typeface="Times New Roman" panose="02020603050405020304" pitchFamily="18" charset="0"/>
                </a:rPr>
                <a:t> </a:t>
              </a:r>
              <a:endParaRPr lang="zh-CN" altLang="en-US" sz="1600" dirty="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5</a:t>
              </a:r>
              <a:r>
                <a:rPr lang="zh-CN" altLang="en-US" sz="1600" baseline="-25000" dirty="0">
                  <a:solidFill>
                    <a:srgbClr val="000000"/>
                  </a:solidFill>
                  <a:latin typeface="Times New Roman" panose="02020603050405020304" pitchFamily="18" charset="0"/>
                  <a:cs typeface="Times New Roman" panose="02020603050405020304" pitchFamily="18" charset="0"/>
                </a:rPr>
                <a:t> </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000000"/>
                  </a:solidFill>
                  <a:latin typeface="Times New Roman" panose="02020603050405020304" pitchFamily="18" charset="0"/>
                  <a:cs typeface="Times New Roman" panose="02020603050405020304" pitchFamily="18" charset="0"/>
                </a:rPr>
                <a:t>T</a:t>
              </a:r>
              <a:r>
                <a:rPr lang="en-US" altLang="zh-CN" sz="1600" i="1" dirty="0">
                  <a:solidFill>
                    <a:srgbClr val="000000"/>
                  </a:solidFill>
                  <a:latin typeface="Times New Roman" panose="02020603050405020304" pitchFamily="18" charset="0"/>
                  <a:ea typeface="楷体" panose="02010609060101010101" pitchFamily="49" charset="-122"/>
                </a:rPr>
                <a:t>′</a:t>
              </a:r>
              <a:r>
                <a:rPr lang="en-US" altLang="zh-CN" sz="1600" i="1" dirty="0">
                  <a:solidFill>
                    <a:srgbClr val="000000"/>
                  </a:solidFill>
                  <a:latin typeface="Times New Roman" panose="02020603050405020304" pitchFamily="18" charset="0"/>
                  <a:cs typeface="Times New Roman" panose="02020603050405020304" pitchFamily="18" charset="0"/>
                </a:rPr>
                <a:t>.syn </a:t>
              </a:r>
              <a:r>
                <a:rPr lang="en-US" altLang="zh-CN" sz="1600" dirty="0">
                  <a:solidFill>
                    <a:srgbClr val="000000"/>
                  </a:solidFill>
                  <a:latin typeface="Times New Roman" panose="02020603050405020304" pitchFamily="18" charset="0"/>
                  <a:cs typeface="Times New Roman" panose="02020603050405020304" pitchFamily="18" charset="0"/>
                </a:rPr>
                <a:t>=</a:t>
              </a:r>
              <a:r>
                <a:rPr lang="zh-CN" altLang="en-US" sz="1600" dirty="0">
                  <a:solidFill>
                    <a:srgbClr val="000000"/>
                  </a:solidFill>
                  <a:latin typeface="Times New Roman" panose="02020603050405020304" pitchFamily="18" charset="0"/>
                  <a:cs typeface="Times New Roman" panose="02020603050405020304" pitchFamily="18" charset="0"/>
                </a:rPr>
                <a:t> </a:t>
              </a:r>
              <a:r>
                <a:rPr lang="zh-CN" altLang="en-US" sz="1600" i="1" dirty="0">
                  <a:solidFill>
                    <a:srgbClr val="C00000"/>
                  </a:solidFill>
                  <a:latin typeface="Times New Roman" panose="02020603050405020304" pitchFamily="18" charset="0"/>
                  <a:cs typeface="Times New Roman" panose="02020603050405020304" pitchFamily="18" charset="0"/>
                </a:rPr>
                <a:t>T</a:t>
              </a:r>
              <a:r>
                <a:rPr lang="en-US" altLang="zh-CN" sz="1600" i="1" dirty="0">
                  <a:solidFill>
                    <a:srgbClr val="C00000"/>
                  </a:solidFill>
                  <a:latin typeface="Times New Roman" panose="02020603050405020304" pitchFamily="18" charset="0"/>
                  <a:ea typeface="楷体" panose="02010609060101010101" pitchFamily="49" charset="-122"/>
                </a:rPr>
                <a:t>′</a:t>
              </a:r>
              <a:r>
                <a:rPr lang="en-US" altLang="zh-CN" sz="1600" i="1" dirty="0">
                  <a:solidFill>
                    <a:srgbClr val="C00000"/>
                  </a:solidFill>
                  <a:latin typeface="Times New Roman" panose="02020603050405020304" pitchFamily="18" charset="0"/>
                  <a:cs typeface="Times New Roman" panose="02020603050405020304" pitchFamily="18" charset="0"/>
                </a:rPr>
                <a:t>.</a:t>
              </a:r>
              <a:r>
                <a:rPr lang="en-US" altLang="zh-CN" sz="1600" i="1" dirty="0" err="1">
                  <a:solidFill>
                    <a:srgbClr val="C00000"/>
                  </a:solidFill>
                  <a:latin typeface="Times New Roman" panose="02020603050405020304" pitchFamily="18" charset="0"/>
                  <a:cs typeface="Times New Roman" panose="02020603050405020304" pitchFamily="18" charset="0"/>
                </a:rPr>
                <a:t>inh</a:t>
              </a:r>
              <a:r>
                <a:rPr lang="en-US" altLang="zh-CN" sz="1600" dirty="0">
                  <a:solidFill>
                    <a:srgbClr val="C00000"/>
                  </a:solidFill>
                  <a:latin typeface="Times New Roman" panose="02020603050405020304" pitchFamily="18" charset="0"/>
                  <a:cs typeface="Times New Roman" panose="02020603050405020304" pitchFamily="18" charset="0"/>
                </a:rPr>
                <a:t> </a:t>
              </a:r>
              <a:endParaRPr lang="zh-CN" altLang="en-US" sz="1600" dirty="0">
                <a:solidFill>
                  <a:srgbClr val="C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6</a:t>
              </a:r>
              <a:r>
                <a:rPr lang="zh-CN" altLang="en-US" sz="1600" baseline="-25000" dirty="0">
                  <a:solidFill>
                    <a:srgbClr val="000000"/>
                  </a:solidFill>
                  <a:latin typeface="Times New Roman" panose="02020603050405020304" pitchFamily="18" charset="0"/>
                  <a:cs typeface="Times New Roman" panose="02020603050405020304" pitchFamily="18" charset="0"/>
                </a:rPr>
                <a:t> </a:t>
              </a:r>
              <a:r>
                <a:rPr lang="zh-CN" altLang="en-US"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6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16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6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600" dirty="0">
                <a:solidFill>
                  <a:srgbClr val="000000"/>
                </a:solidFill>
                <a:latin typeface="Times New Roman" panose="02020603050405020304" pitchFamily="18" charset="0"/>
                <a:cs typeface="Times New Roman" panose="02020603050405020304" pitchFamily="18" charset="0"/>
              </a:endParaRPr>
            </a:p>
          </p:txBody>
        </p:sp>
      </p:grpSp>
      <p:cxnSp>
        <p:nvCxnSpPr>
          <p:cNvPr id="15" name="直接连接符 14">
            <a:extLst>
              <a:ext uri="{FF2B5EF4-FFF2-40B4-BE49-F238E27FC236}">
                <a16:creationId xmlns:a16="http://schemas.microsoft.com/office/drawing/2014/main" id="{237E7AC2-A4F3-4F61-8C33-85BEFCF4AA42}"/>
              </a:ext>
            </a:extLst>
          </p:cNvPr>
          <p:cNvCxnSpPr>
            <a:cxnSpLocks/>
          </p:cNvCxnSpPr>
          <p:nvPr/>
        </p:nvCxnSpPr>
        <p:spPr>
          <a:xfrm>
            <a:off x="8744157" y="2156393"/>
            <a:ext cx="0" cy="290932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BCA4E1C9-1899-4618-8A7E-E37EFE846BE1}"/>
              </a:ext>
            </a:extLst>
          </p:cNvPr>
          <p:cNvSpPr>
            <a:spLocks noGrp="1"/>
          </p:cNvSpPr>
          <p:nvPr>
            <p:ph type="sldNum" sz="quarter" idx="10"/>
          </p:nvPr>
        </p:nvSpPr>
        <p:spPr/>
        <p:txBody>
          <a:bodyPr/>
          <a:lstStyle/>
          <a:p>
            <a:pPr>
              <a:defRPr/>
            </a:pPr>
            <a:fld id="{8E104948-B687-4A74-87EB-9097C047E113}" type="slidenum">
              <a:rPr lang="zh-CN" altLang="en-US" smtClean="0"/>
              <a:pPr>
                <a:defRPr/>
              </a:pPr>
              <a:t>70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withEffect">
                                  <p:stCondLst>
                                    <p:cond delay="0"/>
                                  </p:stCondLst>
                                  <p:childTnLst>
                                    <p:set>
                                      <p:cBhvr>
                                        <p:cTn id="6" dur="1" fill="hold">
                                          <p:stCondLst>
                                            <p:cond delay="0"/>
                                          </p:stCondLst>
                                        </p:cTn>
                                        <p:tgtEl>
                                          <p:spTgt spid="197679">
                                            <p:txEl>
                                              <p:pRg st="0" end="0"/>
                                            </p:txEl>
                                          </p:spTgt>
                                        </p:tgtEl>
                                        <p:attrNameLst>
                                          <p:attrName>style.visibility</p:attrName>
                                        </p:attrNameLst>
                                      </p:cBhvr>
                                      <p:to>
                                        <p:strVal val="visible"/>
                                      </p:to>
                                    </p:set>
                                    <p:anim calcmode="lin" valueType="num">
                                      <p:cBhvr>
                                        <p:cTn id="7" dur="500" fill="hold"/>
                                        <p:tgtEl>
                                          <p:spTgt spid="1976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9767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9767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197693"/>
                                        </p:tgtEl>
                                        <p:attrNameLst>
                                          <p:attrName>style.visibility</p:attrName>
                                        </p:attrNameLst>
                                      </p:cBhvr>
                                      <p:to>
                                        <p:strVal val="visible"/>
                                      </p:to>
                                    </p:set>
                                    <p:anim calcmode="lin" valueType="num">
                                      <p:cBhvr>
                                        <p:cTn id="14" dur="500" fill="hold"/>
                                        <p:tgtEl>
                                          <p:spTgt spid="197693"/>
                                        </p:tgtEl>
                                        <p:attrNameLst>
                                          <p:attrName>ppt_w</p:attrName>
                                        </p:attrNameLst>
                                      </p:cBhvr>
                                      <p:tavLst>
                                        <p:tav tm="0">
                                          <p:val>
                                            <p:fltVal val="0"/>
                                          </p:val>
                                        </p:tav>
                                        <p:tav tm="100000">
                                          <p:val>
                                            <p:strVal val="#ppt_w"/>
                                          </p:val>
                                        </p:tav>
                                      </p:tavLst>
                                    </p:anim>
                                    <p:anim calcmode="lin" valueType="num">
                                      <p:cBhvr>
                                        <p:cTn id="15" dur="500" fill="hold"/>
                                        <p:tgtEl>
                                          <p:spTgt spid="197693"/>
                                        </p:tgtEl>
                                        <p:attrNameLst>
                                          <p:attrName>ppt_h</p:attrName>
                                        </p:attrNameLst>
                                      </p:cBhvr>
                                      <p:tavLst>
                                        <p:tav tm="0">
                                          <p:val>
                                            <p:fltVal val="0"/>
                                          </p:val>
                                        </p:tav>
                                        <p:tav tm="100000">
                                          <p:val>
                                            <p:strVal val="#ppt_h"/>
                                          </p:val>
                                        </p:tav>
                                      </p:tavLst>
                                    </p:anim>
                                    <p:animEffect transition="in" filter="fade">
                                      <p:cBhvr>
                                        <p:cTn id="16" dur="500"/>
                                        <p:tgtEl>
                                          <p:spTgt spid="197693"/>
                                        </p:tgtEl>
                                      </p:cBhvr>
                                    </p:animEffect>
                                  </p:childTnLst>
                                </p:cTn>
                              </p:par>
                              <p:par>
                                <p:cTn id="17" presetID="53"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par>
                                <p:cTn id="22" presetID="53"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childTnLst>
                                </p:cTn>
                              </p:par>
                              <p:par>
                                <p:cTn id="27" presetID="53"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500" fill="hold"/>
                                        <p:tgtEl>
                                          <p:spTgt spid="15"/>
                                        </p:tgtEl>
                                        <p:attrNameLst>
                                          <p:attrName>ppt_w</p:attrName>
                                        </p:attrNameLst>
                                      </p:cBhvr>
                                      <p:tavLst>
                                        <p:tav tm="0">
                                          <p:val>
                                            <p:fltVal val="0"/>
                                          </p:val>
                                        </p:tav>
                                        <p:tav tm="100000">
                                          <p:val>
                                            <p:strVal val="#ppt_w"/>
                                          </p:val>
                                        </p:tav>
                                      </p:tavLst>
                                    </p:anim>
                                    <p:anim calcmode="lin" valueType="num">
                                      <p:cBhvr>
                                        <p:cTn id="30" dur="500" fill="hold"/>
                                        <p:tgtEl>
                                          <p:spTgt spid="15"/>
                                        </p:tgtEl>
                                        <p:attrNameLst>
                                          <p:attrName>ppt_h</p:attrName>
                                        </p:attrNameLst>
                                      </p:cBhvr>
                                      <p:tavLst>
                                        <p:tav tm="0">
                                          <p:val>
                                            <p:fltVal val="0"/>
                                          </p:val>
                                        </p:tav>
                                        <p:tav tm="100000">
                                          <p:val>
                                            <p:strVal val="#ppt_h"/>
                                          </p:val>
                                        </p:tav>
                                      </p:tavLst>
                                    </p:anim>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71" name="Rectangle 15">
            <a:extLst>
              <a:ext uri="{FF2B5EF4-FFF2-40B4-BE49-F238E27FC236}">
                <a16:creationId xmlns:a16="http://schemas.microsoft.com/office/drawing/2014/main" id="{A09BC3C5-6AF1-4AD9-A58B-AE1AB5EBF31E}"/>
              </a:ext>
            </a:extLst>
          </p:cNvPr>
          <p:cNvSpPr>
            <a:spLocks noGrp="1" noChangeArrowheads="1"/>
          </p:cNvSpPr>
          <p:nvPr>
            <p:ph idx="1"/>
          </p:nvPr>
        </p:nvSpPr>
        <p:spPr>
          <a:xfrm>
            <a:off x="1355725" y="1638300"/>
            <a:ext cx="5927725" cy="3225800"/>
          </a:xfrm>
        </p:spPr>
        <p:txBody>
          <a:bodyPr/>
          <a:lstStyle/>
          <a:p>
            <a:pPr marL="272654" indent="-272654">
              <a:defRPr/>
            </a:pPr>
            <a:endParaRPr lang="en-US" altLang="zh-CN" sz="1800" dirty="0">
              <a:latin typeface="Times New Roman" panose="02020603050405020304" pitchFamily="18" charset="0"/>
              <a:ea typeface="楷体_GB2312" pitchFamily="49" charset="-122"/>
              <a:cs typeface="Times New Roman" panose="02020603050405020304" pitchFamily="18" charset="0"/>
            </a:endParaRPr>
          </a:p>
          <a:p>
            <a:pPr marL="272654" indent="-272654">
              <a:buFont typeface="Symbol" panose="05050102010706020507" pitchFamily="18" charset="2"/>
              <a:buNone/>
              <a:defRPr/>
            </a:pPr>
            <a:r>
              <a:rPr lang="en-US" altLang="zh-CN" sz="2000" dirty="0">
                <a:latin typeface="Times New Roman" panose="02020603050405020304" pitchFamily="18" charset="0"/>
                <a:ea typeface="楷体_GB2312" pitchFamily="49" charset="-122"/>
                <a:cs typeface="Times New Roman" panose="02020603050405020304" pitchFamily="18" charset="0"/>
              </a:rPr>
              <a:t>3) </a:t>
            </a:r>
            <a:r>
              <a:rPr lang="en-US" altLang="zh-CN" sz="2000" i="1" dirty="0">
                <a:latin typeface="Times New Roman" panose="02020603050405020304" pitchFamily="18" charset="0"/>
                <a:ea typeface="楷体_GB2312" pitchFamily="49" charset="-122"/>
                <a:cs typeface="Times New Roman" panose="02020603050405020304" pitchFamily="18" charset="0"/>
              </a:rPr>
              <a:t>T</a:t>
            </a:r>
            <a:r>
              <a:rPr lang="en-US" altLang="zh-CN" sz="2000" i="1" dirty="0">
                <a:latin typeface="Times New Roman" panose="02020603050405020304" pitchFamily="18" charset="0"/>
                <a:ea typeface="楷体" pitchFamily="49" charset="-122"/>
                <a:cs typeface="Times New Roman" panose="02020603050405020304" pitchFamily="18" charset="0"/>
              </a:rPr>
              <a:t>′ </a:t>
            </a:r>
            <a:r>
              <a:rPr lang="zh-CN" altLang="en-US" sz="20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en-US" altLang="zh-CN" sz="2000" dirty="0">
                <a:latin typeface="Times New Roman" panose="02020603050405020304" pitchFamily="18" charset="0"/>
                <a:ea typeface="楷体_GB2312" pitchFamily="49" charset="-122"/>
                <a:cs typeface="Times New Roman" panose="02020603050405020304" pitchFamily="18" charset="0"/>
                <a:sym typeface="Arial" pitchFamily="34" charset="0"/>
              </a:rPr>
              <a:t> </a:t>
            </a:r>
            <a:r>
              <a:rPr lang="el-GR" altLang="zh-CN" sz="2000" i="1" dirty="0">
                <a:latin typeface="Times New Roman" panose="02020603050405020304" pitchFamily="18" charset="0"/>
                <a:ea typeface="楷体_GB2312" pitchFamily="49" charset="-122"/>
                <a:cs typeface="Times New Roman" panose="02020603050405020304" pitchFamily="18" charset="0"/>
                <a:sym typeface="Arial" pitchFamily="34" charset="0"/>
              </a:rPr>
              <a:t>ε</a:t>
            </a:r>
            <a:r>
              <a:rPr lang="en-US" altLang="zh-CN" sz="2000" i="1" dirty="0">
                <a:latin typeface="Times New Roman" panose="02020603050405020304" pitchFamily="18" charset="0"/>
                <a:ea typeface="楷体_GB2312" pitchFamily="49" charset="-122"/>
                <a:cs typeface="Times New Roman" panose="02020603050405020304" pitchFamily="18" charset="0"/>
                <a:sym typeface="Arial" pitchFamily="34" charset="0"/>
              </a:rPr>
              <a:t> </a:t>
            </a:r>
            <a:r>
              <a:rPr lang="en-US" altLang="zh-CN" sz="20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en-US" altLang="zh-CN" sz="2000"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a</a:t>
            </a:r>
            <a:r>
              <a:rPr lang="en-US" altLang="zh-CN" sz="2000"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5</a:t>
            </a:r>
            <a:r>
              <a:rPr lang="en-US" altLang="zh-CN" sz="20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zh-CN" altLang="en-US" sz="2000" i="1" dirty="0">
                <a:latin typeface="Times New Roman" panose="02020603050405020304" pitchFamily="18" charset="0"/>
                <a:ea typeface="楷体_GB2312" pitchFamily="49" charset="-122"/>
                <a:cs typeface="Times New Roman" panose="02020603050405020304" pitchFamily="18" charset="0"/>
              </a:rPr>
              <a:t>T</a:t>
            </a:r>
            <a:r>
              <a:rPr lang="en-US" altLang="zh-CN" sz="2000" i="1" dirty="0">
                <a:latin typeface="Times New Roman" panose="02020603050405020304" pitchFamily="18" charset="0"/>
                <a:ea typeface="楷体" pitchFamily="49" charset="-122"/>
                <a:cs typeface="Times New Roman" panose="02020603050405020304" pitchFamily="18" charset="0"/>
              </a:rPr>
              <a:t>′</a:t>
            </a:r>
            <a:r>
              <a:rPr lang="en-US" altLang="zh-CN" sz="2000" i="1" dirty="0">
                <a:latin typeface="Times New Roman" panose="02020603050405020304" pitchFamily="18" charset="0"/>
                <a:ea typeface="楷体_GB2312" pitchFamily="49" charset="-122"/>
                <a:cs typeface="Times New Roman" panose="02020603050405020304" pitchFamily="18" charset="0"/>
              </a:rPr>
              <a:t>.</a:t>
            </a:r>
            <a:r>
              <a:rPr lang="en-US" altLang="zh-CN" sz="2000" i="1" dirty="0" err="1">
                <a:latin typeface="Times New Roman" panose="02020603050405020304" pitchFamily="18" charset="0"/>
                <a:ea typeface="楷体_GB2312" pitchFamily="49" charset="-122"/>
                <a:cs typeface="Times New Roman" panose="02020603050405020304" pitchFamily="18" charset="0"/>
              </a:rPr>
              <a:t>syn</a:t>
            </a:r>
            <a:r>
              <a:rPr lang="en-US" altLang="zh-CN" sz="2000" i="1" dirty="0">
                <a:latin typeface="Times New Roman" panose="02020603050405020304" pitchFamily="18" charset="0"/>
                <a:ea typeface="楷体_GB2312" pitchFamily="49" charset="-122"/>
                <a:cs typeface="Times New Roman" panose="02020603050405020304" pitchFamily="18" charset="0"/>
              </a:rPr>
              <a:t> </a:t>
            </a:r>
            <a:r>
              <a:rPr lang="en-US" altLang="zh-CN" sz="2000" dirty="0">
                <a:latin typeface="Times New Roman" panose="02020603050405020304" pitchFamily="18" charset="0"/>
                <a:ea typeface="楷体_GB2312" pitchFamily="49" charset="-122"/>
                <a:cs typeface="Times New Roman" panose="02020603050405020304" pitchFamily="18" charset="0"/>
              </a:rPr>
              <a:t>=</a:t>
            </a:r>
            <a:r>
              <a:rPr lang="zh-CN" altLang="en-US" sz="2000" dirty="0">
                <a:latin typeface="Times New Roman" panose="02020603050405020304" pitchFamily="18" charset="0"/>
                <a:ea typeface="楷体_GB2312" pitchFamily="49" charset="-122"/>
                <a:cs typeface="Times New Roman" panose="02020603050405020304" pitchFamily="18" charset="0"/>
              </a:rPr>
              <a:t> </a:t>
            </a:r>
            <a:r>
              <a:rPr lang="zh-CN" altLang="en-US" sz="2000" i="1" dirty="0">
                <a:latin typeface="Times New Roman" panose="02020603050405020304" pitchFamily="18" charset="0"/>
                <a:ea typeface="楷体_GB2312" pitchFamily="49" charset="-122"/>
                <a:cs typeface="Times New Roman" panose="02020603050405020304" pitchFamily="18" charset="0"/>
              </a:rPr>
              <a:t>T</a:t>
            </a:r>
            <a:r>
              <a:rPr lang="en-US" altLang="zh-CN" sz="2000" i="1" dirty="0">
                <a:latin typeface="Times New Roman" panose="02020603050405020304" pitchFamily="18" charset="0"/>
                <a:ea typeface="楷体" pitchFamily="49" charset="-122"/>
                <a:cs typeface="Times New Roman" panose="02020603050405020304" pitchFamily="18" charset="0"/>
              </a:rPr>
              <a:t>′</a:t>
            </a:r>
            <a:r>
              <a:rPr lang="en-US" altLang="zh-CN" sz="2000" i="1" dirty="0">
                <a:latin typeface="Times New Roman" panose="02020603050405020304" pitchFamily="18" charset="0"/>
                <a:ea typeface="楷体_GB2312" pitchFamily="49" charset="-122"/>
                <a:cs typeface="Times New Roman" panose="02020603050405020304" pitchFamily="18" charset="0"/>
              </a:rPr>
              <a:t>.</a:t>
            </a:r>
            <a:r>
              <a:rPr lang="en-US" altLang="zh-CN" sz="2000" i="1" dirty="0" err="1">
                <a:latin typeface="Times New Roman" panose="02020603050405020304" pitchFamily="18" charset="0"/>
                <a:ea typeface="楷体_GB2312" pitchFamily="49" charset="-122"/>
                <a:cs typeface="Times New Roman" panose="02020603050405020304" pitchFamily="18" charset="0"/>
              </a:rPr>
              <a:t>inh</a:t>
            </a:r>
            <a:r>
              <a:rPr lang="en-US" altLang="zh-CN" sz="2000" i="1" dirty="0">
                <a:latin typeface="Times New Roman" panose="02020603050405020304" pitchFamily="18" charset="0"/>
                <a:ea typeface="楷体_GB2312" pitchFamily="49" charset="-122"/>
                <a:cs typeface="Times New Roman" panose="02020603050405020304" pitchFamily="18" charset="0"/>
              </a:rPr>
              <a:t> </a:t>
            </a:r>
            <a:r>
              <a:rPr lang="en-US" altLang="zh-CN" sz="2000" dirty="0">
                <a:latin typeface="Times New Roman" panose="02020603050405020304" pitchFamily="18" charset="0"/>
                <a:ea typeface="楷体_GB2312" pitchFamily="49" charset="-122"/>
                <a:cs typeface="Times New Roman" panose="02020603050405020304" pitchFamily="18" charset="0"/>
                <a:sym typeface="Arial" pitchFamily="34" charset="0"/>
              </a:rPr>
              <a:t>}</a:t>
            </a:r>
            <a:endParaRPr lang="zh-CN" altLang="en-US" sz="2000" dirty="0">
              <a:latin typeface="Times New Roman" panose="02020603050405020304" pitchFamily="18" charset="0"/>
              <a:ea typeface="楷体_GB2312" pitchFamily="49" charset="-122"/>
              <a:cs typeface="Times New Roman" panose="02020603050405020304" pitchFamily="18" charset="0"/>
              <a:sym typeface="Arial" pitchFamily="34" charset="0"/>
            </a:endParaRPr>
          </a:p>
        </p:txBody>
      </p:sp>
      <p:graphicFrame>
        <p:nvGraphicFramePr>
          <p:cNvPr id="198680" name="Group 24">
            <a:extLst>
              <a:ext uri="{FF2B5EF4-FFF2-40B4-BE49-F238E27FC236}">
                <a16:creationId xmlns:a16="http://schemas.microsoft.com/office/drawing/2014/main" id="{F74D7B52-4F6E-4B17-B479-87BA30488E05}"/>
              </a:ext>
            </a:extLst>
          </p:cNvPr>
          <p:cNvGraphicFramePr>
            <a:graphicFrameLocks noGrp="1"/>
          </p:cNvGraphicFramePr>
          <p:nvPr/>
        </p:nvGraphicFramePr>
        <p:xfrm>
          <a:off x="1357313" y="2500313"/>
          <a:ext cx="6572250" cy="1050938"/>
        </p:xfrm>
        <a:graphic>
          <a:graphicData uri="http://schemas.openxmlformats.org/drawingml/2006/table">
            <a:tbl>
              <a:tblPr/>
              <a:tblGrid>
                <a:gridCol w="1349375">
                  <a:extLst>
                    <a:ext uri="{9D8B030D-6E8A-4147-A177-3AD203B41FA5}">
                      <a16:colId xmlns:a16="http://schemas.microsoft.com/office/drawing/2014/main" val="20000"/>
                    </a:ext>
                  </a:extLst>
                </a:gridCol>
                <a:gridCol w="1296987">
                  <a:extLst>
                    <a:ext uri="{9D8B030D-6E8A-4147-A177-3AD203B41FA5}">
                      <a16:colId xmlns:a16="http://schemas.microsoft.com/office/drawing/2014/main" val="20001"/>
                    </a:ext>
                  </a:extLst>
                </a:gridCol>
                <a:gridCol w="3925888">
                  <a:extLst>
                    <a:ext uri="{9D8B030D-6E8A-4147-A177-3AD203B41FA5}">
                      <a16:colId xmlns:a16="http://schemas.microsoft.com/office/drawing/2014/main" val="20002"/>
                    </a:ext>
                  </a:extLst>
                </a:gridCol>
              </a:tblGrid>
              <a:tr h="37304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符号</a:t>
                      </a:r>
                    </a:p>
                  </a:txBody>
                  <a:tcPr marL="68580" marR="68580" marT="34127" marB="34127"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属性</a:t>
                      </a:r>
                    </a:p>
                  </a:txBody>
                  <a:tcPr marL="68580" marR="68580" marT="34127" marB="341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执行代码</a:t>
                      </a:r>
                    </a:p>
                  </a:txBody>
                  <a:tcPr marL="68580" marR="68580" marT="34127" marB="34127"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677876">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142" marB="34142"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000" b="1" i="1"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inh</a:t>
                      </a:r>
                      <a:endParaRPr kumimoji="0" lang="zh-CN" altLang="en-US"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142" marB="34142"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top-</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syn</a:t>
                      </a: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000" b="1" i="1" u="none" strike="noStrike" cap="none" normalizeH="0" baseline="0" dirty="0" err="1">
                          <a:ln>
                            <a:noFill/>
                          </a:ln>
                          <a:solidFill>
                            <a:schemeClr val="tx1"/>
                          </a:solidFill>
                          <a:effectLst/>
                          <a:latin typeface="Times New Roman" panose="02020603050405020304" pitchFamily="18" charset="0"/>
                          <a:ea typeface="楷体" panose="02010609060101010101" pitchFamily="49" charset="-122"/>
                        </a:rPr>
                        <a:t>′</a:t>
                      </a:r>
                      <a:r>
                        <a:rPr kumimoji="0"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inh</a:t>
                      </a:r>
                      <a:r>
                        <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rPr>
                        <a:t>；</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top=top-</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1;</a:t>
                      </a:r>
                      <a:endPar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a:txBody>
                  <a:tcPr marL="68580" marR="68580" marT="34142" marB="34142"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168975" name="组合 5">
            <a:extLst>
              <a:ext uri="{FF2B5EF4-FFF2-40B4-BE49-F238E27FC236}">
                <a16:creationId xmlns:a16="http://schemas.microsoft.com/office/drawing/2014/main" id="{819FC3BC-5FCE-4F8B-B29A-105FDCC46020}"/>
              </a:ext>
            </a:extLst>
          </p:cNvPr>
          <p:cNvGrpSpPr>
            <a:grpSpLocks/>
          </p:cNvGrpSpPr>
          <p:nvPr/>
        </p:nvGrpSpPr>
        <p:grpSpPr bwMode="auto">
          <a:xfrm>
            <a:off x="0" y="195263"/>
            <a:ext cx="755650" cy="431800"/>
            <a:chOff x="-786" y="195486"/>
            <a:chExt cx="756363" cy="432048"/>
          </a:xfrm>
        </p:grpSpPr>
        <p:sp>
          <p:nvSpPr>
            <p:cNvPr id="8" name="五边形 7">
              <a:extLst>
                <a:ext uri="{FF2B5EF4-FFF2-40B4-BE49-F238E27FC236}">
                  <a16:creationId xmlns:a16="http://schemas.microsoft.com/office/drawing/2014/main" id="{6331D73C-A6FC-4CC8-9EE9-5598C74BDE1C}"/>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68984" name="五边形 8">
              <a:extLst>
                <a:ext uri="{FF2B5EF4-FFF2-40B4-BE49-F238E27FC236}">
                  <a16:creationId xmlns:a16="http://schemas.microsoft.com/office/drawing/2014/main" id="{75DFD8BC-C3E5-491F-BCD5-0C8E98EAA6A9}"/>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cxnSp>
        <p:nvCxnSpPr>
          <p:cNvPr id="12" name="直接连接符 11">
            <a:extLst>
              <a:ext uri="{FF2B5EF4-FFF2-40B4-BE49-F238E27FC236}">
                <a16:creationId xmlns:a16="http://schemas.microsoft.com/office/drawing/2014/main" id="{29E21B68-6D3C-4C3C-8E64-32FF14A8EDFA}"/>
              </a:ext>
            </a:extLst>
          </p:cNvPr>
          <p:cNvCxnSpPr/>
          <p:nvPr/>
        </p:nvCxnSpPr>
        <p:spPr>
          <a:xfrm rot="5400000">
            <a:off x="821531" y="3015457"/>
            <a:ext cx="107156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7A4E19B-8646-4E39-86DB-149862681153}"/>
              </a:ext>
            </a:extLst>
          </p:cNvPr>
          <p:cNvCxnSpPr/>
          <p:nvPr/>
        </p:nvCxnSpPr>
        <p:spPr>
          <a:xfrm rot="5400000">
            <a:off x="7394576" y="3035300"/>
            <a:ext cx="1071562" cy="158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2A5CB1BA-5518-472D-B2D2-1DBFCBB79F8D}"/>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grpSp>
        <p:nvGrpSpPr>
          <p:cNvPr id="168979" name="组合 3">
            <a:extLst>
              <a:ext uri="{FF2B5EF4-FFF2-40B4-BE49-F238E27FC236}">
                <a16:creationId xmlns:a16="http://schemas.microsoft.com/office/drawing/2014/main" id="{9F283707-BE9B-435D-9521-5D71430582FB}"/>
              </a:ext>
            </a:extLst>
          </p:cNvPr>
          <p:cNvGrpSpPr>
            <a:grpSpLocks/>
          </p:cNvGrpSpPr>
          <p:nvPr/>
        </p:nvGrpSpPr>
        <p:grpSpPr bwMode="auto">
          <a:xfrm>
            <a:off x="2124075" y="-6350"/>
            <a:ext cx="5162550" cy="1755775"/>
            <a:chOff x="4211960" y="-46273"/>
            <a:chExt cx="5163301" cy="1753927"/>
          </a:xfrm>
        </p:grpSpPr>
        <p:sp>
          <p:nvSpPr>
            <p:cNvPr id="17" name="矩形 7">
              <a:extLst>
                <a:ext uri="{FF2B5EF4-FFF2-40B4-BE49-F238E27FC236}">
                  <a16:creationId xmlns:a16="http://schemas.microsoft.com/office/drawing/2014/main" id="{87F70CD2-89EE-4C47-992B-DC590C3E4BD0}"/>
                </a:ext>
              </a:extLst>
            </p:cNvPr>
            <p:cNvSpPr>
              <a:spLocks noChangeArrowheads="1"/>
            </p:cNvSpPr>
            <p:nvPr/>
          </p:nvSpPr>
          <p:spPr bwMode="auto">
            <a:xfrm>
              <a:off x="4211960" y="26675"/>
              <a:ext cx="4896562" cy="1680979"/>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400">
                <a:solidFill>
                  <a:srgbClr val="000000"/>
                </a:solidFill>
                <a:latin typeface="Tahoma" panose="020B0604030504040204" pitchFamily="34" charset="0"/>
              </a:endParaRPr>
            </a:p>
          </p:txBody>
        </p:sp>
        <p:sp>
          <p:nvSpPr>
            <p:cNvPr id="168981" name="Rectangle 3">
              <a:extLst>
                <a:ext uri="{FF2B5EF4-FFF2-40B4-BE49-F238E27FC236}">
                  <a16:creationId xmlns:a16="http://schemas.microsoft.com/office/drawing/2014/main" id="{B78FEA4A-B2B6-488D-9A5D-2D0DC8CE4EC0}"/>
                </a:ext>
              </a:extLst>
            </p:cNvPr>
            <p:cNvSpPr txBox="1">
              <a:spLocks noChangeArrowheads="1"/>
            </p:cNvSpPr>
            <p:nvPr/>
          </p:nvSpPr>
          <p:spPr bwMode="auto">
            <a:xfrm>
              <a:off x="4357199" y="132073"/>
              <a:ext cx="3041401" cy="151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1)</a:t>
              </a:r>
              <a:r>
                <a:rPr lang="zh-CN" altLang="en-US" sz="1600">
                  <a:solidFill>
                    <a:srgbClr val="000000"/>
                  </a:solidFill>
                  <a:latin typeface="Times New Roman" panose="02020603050405020304" pitchFamily="18" charset="0"/>
                  <a:cs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rPr>
                <a:t>T </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1600" baseline="-25000">
                  <a:solidFill>
                    <a:srgbClr val="0000FF"/>
                  </a:solidFill>
                  <a:latin typeface="Times New Roman" panose="02020603050405020304" pitchFamily="18" charset="0"/>
                  <a:cs typeface="Times New Roman" panose="02020603050405020304" pitchFamily="18" charset="0"/>
                </a:rPr>
                <a:t>1</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2</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2) </a:t>
              </a:r>
              <a:r>
                <a:rPr lang="en-US" altLang="zh-CN"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F</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FF"/>
                  </a:solidFill>
                  <a:latin typeface="Times New Roman" panose="02020603050405020304" pitchFamily="18" charset="0"/>
                  <a:cs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3</a:t>
              </a:r>
              <a:r>
                <a:rPr lang="zh-CN" altLang="en-US"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1600" i="1">
                  <a:solidFill>
                    <a:srgbClr val="000000"/>
                  </a:solidFill>
                  <a:latin typeface="Times New Roman" panose="02020603050405020304" pitchFamily="18" charset="0"/>
                  <a:cs typeface="Times New Roman" panose="02020603050405020304" pitchFamily="18" charset="0"/>
                </a:rPr>
                <a:t>T</a:t>
              </a:r>
              <a:r>
                <a:rPr lang="zh-CN" altLang="en-US" sz="1600" i="1" baseline="-25000">
                  <a:solidFill>
                    <a:srgbClr val="000000"/>
                  </a:solidFill>
                  <a:latin typeface="Times New Roman" panose="02020603050405020304" pitchFamily="18" charset="0"/>
                  <a:cs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rPr>
                <a:t>′ </a:t>
              </a:r>
              <a:r>
                <a:rPr lang="en-US" altLang="zh-CN" sz="1600">
                  <a:solidFill>
                    <a:srgbClr val="0000FF"/>
                  </a:solidFill>
                  <a:latin typeface="Times New Roman" panose="02020603050405020304" pitchFamily="18" charset="0"/>
                  <a:cs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4</a:t>
              </a:r>
              <a:r>
                <a:rPr lang="en-US" altLang="zh-CN" sz="16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3)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5</a:t>
              </a:r>
              <a:r>
                <a:rPr lang="en-US" altLang="zh-CN" sz="16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6</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600">
                <a:solidFill>
                  <a:srgbClr val="0000FF"/>
                </a:solidFill>
                <a:latin typeface="Times New Roman" panose="02020603050405020304" pitchFamily="18" charset="0"/>
                <a:cs typeface="Times New Roman" panose="02020603050405020304" pitchFamily="18" charset="0"/>
              </a:endParaRPr>
            </a:p>
          </p:txBody>
        </p:sp>
        <p:sp>
          <p:nvSpPr>
            <p:cNvPr id="168982" name="Rectangle 3">
              <a:extLst>
                <a:ext uri="{FF2B5EF4-FFF2-40B4-BE49-F238E27FC236}">
                  <a16:creationId xmlns:a16="http://schemas.microsoft.com/office/drawing/2014/main" id="{01412699-2DA7-4A9F-ABB0-8BAFF6D4C91A}"/>
                </a:ext>
              </a:extLst>
            </p:cNvPr>
            <p:cNvSpPr txBox="1">
              <a:spLocks noChangeArrowheads="1"/>
            </p:cNvSpPr>
            <p:nvPr/>
          </p:nvSpPr>
          <p:spPr bwMode="auto">
            <a:xfrm>
              <a:off x="6572902" y="-46273"/>
              <a:ext cx="2802359" cy="171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1600" baseline="-25000">
                  <a:solidFill>
                    <a:srgbClr val="000000"/>
                  </a:solidFill>
                  <a:latin typeface="Times New Roman" panose="02020603050405020304" pitchFamily="18" charset="0"/>
                  <a:cs typeface="Times New Roman" panose="02020603050405020304" pitchFamily="18" charset="0"/>
                </a:rPr>
                <a:t>1 </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16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 </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rPr>
                <a:t>3</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zh-CN" altLang="en-US" sz="1600" i="1" baseline="-25000">
                  <a:solidFill>
                    <a:srgbClr val="000000"/>
                  </a:solidFill>
                  <a:latin typeface="Times New Roman" panose="02020603050405020304" pitchFamily="18" charset="0"/>
                  <a:cs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rPr>
                <a:t>′</a:t>
              </a:r>
              <a:r>
                <a:rPr lang="zh-CN" altLang="en-US" sz="1600" i="1">
                  <a:solidFill>
                    <a:srgbClr val="000000"/>
                  </a:solidFill>
                  <a:latin typeface="Times New Roman" panose="02020603050405020304" pitchFamily="18" charset="0"/>
                  <a:cs typeface="Times New Roman" panose="02020603050405020304" pitchFamily="18" charset="0"/>
                </a:rPr>
                <a:t>.inh </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zh-CN" altLang="en-US" sz="1600" i="1">
                  <a:solidFill>
                    <a:srgbClr val="000000"/>
                  </a:solidFill>
                  <a:latin typeface="Times New Roman" panose="02020603050405020304" pitchFamily="18" charset="0"/>
                  <a:cs typeface="Times New Roman" panose="02020603050405020304" pitchFamily="18" charset="0"/>
                </a:rPr>
                <a:t>.inh</a:t>
              </a:r>
              <a:r>
                <a:rPr lang="zh-CN" altLang="en-US"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rPr>
                <a:t>4</a:t>
              </a:r>
              <a:r>
                <a:rPr lang="zh-CN" altLang="en-US" sz="1600" baseline="-250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rPr>
                <a:t>.syn </a:t>
              </a:r>
              <a:r>
                <a:rPr lang="en-US" altLang="zh-CN" sz="1600">
                  <a:solidFill>
                    <a:srgbClr val="000000"/>
                  </a:solidFill>
                  <a:latin typeface="Times New Roman" panose="02020603050405020304" pitchFamily="18" charset="0"/>
                  <a:cs typeface="Times New Roman" panose="02020603050405020304" pitchFamily="18"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zh-CN" altLang="en-US" sz="1600" i="1" baseline="-25000">
                  <a:solidFill>
                    <a:srgbClr val="000000"/>
                  </a:solidFill>
                  <a:latin typeface="Times New Roman" panose="02020603050405020304" pitchFamily="18" charset="0"/>
                  <a:cs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rPr>
                <a:t>.syn</a:t>
              </a:r>
              <a:r>
                <a:rPr lang="en-US" altLang="zh-CN" sz="1600">
                  <a:solidFill>
                    <a:srgbClr val="000000"/>
                  </a:solidFill>
                  <a:latin typeface="Times New Roman" panose="02020603050405020304" pitchFamily="18" charset="0"/>
                  <a:cs typeface="Times New Roman" panose="02020603050405020304" pitchFamily="18" charset="0"/>
                </a:rPr>
                <a:t> </a:t>
              </a:r>
              <a:endParaRPr lang="zh-CN" altLang="en-US" sz="160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rPr>
                <a:t>5</a:t>
              </a:r>
              <a:r>
                <a:rPr lang="zh-CN" altLang="en-US" sz="1600" baseline="-250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rPr>
                <a:t>.syn </a:t>
              </a:r>
              <a:r>
                <a:rPr lang="en-US" altLang="zh-CN" sz="1600">
                  <a:solidFill>
                    <a:srgbClr val="000000"/>
                  </a:solidFill>
                  <a:latin typeface="Times New Roman" panose="02020603050405020304" pitchFamily="18" charset="0"/>
                  <a:cs typeface="Times New Roman" panose="02020603050405020304" pitchFamily="18"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rPr>
                <a:t>.inh</a:t>
              </a:r>
              <a:r>
                <a:rPr lang="en-US" altLang="zh-CN" sz="1600">
                  <a:solidFill>
                    <a:srgbClr val="000000"/>
                  </a:solidFill>
                  <a:latin typeface="Times New Roman" panose="02020603050405020304" pitchFamily="18" charset="0"/>
                  <a:cs typeface="Times New Roman" panose="02020603050405020304" pitchFamily="18" charset="0"/>
                </a:rPr>
                <a:t> </a:t>
              </a:r>
              <a:endParaRPr lang="zh-CN" altLang="en-US" sz="160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rPr>
                <a:t>6</a:t>
              </a:r>
              <a:r>
                <a:rPr lang="zh-CN" altLang="en-US" sz="1600" baseline="-250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600">
                <a:solidFill>
                  <a:srgbClr val="000000"/>
                </a:solidFill>
                <a:latin typeface="Times New Roman" panose="02020603050405020304" pitchFamily="18" charset="0"/>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A04521AA-516F-42FC-AC62-0C688C5C607D}"/>
              </a:ext>
            </a:extLst>
          </p:cNvPr>
          <p:cNvSpPr>
            <a:spLocks noGrp="1"/>
          </p:cNvSpPr>
          <p:nvPr>
            <p:ph type="sldNum" sz="quarter" idx="10"/>
          </p:nvPr>
        </p:nvSpPr>
        <p:spPr/>
        <p:txBody>
          <a:bodyPr/>
          <a:lstStyle/>
          <a:p>
            <a:pPr>
              <a:defRPr/>
            </a:pPr>
            <a:fld id="{8E104948-B687-4A74-87EB-9097C047E113}" type="slidenum">
              <a:rPr lang="zh-CN" altLang="en-US" smtClean="0"/>
              <a:pPr>
                <a:defRPr/>
              </a:pPr>
              <a:t>71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98671"/>
                                        </p:tgtEl>
                                        <p:attrNameLst>
                                          <p:attrName>style.visibility</p:attrName>
                                        </p:attrNameLst>
                                      </p:cBhvr>
                                      <p:to>
                                        <p:strVal val="visible"/>
                                      </p:to>
                                    </p:set>
                                    <p:anim calcmode="lin" valueType="num">
                                      <p:cBhvr>
                                        <p:cTn id="7" dur="500" fill="hold"/>
                                        <p:tgtEl>
                                          <p:spTgt spid="198671"/>
                                        </p:tgtEl>
                                        <p:attrNameLst>
                                          <p:attrName>ppt_w</p:attrName>
                                        </p:attrNameLst>
                                      </p:cBhvr>
                                      <p:tavLst>
                                        <p:tav tm="0">
                                          <p:val>
                                            <p:fltVal val="0"/>
                                          </p:val>
                                        </p:tav>
                                        <p:tav tm="100000">
                                          <p:val>
                                            <p:strVal val="#ppt_w"/>
                                          </p:val>
                                        </p:tav>
                                      </p:tavLst>
                                    </p:anim>
                                    <p:anim calcmode="lin" valueType="num">
                                      <p:cBhvr>
                                        <p:cTn id="8" dur="500" fill="hold"/>
                                        <p:tgtEl>
                                          <p:spTgt spid="198671"/>
                                        </p:tgtEl>
                                        <p:attrNameLst>
                                          <p:attrName>ppt_h</p:attrName>
                                        </p:attrNameLst>
                                      </p:cBhvr>
                                      <p:tavLst>
                                        <p:tav tm="0">
                                          <p:val>
                                            <p:fltVal val="0"/>
                                          </p:val>
                                        </p:tav>
                                        <p:tav tm="100000">
                                          <p:val>
                                            <p:strVal val="#ppt_h"/>
                                          </p:val>
                                        </p:tav>
                                      </p:tavLst>
                                    </p:anim>
                                    <p:animEffect transition="in" filter="fade">
                                      <p:cBhvr>
                                        <p:cTn id="9" dur="500"/>
                                        <p:tgtEl>
                                          <p:spTgt spid="19867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198680"/>
                                        </p:tgtEl>
                                        <p:attrNameLst>
                                          <p:attrName>style.visibility</p:attrName>
                                        </p:attrNameLst>
                                      </p:cBhvr>
                                      <p:to>
                                        <p:strVal val="visible"/>
                                      </p:to>
                                    </p:set>
                                    <p:anim calcmode="lin" valueType="num">
                                      <p:cBhvr>
                                        <p:cTn id="14" dur="500" fill="hold"/>
                                        <p:tgtEl>
                                          <p:spTgt spid="198680"/>
                                        </p:tgtEl>
                                        <p:attrNameLst>
                                          <p:attrName>ppt_w</p:attrName>
                                        </p:attrNameLst>
                                      </p:cBhvr>
                                      <p:tavLst>
                                        <p:tav tm="0">
                                          <p:val>
                                            <p:fltVal val="0"/>
                                          </p:val>
                                        </p:tav>
                                        <p:tav tm="100000">
                                          <p:val>
                                            <p:strVal val="#ppt_w"/>
                                          </p:val>
                                        </p:tav>
                                      </p:tavLst>
                                    </p:anim>
                                    <p:anim calcmode="lin" valueType="num">
                                      <p:cBhvr>
                                        <p:cTn id="15" dur="500" fill="hold"/>
                                        <p:tgtEl>
                                          <p:spTgt spid="198680"/>
                                        </p:tgtEl>
                                        <p:attrNameLst>
                                          <p:attrName>ppt_h</p:attrName>
                                        </p:attrNameLst>
                                      </p:cBhvr>
                                      <p:tavLst>
                                        <p:tav tm="0">
                                          <p:val>
                                            <p:fltVal val="0"/>
                                          </p:val>
                                        </p:tav>
                                        <p:tav tm="100000">
                                          <p:val>
                                            <p:strVal val="#ppt_h"/>
                                          </p:val>
                                        </p:tav>
                                      </p:tavLst>
                                    </p:anim>
                                    <p:animEffect transition="in" filter="fade">
                                      <p:cBhvr>
                                        <p:cTn id="16" dur="500"/>
                                        <p:tgtEl>
                                          <p:spTgt spid="198680"/>
                                        </p:tgtEl>
                                      </p:cBhvr>
                                    </p:animEffect>
                                  </p:childTnLst>
                                </p:cTn>
                              </p:par>
                              <p:par>
                                <p:cTn id="17" presetID="53"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par>
                                <p:cTn id="22" presetID="53"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71"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611" name="Rectangle 27">
            <a:extLst>
              <a:ext uri="{FF2B5EF4-FFF2-40B4-BE49-F238E27FC236}">
                <a16:creationId xmlns:a16="http://schemas.microsoft.com/office/drawing/2014/main" id="{B8C0F8BA-F08C-438E-B9BB-DC08344EDE4A}"/>
              </a:ext>
            </a:extLst>
          </p:cNvPr>
          <p:cNvSpPr>
            <a:spLocks noGrp="1" noChangeArrowheads="1"/>
          </p:cNvSpPr>
          <p:nvPr>
            <p:ph idx="1"/>
          </p:nvPr>
        </p:nvSpPr>
        <p:spPr>
          <a:xfrm>
            <a:off x="677863" y="1988868"/>
            <a:ext cx="5927725" cy="532107"/>
          </a:xfrm>
        </p:spPr>
        <p:txBody>
          <a:bodyPr/>
          <a:lstStyle/>
          <a:p>
            <a:pPr marL="272654" indent="-272654">
              <a:buFont typeface="Symbol" panose="05050102010706020507" pitchFamily="18" charset="2"/>
              <a:buNone/>
              <a:defRPr/>
            </a:pPr>
            <a:r>
              <a:rPr lang="en-US" altLang="zh-CN" sz="2000" dirty="0">
                <a:latin typeface="Times New Roman" panose="02020603050405020304" pitchFamily="18" charset="0"/>
                <a:ea typeface="楷体_GB2312" pitchFamily="49" charset="-122"/>
                <a:cs typeface="Times New Roman" panose="02020603050405020304" pitchFamily="18" charset="0"/>
              </a:rPr>
              <a:t>4) </a:t>
            </a:r>
            <a:r>
              <a:rPr lang="en-US" altLang="zh-CN" sz="2000" i="1" dirty="0">
                <a:latin typeface="Times New Roman" panose="02020603050405020304" pitchFamily="18" charset="0"/>
                <a:ea typeface="楷体_GB2312" pitchFamily="49" charset="-122"/>
                <a:cs typeface="Times New Roman" panose="02020603050405020304" pitchFamily="18" charset="0"/>
              </a:rPr>
              <a:t>F</a:t>
            </a:r>
            <a:r>
              <a:rPr lang="zh-CN" altLang="en-US" sz="2000" dirty="0">
                <a:latin typeface="Times New Roman" panose="02020603050405020304" pitchFamily="18" charset="0"/>
                <a:ea typeface="楷体_GB2312" pitchFamily="49" charset="-122"/>
                <a:cs typeface="Times New Roman" panose="02020603050405020304" pitchFamily="18" charset="0"/>
                <a:sym typeface="Arial" pitchFamily="34" charset="0"/>
              </a:rPr>
              <a:t> → </a:t>
            </a:r>
            <a:r>
              <a:rPr lang="en-US" altLang="zh-CN" sz="2000" dirty="0">
                <a:latin typeface="Times New Roman" panose="02020603050405020304" pitchFamily="18" charset="0"/>
                <a:ea typeface="楷体_GB2312" pitchFamily="49" charset="-122"/>
                <a:cs typeface="Times New Roman" panose="02020603050405020304" pitchFamily="18" charset="0"/>
                <a:sym typeface="Arial" pitchFamily="34" charset="0"/>
              </a:rPr>
              <a:t>digit {</a:t>
            </a:r>
            <a:r>
              <a:rPr lang="en-US" altLang="zh-CN" sz="2000"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a</a:t>
            </a:r>
            <a:r>
              <a:rPr lang="en-US" altLang="zh-CN" sz="2000"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Arial" pitchFamily="34" charset="0"/>
              </a:rPr>
              <a:t>6</a:t>
            </a:r>
            <a:r>
              <a:rPr lang="en-US" altLang="zh-CN" sz="2000" dirty="0">
                <a:latin typeface="Times New Roman" panose="02020603050405020304" pitchFamily="18" charset="0"/>
                <a:ea typeface="楷体_GB2312" pitchFamily="49" charset="-122"/>
                <a:cs typeface="Times New Roman" panose="02020603050405020304" pitchFamily="18" charset="0"/>
                <a:sym typeface="Arial" pitchFamily="34" charset="0"/>
              </a:rPr>
              <a:t>:</a:t>
            </a:r>
            <a:r>
              <a:rPr lang="en-US" altLang="zh-CN" sz="2000" i="1" dirty="0">
                <a:latin typeface="Times New Roman" panose="02020603050405020304" pitchFamily="18" charset="0"/>
                <a:ea typeface="楷体_GB2312" pitchFamily="49" charset="-122"/>
                <a:cs typeface="Times New Roman" panose="02020603050405020304" pitchFamily="18" charset="0"/>
                <a:sym typeface="Arial" pitchFamily="34" charset="0"/>
              </a:rPr>
              <a:t>F.val</a:t>
            </a:r>
            <a:r>
              <a:rPr lang="en-US" altLang="zh-CN" sz="2000" dirty="0">
                <a:latin typeface="Times New Roman" panose="02020603050405020304" pitchFamily="18" charset="0"/>
                <a:ea typeface="楷体_GB2312" pitchFamily="49" charset="-122"/>
                <a:cs typeface="Times New Roman" panose="02020603050405020304" pitchFamily="18" charset="0"/>
                <a:sym typeface="Arial" pitchFamily="34" charset="0"/>
              </a:rPr>
              <a:t> = </a:t>
            </a:r>
            <a:r>
              <a:rPr lang="en-US" altLang="zh-CN" sz="2000" i="1" dirty="0" err="1">
                <a:latin typeface="Times New Roman" panose="02020603050405020304" pitchFamily="18" charset="0"/>
                <a:ea typeface="楷体_GB2312" pitchFamily="49" charset="-122"/>
                <a:cs typeface="Times New Roman" panose="02020603050405020304" pitchFamily="18" charset="0"/>
                <a:sym typeface="Arial" pitchFamily="34" charset="0"/>
              </a:rPr>
              <a:t>digit.lexval</a:t>
            </a:r>
            <a:r>
              <a:rPr lang="en-US" altLang="zh-CN" sz="2000" dirty="0">
                <a:latin typeface="Times New Roman" panose="02020603050405020304" pitchFamily="18" charset="0"/>
                <a:ea typeface="楷体_GB2312" pitchFamily="49" charset="-122"/>
                <a:cs typeface="Times New Roman" panose="02020603050405020304" pitchFamily="18" charset="0"/>
                <a:sym typeface="Arial" pitchFamily="34" charset="0"/>
              </a:rPr>
              <a:t>}</a:t>
            </a:r>
            <a:endParaRPr lang="zh-CN" altLang="en-US" sz="2000" dirty="0">
              <a:latin typeface="Times New Roman" panose="02020603050405020304" pitchFamily="18" charset="0"/>
              <a:ea typeface="楷体_GB2312" pitchFamily="49" charset="-122"/>
              <a:cs typeface="Times New Roman" panose="02020603050405020304" pitchFamily="18" charset="0"/>
              <a:sym typeface="Arial" pitchFamily="34" charset="0"/>
            </a:endParaRPr>
          </a:p>
        </p:txBody>
      </p:sp>
      <p:graphicFrame>
        <p:nvGraphicFramePr>
          <p:cNvPr id="195621" name="Group 37">
            <a:extLst>
              <a:ext uri="{FF2B5EF4-FFF2-40B4-BE49-F238E27FC236}">
                <a16:creationId xmlns:a16="http://schemas.microsoft.com/office/drawing/2014/main" id="{36D852F3-2837-458B-8444-4C48E9E7859B}"/>
              </a:ext>
            </a:extLst>
          </p:cNvPr>
          <p:cNvGraphicFramePr>
            <a:graphicFrameLocks noGrp="1"/>
          </p:cNvGraphicFramePr>
          <p:nvPr>
            <p:extLst>
              <p:ext uri="{D42A27DB-BD31-4B8C-83A1-F6EECF244321}">
                <p14:modId xmlns:p14="http://schemas.microsoft.com/office/powerpoint/2010/main" val="843762728"/>
              </p:ext>
            </p:extLst>
          </p:nvPr>
        </p:nvGraphicFramePr>
        <p:xfrm>
          <a:off x="242267" y="2622525"/>
          <a:ext cx="8659461" cy="1730375"/>
        </p:xfrm>
        <a:graphic>
          <a:graphicData uri="http://schemas.openxmlformats.org/drawingml/2006/table">
            <a:tbl>
              <a:tblPr/>
              <a:tblGrid>
                <a:gridCol w="962409">
                  <a:extLst>
                    <a:ext uri="{9D8B030D-6E8A-4147-A177-3AD203B41FA5}">
                      <a16:colId xmlns:a16="http://schemas.microsoft.com/office/drawing/2014/main" val="20000"/>
                    </a:ext>
                  </a:extLst>
                </a:gridCol>
                <a:gridCol w="1507670">
                  <a:extLst>
                    <a:ext uri="{9D8B030D-6E8A-4147-A177-3AD203B41FA5}">
                      <a16:colId xmlns:a16="http://schemas.microsoft.com/office/drawing/2014/main" val="20001"/>
                    </a:ext>
                  </a:extLst>
                </a:gridCol>
                <a:gridCol w="6189382">
                  <a:extLst>
                    <a:ext uri="{9D8B030D-6E8A-4147-A177-3AD203B41FA5}">
                      <a16:colId xmlns:a16="http://schemas.microsoft.com/office/drawing/2014/main" val="20002"/>
                    </a:ext>
                  </a:extLst>
                </a:gridCol>
              </a:tblGrid>
              <a:tr h="3735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符号</a:t>
                      </a:r>
                    </a:p>
                  </a:txBody>
                  <a:tcPr marL="68580" marR="68580" marT="34314" marB="34314"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属性</a:t>
                      </a:r>
                    </a:p>
                  </a:txBody>
                  <a:tcPr marL="68580" marR="68580" marT="34314" marB="3431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            执行代码                 动作</a:t>
                      </a:r>
                    </a:p>
                  </a:txBody>
                  <a:tcPr marL="68580" marR="68580" marT="34314" marB="34314"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6784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digit</a:t>
                      </a:r>
                      <a:endParaRPr kumimoji="0"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315" marB="34315"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lexval</a:t>
                      </a:r>
                      <a:endParaRPr kumimoji="0"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315" marB="34315"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top-</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digitlexval</a:t>
                      </a: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lexval</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复制到</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{a6}</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top=top-</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1;                                                       </a:t>
                      </a:r>
                      <a:endParaRPr kumimoji="0"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315" marB="34315" anchor="ctr"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84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zh-CN" altLang="en-US"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315" marB="34315" anchor="ctr" horzOverflow="overflow">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digitlexval</a:t>
                      </a:r>
                      <a:endParaRPr kumimoji="0" lang="zh-CN" altLang="en-US"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315" marB="34315"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455613">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9128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370013">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1827213">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2844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7416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1988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656013" indent="4572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top-</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val</a:t>
                      </a: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stack</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top</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digitlexval</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a:t>
                      </a:r>
                      <a:endPar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top=top-</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1;</a:t>
                      </a:r>
                      <a:endParaRPr kumimoji="0"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315" marB="34315" anchor="ctr" horzOverflow="overflow">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71027" name="组合 5">
            <a:extLst>
              <a:ext uri="{FF2B5EF4-FFF2-40B4-BE49-F238E27FC236}">
                <a16:creationId xmlns:a16="http://schemas.microsoft.com/office/drawing/2014/main" id="{12ED4B97-AE89-43F4-B4FB-1B1F5616A23F}"/>
              </a:ext>
            </a:extLst>
          </p:cNvPr>
          <p:cNvGrpSpPr>
            <a:grpSpLocks/>
          </p:cNvGrpSpPr>
          <p:nvPr/>
        </p:nvGrpSpPr>
        <p:grpSpPr bwMode="auto">
          <a:xfrm>
            <a:off x="0" y="195263"/>
            <a:ext cx="755650" cy="431800"/>
            <a:chOff x="-786" y="195486"/>
            <a:chExt cx="756363" cy="432048"/>
          </a:xfrm>
        </p:grpSpPr>
        <p:sp>
          <p:nvSpPr>
            <p:cNvPr id="8" name="五边形 7">
              <a:extLst>
                <a:ext uri="{FF2B5EF4-FFF2-40B4-BE49-F238E27FC236}">
                  <a16:creationId xmlns:a16="http://schemas.microsoft.com/office/drawing/2014/main" id="{1B7899E3-3C30-4954-9ABB-47B15872E82C}"/>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71036" name="五边形 8">
              <a:extLst>
                <a:ext uri="{FF2B5EF4-FFF2-40B4-BE49-F238E27FC236}">
                  <a16:creationId xmlns:a16="http://schemas.microsoft.com/office/drawing/2014/main" id="{83C55AD0-1933-466E-BEAA-813FF6AA1CB7}"/>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cxnSp>
        <p:nvCxnSpPr>
          <p:cNvPr id="12" name="直接连接符 11">
            <a:extLst>
              <a:ext uri="{FF2B5EF4-FFF2-40B4-BE49-F238E27FC236}">
                <a16:creationId xmlns:a16="http://schemas.microsoft.com/office/drawing/2014/main" id="{7D2B26D9-E2BF-4C0B-8139-37B3E46871AB}"/>
              </a:ext>
            </a:extLst>
          </p:cNvPr>
          <p:cNvCxnSpPr/>
          <p:nvPr/>
        </p:nvCxnSpPr>
        <p:spPr>
          <a:xfrm rot="5400000">
            <a:off x="-622127" y="3507556"/>
            <a:ext cx="1728788"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4D7183C-579F-4987-98B0-C2A0696C1B71}"/>
              </a:ext>
            </a:extLst>
          </p:cNvPr>
          <p:cNvCxnSpPr/>
          <p:nvPr/>
        </p:nvCxnSpPr>
        <p:spPr>
          <a:xfrm rot="5400000">
            <a:off x="6587926" y="3507556"/>
            <a:ext cx="1728788"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标题 2">
            <a:extLst>
              <a:ext uri="{FF2B5EF4-FFF2-40B4-BE49-F238E27FC236}">
                <a16:creationId xmlns:a16="http://schemas.microsoft.com/office/drawing/2014/main" id="{4261DACC-00C7-4772-960F-9B832446E8F6}"/>
              </a:ext>
            </a:extLst>
          </p:cNvPr>
          <p:cNvSpPr>
            <a:spLocks noGrp="1"/>
          </p:cNvSpPr>
          <p:nvPr>
            <p:ph type="title"/>
          </p:nvPr>
        </p:nvSpPr>
        <p:spPr>
          <a:xfrm>
            <a:off x="755650" y="268288"/>
            <a:ext cx="7931150" cy="358775"/>
          </a:xfrm>
        </p:spPr>
        <p:txBody>
          <a:bodyPr/>
          <a:lstStyle/>
          <a:p>
            <a:pPr>
              <a:defRPr/>
            </a:pPr>
            <a:r>
              <a:rPr kumimoji="1" lang="zh-CN" altLang="en-US" spc="300" dirty="0">
                <a:solidFill>
                  <a:prstClr val="black"/>
                </a:solidFill>
                <a:cs typeface="Times New Roman" panose="02020603050405020304" pitchFamily="18" charset="0"/>
              </a:rPr>
              <a:t>例</a:t>
            </a:r>
            <a:endParaRPr lang="zh-CN" altLang="en-US" sz="3975" dirty="0"/>
          </a:p>
        </p:txBody>
      </p:sp>
      <p:grpSp>
        <p:nvGrpSpPr>
          <p:cNvPr id="171031" name="组合 3">
            <a:extLst>
              <a:ext uri="{FF2B5EF4-FFF2-40B4-BE49-F238E27FC236}">
                <a16:creationId xmlns:a16="http://schemas.microsoft.com/office/drawing/2014/main" id="{DF2517CE-0C80-4227-8F88-33A8F3E89440}"/>
              </a:ext>
            </a:extLst>
          </p:cNvPr>
          <p:cNvGrpSpPr>
            <a:grpSpLocks/>
          </p:cNvGrpSpPr>
          <p:nvPr/>
        </p:nvGrpSpPr>
        <p:grpSpPr bwMode="auto">
          <a:xfrm>
            <a:off x="2124075" y="-6350"/>
            <a:ext cx="5162550" cy="1755775"/>
            <a:chOff x="4211960" y="-46273"/>
            <a:chExt cx="5163301" cy="1753927"/>
          </a:xfrm>
        </p:grpSpPr>
        <p:sp>
          <p:nvSpPr>
            <p:cNvPr id="17" name="矩形 7">
              <a:extLst>
                <a:ext uri="{FF2B5EF4-FFF2-40B4-BE49-F238E27FC236}">
                  <a16:creationId xmlns:a16="http://schemas.microsoft.com/office/drawing/2014/main" id="{65EDB0C9-B0BC-4568-AF6E-50B54331FA8C}"/>
                </a:ext>
              </a:extLst>
            </p:cNvPr>
            <p:cNvSpPr>
              <a:spLocks noChangeArrowheads="1"/>
            </p:cNvSpPr>
            <p:nvPr/>
          </p:nvSpPr>
          <p:spPr bwMode="auto">
            <a:xfrm>
              <a:off x="4211960" y="26675"/>
              <a:ext cx="4896562" cy="1680979"/>
            </a:xfrm>
            <a:prstGeom prst="rect">
              <a:avLst/>
            </a:prstGeom>
            <a:solidFill>
              <a:schemeClr val="accent5">
                <a:lumMod val="60000"/>
                <a:lumOff val="40000"/>
              </a:schemeClr>
            </a:solidFill>
            <a:ln w="9525" algn="ctr">
              <a:solidFill>
                <a:schemeClr val="tx1"/>
              </a:solidFill>
              <a:round/>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400">
                <a:solidFill>
                  <a:srgbClr val="000000"/>
                </a:solidFill>
                <a:latin typeface="Tahoma" panose="020B0604030504040204" pitchFamily="34" charset="0"/>
              </a:endParaRPr>
            </a:p>
          </p:txBody>
        </p:sp>
        <p:sp>
          <p:nvSpPr>
            <p:cNvPr id="171033" name="Rectangle 3">
              <a:extLst>
                <a:ext uri="{FF2B5EF4-FFF2-40B4-BE49-F238E27FC236}">
                  <a16:creationId xmlns:a16="http://schemas.microsoft.com/office/drawing/2014/main" id="{C78B983D-AD09-47E5-9C37-6920164B501F}"/>
                </a:ext>
              </a:extLst>
            </p:cNvPr>
            <p:cNvSpPr txBox="1">
              <a:spLocks noChangeArrowheads="1"/>
            </p:cNvSpPr>
            <p:nvPr/>
          </p:nvSpPr>
          <p:spPr bwMode="auto">
            <a:xfrm>
              <a:off x="4357199" y="132073"/>
              <a:ext cx="3041401" cy="151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1)</a:t>
              </a:r>
              <a:r>
                <a:rPr lang="zh-CN" altLang="en-US" sz="1600">
                  <a:solidFill>
                    <a:srgbClr val="000000"/>
                  </a:solidFill>
                  <a:latin typeface="Times New Roman" panose="02020603050405020304" pitchFamily="18" charset="0"/>
                  <a:cs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rPr>
                <a:t>T </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a:t>
              </a:r>
              <a:r>
                <a:rPr lang="zh-CN" altLang="en-US" sz="1600" baseline="-25000">
                  <a:solidFill>
                    <a:srgbClr val="0000FF"/>
                  </a:solidFill>
                  <a:latin typeface="Times New Roman" panose="02020603050405020304" pitchFamily="18" charset="0"/>
                  <a:cs typeface="Times New Roman" panose="02020603050405020304" pitchFamily="18" charset="0"/>
                </a:rPr>
                <a:t>1</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2</a:t>
              </a:r>
              <a:r>
                <a:rPr lang="en-US" altLang="zh-CN"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2) </a:t>
              </a:r>
              <a:r>
                <a:rPr lang="en-US" altLang="zh-CN"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F</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FF"/>
                  </a:solidFill>
                  <a:latin typeface="Times New Roman" panose="02020603050405020304" pitchFamily="18" charset="0"/>
                  <a:cs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3</a:t>
              </a:r>
              <a:r>
                <a:rPr lang="zh-CN" altLang="en-US" sz="160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1600" i="1">
                  <a:solidFill>
                    <a:srgbClr val="000000"/>
                  </a:solidFill>
                  <a:latin typeface="Times New Roman" panose="02020603050405020304" pitchFamily="18" charset="0"/>
                  <a:cs typeface="Times New Roman" panose="02020603050405020304" pitchFamily="18" charset="0"/>
                </a:rPr>
                <a:t>T</a:t>
              </a:r>
              <a:r>
                <a:rPr lang="zh-CN" altLang="en-US" sz="1600" i="1" baseline="-25000">
                  <a:solidFill>
                    <a:srgbClr val="000000"/>
                  </a:solidFill>
                  <a:latin typeface="Times New Roman" panose="02020603050405020304" pitchFamily="18" charset="0"/>
                  <a:cs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rPr>
                <a:t>′ </a:t>
              </a:r>
              <a:r>
                <a:rPr lang="en-US" altLang="zh-CN" sz="1600">
                  <a:solidFill>
                    <a:srgbClr val="0000FF"/>
                  </a:solidFill>
                  <a:latin typeface="Times New Roman" panose="02020603050405020304" pitchFamily="18" charset="0"/>
                  <a:cs typeface="Times New Roman" panose="02020603050405020304" pitchFamily="18" charset="0"/>
                </a:rPr>
                <a:t>{</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4</a:t>
              </a:r>
              <a:r>
                <a:rPr lang="en-US" altLang="zh-CN" sz="16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rPr>
                <a:t>3)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5</a:t>
              </a:r>
              <a:r>
                <a:rPr lang="en-US" altLang="zh-CN" sz="1600">
                  <a:solidFill>
                    <a:srgbClr val="0000FF"/>
                  </a:solidFill>
                  <a:latin typeface="Times New Roman" panose="02020603050405020304" pitchFamily="18" charset="0"/>
                  <a:cs typeface="Times New Roman" panose="02020603050405020304" pitchFamily="18" charset="0"/>
                </a:rPr>
                <a:t> }</a:t>
              </a:r>
            </a:p>
            <a:p>
              <a:pPr eaLnBrk="1" hangingPunct="1">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FF"/>
                  </a:solidFill>
                  <a:latin typeface="Times New Roman" panose="02020603050405020304" pitchFamily="18" charset="0"/>
                  <a:cs typeface="Times New Roman" panose="02020603050405020304" pitchFamily="18" charset="0"/>
                </a:rPr>
                <a:t>6</a:t>
              </a:r>
              <a:r>
                <a:rPr lang="en-US" altLang="zh-CN" sz="160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600">
                <a:solidFill>
                  <a:srgbClr val="0000FF"/>
                </a:solidFill>
                <a:latin typeface="Times New Roman" panose="02020603050405020304" pitchFamily="18" charset="0"/>
                <a:cs typeface="Times New Roman" panose="02020603050405020304" pitchFamily="18" charset="0"/>
              </a:endParaRPr>
            </a:p>
          </p:txBody>
        </p:sp>
        <p:sp>
          <p:nvSpPr>
            <p:cNvPr id="171034" name="Rectangle 3">
              <a:extLst>
                <a:ext uri="{FF2B5EF4-FFF2-40B4-BE49-F238E27FC236}">
                  <a16:creationId xmlns:a16="http://schemas.microsoft.com/office/drawing/2014/main" id="{5C15BEF5-6BAA-4999-9EAC-41FDB3FCB747}"/>
                </a:ext>
              </a:extLst>
            </p:cNvPr>
            <p:cNvSpPr txBox="1">
              <a:spLocks noChangeArrowheads="1"/>
            </p:cNvSpPr>
            <p:nvPr/>
          </p:nvSpPr>
          <p:spPr bwMode="auto">
            <a:xfrm>
              <a:off x="6572902" y="-46273"/>
              <a:ext cx="2802359" cy="171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zh-CN" altLang="en-US" sz="1600" baseline="-25000">
                  <a:solidFill>
                    <a:srgbClr val="000000"/>
                  </a:solidFill>
                  <a:latin typeface="Times New Roman" panose="02020603050405020304" pitchFamily="18" charset="0"/>
                  <a:cs typeface="Times New Roman" panose="02020603050405020304" pitchFamily="18" charset="0"/>
                </a:rPr>
                <a:t>1 </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1600" i="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.inh </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sym typeface="Arial" panose="020B0604020202020204" pitchFamily="34" charset="0"/>
                </a:rPr>
                <a:t>2</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rPr>
                <a:t>3</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zh-CN" altLang="en-US" sz="1600" i="1" baseline="-25000">
                  <a:solidFill>
                    <a:srgbClr val="000000"/>
                  </a:solidFill>
                  <a:latin typeface="Times New Roman" panose="02020603050405020304" pitchFamily="18" charset="0"/>
                  <a:cs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rPr>
                <a:t>′</a:t>
              </a:r>
              <a:r>
                <a:rPr lang="zh-CN" altLang="en-US" sz="1600" i="1">
                  <a:solidFill>
                    <a:srgbClr val="000000"/>
                  </a:solidFill>
                  <a:latin typeface="Times New Roman" panose="02020603050405020304" pitchFamily="18" charset="0"/>
                  <a:cs typeface="Times New Roman" panose="02020603050405020304" pitchFamily="18" charset="0"/>
                </a:rPr>
                <a:t>.inh </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zh-CN" altLang="en-US" sz="1600" i="1">
                  <a:solidFill>
                    <a:srgbClr val="000000"/>
                  </a:solidFill>
                  <a:latin typeface="Times New Roman" panose="02020603050405020304" pitchFamily="18" charset="0"/>
                  <a:cs typeface="Times New Roman" panose="02020603050405020304" pitchFamily="18" charset="0"/>
                </a:rPr>
                <a:t>.inh</a:t>
              </a:r>
              <a:r>
                <a:rPr lang="zh-CN" altLang="en-US"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16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16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160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rPr>
                <a:t>4</a:t>
              </a:r>
              <a:r>
                <a:rPr lang="zh-CN" altLang="en-US" sz="1600" baseline="-250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rPr>
                <a:t>.syn </a:t>
              </a:r>
              <a:r>
                <a:rPr lang="en-US" altLang="zh-CN" sz="1600">
                  <a:solidFill>
                    <a:srgbClr val="000000"/>
                  </a:solidFill>
                  <a:latin typeface="Times New Roman" panose="02020603050405020304" pitchFamily="18" charset="0"/>
                  <a:cs typeface="Times New Roman" panose="02020603050405020304" pitchFamily="18"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zh-CN" altLang="en-US" sz="1600" i="1" baseline="-25000">
                  <a:solidFill>
                    <a:srgbClr val="000000"/>
                  </a:solidFill>
                  <a:latin typeface="Times New Roman" panose="02020603050405020304" pitchFamily="18" charset="0"/>
                  <a:cs typeface="Times New Roman" panose="02020603050405020304" pitchFamily="18" charset="0"/>
                </a:rPr>
                <a:t>1</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rPr>
                <a:t>.syn</a:t>
              </a:r>
              <a:r>
                <a:rPr lang="en-US" altLang="zh-CN" sz="1600">
                  <a:solidFill>
                    <a:srgbClr val="000000"/>
                  </a:solidFill>
                  <a:latin typeface="Times New Roman" panose="02020603050405020304" pitchFamily="18" charset="0"/>
                  <a:cs typeface="Times New Roman" panose="02020603050405020304" pitchFamily="18" charset="0"/>
                </a:rPr>
                <a:t> </a:t>
              </a:r>
              <a:endParaRPr lang="zh-CN" altLang="en-US" sz="160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rPr>
                <a:t>5</a:t>
              </a:r>
              <a:r>
                <a:rPr lang="zh-CN" altLang="en-US" sz="1600" baseline="-250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rPr>
                <a:t>.syn </a:t>
              </a:r>
              <a:r>
                <a:rPr lang="en-US" altLang="zh-CN" sz="1600">
                  <a:solidFill>
                    <a:srgbClr val="000000"/>
                  </a:solidFill>
                  <a:latin typeface="Times New Roman" panose="02020603050405020304" pitchFamily="18" charset="0"/>
                  <a:cs typeface="Times New Roman" panose="02020603050405020304" pitchFamily="18" charset="0"/>
                </a:rPr>
                <a:t>=</a:t>
              </a:r>
              <a:r>
                <a:rPr lang="zh-CN" altLang="en-US" sz="1600">
                  <a:solidFill>
                    <a:srgbClr val="000000"/>
                  </a:solidFill>
                  <a:latin typeface="Times New Roman" panose="02020603050405020304" pitchFamily="18" charset="0"/>
                  <a:cs typeface="Times New Roman" panose="02020603050405020304" pitchFamily="18" charset="0"/>
                </a:rPr>
                <a:t> </a:t>
              </a:r>
              <a:r>
                <a:rPr lang="zh-CN" altLang="en-US" sz="1600" i="1">
                  <a:solidFill>
                    <a:srgbClr val="000000"/>
                  </a:solidFill>
                  <a:latin typeface="Times New Roman" panose="02020603050405020304" pitchFamily="18" charset="0"/>
                  <a:cs typeface="Times New Roman" panose="02020603050405020304" pitchFamily="18" charset="0"/>
                </a:rPr>
                <a:t>T</a:t>
              </a:r>
              <a:r>
                <a:rPr lang="en-US" altLang="zh-CN" sz="1600" i="1">
                  <a:solidFill>
                    <a:srgbClr val="000000"/>
                  </a:solidFill>
                  <a:latin typeface="Times New Roman" panose="02020603050405020304" pitchFamily="18" charset="0"/>
                  <a:ea typeface="楷体" panose="02010609060101010101" pitchFamily="49" charset="-122"/>
                </a:rPr>
                <a:t>′</a:t>
              </a:r>
              <a:r>
                <a:rPr lang="en-US" altLang="zh-CN" sz="1600" i="1">
                  <a:solidFill>
                    <a:srgbClr val="000000"/>
                  </a:solidFill>
                  <a:latin typeface="Times New Roman" panose="02020603050405020304" pitchFamily="18" charset="0"/>
                  <a:cs typeface="Times New Roman" panose="02020603050405020304" pitchFamily="18" charset="0"/>
                </a:rPr>
                <a:t>.inh</a:t>
              </a:r>
              <a:r>
                <a:rPr lang="en-US" altLang="zh-CN" sz="1600">
                  <a:solidFill>
                    <a:srgbClr val="000000"/>
                  </a:solidFill>
                  <a:latin typeface="Times New Roman" panose="02020603050405020304" pitchFamily="18" charset="0"/>
                  <a:cs typeface="Times New Roman" panose="02020603050405020304" pitchFamily="18" charset="0"/>
                </a:rPr>
                <a:t> </a:t>
              </a:r>
              <a:endParaRPr lang="zh-CN" altLang="en-US" sz="1600">
                <a:solidFill>
                  <a:srgbClr val="000000"/>
                </a:solidFill>
                <a:latin typeface="Times New Roman" panose="02020603050405020304" pitchFamily="18" charset="0"/>
                <a:cs typeface="Times New Roman" panose="02020603050405020304" pitchFamily="18" charset="0"/>
              </a:endParaRPr>
            </a:p>
            <a:p>
              <a:pPr eaLnBrk="1" hangingPunct="1">
                <a:lnSpc>
                  <a:spcPts val="1900"/>
                </a:lnSpc>
                <a:spcBef>
                  <a:spcPct val="20000"/>
                </a:spcBef>
                <a:buClr>
                  <a:srgbClr val="5EAEFF"/>
                </a:buClr>
                <a:buSzPct val="60000"/>
              </a:pP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a:t>
              </a:r>
              <a:r>
                <a:rPr lang="en-US" altLang="zh-CN" sz="1600" baseline="-25000">
                  <a:solidFill>
                    <a:srgbClr val="000000"/>
                  </a:solidFill>
                  <a:latin typeface="Times New Roman" panose="02020603050405020304" pitchFamily="18" charset="0"/>
                  <a:cs typeface="Times New Roman" panose="02020603050405020304" pitchFamily="18" charset="0"/>
                </a:rPr>
                <a:t>6</a:t>
              </a:r>
              <a:r>
                <a:rPr lang="zh-CN" altLang="en-US" sz="1600" baseline="-25000">
                  <a:solidFill>
                    <a:srgbClr val="000000"/>
                  </a:solidFill>
                  <a:latin typeface="Times New Roman" panose="02020603050405020304" pitchFamily="18" charset="0"/>
                  <a:cs typeface="Times New Roman" panose="02020603050405020304" pitchFamily="18" charset="0"/>
                </a:rPr>
                <a:t> </a:t>
              </a:r>
              <a:r>
                <a:rPr lang="zh-CN" altLang="en-US"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1600" i="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60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600">
                <a:solidFill>
                  <a:srgbClr val="000000"/>
                </a:solidFill>
                <a:latin typeface="Times New Roman" panose="02020603050405020304" pitchFamily="18" charset="0"/>
                <a:cs typeface="Times New Roman" panose="02020603050405020304" pitchFamily="18" charset="0"/>
              </a:endParaRPr>
            </a:p>
          </p:txBody>
        </p:sp>
      </p:grpSp>
      <p:cxnSp>
        <p:nvCxnSpPr>
          <p:cNvPr id="15" name="直接连接符 14">
            <a:extLst>
              <a:ext uri="{FF2B5EF4-FFF2-40B4-BE49-F238E27FC236}">
                <a16:creationId xmlns:a16="http://schemas.microsoft.com/office/drawing/2014/main" id="{1637980D-94C0-45FC-8671-274246668DD8}"/>
              </a:ext>
            </a:extLst>
          </p:cNvPr>
          <p:cNvCxnSpPr/>
          <p:nvPr/>
        </p:nvCxnSpPr>
        <p:spPr>
          <a:xfrm rot="5400000">
            <a:off x="8037334" y="3488506"/>
            <a:ext cx="1728788"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842EDE04-3BB5-4F48-8269-BAFBC812AFD7}"/>
              </a:ext>
            </a:extLst>
          </p:cNvPr>
          <p:cNvSpPr>
            <a:spLocks noGrp="1"/>
          </p:cNvSpPr>
          <p:nvPr>
            <p:ph type="sldNum" sz="quarter" idx="10"/>
          </p:nvPr>
        </p:nvSpPr>
        <p:spPr/>
        <p:txBody>
          <a:bodyPr/>
          <a:lstStyle/>
          <a:p>
            <a:pPr>
              <a:defRPr/>
            </a:pPr>
            <a:fld id="{8E104948-B687-4A74-87EB-9097C047E113}" type="slidenum">
              <a:rPr lang="zh-CN" altLang="en-US" smtClean="0"/>
              <a:pPr>
                <a:defRPr/>
              </a:pPr>
              <a:t>72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95611"/>
                                        </p:tgtEl>
                                        <p:attrNameLst>
                                          <p:attrName>style.visibility</p:attrName>
                                        </p:attrNameLst>
                                      </p:cBhvr>
                                      <p:to>
                                        <p:strVal val="visible"/>
                                      </p:to>
                                    </p:set>
                                    <p:anim calcmode="lin" valueType="num">
                                      <p:cBhvr>
                                        <p:cTn id="7" dur="500" fill="hold"/>
                                        <p:tgtEl>
                                          <p:spTgt spid="195611"/>
                                        </p:tgtEl>
                                        <p:attrNameLst>
                                          <p:attrName>ppt_w</p:attrName>
                                        </p:attrNameLst>
                                      </p:cBhvr>
                                      <p:tavLst>
                                        <p:tav tm="0">
                                          <p:val>
                                            <p:fltVal val="0"/>
                                          </p:val>
                                        </p:tav>
                                        <p:tav tm="100000">
                                          <p:val>
                                            <p:strVal val="#ppt_w"/>
                                          </p:val>
                                        </p:tav>
                                      </p:tavLst>
                                    </p:anim>
                                    <p:anim calcmode="lin" valueType="num">
                                      <p:cBhvr>
                                        <p:cTn id="8" dur="500" fill="hold"/>
                                        <p:tgtEl>
                                          <p:spTgt spid="195611"/>
                                        </p:tgtEl>
                                        <p:attrNameLst>
                                          <p:attrName>ppt_h</p:attrName>
                                        </p:attrNameLst>
                                      </p:cBhvr>
                                      <p:tavLst>
                                        <p:tav tm="0">
                                          <p:val>
                                            <p:fltVal val="0"/>
                                          </p:val>
                                        </p:tav>
                                        <p:tav tm="100000">
                                          <p:val>
                                            <p:strVal val="#ppt_h"/>
                                          </p:val>
                                        </p:tav>
                                      </p:tavLst>
                                    </p:anim>
                                    <p:animEffect transition="in" filter="fade">
                                      <p:cBhvr>
                                        <p:cTn id="9" dur="500"/>
                                        <p:tgtEl>
                                          <p:spTgt spid="19561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195621"/>
                                        </p:tgtEl>
                                        <p:attrNameLst>
                                          <p:attrName>style.visibility</p:attrName>
                                        </p:attrNameLst>
                                      </p:cBhvr>
                                      <p:to>
                                        <p:strVal val="visible"/>
                                      </p:to>
                                    </p:set>
                                    <p:anim calcmode="lin" valueType="num">
                                      <p:cBhvr>
                                        <p:cTn id="14" dur="500" fill="hold"/>
                                        <p:tgtEl>
                                          <p:spTgt spid="195621"/>
                                        </p:tgtEl>
                                        <p:attrNameLst>
                                          <p:attrName>ppt_w</p:attrName>
                                        </p:attrNameLst>
                                      </p:cBhvr>
                                      <p:tavLst>
                                        <p:tav tm="0">
                                          <p:val>
                                            <p:fltVal val="0"/>
                                          </p:val>
                                        </p:tav>
                                        <p:tav tm="100000">
                                          <p:val>
                                            <p:strVal val="#ppt_w"/>
                                          </p:val>
                                        </p:tav>
                                      </p:tavLst>
                                    </p:anim>
                                    <p:anim calcmode="lin" valueType="num">
                                      <p:cBhvr>
                                        <p:cTn id="15" dur="500" fill="hold"/>
                                        <p:tgtEl>
                                          <p:spTgt spid="195621"/>
                                        </p:tgtEl>
                                        <p:attrNameLst>
                                          <p:attrName>ppt_h</p:attrName>
                                        </p:attrNameLst>
                                      </p:cBhvr>
                                      <p:tavLst>
                                        <p:tav tm="0">
                                          <p:val>
                                            <p:fltVal val="0"/>
                                          </p:val>
                                        </p:tav>
                                        <p:tav tm="100000">
                                          <p:val>
                                            <p:strVal val="#ppt_h"/>
                                          </p:val>
                                        </p:tav>
                                      </p:tavLst>
                                    </p:anim>
                                    <p:animEffect transition="in" filter="fade">
                                      <p:cBhvr>
                                        <p:cTn id="16" dur="500"/>
                                        <p:tgtEl>
                                          <p:spTgt spid="195621"/>
                                        </p:tgtEl>
                                      </p:cBhvr>
                                    </p:animEffect>
                                  </p:childTnLst>
                                </p:cTn>
                              </p:par>
                              <p:par>
                                <p:cTn id="17" presetID="53"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par>
                                <p:cTn id="22" presetID="53"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par>
                                <p:cTn id="27" presetID="53"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500" fill="hold"/>
                                        <p:tgtEl>
                                          <p:spTgt spid="15"/>
                                        </p:tgtEl>
                                        <p:attrNameLst>
                                          <p:attrName>ppt_w</p:attrName>
                                        </p:attrNameLst>
                                      </p:cBhvr>
                                      <p:tavLst>
                                        <p:tav tm="0">
                                          <p:val>
                                            <p:fltVal val="0"/>
                                          </p:val>
                                        </p:tav>
                                        <p:tav tm="100000">
                                          <p:val>
                                            <p:strVal val="#ppt_w"/>
                                          </p:val>
                                        </p:tav>
                                      </p:tavLst>
                                    </p:anim>
                                    <p:anim calcmode="lin" valueType="num">
                                      <p:cBhvr>
                                        <p:cTn id="30" dur="500" fill="hold"/>
                                        <p:tgtEl>
                                          <p:spTgt spid="15"/>
                                        </p:tgtEl>
                                        <p:attrNameLst>
                                          <p:attrName>ppt_h</p:attrName>
                                        </p:attrNameLst>
                                      </p:cBhvr>
                                      <p:tavLst>
                                        <p:tav tm="0">
                                          <p:val>
                                            <p:fltVal val="0"/>
                                          </p:val>
                                        </p:tav>
                                        <p:tav tm="100000">
                                          <p:val>
                                            <p:strVal val="#ppt_h"/>
                                          </p:val>
                                        </p:tav>
                                      </p:tavLst>
                                    </p:anim>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11"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4" name="Rectangle 4">
            <a:extLst>
              <a:ext uri="{FF2B5EF4-FFF2-40B4-BE49-F238E27FC236}">
                <a16:creationId xmlns:a16="http://schemas.microsoft.com/office/drawing/2014/main" id="{618CF855-3CE1-4F64-A7DA-57C69A9F8AA5}"/>
              </a:ext>
            </a:extLst>
          </p:cNvPr>
          <p:cNvSpPr>
            <a:spLocks noGrp="1" noChangeArrowheads="1"/>
          </p:cNvSpPr>
          <p:nvPr>
            <p:ph type="body" sz="half" idx="4294967295"/>
          </p:nvPr>
        </p:nvSpPr>
        <p:spPr>
          <a:xfrm>
            <a:off x="6324601" y="361950"/>
            <a:ext cx="2974976" cy="4751388"/>
          </a:xfrm>
        </p:spPr>
        <p:txBody>
          <a:bodyPr/>
          <a:lstStyle/>
          <a:p>
            <a:pPr marL="272654" indent="-272654" eaLnBrk="1" hangingPunct="1">
              <a:buFont typeface="Wingdings" pitchFamily="2" charset="2"/>
              <a:buNone/>
              <a:defRPr/>
            </a:pPr>
            <a:r>
              <a:rPr lang="zh-CN" altLang="en-US" sz="1600" b="1" i="1" dirty="0">
                <a:solidFill>
                  <a:schemeClr val="hlink"/>
                </a:solidFill>
                <a:latin typeface="Times New Roman" pitchFamily="18" charset="0"/>
                <a:cs typeface="Times New Roman" pitchFamily="18" charset="0"/>
              </a:rPr>
              <a:t>T</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rPr>
              <a:t>syn</a:t>
            </a:r>
            <a:r>
              <a:rPr lang="en-US" altLang="zh-CN" sz="1600" b="1" i="1" dirty="0">
                <a:latin typeface="Times New Roman" pitchFamily="18" charset="0"/>
                <a:cs typeface="Times New Roman" pitchFamily="18" charset="0"/>
              </a:rPr>
              <a:t> </a:t>
            </a:r>
            <a:r>
              <a:rPr lang="zh-CN" altLang="en-US" sz="1600" b="1" i="1" dirty="0">
                <a:solidFill>
                  <a:schemeClr val="tx1"/>
                </a:solidFill>
                <a:latin typeface="Times New Roman" pitchFamily="18" charset="0"/>
                <a:cs typeface="Times New Roman" pitchFamily="18" charset="0"/>
              </a:rPr>
              <a:t>T</a:t>
            </a:r>
            <a:r>
              <a:rPr lang="en-US" altLang="zh-CN" sz="1600" b="1" i="1" dirty="0">
                <a:solidFill>
                  <a:schemeClr val="tx1"/>
                </a:solidFill>
                <a:latin typeface="Times New Roman" pitchFamily="18" charset="0"/>
                <a:ea typeface="楷体" pitchFamily="49" charset="-122"/>
                <a:cs typeface="Times New Roman" pitchFamily="18" charset="0"/>
              </a:rPr>
              <a:t>′</a:t>
            </a:r>
            <a:r>
              <a:rPr lang="zh-CN" altLang="en-US" sz="1600" b="1" i="1" dirty="0">
                <a:solidFill>
                  <a:schemeClr val="tx1"/>
                </a:solidFill>
                <a:latin typeface="Times New Roman" pitchFamily="18" charset="0"/>
                <a:cs typeface="Times New Roman" pitchFamily="18" charset="0"/>
                <a:sym typeface="Arial" pitchFamily="34" charset="0"/>
              </a:rPr>
              <a:t> </a:t>
            </a:r>
            <a:r>
              <a:rPr lang="en-US" altLang="zh-CN" sz="1600" b="1" dirty="0">
                <a:solidFill>
                  <a:schemeClr val="tx1"/>
                </a:solidFill>
                <a:latin typeface="Times New Roman" pitchFamily="18" charset="0"/>
                <a:cs typeface="Times New Roman" pitchFamily="18" charset="0"/>
                <a:sym typeface="Arial" pitchFamily="34" charset="0"/>
              </a:rPr>
              <a:t>(</a:t>
            </a:r>
            <a:r>
              <a:rPr lang="en-US" altLang="zh-CN" sz="1600" b="1" i="1" dirty="0">
                <a:solidFill>
                  <a:schemeClr val="tx1"/>
                </a:solidFill>
                <a:latin typeface="Times New Roman" pitchFamily="18" charset="0"/>
                <a:cs typeface="Times New Roman" pitchFamily="18" charset="0"/>
                <a:sym typeface="Arial" pitchFamily="34" charset="0"/>
              </a:rPr>
              <a:t>token, </a:t>
            </a:r>
            <a:r>
              <a:rPr lang="zh-CN" altLang="en-US" sz="1600" b="1" i="1" dirty="0">
                <a:solidFill>
                  <a:schemeClr val="hlink"/>
                </a:solidFill>
                <a:latin typeface="Times New Roman" pitchFamily="18" charset="0"/>
                <a:cs typeface="Times New Roman" pitchFamily="18" charset="0"/>
              </a:rPr>
              <a:t>T</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sym typeface="Arial" pitchFamily="34" charset="0"/>
              </a:rPr>
              <a:t>inh</a:t>
            </a:r>
            <a:r>
              <a:rPr lang="en-US" altLang="zh-CN" sz="1600" b="1" dirty="0">
                <a:solidFill>
                  <a:schemeClr val="tx1"/>
                </a:solidFill>
                <a:latin typeface="Times New Roman" pitchFamily="18" charset="0"/>
                <a:cs typeface="Times New Roman" pitchFamily="18" charset="0"/>
                <a:sym typeface="Arial" pitchFamily="34" charset="0"/>
              </a:rPr>
              <a:t>)</a:t>
            </a:r>
          </a:p>
          <a:p>
            <a:pPr marL="272654" indent="-272654" eaLnBrk="1" hangingPunct="1">
              <a:buFont typeface="Wingdings" pitchFamily="2" charset="2"/>
              <a:buNone/>
              <a:defRPr/>
            </a:pPr>
            <a:r>
              <a:rPr lang="en-US" altLang="zh-CN" sz="1600" b="1" dirty="0">
                <a:solidFill>
                  <a:schemeClr val="tx1"/>
                </a:solidFill>
                <a:latin typeface="Times New Roman" pitchFamily="18" charset="0"/>
                <a:cs typeface="Times New Roman" pitchFamily="18" charset="0"/>
                <a:sym typeface="Arial" pitchFamily="34" charset="0"/>
              </a:rPr>
              <a:t>{</a:t>
            </a:r>
            <a:r>
              <a:rPr lang="en-US" altLang="zh-CN" sz="1600" b="1" dirty="0">
                <a:latin typeface="Times New Roman" pitchFamily="18" charset="0"/>
                <a:cs typeface="Times New Roman" pitchFamily="18" charset="0"/>
                <a:sym typeface="Arial" pitchFamily="34" charset="0"/>
              </a:rPr>
              <a:t> </a:t>
            </a:r>
            <a:r>
              <a:rPr lang="en-US" altLang="zh-CN" sz="1600" b="1" i="1" dirty="0">
                <a:latin typeface="Times New Roman" pitchFamily="18" charset="0"/>
                <a:cs typeface="Times New Roman" pitchFamily="18" charset="0"/>
                <a:sym typeface="Arial" pitchFamily="34" charset="0"/>
              </a:rPr>
              <a:t> </a:t>
            </a:r>
            <a:r>
              <a:rPr lang="en-US" altLang="zh-CN" sz="1600" b="1" i="1" dirty="0">
                <a:solidFill>
                  <a:schemeClr val="hlink"/>
                </a:solidFill>
                <a:latin typeface="Times New Roman" pitchFamily="18" charset="0"/>
                <a:cs typeface="Times New Roman" pitchFamily="18" charset="0"/>
                <a:sym typeface="Arial" pitchFamily="34" charset="0"/>
              </a:rPr>
              <a:t>D</a:t>
            </a:r>
            <a:r>
              <a:rPr lang="en-US" altLang="zh-CN" sz="1600" b="1" dirty="0">
                <a:solidFill>
                  <a:schemeClr val="hlink"/>
                </a:solidFill>
                <a:latin typeface="Times New Roman" pitchFamily="18" charset="0"/>
                <a:cs typeface="Times New Roman" pitchFamily="18" charset="0"/>
                <a:sym typeface="Arial" pitchFamily="34" charset="0"/>
              </a:rPr>
              <a:t>: </a:t>
            </a:r>
            <a:r>
              <a:rPr lang="en-US" altLang="zh-CN" sz="1600" b="1" i="1" dirty="0" err="1">
                <a:solidFill>
                  <a:schemeClr val="hlink"/>
                </a:solidFill>
                <a:latin typeface="Times New Roman" pitchFamily="18" charset="0"/>
                <a:cs typeface="Times New Roman" pitchFamily="18" charset="0"/>
                <a:sym typeface="Arial" pitchFamily="34" charset="0"/>
              </a:rPr>
              <a:t>Fval</a:t>
            </a:r>
            <a:r>
              <a:rPr lang="en-US" altLang="zh-CN" sz="1600" b="1" i="1" dirty="0">
                <a:solidFill>
                  <a:schemeClr val="hlink"/>
                </a:solidFill>
                <a:latin typeface="Times New Roman" pitchFamily="18" charset="0"/>
                <a:cs typeface="Times New Roman" pitchFamily="18" charset="0"/>
                <a:sym typeface="Arial" pitchFamily="34" charset="0"/>
              </a:rPr>
              <a:t>, </a:t>
            </a:r>
            <a:r>
              <a:rPr lang="zh-CN" altLang="en-US" sz="1600" b="1" i="1" dirty="0">
                <a:solidFill>
                  <a:schemeClr val="hlink"/>
                </a:solidFill>
                <a:latin typeface="Times New Roman" pitchFamily="18" charset="0"/>
                <a:cs typeface="Times New Roman" pitchFamily="18" charset="0"/>
              </a:rPr>
              <a:t>T</a:t>
            </a:r>
            <a:r>
              <a:rPr lang="zh-CN" altLang="en-US" sz="1600" b="1" baseline="-25000" dirty="0">
                <a:solidFill>
                  <a:schemeClr val="hlink"/>
                </a:solidFill>
                <a:latin typeface="Times New Roman" pitchFamily="18" charset="0"/>
                <a:cs typeface="Times New Roman" pitchFamily="18" charset="0"/>
              </a:rPr>
              <a:t>1</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rPr>
              <a:t>inh</a:t>
            </a:r>
            <a:r>
              <a:rPr lang="en-US" altLang="zh-CN" sz="1600" b="1" i="1" dirty="0">
                <a:solidFill>
                  <a:schemeClr val="hlink"/>
                </a:solidFill>
                <a:latin typeface="Times New Roman" pitchFamily="18" charset="0"/>
                <a:cs typeface="Times New Roman" pitchFamily="18" charset="0"/>
              </a:rPr>
              <a:t>, </a:t>
            </a:r>
            <a:r>
              <a:rPr lang="zh-CN" altLang="en-US" sz="1600" b="1" i="1" dirty="0">
                <a:solidFill>
                  <a:schemeClr val="hlink"/>
                </a:solidFill>
                <a:latin typeface="Times New Roman" pitchFamily="18" charset="0"/>
                <a:cs typeface="Times New Roman" pitchFamily="18" charset="0"/>
              </a:rPr>
              <a:t>T</a:t>
            </a:r>
            <a:r>
              <a:rPr lang="zh-CN" altLang="en-US" sz="1600" b="1" baseline="-25000" dirty="0">
                <a:solidFill>
                  <a:schemeClr val="hlink"/>
                </a:solidFill>
                <a:latin typeface="Times New Roman" pitchFamily="18" charset="0"/>
                <a:cs typeface="Times New Roman" pitchFamily="18" charset="0"/>
              </a:rPr>
              <a:t>1</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rPr>
              <a:t>syn</a:t>
            </a:r>
            <a:r>
              <a:rPr lang="zh-CN" altLang="en-US" sz="1600" b="1" dirty="0">
                <a:solidFill>
                  <a:schemeClr val="hlink"/>
                </a:solidFill>
                <a:latin typeface="Times New Roman" pitchFamily="18" charset="0"/>
                <a:cs typeface="Times New Roman" pitchFamily="18" charset="0"/>
              </a:rPr>
              <a:t>；</a:t>
            </a:r>
          </a:p>
          <a:p>
            <a:pPr marL="272654" indent="-272654" eaLnBrk="1" hangingPunct="1">
              <a:buFont typeface="Wingdings" pitchFamily="2" charset="2"/>
              <a:buNone/>
              <a:defRPr/>
            </a:pPr>
            <a:r>
              <a:rPr lang="en-US" altLang="zh-CN" sz="1600" b="1" i="1" dirty="0">
                <a:latin typeface="Times New Roman" pitchFamily="18" charset="0"/>
                <a:cs typeface="Times New Roman" pitchFamily="18" charset="0"/>
                <a:sym typeface="Arial" pitchFamily="34" charset="0"/>
              </a:rPr>
              <a:t>    </a:t>
            </a:r>
            <a:r>
              <a:rPr lang="en-US" altLang="zh-CN" sz="1600" b="1" i="1" dirty="0">
                <a:solidFill>
                  <a:schemeClr val="tx1"/>
                </a:solidFill>
                <a:latin typeface="Times New Roman" pitchFamily="18" charset="0"/>
                <a:cs typeface="Times New Roman" pitchFamily="18" charset="0"/>
                <a:sym typeface="Arial" pitchFamily="34" charset="0"/>
              </a:rPr>
              <a:t>if token=“*”  then</a:t>
            </a:r>
          </a:p>
          <a:p>
            <a:pPr marL="272654" indent="-272654" eaLnBrk="1" hangingPunct="1">
              <a:buFont typeface="Wingdings" pitchFamily="2" charset="2"/>
              <a:buNone/>
              <a:defRPr/>
            </a:pPr>
            <a:r>
              <a:rPr lang="en-US" altLang="zh-CN" sz="1600" b="1" i="1" dirty="0">
                <a:solidFill>
                  <a:schemeClr val="tx1"/>
                </a:solidFill>
                <a:latin typeface="Times New Roman" pitchFamily="18" charset="0"/>
                <a:cs typeface="Times New Roman" pitchFamily="18" charset="0"/>
                <a:sym typeface="Arial" pitchFamily="34" charset="0"/>
              </a:rPr>
              <a:t>    </a:t>
            </a:r>
            <a:r>
              <a:rPr lang="en-US" altLang="zh-CN" sz="1600" b="1" dirty="0">
                <a:solidFill>
                  <a:schemeClr val="tx1"/>
                </a:solidFill>
                <a:latin typeface="Times New Roman" pitchFamily="18" charset="0"/>
                <a:cs typeface="Times New Roman" pitchFamily="18" charset="0"/>
                <a:sym typeface="Arial" pitchFamily="34" charset="0"/>
              </a:rPr>
              <a:t>{ </a:t>
            </a:r>
            <a:r>
              <a:rPr lang="en-US" altLang="zh-CN" sz="1600" b="1" i="1" dirty="0">
                <a:solidFill>
                  <a:schemeClr val="tx1"/>
                </a:solidFill>
                <a:latin typeface="Times New Roman" pitchFamily="18" charset="0"/>
                <a:cs typeface="Times New Roman" pitchFamily="18" charset="0"/>
                <a:sym typeface="Arial" pitchFamily="34" charset="0"/>
              </a:rPr>
              <a:t> </a:t>
            </a:r>
            <a:r>
              <a:rPr lang="en-US" altLang="zh-CN" sz="1600" b="1" i="1" dirty="0" err="1">
                <a:solidFill>
                  <a:schemeClr val="tx1"/>
                </a:solidFill>
                <a:latin typeface="Times New Roman" pitchFamily="18" charset="0"/>
                <a:cs typeface="Times New Roman" pitchFamily="18" charset="0"/>
                <a:sym typeface="Arial" pitchFamily="34" charset="0"/>
              </a:rPr>
              <a:t>Getnext</a:t>
            </a:r>
            <a:r>
              <a:rPr lang="en-US" altLang="zh-CN" sz="1600" b="1" dirty="0">
                <a:solidFill>
                  <a:schemeClr val="tx1"/>
                </a:solidFill>
                <a:latin typeface="Times New Roman" pitchFamily="18" charset="0"/>
                <a:cs typeface="Times New Roman" pitchFamily="18" charset="0"/>
                <a:sym typeface="Arial" pitchFamily="34" charset="0"/>
              </a:rPr>
              <a:t>(</a:t>
            </a:r>
            <a:r>
              <a:rPr lang="en-US" altLang="zh-CN" sz="1600" b="1" i="1" dirty="0">
                <a:solidFill>
                  <a:schemeClr val="tx1"/>
                </a:solidFill>
                <a:latin typeface="Times New Roman" pitchFamily="18" charset="0"/>
                <a:cs typeface="Times New Roman" pitchFamily="18" charset="0"/>
                <a:sym typeface="Arial" pitchFamily="34" charset="0"/>
              </a:rPr>
              <a:t>token</a:t>
            </a:r>
            <a:r>
              <a:rPr lang="en-US" altLang="zh-CN" sz="1600" b="1" dirty="0">
                <a:solidFill>
                  <a:schemeClr val="tx1"/>
                </a:solidFill>
                <a:latin typeface="Times New Roman" pitchFamily="18" charset="0"/>
                <a:cs typeface="Times New Roman" pitchFamily="18" charset="0"/>
                <a:sym typeface="Arial" pitchFamily="34" charset="0"/>
              </a:rPr>
              <a:t>)</a:t>
            </a:r>
            <a:r>
              <a:rPr lang="zh-CN" altLang="en-US" sz="1600" b="1" dirty="0">
                <a:solidFill>
                  <a:schemeClr val="tx1"/>
                </a:solidFill>
                <a:latin typeface="Times New Roman" pitchFamily="18" charset="0"/>
                <a:cs typeface="Times New Roman" pitchFamily="18" charset="0"/>
                <a:sym typeface="Arial" pitchFamily="34" charset="0"/>
              </a:rPr>
              <a:t>；</a:t>
            </a:r>
          </a:p>
          <a:p>
            <a:pPr marL="272654" indent="-272654" eaLnBrk="1" hangingPunct="1">
              <a:buFont typeface="Wingdings" pitchFamily="2" charset="2"/>
              <a:buNone/>
              <a:defRPr/>
            </a:pPr>
            <a:r>
              <a:rPr lang="en-US" altLang="zh-CN" sz="1600" b="1" i="1" dirty="0">
                <a:latin typeface="Times New Roman" pitchFamily="18" charset="0"/>
                <a:cs typeface="Times New Roman" pitchFamily="18" charset="0"/>
                <a:sym typeface="Arial" pitchFamily="34" charset="0"/>
              </a:rPr>
              <a:t>	  </a:t>
            </a:r>
            <a:r>
              <a:rPr lang="en-US" altLang="zh-CN" sz="1600" b="1" i="1" dirty="0">
                <a:solidFill>
                  <a:srgbClr val="FF9900"/>
                </a:solidFill>
                <a:latin typeface="Times New Roman" pitchFamily="18" charset="0"/>
                <a:cs typeface="Times New Roman" pitchFamily="18" charset="0"/>
                <a:sym typeface="Arial" pitchFamily="34" charset="0"/>
              </a:rPr>
              <a:t> </a:t>
            </a:r>
            <a:r>
              <a:rPr lang="en-US" altLang="zh-CN" sz="1600" b="1" i="1" dirty="0" err="1">
                <a:solidFill>
                  <a:schemeClr val="hlink"/>
                </a:solidFill>
                <a:latin typeface="Times New Roman" pitchFamily="18" charset="0"/>
                <a:cs typeface="Times New Roman" pitchFamily="18" charset="0"/>
                <a:sym typeface="Arial" pitchFamily="34" charset="0"/>
              </a:rPr>
              <a:t>Fval</a:t>
            </a:r>
            <a:r>
              <a:rPr lang="en-US" altLang="zh-CN" sz="1600" b="1" i="1" dirty="0">
                <a:solidFill>
                  <a:schemeClr val="hlink"/>
                </a:solidFill>
                <a:latin typeface="Times New Roman" pitchFamily="18" charset="0"/>
                <a:cs typeface="Times New Roman" pitchFamily="18" charset="0"/>
                <a:sym typeface="Arial" pitchFamily="34" charset="0"/>
              </a:rPr>
              <a:t>=</a:t>
            </a:r>
            <a:r>
              <a:rPr lang="en-US" altLang="zh-CN" sz="1600" b="1" i="1" dirty="0">
                <a:solidFill>
                  <a:schemeClr val="tx1"/>
                </a:solidFill>
                <a:latin typeface="Times New Roman" pitchFamily="18" charset="0"/>
                <a:cs typeface="Times New Roman" pitchFamily="18" charset="0"/>
                <a:sym typeface="Arial" pitchFamily="34" charset="0"/>
              </a:rPr>
              <a:t>F</a:t>
            </a:r>
            <a:r>
              <a:rPr lang="en-US" altLang="zh-CN" sz="1600" b="1" dirty="0">
                <a:solidFill>
                  <a:schemeClr val="tx1"/>
                </a:solidFill>
                <a:latin typeface="Times New Roman" pitchFamily="18" charset="0"/>
                <a:cs typeface="Times New Roman" pitchFamily="18" charset="0"/>
                <a:sym typeface="Arial" pitchFamily="34" charset="0"/>
              </a:rPr>
              <a:t>(</a:t>
            </a:r>
            <a:r>
              <a:rPr lang="en-US" altLang="zh-CN" sz="1600" b="1" i="1" dirty="0">
                <a:solidFill>
                  <a:schemeClr val="tx1"/>
                </a:solidFill>
                <a:latin typeface="Times New Roman" pitchFamily="18" charset="0"/>
                <a:cs typeface="Times New Roman" pitchFamily="18" charset="0"/>
                <a:sym typeface="Arial" pitchFamily="34" charset="0"/>
              </a:rPr>
              <a:t>token</a:t>
            </a:r>
            <a:r>
              <a:rPr lang="en-US" altLang="zh-CN" sz="1600" b="1" dirty="0">
                <a:solidFill>
                  <a:schemeClr val="tx1"/>
                </a:solidFill>
                <a:latin typeface="Times New Roman" pitchFamily="18" charset="0"/>
                <a:cs typeface="Times New Roman" pitchFamily="18" charset="0"/>
                <a:sym typeface="Arial" pitchFamily="34" charset="0"/>
              </a:rPr>
              <a:t>)</a:t>
            </a:r>
            <a:r>
              <a:rPr lang="zh-CN" altLang="en-US" sz="1600" b="1" dirty="0">
                <a:solidFill>
                  <a:schemeClr val="tx1"/>
                </a:solidFill>
                <a:latin typeface="Times New Roman" pitchFamily="18" charset="0"/>
                <a:cs typeface="Times New Roman" pitchFamily="18" charset="0"/>
                <a:sym typeface="Arial" pitchFamily="34" charset="0"/>
              </a:rPr>
              <a:t>；</a:t>
            </a:r>
          </a:p>
          <a:p>
            <a:pPr marL="272654" indent="-272654" eaLnBrk="1" hangingPunct="1">
              <a:buFont typeface="Wingdings" pitchFamily="2" charset="2"/>
              <a:buNone/>
              <a:defRPr/>
            </a:pPr>
            <a:r>
              <a:rPr lang="en-US" altLang="zh-CN" sz="1600" b="1" i="1" dirty="0">
                <a:solidFill>
                  <a:srgbClr val="FF9900"/>
                </a:solidFill>
                <a:latin typeface="Times New Roman" pitchFamily="18" charset="0"/>
                <a:cs typeface="Times New Roman" pitchFamily="18" charset="0"/>
                <a:sym typeface="Arial" pitchFamily="34" charset="0"/>
              </a:rPr>
              <a:t>	   </a:t>
            </a:r>
            <a:r>
              <a:rPr lang="en-US" altLang="zh-CN" sz="1600" b="1" i="1" dirty="0">
                <a:solidFill>
                  <a:schemeClr val="hlink"/>
                </a:solidFill>
                <a:latin typeface="Times New Roman" pitchFamily="18" charset="0"/>
                <a:cs typeface="Times New Roman" pitchFamily="18" charset="0"/>
              </a:rPr>
              <a:t>T</a:t>
            </a:r>
            <a:r>
              <a:rPr lang="zh-CN" altLang="en-US" sz="1600" b="1" baseline="-25000" dirty="0">
                <a:solidFill>
                  <a:schemeClr val="hlink"/>
                </a:solidFill>
                <a:latin typeface="Times New Roman" pitchFamily="18" charset="0"/>
                <a:cs typeface="Times New Roman" pitchFamily="18" charset="0"/>
              </a:rPr>
              <a:t>1</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rPr>
              <a:t>inh</a:t>
            </a:r>
            <a:r>
              <a:rPr lang="en-US" altLang="zh-CN" sz="1600" b="1" i="1" dirty="0">
                <a:solidFill>
                  <a:schemeClr val="hlink"/>
                </a:solidFill>
                <a:latin typeface="Times New Roman" pitchFamily="18" charset="0"/>
                <a:cs typeface="Times New Roman" pitchFamily="18" charset="0"/>
              </a:rPr>
              <a:t>= </a:t>
            </a:r>
            <a:r>
              <a:rPr lang="zh-CN" altLang="en-US" sz="1600" b="1" i="1" dirty="0">
                <a:solidFill>
                  <a:schemeClr val="hlink"/>
                </a:solidFill>
                <a:latin typeface="Times New Roman" pitchFamily="18" charset="0"/>
                <a:cs typeface="Times New Roman" pitchFamily="18" charset="0"/>
              </a:rPr>
              <a:t>T</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rPr>
              <a:t>inh×Fval</a:t>
            </a:r>
            <a:r>
              <a:rPr lang="zh-CN" altLang="en-US" sz="1600" b="1" dirty="0">
                <a:solidFill>
                  <a:schemeClr val="hlink"/>
                </a:solidFill>
                <a:latin typeface="Times New Roman" pitchFamily="18" charset="0"/>
                <a:cs typeface="Times New Roman" pitchFamily="18" charset="0"/>
              </a:rPr>
              <a:t>；</a:t>
            </a:r>
            <a:endParaRPr lang="en-US" altLang="zh-CN" sz="1600" b="1" i="1" dirty="0">
              <a:solidFill>
                <a:schemeClr val="bg1">
                  <a:lumMod val="50000"/>
                </a:schemeClr>
              </a:solidFill>
              <a:latin typeface="Times New Roman" pitchFamily="18" charset="0"/>
              <a:cs typeface="Times New Roman" pitchFamily="18" charset="0"/>
            </a:endParaRPr>
          </a:p>
          <a:p>
            <a:pPr marL="272654" indent="-272654" eaLnBrk="1" hangingPunct="1">
              <a:buFont typeface="Wingdings" pitchFamily="2" charset="2"/>
              <a:buNone/>
              <a:defRPr/>
            </a:pPr>
            <a:r>
              <a:rPr lang="en-US" altLang="zh-CN" sz="1600" b="1" i="1" dirty="0">
                <a:latin typeface="Times New Roman" pitchFamily="18" charset="0"/>
                <a:cs typeface="Times New Roman" pitchFamily="18" charset="0"/>
              </a:rPr>
              <a:t>	  </a:t>
            </a:r>
            <a:r>
              <a:rPr lang="en-US" altLang="zh-CN" sz="1600" b="1" i="1" dirty="0">
                <a:solidFill>
                  <a:srgbClr val="FF9900"/>
                </a:solidFill>
                <a:latin typeface="Times New Roman" pitchFamily="18" charset="0"/>
                <a:cs typeface="Times New Roman" pitchFamily="18" charset="0"/>
              </a:rPr>
              <a:t> </a:t>
            </a:r>
            <a:r>
              <a:rPr lang="en-US" altLang="zh-CN" sz="1600" b="1" i="1" dirty="0">
                <a:solidFill>
                  <a:schemeClr val="hlink"/>
                </a:solidFill>
                <a:latin typeface="Times New Roman" pitchFamily="18" charset="0"/>
                <a:cs typeface="Times New Roman" pitchFamily="18" charset="0"/>
              </a:rPr>
              <a:t>T</a:t>
            </a:r>
            <a:r>
              <a:rPr lang="zh-CN" altLang="en-US" sz="1600" b="1" baseline="-25000" dirty="0">
                <a:solidFill>
                  <a:schemeClr val="hlink"/>
                </a:solidFill>
                <a:latin typeface="Times New Roman" pitchFamily="18" charset="0"/>
                <a:cs typeface="Times New Roman" pitchFamily="18" charset="0"/>
              </a:rPr>
              <a:t>1</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rPr>
              <a:t>syn</a:t>
            </a:r>
            <a:r>
              <a:rPr lang="en-US" altLang="zh-CN" sz="1600" b="1" i="1" dirty="0">
                <a:solidFill>
                  <a:schemeClr val="hlink"/>
                </a:solidFill>
                <a:latin typeface="Times New Roman" pitchFamily="18" charset="0"/>
                <a:cs typeface="Times New Roman" pitchFamily="18" charset="0"/>
              </a:rPr>
              <a:t>=</a:t>
            </a:r>
            <a:r>
              <a:rPr lang="en-US" altLang="zh-CN" sz="1600" b="1" i="1" dirty="0">
                <a:solidFill>
                  <a:schemeClr val="tx1"/>
                </a:solidFill>
                <a:latin typeface="Times New Roman" pitchFamily="18" charset="0"/>
                <a:cs typeface="Times New Roman" pitchFamily="18" charset="0"/>
              </a:rPr>
              <a:t>T</a:t>
            </a:r>
            <a:r>
              <a:rPr lang="zh-CN" altLang="en-US" sz="1600" b="1" baseline="-25000" dirty="0">
                <a:solidFill>
                  <a:schemeClr val="tx1"/>
                </a:solidFill>
                <a:latin typeface="Times New Roman" pitchFamily="18" charset="0"/>
                <a:cs typeface="Times New Roman" pitchFamily="18" charset="0"/>
              </a:rPr>
              <a:t>1</a:t>
            </a:r>
            <a:r>
              <a:rPr lang="en-US" altLang="zh-CN" sz="1600" b="1" i="1" dirty="0">
                <a:solidFill>
                  <a:schemeClr val="tx1"/>
                </a:solidFill>
                <a:latin typeface="Times New Roman" pitchFamily="18" charset="0"/>
                <a:ea typeface="楷体" pitchFamily="49" charset="-122"/>
                <a:cs typeface="Times New Roman" pitchFamily="18" charset="0"/>
              </a:rPr>
              <a:t>′</a:t>
            </a:r>
            <a:r>
              <a:rPr lang="en-US" altLang="zh-CN" sz="1600" b="1" dirty="0">
                <a:solidFill>
                  <a:schemeClr val="tx1"/>
                </a:solidFill>
                <a:latin typeface="Times New Roman" pitchFamily="18" charset="0"/>
                <a:cs typeface="Times New Roman" pitchFamily="18" charset="0"/>
              </a:rPr>
              <a:t>(</a:t>
            </a:r>
            <a:r>
              <a:rPr lang="en-US" altLang="zh-CN" sz="1600" b="1" i="1" dirty="0">
                <a:solidFill>
                  <a:schemeClr val="tx1"/>
                </a:solidFill>
                <a:latin typeface="Times New Roman" pitchFamily="18" charset="0"/>
                <a:cs typeface="Times New Roman" pitchFamily="18" charset="0"/>
              </a:rPr>
              <a:t>token, </a:t>
            </a:r>
            <a:r>
              <a:rPr lang="en-US" altLang="zh-CN" sz="1600" b="1" i="1" dirty="0">
                <a:solidFill>
                  <a:schemeClr val="hlink"/>
                </a:solidFill>
                <a:latin typeface="Times New Roman" pitchFamily="18" charset="0"/>
                <a:cs typeface="Times New Roman" pitchFamily="18" charset="0"/>
              </a:rPr>
              <a:t>T</a:t>
            </a:r>
            <a:r>
              <a:rPr lang="zh-CN" altLang="en-US" sz="1600" b="1" baseline="-25000" dirty="0">
                <a:solidFill>
                  <a:schemeClr val="hlink"/>
                </a:solidFill>
                <a:latin typeface="Times New Roman" pitchFamily="18" charset="0"/>
                <a:cs typeface="Times New Roman" pitchFamily="18" charset="0"/>
              </a:rPr>
              <a:t>1</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rPr>
              <a:t>inh</a:t>
            </a:r>
            <a:r>
              <a:rPr lang="en-US" altLang="zh-CN" sz="1600" b="1" dirty="0">
                <a:solidFill>
                  <a:schemeClr val="tx1"/>
                </a:solidFill>
                <a:latin typeface="Times New Roman" pitchFamily="18" charset="0"/>
                <a:cs typeface="Times New Roman" pitchFamily="18" charset="0"/>
              </a:rPr>
              <a:t>)</a:t>
            </a:r>
            <a:r>
              <a:rPr lang="zh-CN" altLang="en-US" sz="1600" b="1" dirty="0">
                <a:solidFill>
                  <a:schemeClr val="tx1"/>
                </a:solidFill>
                <a:latin typeface="Times New Roman" pitchFamily="18" charset="0"/>
                <a:cs typeface="Times New Roman" pitchFamily="18" charset="0"/>
              </a:rPr>
              <a:t>；</a:t>
            </a:r>
          </a:p>
          <a:p>
            <a:pPr marL="272654" indent="-272654" eaLnBrk="1" hangingPunct="1">
              <a:buFont typeface="Wingdings" pitchFamily="2" charset="2"/>
              <a:buNone/>
              <a:defRPr/>
            </a:pPr>
            <a:r>
              <a:rPr lang="en-US" altLang="zh-CN" sz="1600" b="1" i="1" dirty="0">
                <a:latin typeface="Times New Roman" pitchFamily="18" charset="0"/>
                <a:cs typeface="Times New Roman" pitchFamily="18" charset="0"/>
              </a:rPr>
              <a:t>	   </a:t>
            </a:r>
            <a:r>
              <a:rPr lang="zh-CN" altLang="en-US" sz="1600" b="1" i="1" dirty="0">
                <a:solidFill>
                  <a:schemeClr val="hlink"/>
                </a:solidFill>
                <a:latin typeface="Times New Roman" pitchFamily="18" charset="0"/>
                <a:cs typeface="Times New Roman" pitchFamily="18" charset="0"/>
              </a:rPr>
              <a:t>T</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a:solidFill>
                  <a:schemeClr val="hlink"/>
                </a:solidFill>
                <a:latin typeface="Times New Roman" pitchFamily="18" charset="0"/>
                <a:cs typeface="Times New Roman" pitchFamily="18" charset="0"/>
                <a:sym typeface="Arial" pitchFamily="34" charset="0"/>
              </a:rPr>
              <a:t>syn=</a:t>
            </a:r>
            <a:r>
              <a:rPr lang="en-US" altLang="zh-CN" sz="1600" b="1" i="1" dirty="0">
                <a:solidFill>
                  <a:schemeClr val="hlink"/>
                </a:solidFill>
                <a:latin typeface="Times New Roman" pitchFamily="18" charset="0"/>
                <a:cs typeface="Times New Roman" pitchFamily="18" charset="0"/>
              </a:rPr>
              <a:t>T</a:t>
            </a:r>
            <a:r>
              <a:rPr lang="zh-CN" altLang="en-US" sz="1600" b="1" baseline="-25000" dirty="0">
                <a:solidFill>
                  <a:schemeClr val="hlink"/>
                </a:solidFill>
                <a:latin typeface="Times New Roman" pitchFamily="18" charset="0"/>
                <a:cs typeface="Times New Roman" pitchFamily="18" charset="0"/>
              </a:rPr>
              <a:t>1</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rPr>
              <a:t>syn</a:t>
            </a:r>
            <a:r>
              <a:rPr lang="zh-CN" altLang="en-US" sz="1600" b="1" dirty="0">
                <a:solidFill>
                  <a:schemeClr val="hlink"/>
                </a:solidFill>
                <a:latin typeface="Times New Roman" pitchFamily="18" charset="0"/>
                <a:cs typeface="Times New Roman" pitchFamily="18" charset="0"/>
              </a:rPr>
              <a:t>；</a:t>
            </a:r>
          </a:p>
          <a:p>
            <a:pPr marL="272654" indent="-272654" eaLnBrk="1" hangingPunct="1">
              <a:buFont typeface="Wingdings" pitchFamily="2" charset="2"/>
              <a:buNone/>
              <a:defRPr/>
            </a:pPr>
            <a:r>
              <a:rPr lang="en-US" altLang="zh-CN" sz="1600" b="1" i="1" dirty="0">
                <a:solidFill>
                  <a:schemeClr val="hlink"/>
                </a:solidFill>
                <a:latin typeface="Times New Roman" pitchFamily="18" charset="0"/>
                <a:cs typeface="Times New Roman" pitchFamily="18" charset="0"/>
                <a:sym typeface="Arial" pitchFamily="34" charset="0"/>
              </a:rPr>
              <a:t>	   return </a:t>
            </a:r>
            <a:r>
              <a:rPr lang="zh-CN" altLang="en-US" sz="1600" b="1" i="1" dirty="0">
                <a:solidFill>
                  <a:schemeClr val="hlink"/>
                </a:solidFill>
                <a:latin typeface="Times New Roman" pitchFamily="18" charset="0"/>
                <a:cs typeface="Times New Roman" pitchFamily="18" charset="0"/>
              </a:rPr>
              <a:t>T</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sym typeface="Arial" pitchFamily="34" charset="0"/>
              </a:rPr>
              <a:t>syn</a:t>
            </a:r>
            <a:r>
              <a:rPr lang="zh-CN" altLang="en-US" sz="1600" b="1" dirty="0">
                <a:solidFill>
                  <a:schemeClr val="hlink"/>
                </a:solidFill>
                <a:latin typeface="Times New Roman" pitchFamily="18" charset="0"/>
                <a:cs typeface="Times New Roman" pitchFamily="18" charset="0"/>
                <a:sym typeface="Arial" pitchFamily="34" charset="0"/>
              </a:rPr>
              <a:t>；</a:t>
            </a:r>
          </a:p>
          <a:p>
            <a:pPr marL="272654" indent="-272654" eaLnBrk="1" hangingPunct="1">
              <a:buFont typeface="Wingdings" pitchFamily="2" charset="2"/>
              <a:buNone/>
              <a:defRPr/>
            </a:pPr>
            <a:r>
              <a:rPr lang="en-US" altLang="zh-CN" sz="1600" b="1" dirty="0">
                <a:latin typeface="Times New Roman" pitchFamily="18" charset="0"/>
                <a:cs typeface="Times New Roman" pitchFamily="18" charset="0"/>
                <a:sym typeface="Arial" pitchFamily="34" charset="0"/>
              </a:rPr>
              <a:t>     </a:t>
            </a:r>
            <a:r>
              <a:rPr lang="en-US" altLang="zh-CN" sz="1600" b="1" dirty="0">
                <a:solidFill>
                  <a:schemeClr val="tx1"/>
                </a:solidFill>
                <a:latin typeface="Times New Roman" pitchFamily="18" charset="0"/>
                <a:cs typeface="Times New Roman" pitchFamily="18" charset="0"/>
                <a:sym typeface="Arial" pitchFamily="34" charset="0"/>
              </a:rPr>
              <a:t>}</a:t>
            </a:r>
          </a:p>
          <a:p>
            <a:pPr marL="272654" indent="-272654" eaLnBrk="1" hangingPunct="1">
              <a:buFont typeface="Wingdings" pitchFamily="2" charset="2"/>
              <a:buNone/>
              <a:defRPr/>
            </a:pPr>
            <a:r>
              <a:rPr lang="en-US" altLang="zh-CN" sz="1600" b="1" i="1" dirty="0">
                <a:latin typeface="Times New Roman" pitchFamily="18" charset="0"/>
                <a:cs typeface="Times New Roman" pitchFamily="18" charset="0"/>
              </a:rPr>
              <a:t>	</a:t>
            </a:r>
            <a:r>
              <a:rPr lang="en-US" altLang="zh-CN" sz="1600" b="1" i="1" dirty="0">
                <a:solidFill>
                  <a:schemeClr val="tx1"/>
                </a:solidFill>
                <a:latin typeface="Times New Roman" pitchFamily="18" charset="0"/>
                <a:cs typeface="Times New Roman" pitchFamily="18" charset="0"/>
              </a:rPr>
              <a:t>else if token=</a:t>
            </a:r>
            <a:r>
              <a:rPr lang="el-GR" altLang="zh-CN" sz="1600" b="1" i="1" dirty="0">
                <a:solidFill>
                  <a:schemeClr val="tx1"/>
                </a:solidFill>
                <a:latin typeface="Times New Roman" pitchFamily="18" charset="0"/>
                <a:cs typeface="Times New Roman" pitchFamily="18" charset="0"/>
                <a:sym typeface="Arial" pitchFamily="34" charset="0"/>
              </a:rPr>
              <a:t> </a:t>
            </a:r>
            <a:r>
              <a:rPr lang="en-US" altLang="zh-CN" sz="1600" b="1" i="1" dirty="0">
                <a:solidFill>
                  <a:schemeClr val="tx1"/>
                </a:solidFill>
                <a:latin typeface="Times New Roman" pitchFamily="18" charset="0"/>
                <a:cs typeface="Times New Roman" pitchFamily="18" charset="0"/>
                <a:sym typeface="Arial" pitchFamily="34" charset="0"/>
              </a:rPr>
              <a:t>“ </a:t>
            </a:r>
            <a:r>
              <a:rPr lang="en-US" altLang="zh-CN" sz="1600" b="1" dirty="0">
                <a:solidFill>
                  <a:schemeClr val="tx1"/>
                </a:solidFill>
                <a:latin typeface="+mn-ea"/>
                <a:cs typeface="Times New Roman" pitchFamily="18" charset="0"/>
                <a:sym typeface="Arial" pitchFamily="34" charset="0"/>
              </a:rPr>
              <a:t>$</a:t>
            </a:r>
            <a:r>
              <a:rPr lang="en-US" altLang="zh-CN" sz="1600" b="1" i="1" dirty="0">
                <a:solidFill>
                  <a:schemeClr val="tx1"/>
                </a:solidFill>
                <a:latin typeface="Times New Roman" pitchFamily="18" charset="0"/>
                <a:cs typeface="Times New Roman" pitchFamily="18" charset="0"/>
                <a:sym typeface="Arial" pitchFamily="34" charset="0"/>
              </a:rPr>
              <a:t>”</a:t>
            </a:r>
            <a:r>
              <a:rPr lang="zh-CN" altLang="en-US" sz="1600" b="1" i="1" dirty="0">
                <a:solidFill>
                  <a:schemeClr val="tx1"/>
                </a:solidFill>
                <a:latin typeface="Times New Roman" pitchFamily="18" charset="0"/>
                <a:cs typeface="Times New Roman" pitchFamily="18" charset="0"/>
                <a:sym typeface="Arial" pitchFamily="34" charset="0"/>
              </a:rPr>
              <a:t> </a:t>
            </a:r>
            <a:r>
              <a:rPr lang="en-US" altLang="zh-CN" sz="1600" b="1" i="1" dirty="0">
                <a:solidFill>
                  <a:schemeClr val="tx1"/>
                </a:solidFill>
                <a:latin typeface="Times New Roman" pitchFamily="18" charset="0"/>
                <a:cs typeface="Times New Roman" pitchFamily="18" charset="0"/>
                <a:sym typeface="Arial" pitchFamily="34" charset="0"/>
              </a:rPr>
              <a:t>then</a:t>
            </a:r>
          </a:p>
          <a:p>
            <a:pPr marL="272654" indent="-272654" eaLnBrk="1" hangingPunct="1">
              <a:buFont typeface="Wingdings" pitchFamily="2" charset="2"/>
              <a:buNone/>
              <a:defRPr/>
            </a:pPr>
            <a:r>
              <a:rPr lang="en-US" altLang="zh-CN" sz="1600" b="1" i="1" dirty="0">
                <a:latin typeface="Times New Roman" pitchFamily="18" charset="0"/>
                <a:cs typeface="Times New Roman" pitchFamily="18" charset="0"/>
                <a:sym typeface="Arial" pitchFamily="34" charset="0"/>
              </a:rPr>
              <a:t>     </a:t>
            </a:r>
            <a:r>
              <a:rPr lang="en-US" altLang="zh-CN" sz="1600" b="1" dirty="0">
                <a:solidFill>
                  <a:schemeClr val="tx1"/>
                </a:solidFill>
                <a:latin typeface="Times New Roman" pitchFamily="18" charset="0"/>
                <a:cs typeface="Times New Roman" pitchFamily="18" charset="0"/>
                <a:sym typeface="Arial" pitchFamily="34" charset="0"/>
              </a:rPr>
              <a:t>{ </a:t>
            </a:r>
            <a:r>
              <a:rPr lang="en-US" altLang="zh-CN" sz="1600" b="1" i="1" dirty="0">
                <a:latin typeface="Times New Roman" pitchFamily="18" charset="0"/>
                <a:cs typeface="Times New Roman" pitchFamily="18" charset="0"/>
                <a:sym typeface="Arial" pitchFamily="34" charset="0"/>
              </a:rPr>
              <a:t> </a:t>
            </a:r>
            <a:r>
              <a:rPr lang="zh-CN" altLang="en-US" sz="1600" b="1" i="1" dirty="0">
                <a:solidFill>
                  <a:schemeClr val="hlink"/>
                </a:solidFill>
                <a:latin typeface="Times New Roman" pitchFamily="18" charset="0"/>
                <a:cs typeface="Times New Roman" pitchFamily="18" charset="0"/>
              </a:rPr>
              <a:t>T</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sym typeface="Arial" pitchFamily="34" charset="0"/>
              </a:rPr>
              <a:t>syn</a:t>
            </a:r>
            <a:r>
              <a:rPr lang="en-US" altLang="zh-CN" sz="1600" b="1" i="1" dirty="0">
                <a:solidFill>
                  <a:schemeClr val="hlink"/>
                </a:solidFill>
                <a:latin typeface="Times New Roman" pitchFamily="18" charset="0"/>
                <a:cs typeface="Times New Roman" pitchFamily="18" charset="0"/>
                <a:sym typeface="Arial" pitchFamily="34" charset="0"/>
              </a:rPr>
              <a:t>= </a:t>
            </a:r>
            <a:r>
              <a:rPr lang="zh-CN" altLang="en-US" sz="1600" b="1" i="1" dirty="0">
                <a:solidFill>
                  <a:schemeClr val="hlink"/>
                </a:solidFill>
                <a:latin typeface="Times New Roman" pitchFamily="18" charset="0"/>
                <a:cs typeface="Times New Roman" pitchFamily="18" charset="0"/>
              </a:rPr>
              <a:t>T</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sym typeface="Arial" pitchFamily="34" charset="0"/>
              </a:rPr>
              <a:t>inh</a:t>
            </a:r>
            <a:r>
              <a:rPr lang="zh-CN" altLang="en-US" sz="1600" b="1" dirty="0">
                <a:solidFill>
                  <a:schemeClr val="hlink"/>
                </a:solidFill>
                <a:latin typeface="Times New Roman" pitchFamily="18" charset="0"/>
                <a:cs typeface="Times New Roman" pitchFamily="18" charset="0"/>
                <a:sym typeface="Arial" pitchFamily="34" charset="0"/>
              </a:rPr>
              <a:t>；</a:t>
            </a:r>
          </a:p>
          <a:p>
            <a:pPr marL="272654" indent="-272654" eaLnBrk="1" hangingPunct="1">
              <a:buFont typeface="Wingdings" pitchFamily="2" charset="2"/>
              <a:buNone/>
              <a:defRPr/>
            </a:pPr>
            <a:r>
              <a:rPr lang="en-US" altLang="zh-CN" sz="1600" b="1" i="1" dirty="0">
                <a:solidFill>
                  <a:schemeClr val="hlink"/>
                </a:solidFill>
                <a:latin typeface="Times New Roman" pitchFamily="18" charset="0"/>
                <a:cs typeface="Times New Roman" pitchFamily="18" charset="0"/>
                <a:sym typeface="Arial" pitchFamily="34" charset="0"/>
              </a:rPr>
              <a:t>	   return </a:t>
            </a:r>
            <a:r>
              <a:rPr lang="zh-CN" altLang="en-US" sz="1600" b="1" i="1" dirty="0">
                <a:solidFill>
                  <a:schemeClr val="hlink"/>
                </a:solidFill>
                <a:latin typeface="Times New Roman" pitchFamily="18" charset="0"/>
                <a:cs typeface="Times New Roman" pitchFamily="18" charset="0"/>
              </a:rPr>
              <a:t>T</a:t>
            </a:r>
            <a:r>
              <a:rPr lang="en-US" altLang="zh-CN" sz="16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600" b="1" i="1" dirty="0" err="1">
                <a:solidFill>
                  <a:schemeClr val="hlink"/>
                </a:solidFill>
                <a:latin typeface="Times New Roman" pitchFamily="18" charset="0"/>
                <a:cs typeface="Times New Roman" pitchFamily="18" charset="0"/>
                <a:sym typeface="Arial" pitchFamily="34" charset="0"/>
              </a:rPr>
              <a:t>syn</a:t>
            </a:r>
            <a:r>
              <a:rPr lang="zh-CN" altLang="en-US" sz="1600" b="1" dirty="0">
                <a:solidFill>
                  <a:schemeClr val="hlink"/>
                </a:solidFill>
                <a:latin typeface="Times New Roman" pitchFamily="18" charset="0"/>
                <a:cs typeface="Times New Roman" pitchFamily="18" charset="0"/>
                <a:sym typeface="Arial" pitchFamily="34" charset="0"/>
              </a:rPr>
              <a:t>；</a:t>
            </a:r>
          </a:p>
          <a:p>
            <a:pPr marL="272654" indent="-272654" eaLnBrk="1" hangingPunct="1">
              <a:buFont typeface="Wingdings" pitchFamily="2" charset="2"/>
              <a:buNone/>
              <a:defRPr/>
            </a:pPr>
            <a:r>
              <a:rPr lang="en-US" altLang="zh-CN" sz="1600" b="1" dirty="0">
                <a:solidFill>
                  <a:schemeClr val="tx1"/>
                </a:solidFill>
                <a:latin typeface="Times New Roman" pitchFamily="18" charset="0"/>
                <a:cs typeface="Times New Roman" pitchFamily="18" charset="0"/>
                <a:sym typeface="Arial" pitchFamily="34" charset="0"/>
              </a:rPr>
              <a:t>     }</a:t>
            </a:r>
          </a:p>
          <a:p>
            <a:pPr marL="272654" indent="-272654" eaLnBrk="1" hangingPunct="1">
              <a:buFont typeface="Wingdings" pitchFamily="2" charset="2"/>
              <a:buNone/>
              <a:defRPr/>
            </a:pPr>
            <a:r>
              <a:rPr lang="en-US" altLang="zh-CN" sz="1600" b="1" i="1" dirty="0">
                <a:latin typeface="Times New Roman" pitchFamily="18" charset="0"/>
                <a:cs typeface="Times New Roman" pitchFamily="18" charset="0"/>
                <a:sym typeface="Arial" pitchFamily="34" charset="0"/>
              </a:rPr>
              <a:t>     </a:t>
            </a:r>
            <a:r>
              <a:rPr lang="en-US" altLang="zh-CN" sz="1600" b="1" i="1" dirty="0">
                <a:solidFill>
                  <a:schemeClr val="tx1"/>
                </a:solidFill>
                <a:latin typeface="Times New Roman" pitchFamily="18" charset="0"/>
                <a:cs typeface="Times New Roman" pitchFamily="18" charset="0"/>
                <a:sym typeface="Arial" pitchFamily="34" charset="0"/>
              </a:rPr>
              <a:t>else Error</a:t>
            </a:r>
            <a:r>
              <a:rPr lang="zh-CN" altLang="en-US" sz="1600" b="1" dirty="0">
                <a:solidFill>
                  <a:schemeClr val="tx1"/>
                </a:solidFill>
                <a:latin typeface="Times New Roman" pitchFamily="18" charset="0"/>
                <a:cs typeface="Times New Roman" pitchFamily="18" charset="0"/>
                <a:sym typeface="Arial" pitchFamily="34" charset="0"/>
              </a:rPr>
              <a:t>；</a:t>
            </a:r>
          </a:p>
          <a:p>
            <a:pPr marL="272654" indent="-272654" eaLnBrk="1" hangingPunct="1">
              <a:buFont typeface="Wingdings" pitchFamily="2" charset="2"/>
              <a:buNone/>
              <a:defRPr/>
            </a:pPr>
            <a:r>
              <a:rPr lang="en-US" altLang="zh-CN" sz="1600" b="1" dirty="0">
                <a:solidFill>
                  <a:schemeClr val="tx1"/>
                </a:solidFill>
                <a:latin typeface="Times New Roman" pitchFamily="18" charset="0"/>
                <a:cs typeface="Times New Roman" pitchFamily="18" charset="0"/>
                <a:sym typeface="Arial" pitchFamily="34" charset="0"/>
              </a:rPr>
              <a:t>}</a:t>
            </a:r>
            <a:endParaRPr lang="zh-CN" altLang="en-US" sz="1600" b="1" dirty="0">
              <a:solidFill>
                <a:schemeClr val="tx1"/>
              </a:solidFill>
              <a:latin typeface="Times New Roman" pitchFamily="18" charset="0"/>
              <a:cs typeface="Times New Roman" pitchFamily="18" charset="0"/>
              <a:sym typeface="Arial" pitchFamily="34" charset="0"/>
            </a:endParaRPr>
          </a:p>
        </p:txBody>
      </p:sp>
      <p:grpSp>
        <p:nvGrpSpPr>
          <p:cNvPr id="4" name="组合 5">
            <a:extLst>
              <a:ext uri="{FF2B5EF4-FFF2-40B4-BE49-F238E27FC236}">
                <a16:creationId xmlns:a16="http://schemas.microsoft.com/office/drawing/2014/main" id="{335EF2E2-D024-4528-9577-4493934FD711}"/>
              </a:ext>
            </a:extLst>
          </p:cNvPr>
          <p:cNvGrpSpPr>
            <a:grpSpLocks/>
          </p:cNvGrpSpPr>
          <p:nvPr/>
        </p:nvGrpSpPr>
        <p:grpSpPr bwMode="auto">
          <a:xfrm>
            <a:off x="1689100" y="2041525"/>
            <a:ext cx="5165725" cy="3014663"/>
            <a:chOff x="1365250" y="2041946"/>
            <a:chExt cx="5165725" cy="3014242"/>
          </a:xfrm>
        </p:grpSpPr>
        <p:sp>
          <p:nvSpPr>
            <p:cNvPr id="173071" name="Line 7">
              <a:extLst>
                <a:ext uri="{FF2B5EF4-FFF2-40B4-BE49-F238E27FC236}">
                  <a16:creationId xmlns:a16="http://schemas.microsoft.com/office/drawing/2014/main" id="{297D3941-4D1B-4DC3-BCB5-3BB9007EE3B7}"/>
                </a:ext>
              </a:extLst>
            </p:cNvPr>
            <p:cNvSpPr>
              <a:spLocks noChangeShapeType="1"/>
            </p:cNvSpPr>
            <p:nvPr/>
          </p:nvSpPr>
          <p:spPr bwMode="auto">
            <a:xfrm flipV="1">
              <a:off x="5892801" y="2041946"/>
              <a:ext cx="611263" cy="239035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73072" name="Line 8">
              <a:extLst>
                <a:ext uri="{FF2B5EF4-FFF2-40B4-BE49-F238E27FC236}">
                  <a16:creationId xmlns:a16="http://schemas.microsoft.com/office/drawing/2014/main" id="{44CA1518-0AD1-4050-859A-69C8FD8E7E3B}"/>
                </a:ext>
              </a:extLst>
            </p:cNvPr>
            <p:cNvSpPr>
              <a:spLocks noChangeShapeType="1"/>
            </p:cNvSpPr>
            <p:nvPr/>
          </p:nvSpPr>
          <p:spPr bwMode="auto">
            <a:xfrm flipV="1">
              <a:off x="5892800" y="2646848"/>
              <a:ext cx="638175" cy="178545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73073" name="Line 9">
              <a:extLst>
                <a:ext uri="{FF2B5EF4-FFF2-40B4-BE49-F238E27FC236}">
                  <a16:creationId xmlns:a16="http://schemas.microsoft.com/office/drawing/2014/main" id="{EAB85AE4-E722-4CC0-9C88-509873B2CA58}"/>
                </a:ext>
              </a:extLst>
            </p:cNvPr>
            <p:cNvSpPr>
              <a:spLocks noChangeShapeType="1"/>
            </p:cNvSpPr>
            <p:nvPr/>
          </p:nvSpPr>
          <p:spPr bwMode="auto">
            <a:xfrm flipV="1">
              <a:off x="5892800" y="3827463"/>
              <a:ext cx="638175" cy="60483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655371" name="Rectangle 11">
              <a:extLst>
                <a:ext uri="{FF2B5EF4-FFF2-40B4-BE49-F238E27FC236}">
                  <a16:creationId xmlns:a16="http://schemas.microsoft.com/office/drawing/2014/main" id="{9C72A540-0C0D-4D83-932C-E02AE8645422}"/>
                </a:ext>
              </a:extLst>
            </p:cNvPr>
            <p:cNvSpPr>
              <a:spLocks noChangeArrowheads="1"/>
            </p:cNvSpPr>
            <p:nvPr/>
          </p:nvSpPr>
          <p:spPr bwMode="auto">
            <a:xfrm>
              <a:off x="1365250" y="4432387"/>
              <a:ext cx="4635500" cy="623801"/>
            </a:xfrm>
            <a:prstGeom prst="rect">
              <a:avLst/>
            </a:prstGeom>
            <a:solidFill>
              <a:schemeClr val="accent5">
                <a:lumMod val="40000"/>
                <a:lumOff val="60000"/>
              </a:schemeClr>
            </a:solidFill>
            <a:ln w="12700">
              <a:solidFill>
                <a:schemeClr val="tx1"/>
              </a:solidFill>
              <a:miter lim="800000"/>
              <a:headEnd/>
              <a:tailEnd/>
            </a:ln>
          </p:spPr>
          <p:txBody>
            <a:bodyPr lIns="68580" tIns="34290" rIns="68580" bIns="34290">
              <a:spAutoFit/>
            </a:bodyPr>
            <a:lstStyle/>
            <a:p>
              <a:pPr eaLnBrk="1" hangingPunct="1">
                <a:spcBef>
                  <a:spcPct val="30000"/>
                </a:spcBef>
                <a:defRPr/>
              </a:pPr>
              <a:r>
                <a:rPr lang="zh-CN" altLang="en-US" dirty="0">
                  <a:latin typeface="楷体" pitchFamily="49" charset="-122"/>
                  <a:ea typeface="楷体" pitchFamily="49" charset="-122"/>
                  <a:cs typeface="Times New Roman" pitchFamily="18" charset="0"/>
                </a:rPr>
                <a:t>对于每个动作，将其代码复制到语法分析器，并把对属性的引用改为对相应变量的引用</a:t>
              </a:r>
            </a:p>
          </p:txBody>
        </p:sp>
      </p:grpSp>
      <p:grpSp>
        <p:nvGrpSpPr>
          <p:cNvPr id="173060" name="组合 5">
            <a:extLst>
              <a:ext uri="{FF2B5EF4-FFF2-40B4-BE49-F238E27FC236}">
                <a16:creationId xmlns:a16="http://schemas.microsoft.com/office/drawing/2014/main" id="{CCBB664D-B5CF-420A-B933-3D9BED9CBA58}"/>
              </a:ext>
            </a:extLst>
          </p:cNvPr>
          <p:cNvGrpSpPr>
            <a:grpSpLocks/>
          </p:cNvGrpSpPr>
          <p:nvPr/>
        </p:nvGrpSpPr>
        <p:grpSpPr bwMode="auto">
          <a:xfrm>
            <a:off x="0" y="195263"/>
            <a:ext cx="755650" cy="431800"/>
            <a:chOff x="-786" y="195486"/>
            <a:chExt cx="756363" cy="432048"/>
          </a:xfrm>
        </p:grpSpPr>
        <p:sp>
          <p:nvSpPr>
            <p:cNvPr id="12" name="五边形 11">
              <a:extLst>
                <a:ext uri="{FF2B5EF4-FFF2-40B4-BE49-F238E27FC236}">
                  <a16:creationId xmlns:a16="http://schemas.microsoft.com/office/drawing/2014/main" id="{106CD52C-FEBE-4F6A-B34F-33C1D608379C}"/>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73070" name="五边形 12">
              <a:extLst>
                <a:ext uri="{FF2B5EF4-FFF2-40B4-BE49-F238E27FC236}">
                  <a16:creationId xmlns:a16="http://schemas.microsoft.com/office/drawing/2014/main" id="{6380D525-3EBE-47C4-A4E0-6C2FFE32226C}"/>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194570" name="Rectangle 3">
            <a:extLst>
              <a:ext uri="{FF2B5EF4-FFF2-40B4-BE49-F238E27FC236}">
                <a16:creationId xmlns:a16="http://schemas.microsoft.com/office/drawing/2014/main" id="{CF58AA30-04E1-419F-9FF0-12090EA48B18}"/>
              </a:ext>
            </a:extLst>
          </p:cNvPr>
          <p:cNvSpPr txBox="1">
            <a:spLocks noChangeArrowheads="1"/>
          </p:cNvSpPr>
          <p:nvPr/>
        </p:nvSpPr>
        <p:spPr bwMode="auto">
          <a:xfrm>
            <a:off x="98425" y="1404938"/>
            <a:ext cx="4689599" cy="3027362"/>
          </a:xfrm>
          <a:prstGeom prst="rect">
            <a:avLst/>
          </a:prstGeom>
          <a:noFill/>
          <a:ln>
            <a:noFill/>
          </a:ln>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Char char="Ø"/>
              <a:defRPr/>
            </a:pPr>
            <a:r>
              <a:rPr lang="zh-CN" altLang="en-US" sz="2400" dirty="0">
                <a:latin typeface="华文楷体" panose="02010600040101010101" pitchFamily="2" charset="-122"/>
                <a:ea typeface="华文楷体" panose="02010600040101010101" pitchFamily="2" charset="-122"/>
              </a:rPr>
              <a:t>例</a:t>
            </a:r>
            <a:endParaRPr lang="en-US" altLang="zh-CN" sz="2400" dirty="0">
              <a:latin typeface="华文楷体" panose="02010600040101010101" pitchFamily="2" charset="-122"/>
              <a:ea typeface="华文楷体" panose="02010600040101010101" pitchFamily="2" charset="-122"/>
            </a:endParaRPr>
          </a:p>
          <a:p>
            <a:pPr eaLnBrk="1" hangingPunct="1">
              <a:spcBef>
                <a:spcPct val="20000"/>
              </a:spcBef>
              <a:buSzPct val="100000"/>
              <a:defRPr/>
            </a:pPr>
            <a:r>
              <a:rPr lang="en-US" altLang="zh-CN" sz="2000" i="1" dirty="0">
                <a:latin typeface="Times New Roman" panose="02020603050405020304" pitchFamily="18" charset="0"/>
              </a:rPr>
              <a:t>SDT</a:t>
            </a:r>
            <a:r>
              <a:rPr lang="zh-CN" altLang="en-US"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F.val</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 </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2)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F</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zh-CN" altLang="en-US" sz="2000" baseline="-25000" dirty="0">
                <a:solidFill>
                  <a:schemeClr val="tx2">
                    <a:lumMod val="60000"/>
                    <a:lumOff val="40000"/>
                  </a:schemeClr>
                </a:solidFill>
                <a:latin typeface="Times New Roman" panose="02020603050405020304" pitchFamily="18" charset="0"/>
                <a:cs typeface="Times New Roman" panose="02020603050405020304" pitchFamily="18" charset="0"/>
              </a:rPr>
              <a:t>1</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.inh </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.inh</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zh-CN" altLang="en-US" sz="2000" baseline="-25000" dirty="0">
                <a:solidFill>
                  <a:schemeClr val="tx2">
                    <a:lumMod val="60000"/>
                    <a:lumOff val="40000"/>
                  </a:schemeClr>
                </a:solidFill>
                <a:latin typeface="Times New Roman" panose="02020603050405020304" pitchFamily="18" charset="0"/>
                <a:cs typeface="Times New Roman" panose="02020603050405020304" pitchFamily="18" charset="0"/>
              </a:rPr>
              <a:t>1</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a:t>
            </a:r>
            <a:endPar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endParaRP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syn</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zh-CN" altLang="en-US" sz="2000" baseline="-25000" dirty="0">
                <a:solidFill>
                  <a:schemeClr val="tx2">
                    <a:lumMod val="60000"/>
                    <a:lumOff val="40000"/>
                  </a:schemeClr>
                </a:solidFill>
                <a:latin typeface="Times New Roman" panose="02020603050405020304" pitchFamily="18" charset="0"/>
                <a:cs typeface="Times New Roman" panose="02020603050405020304" pitchFamily="18" charset="0"/>
              </a:rPr>
              <a:t>1</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syn</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3)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syn</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inh</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defRPr/>
            </a:pPr>
            <a:endParaRPr lang="zh-CN" altLang="en-US" sz="1500" dirty="0"/>
          </a:p>
        </p:txBody>
      </p:sp>
      <p:sp>
        <p:nvSpPr>
          <p:cNvPr id="13" name="Rectangle 2">
            <a:extLst>
              <a:ext uri="{FF2B5EF4-FFF2-40B4-BE49-F238E27FC236}">
                <a16:creationId xmlns:a16="http://schemas.microsoft.com/office/drawing/2014/main" id="{9475D576-BCCF-4BB3-B42B-57DADE7AA8E3}"/>
              </a:ext>
            </a:extLst>
          </p:cNvPr>
          <p:cNvSpPr>
            <a:spLocks noGrp="1" noChangeArrowheads="1"/>
          </p:cNvSpPr>
          <p:nvPr>
            <p:ph type="title"/>
          </p:nvPr>
        </p:nvSpPr>
        <p:spPr>
          <a:xfrm>
            <a:off x="684213" y="268288"/>
            <a:ext cx="7931150" cy="358775"/>
          </a:xfrm>
        </p:spPr>
        <p:txBody>
          <a:bodyPr/>
          <a:lstStyle/>
          <a:p>
            <a:pPr eaLnBrk="1" hangingPunct="1">
              <a:defRPr/>
            </a:pPr>
            <a:r>
              <a:rPr kumimoji="1" lang="en-US" altLang="zh-CN" sz="2200" kern="0" spc="220" dirty="0">
                <a:cs typeface="Times New Roman" panose="02020603050405020304" pitchFamily="18" charset="0"/>
              </a:rPr>
              <a:t>5.4.2 </a:t>
            </a:r>
            <a:r>
              <a:rPr kumimoji="1" lang="zh-CN" altLang="en-US" sz="2200" kern="0" spc="220" dirty="0">
                <a:cs typeface="Times New Roman" pitchFamily="18" charset="0"/>
              </a:rPr>
              <a:t>在递归的预测分析过程中进行翻译</a:t>
            </a:r>
          </a:p>
        </p:txBody>
      </p:sp>
      <p:grpSp>
        <p:nvGrpSpPr>
          <p:cNvPr id="6" name="组合 3">
            <a:extLst>
              <a:ext uri="{FF2B5EF4-FFF2-40B4-BE49-F238E27FC236}">
                <a16:creationId xmlns:a16="http://schemas.microsoft.com/office/drawing/2014/main" id="{A953B890-46A1-4CF1-8CE5-5EE873A06205}"/>
              </a:ext>
            </a:extLst>
          </p:cNvPr>
          <p:cNvGrpSpPr>
            <a:grpSpLocks/>
          </p:cNvGrpSpPr>
          <p:nvPr/>
        </p:nvGrpSpPr>
        <p:grpSpPr bwMode="auto">
          <a:xfrm>
            <a:off x="1689100" y="627063"/>
            <a:ext cx="4706938" cy="1138237"/>
            <a:chOff x="1365250" y="626585"/>
            <a:chExt cx="4706696" cy="1139013"/>
          </a:xfrm>
        </p:grpSpPr>
        <p:sp>
          <p:nvSpPr>
            <p:cNvPr id="2" name="矩形 1">
              <a:extLst>
                <a:ext uri="{FF2B5EF4-FFF2-40B4-BE49-F238E27FC236}">
                  <a16:creationId xmlns:a16="http://schemas.microsoft.com/office/drawing/2014/main" id="{000E5451-88F7-4F7D-8610-B81DFE07AF7B}"/>
                </a:ext>
              </a:extLst>
            </p:cNvPr>
            <p:cNvSpPr/>
            <p:nvPr/>
          </p:nvSpPr>
          <p:spPr>
            <a:xfrm>
              <a:off x="1365250" y="842632"/>
              <a:ext cx="4043155" cy="922966"/>
            </a:xfrm>
            <a:prstGeom prst="rect">
              <a:avLst/>
            </a:prstGeom>
            <a:solidFill>
              <a:schemeClr val="accent5">
                <a:lumMod val="40000"/>
                <a:lumOff val="60000"/>
              </a:schemeClr>
            </a:solidFill>
            <a:ln>
              <a:solidFill>
                <a:schemeClr val="tx1"/>
              </a:solidFill>
            </a:ln>
          </p:spPr>
          <p:txBody>
            <a:bodyPr>
              <a:spAutoFit/>
            </a:bodyPr>
            <a:lstStyle/>
            <a:p>
              <a:pPr eaLnBrk="1" hangingPunct="1">
                <a:defRPr/>
              </a:pPr>
              <a:r>
                <a:rPr lang="zh-CN" altLang="en-US" dirty="0">
                  <a:solidFill>
                    <a:prstClr val="black"/>
                  </a:solidFill>
                  <a:latin typeface="Times New Roman" pitchFamily="18" charset="0"/>
                  <a:ea typeface="楷体" pitchFamily="49" charset="-122"/>
                  <a:cs typeface="Times New Roman" pitchFamily="18" charset="0"/>
                </a:rPr>
                <a:t>为每个非终结符</a:t>
              </a:r>
              <a:r>
                <a:rPr lang="en-US" altLang="zh-CN" i="1" dirty="0">
                  <a:solidFill>
                    <a:prstClr val="black"/>
                  </a:solidFill>
                  <a:latin typeface="Times New Roman" pitchFamily="18" charset="0"/>
                  <a:ea typeface="楷体" pitchFamily="49" charset="-122"/>
                  <a:cs typeface="Times New Roman" pitchFamily="18" charset="0"/>
                </a:rPr>
                <a:t>A</a:t>
              </a:r>
              <a:r>
                <a:rPr lang="zh-CN" altLang="en-US" dirty="0">
                  <a:solidFill>
                    <a:prstClr val="black"/>
                  </a:solidFill>
                  <a:latin typeface="Times New Roman" pitchFamily="18" charset="0"/>
                  <a:ea typeface="楷体" pitchFamily="49" charset="-122"/>
                  <a:cs typeface="Times New Roman" pitchFamily="18" charset="0"/>
                </a:rPr>
                <a:t>构造一个</a:t>
              </a:r>
              <a:r>
                <a:rPr lang="zh-CN" altLang="en-US" dirty="0">
                  <a:solidFill>
                    <a:srgbClr val="0070C0"/>
                  </a:solidFill>
                  <a:latin typeface="Times New Roman" pitchFamily="18" charset="0"/>
                  <a:ea typeface="楷体" pitchFamily="49" charset="-122"/>
                  <a:cs typeface="Times New Roman" pitchFamily="18" charset="0"/>
                </a:rPr>
                <a:t>函数</a:t>
              </a:r>
              <a:r>
                <a:rPr lang="zh-CN" altLang="en-US" dirty="0">
                  <a:solidFill>
                    <a:prstClr val="black"/>
                  </a:solidFill>
                  <a:latin typeface="Times New Roman" pitchFamily="18" charset="0"/>
                  <a:ea typeface="楷体" pitchFamily="49" charset="-122"/>
                  <a:cs typeface="Times New Roman" pitchFamily="18" charset="0"/>
                </a:rPr>
                <a:t>，</a:t>
              </a:r>
              <a:r>
                <a:rPr lang="en-US" altLang="zh-CN" i="1" dirty="0">
                  <a:solidFill>
                    <a:prstClr val="black"/>
                  </a:solidFill>
                  <a:latin typeface="Times New Roman" pitchFamily="18" charset="0"/>
                  <a:ea typeface="楷体" pitchFamily="49" charset="-122"/>
                  <a:cs typeface="Times New Roman" pitchFamily="18" charset="0"/>
                </a:rPr>
                <a:t>A</a:t>
              </a:r>
              <a:r>
                <a:rPr lang="zh-CN" altLang="en-US" dirty="0">
                  <a:solidFill>
                    <a:prstClr val="black"/>
                  </a:solidFill>
                  <a:latin typeface="Times New Roman" pitchFamily="18" charset="0"/>
                  <a:ea typeface="楷体" pitchFamily="49" charset="-122"/>
                  <a:cs typeface="Times New Roman" pitchFamily="18" charset="0"/>
                </a:rPr>
                <a:t>的每个</a:t>
              </a:r>
              <a:r>
                <a:rPr lang="zh-CN" altLang="en-US" dirty="0">
                  <a:solidFill>
                    <a:srgbClr val="0070C0"/>
                  </a:solidFill>
                  <a:latin typeface="Times New Roman" pitchFamily="18" charset="0"/>
                  <a:ea typeface="楷体" pitchFamily="49" charset="-122"/>
                  <a:cs typeface="Times New Roman" pitchFamily="18" charset="0"/>
                </a:rPr>
                <a:t>继承属性</a:t>
              </a:r>
              <a:r>
                <a:rPr lang="zh-CN" altLang="en-US" dirty="0">
                  <a:solidFill>
                    <a:prstClr val="black"/>
                  </a:solidFill>
                  <a:latin typeface="Times New Roman" pitchFamily="18" charset="0"/>
                  <a:ea typeface="楷体" pitchFamily="49" charset="-122"/>
                  <a:cs typeface="Times New Roman" pitchFamily="18" charset="0"/>
                </a:rPr>
                <a:t>对应该函数的一个</a:t>
              </a:r>
              <a:r>
                <a:rPr lang="zh-CN" altLang="en-US" dirty="0">
                  <a:solidFill>
                    <a:srgbClr val="0070C0"/>
                  </a:solidFill>
                  <a:latin typeface="Times New Roman" pitchFamily="18" charset="0"/>
                  <a:ea typeface="楷体" pitchFamily="49" charset="-122"/>
                  <a:cs typeface="Times New Roman" pitchFamily="18" charset="0"/>
                </a:rPr>
                <a:t>形参</a:t>
              </a:r>
              <a:r>
                <a:rPr lang="zh-CN" altLang="en-US" dirty="0">
                  <a:solidFill>
                    <a:prstClr val="black"/>
                  </a:solidFill>
                  <a:latin typeface="Times New Roman" pitchFamily="18" charset="0"/>
                  <a:ea typeface="楷体" pitchFamily="49" charset="-122"/>
                  <a:cs typeface="Times New Roman" pitchFamily="18" charset="0"/>
                </a:rPr>
                <a:t>，函数的</a:t>
              </a:r>
              <a:r>
                <a:rPr lang="zh-CN" altLang="en-US" dirty="0">
                  <a:solidFill>
                    <a:srgbClr val="0070C0"/>
                  </a:solidFill>
                  <a:latin typeface="Times New Roman" pitchFamily="18" charset="0"/>
                  <a:ea typeface="楷体" pitchFamily="49" charset="-122"/>
                  <a:cs typeface="Times New Roman" pitchFamily="18" charset="0"/>
                </a:rPr>
                <a:t>返回值</a:t>
              </a:r>
              <a:r>
                <a:rPr lang="zh-CN" altLang="en-US" dirty="0">
                  <a:solidFill>
                    <a:prstClr val="black"/>
                  </a:solidFill>
                  <a:latin typeface="Times New Roman" pitchFamily="18" charset="0"/>
                  <a:ea typeface="楷体" pitchFamily="49" charset="-122"/>
                  <a:cs typeface="Times New Roman" pitchFamily="18" charset="0"/>
                </a:rPr>
                <a:t>是</a:t>
              </a:r>
              <a:r>
                <a:rPr lang="en-US" altLang="zh-CN" i="1" dirty="0">
                  <a:solidFill>
                    <a:prstClr val="black"/>
                  </a:solidFill>
                  <a:latin typeface="Times New Roman" pitchFamily="18" charset="0"/>
                  <a:ea typeface="楷体" pitchFamily="49" charset="-122"/>
                  <a:cs typeface="Times New Roman" pitchFamily="18" charset="0"/>
                </a:rPr>
                <a:t>A</a:t>
              </a:r>
              <a:r>
                <a:rPr lang="zh-CN" altLang="en-US" dirty="0">
                  <a:solidFill>
                    <a:prstClr val="black"/>
                  </a:solidFill>
                  <a:latin typeface="Times New Roman" pitchFamily="18" charset="0"/>
                  <a:ea typeface="楷体" pitchFamily="49" charset="-122"/>
                  <a:cs typeface="Times New Roman" pitchFamily="18" charset="0"/>
                </a:rPr>
                <a:t>的</a:t>
              </a:r>
              <a:r>
                <a:rPr lang="zh-CN" altLang="en-US" dirty="0">
                  <a:solidFill>
                    <a:srgbClr val="0070C0"/>
                  </a:solidFill>
                  <a:latin typeface="Times New Roman" pitchFamily="18" charset="0"/>
                  <a:ea typeface="楷体" pitchFamily="49" charset="-122"/>
                  <a:cs typeface="Times New Roman" pitchFamily="18" charset="0"/>
                </a:rPr>
                <a:t>综合属性</a:t>
              </a:r>
              <a:r>
                <a:rPr lang="zh-CN" altLang="en-US" dirty="0">
                  <a:solidFill>
                    <a:prstClr val="black"/>
                  </a:solidFill>
                  <a:latin typeface="Times New Roman" pitchFamily="18" charset="0"/>
                  <a:ea typeface="楷体" pitchFamily="49" charset="-122"/>
                  <a:cs typeface="Times New Roman" pitchFamily="18" charset="0"/>
                </a:rPr>
                <a:t>值</a:t>
              </a:r>
              <a:endParaRPr kumimoji="1" lang="zh-CN" altLang="en-US" dirty="0">
                <a:solidFill>
                  <a:prstClr val="black"/>
                </a:solidFill>
                <a:latin typeface="Times New Roman" pitchFamily="18" charset="0"/>
                <a:ea typeface="楷体" pitchFamily="49" charset="-122"/>
                <a:cs typeface="Times New Roman" pitchFamily="18" charset="0"/>
              </a:endParaRPr>
            </a:p>
          </p:txBody>
        </p:sp>
        <p:sp>
          <p:nvSpPr>
            <p:cNvPr id="173068" name="Line 7">
              <a:extLst>
                <a:ext uri="{FF2B5EF4-FFF2-40B4-BE49-F238E27FC236}">
                  <a16:creationId xmlns:a16="http://schemas.microsoft.com/office/drawing/2014/main" id="{6D4A4C06-19BC-4B71-9A17-FF736BB63D5E}"/>
                </a:ext>
              </a:extLst>
            </p:cNvPr>
            <p:cNvSpPr>
              <a:spLocks noChangeShapeType="1"/>
            </p:cNvSpPr>
            <p:nvPr/>
          </p:nvSpPr>
          <p:spPr bwMode="auto">
            <a:xfrm flipV="1">
              <a:off x="5408408" y="626585"/>
              <a:ext cx="663538" cy="53369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grpSp>
        <p:nvGrpSpPr>
          <p:cNvPr id="7" name="组合 4">
            <a:extLst>
              <a:ext uri="{FF2B5EF4-FFF2-40B4-BE49-F238E27FC236}">
                <a16:creationId xmlns:a16="http://schemas.microsoft.com/office/drawing/2014/main" id="{B300AE01-7EEA-4C59-98CC-892A153A270C}"/>
              </a:ext>
            </a:extLst>
          </p:cNvPr>
          <p:cNvGrpSpPr>
            <a:grpSpLocks/>
          </p:cNvGrpSpPr>
          <p:nvPr/>
        </p:nvGrpSpPr>
        <p:grpSpPr bwMode="auto">
          <a:xfrm>
            <a:off x="3676650" y="935038"/>
            <a:ext cx="2874963" cy="1924050"/>
            <a:chOff x="3352713" y="934862"/>
            <a:chExt cx="2874680" cy="1924920"/>
          </a:xfrm>
          <a:solidFill>
            <a:schemeClr val="accent5">
              <a:lumMod val="40000"/>
              <a:lumOff val="60000"/>
            </a:schemeClr>
          </a:solidFill>
        </p:grpSpPr>
        <p:sp>
          <p:nvSpPr>
            <p:cNvPr id="3" name="矩形 2">
              <a:extLst>
                <a:ext uri="{FF2B5EF4-FFF2-40B4-BE49-F238E27FC236}">
                  <a16:creationId xmlns:a16="http://schemas.microsoft.com/office/drawing/2014/main" id="{BE521CDD-6DA3-4BF2-A7E1-4B18559409C1}"/>
                </a:ext>
              </a:extLst>
            </p:cNvPr>
            <p:cNvSpPr/>
            <p:nvPr/>
          </p:nvSpPr>
          <p:spPr>
            <a:xfrm>
              <a:off x="3352713" y="1903675"/>
              <a:ext cx="2874680" cy="956107"/>
            </a:xfrm>
            <a:prstGeom prst="rect">
              <a:avLst/>
            </a:prstGeom>
            <a:grpFill/>
            <a:ln>
              <a:solidFill>
                <a:schemeClr val="tx1"/>
              </a:solidFill>
            </a:ln>
          </p:spPr>
          <p:txBody>
            <a:bodyPr>
              <a:spAutoFit/>
            </a:bodyPr>
            <a:lstStyle/>
            <a:p>
              <a:pPr eaLnBrk="1" hangingPunct="1">
                <a:defRPr/>
              </a:pPr>
              <a:r>
                <a:rPr lang="zh-CN" altLang="en-US" dirty="0">
                  <a:solidFill>
                    <a:prstClr val="black"/>
                  </a:solidFill>
                  <a:latin typeface="Times New Roman" pitchFamily="18" charset="0"/>
                  <a:ea typeface="楷体" pitchFamily="49" charset="-122"/>
                  <a:cs typeface="Times New Roman" pitchFamily="18" charset="0"/>
                </a:rPr>
                <a:t>对出现在</a:t>
              </a:r>
              <a:r>
                <a:rPr lang="en-US" altLang="zh-CN" i="1" dirty="0">
                  <a:solidFill>
                    <a:prstClr val="black"/>
                  </a:solidFill>
                  <a:latin typeface="Times New Roman" pitchFamily="18" charset="0"/>
                  <a:ea typeface="楷体" pitchFamily="49" charset="-122"/>
                  <a:cs typeface="Times New Roman" pitchFamily="18" charset="0"/>
                </a:rPr>
                <a:t>A</a:t>
              </a:r>
              <a:r>
                <a:rPr lang="zh-CN" altLang="en-US" dirty="0">
                  <a:solidFill>
                    <a:prstClr val="black"/>
                  </a:solidFill>
                  <a:latin typeface="Times New Roman" pitchFamily="18" charset="0"/>
                  <a:ea typeface="楷体" pitchFamily="49" charset="-122"/>
                  <a:cs typeface="Times New Roman" pitchFamily="18" charset="0"/>
                </a:rPr>
                <a:t>产生式</a:t>
              </a:r>
              <a:r>
                <a:rPr lang="zh-CN" altLang="en-US" dirty="0">
                  <a:solidFill>
                    <a:srgbClr val="0070C0"/>
                  </a:solidFill>
                  <a:latin typeface="Times New Roman" pitchFamily="18" charset="0"/>
                  <a:ea typeface="楷体" pitchFamily="49" charset="-122"/>
                  <a:cs typeface="Times New Roman" pitchFamily="18" charset="0"/>
                </a:rPr>
                <a:t>右部</a:t>
              </a:r>
              <a:r>
                <a:rPr lang="zh-CN" altLang="en-US" dirty="0">
                  <a:solidFill>
                    <a:prstClr val="black"/>
                  </a:solidFill>
                  <a:latin typeface="Times New Roman" pitchFamily="18" charset="0"/>
                  <a:ea typeface="楷体" pitchFamily="49" charset="-122"/>
                  <a:cs typeface="Times New Roman" pitchFamily="18" charset="0"/>
                </a:rPr>
                <a:t>中的每个文法符号的每个</a:t>
              </a:r>
              <a:r>
                <a:rPr lang="zh-CN" altLang="en-US" dirty="0">
                  <a:solidFill>
                    <a:srgbClr val="0000FF"/>
                  </a:solidFill>
                  <a:latin typeface="Times New Roman" pitchFamily="18" charset="0"/>
                  <a:ea typeface="楷体" pitchFamily="49" charset="-122"/>
                  <a:cs typeface="Times New Roman" pitchFamily="18" charset="0"/>
                </a:rPr>
                <a:t>属性</a:t>
              </a:r>
              <a:r>
                <a:rPr lang="zh-CN" altLang="en-US" dirty="0">
                  <a:solidFill>
                    <a:prstClr val="black"/>
                  </a:solidFill>
                  <a:latin typeface="Times New Roman" pitchFamily="18" charset="0"/>
                  <a:ea typeface="楷体" pitchFamily="49" charset="-122"/>
                  <a:cs typeface="Times New Roman" pitchFamily="18" charset="0"/>
                </a:rPr>
                <a:t>都设置一个</a:t>
              </a:r>
              <a:r>
                <a:rPr lang="zh-CN" altLang="en-US" dirty="0">
                  <a:solidFill>
                    <a:srgbClr val="0070C0"/>
                  </a:solidFill>
                  <a:latin typeface="Times New Roman" pitchFamily="18" charset="0"/>
                  <a:ea typeface="楷体" pitchFamily="49" charset="-122"/>
                  <a:cs typeface="Times New Roman" pitchFamily="18" charset="0"/>
                </a:rPr>
                <a:t>局部变量</a:t>
              </a:r>
            </a:p>
          </p:txBody>
        </p:sp>
        <p:sp>
          <p:nvSpPr>
            <p:cNvPr id="173066" name="Line 7">
              <a:extLst>
                <a:ext uri="{FF2B5EF4-FFF2-40B4-BE49-F238E27FC236}">
                  <a16:creationId xmlns:a16="http://schemas.microsoft.com/office/drawing/2014/main" id="{71DA3368-BC92-4505-901D-A9EC115039C9}"/>
                </a:ext>
              </a:extLst>
            </p:cNvPr>
            <p:cNvSpPr>
              <a:spLocks noChangeShapeType="1"/>
            </p:cNvSpPr>
            <p:nvPr/>
          </p:nvSpPr>
          <p:spPr bwMode="auto">
            <a:xfrm flipV="1">
              <a:off x="5724129" y="934862"/>
              <a:ext cx="503264" cy="969234"/>
            </a:xfrm>
            <a:prstGeom prst="line">
              <a:avLst/>
            </a:prstGeom>
            <a:grpFill/>
            <a:ln w="12700">
              <a:solidFill>
                <a:srgbClr val="FF0000"/>
              </a:solidFill>
              <a:round/>
              <a:headEnd/>
              <a:tailEnd type="triangle" w="med" len="med"/>
            </a:ln>
            <a:extLst/>
          </p:spPr>
          <p:txBody>
            <a:bodyPr lIns="68580" tIns="34290" rIns="68580" bIns="34290"/>
            <a:lstStyle/>
            <a:p>
              <a:endParaRPr lang="zh-CN" altLang="en-US"/>
            </a:p>
          </p:txBody>
        </p:sp>
      </p:grpSp>
      <p:sp>
        <p:nvSpPr>
          <p:cNvPr id="8" name="灯片编号占位符 7">
            <a:extLst>
              <a:ext uri="{FF2B5EF4-FFF2-40B4-BE49-F238E27FC236}">
                <a16:creationId xmlns:a16="http://schemas.microsoft.com/office/drawing/2014/main" id="{263A1261-264A-4727-8E10-C567CC04A5E5}"/>
              </a:ext>
            </a:extLst>
          </p:cNvPr>
          <p:cNvSpPr>
            <a:spLocks noGrp="1"/>
          </p:cNvSpPr>
          <p:nvPr>
            <p:ph type="sldNum" sz="quarter" idx="10"/>
          </p:nvPr>
        </p:nvSpPr>
        <p:spPr/>
        <p:txBody>
          <a:bodyPr/>
          <a:lstStyle/>
          <a:p>
            <a:pPr>
              <a:defRPr/>
            </a:pPr>
            <a:fld id="{8E104948-B687-4A74-87EB-9097C047E113}" type="slidenum">
              <a:rPr lang="zh-CN" altLang="en-US" smtClean="0"/>
              <a:pPr>
                <a:defRPr/>
              </a:pPr>
              <a:t>73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4570"/>
                                        </p:tgtEl>
                                        <p:attrNameLst>
                                          <p:attrName>style.visibility</p:attrName>
                                        </p:attrNameLst>
                                      </p:cBhvr>
                                      <p:to>
                                        <p:strVal val="visible"/>
                                      </p:to>
                                    </p:set>
                                    <p:anim calcmode="lin" valueType="num">
                                      <p:cBhvr>
                                        <p:cTn id="7" dur="500" fill="hold"/>
                                        <p:tgtEl>
                                          <p:spTgt spid="194570"/>
                                        </p:tgtEl>
                                        <p:attrNameLst>
                                          <p:attrName>ppt_w</p:attrName>
                                        </p:attrNameLst>
                                      </p:cBhvr>
                                      <p:tavLst>
                                        <p:tav tm="0">
                                          <p:val>
                                            <p:fltVal val="0"/>
                                          </p:val>
                                        </p:tav>
                                        <p:tav tm="100000">
                                          <p:val>
                                            <p:strVal val="#ppt_w"/>
                                          </p:val>
                                        </p:tav>
                                      </p:tavLst>
                                    </p:anim>
                                    <p:anim calcmode="lin" valueType="num">
                                      <p:cBhvr>
                                        <p:cTn id="8" dur="500" fill="hold"/>
                                        <p:tgtEl>
                                          <p:spTgt spid="194570"/>
                                        </p:tgtEl>
                                        <p:attrNameLst>
                                          <p:attrName>ppt_h</p:attrName>
                                        </p:attrNameLst>
                                      </p:cBhvr>
                                      <p:tavLst>
                                        <p:tav tm="0">
                                          <p:val>
                                            <p:fltVal val="0"/>
                                          </p:val>
                                        </p:tav>
                                        <p:tav tm="100000">
                                          <p:val>
                                            <p:strVal val="#ppt_h"/>
                                          </p:val>
                                        </p:tav>
                                      </p:tavLst>
                                    </p:anim>
                                    <p:animEffect transition="in" filter="fade">
                                      <p:cBhvr>
                                        <p:cTn id="9" dur="500"/>
                                        <p:tgtEl>
                                          <p:spTgt spid="19457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55364">
                                            <p:txEl>
                                              <p:pRg st="0" end="0"/>
                                            </p:txEl>
                                          </p:spTgt>
                                        </p:tgtEl>
                                        <p:attrNameLst>
                                          <p:attrName>style.visibility</p:attrName>
                                        </p:attrNameLst>
                                      </p:cBhvr>
                                      <p:to>
                                        <p:strVal val="visible"/>
                                      </p:to>
                                    </p:set>
                                    <p:anim calcmode="lin" valueType="num">
                                      <p:cBhvr>
                                        <p:cTn id="14" dur="500" fill="hold"/>
                                        <p:tgtEl>
                                          <p:spTgt spid="655364">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655364">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655364">
                                            <p:txEl>
                                              <p:pRg st="0" end="0"/>
                                            </p:tx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655364">
                                            <p:txEl>
                                              <p:pRg st="1" end="1"/>
                                            </p:txEl>
                                          </p:spTgt>
                                        </p:tgtEl>
                                        <p:attrNameLst>
                                          <p:attrName>style.visibility</p:attrName>
                                        </p:attrNameLst>
                                      </p:cBhvr>
                                      <p:to>
                                        <p:strVal val="visible"/>
                                      </p:to>
                                    </p:set>
                                    <p:anim calcmode="lin" valueType="num">
                                      <p:cBhvr>
                                        <p:cTn id="19" dur="500" fill="hold"/>
                                        <p:tgtEl>
                                          <p:spTgt spid="655364">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655364">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655364">
                                            <p:txEl>
                                              <p:pRg st="1" end="1"/>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55364">
                                            <p:txEl>
                                              <p:pRg st="2" end="2"/>
                                            </p:txEl>
                                          </p:spTgt>
                                        </p:tgtEl>
                                        <p:attrNameLst>
                                          <p:attrName>style.visibility</p:attrName>
                                        </p:attrNameLst>
                                      </p:cBhvr>
                                      <p:to>
                                        <p:strVal val="visible"/>
                                      </p:to>
                                    </p:set>
                                    <p:anim calcmode="lin" valueType="num">
                                      <p:cBhvr>
                                        <p:cTn id="24" dur="500" fill="hold"/>
                                        <p:tgtEl>
                                          <p:spTgt spid="655364">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655364">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655364">
                                            <p:txEl>
                                              <p:pRg st="2" end="2"/>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655364">
                                            <p:txEl>
                                              <p:pRg st="3" end="3"/>
                                            </p:txEl>
                                          </p:spTgt>
                                        </p:tgtEl>
                                        <p:attrNameLst>
                                          <p:attrName>style.visibility</p:attrName>
                                        </p:attrNameLst>
                                      </p:cBhvr>
                                      <p:to>
                                        <p:strVal val="visible"/>
                                      </p:to>
                                    </p:set>
                                    <p:anim calcmode="lin" valueType="num">
                                      <p:cBhvr>
                                        <p:cTn id="29" dur="500" fill="hold"/>
                                        <p:tgtEl>
                                          <p:spTgt spid="655364">
                                            <p:txEl>
                                              <p:pRg st="3" end="3"/>
                                            </p:txEl>
                                          </p:spTgt>
                                        </p:tgtEl>
                                        <p:attrNameLst>
                                          <p:attrName>ppt_w</p:attrName>
                                        </p:attrNameLst>
                                      </p:cBhvr>
                                      <p:tavLst>
                                        <p:tav tm="0">
                                          <p:val>
                                            <p:fltVal val="0"/>
                                          </p:val>
                                        </p:tav>
                                        <p:tav tm="100000">
                                          <p:val>
                                            <p:strVal val="#ppt_w"/>
                                          </p:val>
                                        </p:tav>
                                      </p:tavLst>
                                    </p:anim>
                                    <p:anim calcmode="lin" valueType="num">
                                      <p:cBhvr>
                                        <p:cTn id="30" dur="500" fill="hold"/>
                                        <p:tgtEl>
                                          <p:spTgt spid="655364">
                                            <p:txEl>
                                              <p:pRg st="3" end="3"/>
                                            </p:txEl>
                                          </p:spTgt>
                                        </p:tgtEl>
                                        <p:attrNameLst>
                                          <p:attrName>ppt_h</p:attrName>
                                        </p:attrNameLst>
                                      </p:cBhvr>
                                      <p:tavLst>
                                        <p:tav tm="0">
                                          <p:val>
                                            <p:fltVal val="0"/>
                                          </p:val>
                                        </p:tav>
                                        <p:tav tm="100000">
                                          <p:val>
                                            <p:strVal val="#ppt_h"/>
                                          </p:val>
                                        </p:tav>
                                      </p:tavLst>
                                    </p:anim>
                                    <p:animEffect transition="in" filter="fade">
                                      <p:cBhvr>
                                        <p:cTn id="31" dur="500"/>
                                        <p:tgtEl>
                                          <p:spTgt spid="655364">
                                            <p:txEl>
                                              <p:pRg st="3" end="3"/>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655364">
                                            <p:txEl>
                                              <p:pRg st="4" end="4"/>
                                            </p:txEl>
                                          </p:spTgt>
                                        </p:tgtEl>
                                        <p:attrNameLst>
                                          <p:attrName>style.visibility</p:attrName>
                                        </p:attrNameLst>
                                      </p:cBhvr>
                                      <p:to>
                                        <p:strVal val="visible"/>
                                      </p:to>
                                    </p:set>
                                    <p:anim calcmode="lin" valueType="num">
                                      <p:cBhvr>
                                        <p:cTn id="34" dur="500" fill="hold"/>
                                        <p:tgtEl>
                                          <p:spTgt spid="655364">
                                            <p:txEl>
                                              <p:pRg st="4" end="4"/>
                                            </p:txEl>
                                          </p:spTgt>
                                        </p:tgtEl>
                                        <p:attrNameLst>
                                          <p:attrName>ppt_w</p:attrName>
                                        </p:attrNameLst>
                                      </p:cBhvr>
                                      <p:tavLst>
                                        <p:tav tm="0">
                                          <p:val>
                                            <p:fltVal val="0"/>
                                          </p:val>
                                        </p:tav>
                                        <p:tav tm="100000">
                                          <p:val>
                                            <p:strVal val="#ppt_w"/>
                                          </p:val>
                                        </p:tav>
                                      </p:tavLst>
                                    </p:anim>
                                    <p:anim calcmode="lin" valueType="num">
                                      <p:cBhvr>
                                        <p:cTn id="35" dur="500" fill="hold"/>
                                        <p:tgtEl>
                                          <p:spTgt spid="655364">
                                            <p:txEl>
                                              <p:pRg st="4" end="4"/>
                                            </p:txEl>
                                          </p:spTgt>
                                        </p:tgtEl>
                                        <p:attrNameLst>
                                          <p:attrName>ppt_h</p:attrName>
                                        </p:attrNameLst>
                                      </p:cBhvr>
                                      <p:tavLst>
                                        <p:tav tm="0">
                                          <p:val>
                                            <p:fltVal val="0"/>
                                          </p:val>
                                        </p:tav>
                                        <p:tav tm="100000">
                                          <p:val>
                                            <p:strVal val="#ppt_h"/>
                                          </p:val>
                                        </p:tav>
                                      </p:tavLst>
                                    </p:anim>
                                    <p:animEffect transition="in" filter="fade">
                                      <p:cBhvr>
                                        <p:cTn id="36" dur="500"/>
                                        <p:tgtEl>
                                          <p:spTgt spid="655364">
                                            <p:txEl>
                                              <p:pRg st="4" end="4"/>
                                            </p:txEl>
                                          </p:spTgt>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655364">
                                            <p:txEl>
                                              <p:pRg st="5" end="5"/>
                                            </p:txEl>
                                          </p:spTgt>
                                        </p:tgtEl>
                                        <p:attrNameLst>
                                          <p:attrName>style.visibility</p:attrName>
                                        </p:attrNameLst>
                                      </p:cBhvr>
                                      <p:to>
                                        <p:strVal val="visible"/>
                                      </p:to>
                                    </p:set>
                                    <p:anim calcmode="lin" valueType="num">
                                      <p:cBhvr>
                                        <p:cTn id="39" dur="500" fill="hold"/>
                                        <p:tgtEl>
                                          <p:spTgt spid="655364">
                                            <p:txEl>
                                              <p:pRg st="5" end="5"/>
                                            </p:txEl>
                                          </p:spTgt>
                                        </p:tgtEl>
                                        <p:attrNameLst>
                                          <p:attrName>ppt_w</p:attrName>
                                        </p:attrNameLst>
                                      </p:cBhvr>
                                      <p:tavLst>
                                        <p:tav tm="0">
                                          <p:val>
                                            <p:fltVal val="0"/>
                                          </p:val>
                                        </p:tav>
                                        <p:tav tm="100000">
                                          <p:val>
                                            <p:strVal val="#ppt_w"/>
                                          </p:val>
                                        </p:tav>
                                      </p:tavLst>
                                    </p:anim>
                                    <p:anim calcmode="lin" valueType="num">
                                      <p:cBhvr>
                                        <p:cTn id="40" dur="500" fill="hold"/>
                                        <p:tgtEl>
                                          <p:spTgt spid="655364">
                                            <p:txEl>
                                              <p:pRg st="5" end="5"/>
                                            </p:txEl>
                                          </p:spTgt>
                                        </p:tgtEl>
                                        <p:attrNameLst>
                                          <p:attrName>ppt_h</p:attrName>
                                        </p:attrNameLst>
                                      </p:cBhvr>
                                      <p:tavLst>
                                        <p:tav tm="0">
                                          <p:val>
                                            <p:fltVal val="0"/>
                                          </p:val>
                                        </p:tav>
                                        <p:tav tm="100000">
                                          <p:val>
                                            <p:strVal val="#ppt_h"/>
                                          </p:val>
                                        </p:tav>
                                      </p:tavLst>
                                    </p:anim>
                                    <p:animEffect transition="in" filter="fade">
                                      <p:cBhvr>
                                        <p:cTn id="41" dur="500"/>
                                        <p:tgtEl>
                                          <p:spTgt spid="655364">
                                            <p:txEl>
                                              <p:pRg st="5" end="5"/>
                                            </p:txEl>
                                          </p:spTgt>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655364">
                                            <p:txEl>
                                              <p:pRg st="6" end="6"/>
                                            </p:txEl>
                                          </p:spTgt>
                                        </p:tgtEl>
                                        <p:attrNameLst>
                                          <p:attrName>style.visibility</p:attrName>
                                        </p:attrNameLst>
                                      </p:cBhvr>
                                      <p:to>
                                        <p:strVal val="visible"/>
                                      </p:to>
                                    </p:set>
                                    <p:anim calcmode="lin" valueType="num">
                                      <p:cBhvr>
                                        <p:cTn id="44" dur="500" fill="hold"/>
                                        <p:tgtEl>
                                          <p:spTgt spid="655364">
                                            <p:txEl>
                                              <p:pRg st="6" end="6"/>
                                            </p:txEl>
                                          </p:spTgt>
                                        </p:tgtEl>
                                        <p:attrNameLst>
                                          <p:attrName>ppt_w</p:attrName>
                                        </p:attrNameLst>
                                      </p:cBhvr>
                                      <p:tavLst>
                                        <p:tav tm="0">
                                          <p:val>
                                            <p:fltVal val="0"/>
                                          </p:val>
                                        </p:tav>
                                        <p:tav tm="100000">
                                          <p:val>
                                            <p:strVal val="#ppt_w"/>
                                          </p:val>
                                        </p:tav>
                                      </p:tavLst>
                                    </p:anim>
                                    <p:anim calcmode="lin" valueType="num">
                                      <p:cBhvr>
                                        <p:cTn id="45" dur="500" fill="hold"/>
                                        <p:tgtEl>
                                          <p:spTgt spid="655364">
                                            <p:txEl>
                                              <p:pRg st="6" end="6"/>
                                            </p:txEl>
                                          </p:spTgt>
                                        </p:tgtEl>
                                        <p:attrNameLst>
                                          <p:attrName>ppt_h</p:attrName>
                                        </p:attrNameLst>
                                      </p:cBhvr>
                                      <p:tavLst>
                                        <p:tav tm="0">
                                          <p:val>
                                            <p:fltVal val="0"/>
                                          </p:val>
                                        </p:tav>
                                        <p:tav tm="100000">
                                          <p:val>
                                            <p:strVal val="#ppt_h"/>
                                          </p:val>
                                        </p:tav>
                                      </p:tavLst>
                                    </p:anim>
                                    <p:animEffect transition="in" filter="fade">
                                      <p:cBhvr>
                                        <p:cTn id="46" dur="500"/>
                                        <p:tgtEl>
                                          <p:spTgt spid="655364">
                                            <p:txEl>
                                              <p:pRg st="6" end="6"/>
                                            </p:txEl>
                                          </p:spTgt>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655364">
                                            <p:txEl>
                                              <p:pRg st="7" end="7"/>
                                            </p:txEl>
                                          </p:spTgt>
                                        </p:tgtEl>
                                        <p:attrNameLst>
                                          <p:attrName>style.visibility</p:attrName>
                                        </p:attrNameLst>
                                      </p:cBhvr>
                                      <p:to>
                                        <p:strVal val="visible"/>
                                      </p:to>
                                    </p:set>
                                    <p:anim calcmode="lin" valueType="num">
                                      <p:cBhvr>
                                        <p:cTn id="49" dur="500" fill="hold"/>
                                        <p:tgtEl>
                                          <p:spTgt spid="655364">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655364">
                                            <p:txEl>
                                              <p:pRg st="7" end="7"/>
                                            </p:txEl>
                                          </p:spTgt>
                                        </p:tgtEl>
                                        <p:attrNameLst>
                                          <p:attrName>ppt_h</p:attrName>
                                        </p:attrNameLst>
                                      </p:cBhvr>
                                      <p:tavLst>
                                        <p:tav tm="0">
                                          <p:val>
                                            <p:fltVal val="0"/>
                                          </p:val>
                                        </p:tav>
                                        <p:tav tm="100000">
                                          <p:val>
                                            <p:strVal val="#ppt_h"/>
                                          </p:val>
                                        </p:tav>
                                      </p:tavLst>
                                    </p:anim>
                                    <p:animEffect transition="in" filter="fade">
                                      <p:cBhvr>
                                        <p:cTn id="51" dur="500"/>
                                        <p:tgtEl>
                                          <p:spTgt spid="655364">
                                            <p:txEl>
                                              <p:pRg st="7" end="7"/>
                                            </p:txEl>
                                          </p:spTgt>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655364">
                                            <p:txEl>
                                              <p:pRg st="8" end="8"/>
                                            </p:txEl>
                                          </p:spTgt>
                                        </p:tgtEl>
                                        <p:attrNameLst>
                                          <p:attrName>style.visibility</p:attrName>
                                        </p:attrNameLst>
                                      </p:cBhvr>
                                      <p:to>
                                        <p:strVal val="visible"/>
                                      </p:to>
                                    </p:set>
                                    <p:anim calcmode="lin" valueType="num">
                                      <p:cBhvr>
                                        <p:cTn id="54" dur="500" fill="hold"/>
                                        <p:tgtEl>
                                          <p:spTgt spid="655364">
                                            <p:txEl>
                                              <p:pRg st="8" end="8"/>
                                            </p:txEl>
                                          </p:spTgt>
                                        </p:tgtEl>
                                        <p:attrNameLst>
                                          <p:attrName>ppt_w</p:attrName>
                                        </p:attrNameLst>
                                      </p:cBhvr>
                                      <p:tavLst>
                                        <p:tav tm="0">
                                          <p:val>
                                            <p:fltVal val="0"/>
                                          </p:val>
                                        </p:tav>
                                        <p:tav tm="100000">
                                          <p:val>
                                            <p:strVal val="#ppt_w"/>
                                          </p:val>
                                        </p:tav>
                                      </p:tavLst>
                                    </p:anim>
                                    <p:anim calcmode="lin" valueType="num">
                                      <p:cBhvr>
                                        <p:cTn id="55" dur="500" fill="hold"/>
                                        <p:tgtEl>
                                          <p:spTgt spid="655364">
                                            <p:txEl>
                                              <p:pRg st="8" end="8"/>
                                            </p:txEl>
                                          </p:spTgt>
                                        </p:tgtEl>
                                        <p:attrNameLst>
                                          <p:attrName>ppt_h</p:attrName>
                                        </p:attrNameLst>
                                      </p:cBhvr>
                                      <p:tavLst>
                                        <p:tav tm="0">
                                          <p:val>
                                            <p:fltVal val="0"/>
                                          </p:val>
                                        </p:tav>
                                        <p:tav tm="100000">
                                          <p:val>
                                            <p:strVal val="#ppt_h"/>
                                          </p:val>
                                        </p:tav>
                                      </p:tavLst>
                                    </p:anim>
                                    <p:animEffect transition="in" filter="fade">
                                      <p:cBhvr>
                                        <p:cTn id="56" dur="500"/>
                                        <p:tgtEl>
                                          <p:spTgt spid="655364">
                                            <p:txEl>
                                              <p:pRg st="8" end="8"/>
                                            </p:txEl>
                                          </p:spTgt>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655364">
                                            <p:txEl>
                                              <p:pRg st="9" end="9"/>
                                            </p:txEl>
                                          </p:spTgt>
                                        </p:tgtEl>
                                        <p:attrNameLst>
                                          <p:attrName>style.visibility</p:attrName>
                                        </p:attrNameLst>
                                      </p:cBhvr>
                                      <p:to>
                                        <p:strVal val="visible"/>
                                      </p:to>
                                    </p:set>
                                    <p:anim calcmode="lin" valueType="num">
                                      <p:cBhvr>
                                        <p:cTn id="59" dur="500" fill="hold"/>
                                        <p:tgtEl>
                                          <p:spTgt spid="655364">
                                            <p:txEl>
                                              <p:pRg st="9" end="9"/>
                                            </p:txEl>
                                          </p:spTgt>
                                        </p:tgtEl>
                                        <p:attrNameLst>
                                          <p:attrName>ppt_w</p:attrName>
                                        </p:attrNameLst>
                                      </p:cBhvr>
                                      <p:tavLst>
                                        <p:tav tm="0">
                                          <p:val>
                                            <p:fltVal val="0"/>
                                          </p:val>
                                        </p:tav>
                                        <p:tav tm="100000">
                                          <p:val>
                                            <p:strVal val="#ppt_w"/>
                                          </p:val>
                                        </p:tav>
                                      </p:tavLst>
                                    </p:anim>
                                    <p:anim calcmode="lin" valueType="num">
                                      <p:cBhvr>
                                        <p:cTn id="60" dur="500" fill="hold"/>
                                        <p:tgtEl>
                                          <p:spTgt spid="655364">
                                            <p:txEl>
                                              <p:pRg st="9" end="9"/>
                                            </p:txEl>
                                          </p:spTgt>
                                        </p:tgtEl>
                                        <p:attrNameLst>
                                          <p:attrName>ppt_h</p:attrName>
                                        </p:attrNameLst>
                                      </p:cBhvr>
                                      <p:tavLst>
                                        <p:tav tm="0">
                                          <p:val>
                                            <p:fltVal val="0"/>
                                          </p:val>
                                        </p:tav>
                                        <p:tav tm="100000">
                                          <p:val>
                                            <p:strVal val="#ppt_h"/>
                                          </p:val>
                                        </p:tav>
                                      </p:tavLst>
                                    </p:anim>
                                    <p:animEffect transition="in" filter="fade">
                                      <p:cBhvr>
                                        <p:cTn id="61" dur="500"/>
                                        <p:tgtEl>
                                          <p:spTgt spid="655364">
                                            <p:txEl>
                                              <p:pRg st="9" end="9"/>
                                            </p:txEl>
                                          </p:spTgt>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655364">
                                            <p:txEl>
                                              <p:pRg st="10" end="10"/>
                                            </p:txEl>
                                          </p:spTgt>
                                        </p:tgtEl>
                                        <p:attrNameLst>
                                          <p:attrName>style.visibility</p:attrName>
                                        </p:attrNameLst>
                                      </p:cBhvr>
                                      <p:to>
                                        <p:strVal val="visible"/>
                                      </p:to>
                                    </p:set>
                                    <p:anim calcmode="lin" valueType="num">
                                      <p:cBhvr>
                                        <p:cTn id="64" dur="500" fill="hold"/>
                                        <p:tgtEl>
                                          <p:spTgt spid="655364">
                                            <p:txEl>
                                              <p:pRg st="10" end="10"/>
                                            </p:txEl>
                                          </p:spTgt>
                                        </p:tgtEl>
                                        <p:attrNameLst>
                                          <p:attrName>ppt_w</p:attrName>
                                        </p:attrNameLst>
                                      </p:cBhvr>
                                      <p:tavLst>
                                        <p:tav tm="0">
                                          <p:val>
                                            <p:fltVal val="0"/>
                                          </p:val>
                                        </p:tav>
                                        <p:tav tm="100000">
                                          <p:val>
                                            <p:strVal val="#ppt_w"/>
                                          </p:val>
                                        </p:tav>
                                      </p:tavLst>
                                    </p:anim>
                                    <p:anim calcmode="lin" valueType="num">
                                      <p:cBhvr>
                                        <p:cTn id="65" dur="500" fill="hold"/>
                                        <p:tgtEl>
                                          <p:spTgt spid="655364">
                                            <p:txEl>
                                              <p:pRg st="10" end="10"/>
                                            </p:txEl>
                                          </p:spTgt>
                                        </p:tgtEl>
                                        <p:attrNameLst>
                                          <p:attrName>ppt_h</p:attrName>
                                        </p:attrNameLst>
                                      </p:cBhvr>
                                      <p:tavLst>
                                        <p:tav tm="0">
                                          <p:val>
                                            <p:fltVal val="0"/>
                                          </p:val>
                                        </p:tav>
                                        <p:tav tm="100000">
                                          <p:val>
                                            <p:strVal val="#ppt_h"/>
                                          </p:val>
                                        </p:tav>
                                      </p:tavLst>
                                    </p:anim>
                                    <p:animEffect transition="in" filter="fade">
                                      <p:cBhvr>
                                        <p:cTn id="66" dur="500"/>
                                        <p:tgtEl>
                                          <p:spTgt spid="655364">
                                            <p:txEl>
                                              <p:pRg st="10" end="10"/>
                                            </p:txEl>
                                          </p:spTgt>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655364">
                                            <p:txEl>
                                              <p:pRg st="11" end="11"/>
                                            </p:txEl>
                                          </p:spTgt>
                                        </p:tgtEl>
                                        <p:attrNameLst>
                                          <p:attrName>style.visibility</p:attrName>
                                        </p:attrNameLst>
                                      </p:cBhvr>
                                      <p:to>
                                        <p:strVal val="visible"/>
                                      </p:to>
                                    </p:set>
                                    <p:anim calcmode="lin" valueType="num">
                                      <p:cBhvr>
                                        <p:cTn id="69" dur="500" fill="hold"/>
                                        <p:tgtEl>
                                          <p:spTgt spid="655364">
                                            <p:txEl>
                                              <p:pRg st="11" end="11"/>
                                            </p:txEl>
                                          </p:spTgt>
                                        </p:tgtEl>
                                        <p:attrNameLst>
                                          <p:attrName>ppt_w</p:attrName>
                                        </p:attrNameLst>
                                      </p:cBhvr>
                                      <p:tavLst>
                                        <p:tav tm="0">
                                          <p:val>
                                            <p:fltVal val="0"/>
                                          </p:val>
                                        </p:tav>
                                        <p:tav tm="100000">
                                          <p:val>
                                            <p:strVal val="#ppt_w"/>
                                          </p:val>
                                        </p:tav>
                                      </p:tavLst>
                                    </p:anim>
                                    <p:anim calcmode="lin" valueType="num">
                                      <p:cBhvr>
                                        <p:cTn id="70" dur="500" fill="hold"/>
                                        <p:tgtEl>
                                          <p:spTgt spid="655364">
                                            <p:txEl>
                                              <p:pRg st="11" end="11"/>
                                            </p:txEl>
                                          </p:spTgt>
                                        </p:tgtEl>
                                        <p:attrNameLst>
                                          <p:attrName>ppt_h</p:attrName>
                                        </p:attrNameLst>
                                      </p:cBhvr>
                                      <p:tavLst>
                                        <p:tav tm="0">
                                          <p:val>
                                            <p:fltVal val="0"/>
                                          </p:val>
                                        </p:tav>
                                        <p:tav tm="100000">
                                          <p:val>
                                            <p:strVal val="#ppt_h"/>
                                          </p:val>
                                        </p:tav>
                                      </p:tavLst>
                                    </p:anim>
                                    <p:animEffect transition="in" filter="fade">
                                      <p:cBhvr>
                                        <p:cTn id="71" dur="500"/>
                                        <p:tgtEl>
                                          <p:spTgt spid="655364">
                                            <p:txEl>
                                              <p:pRg st="11" end="11"/>
                                            </p:txEl>
                                          </p:spTgt>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655364">
                                            <p:txEl>
                                              <p:pRg st="12" end="12"/>
                                            </p:txEl>
                                          </p:spTgt>
                                        </p:tgtEl>
                                        <p:attrNameLst>
                                          <p:attrName>style.visibility</p:attrName>
                                        </p:attrNameLst>
                                      </p:cBhvr>
                                      <p:to>
                                        <p:strVal val="visible"/>
                                      </p:to>
                                    </p:set>
                                    <p:anim calcmode="lin" valueType="num">
                                      <p:cBhvr>
                                        <p:cTn id="74" dur="500" fill="hold"/>
                                        <p:tgtEl>
                                          <p:spTgt spid="655364">
                                            <p:txEl>
                                              <p:pRg st="12" end="12"/>
                                            </p:txEl>
                                          </p:spTgt>
                                        </p:tgtEl>
                                        <p:attrNameLst>
                                          <p:attrName>ppt_w</p:attrName>
                                        </p:attrNameLst>
                                      </p:cBhvr>
                                      <p:tavLst>
                                        <p:tav tm="0">
                                          <p:val>
                                            <p:fltVal val="0"/>
                                          </p:val>
                                        </p:tav>
                                        <p:tav tm="100000">
                                          <p:val>
                                            <p:strVal val="#ppt_w"/>
                                          </p:val>
                                        </p:tav>
                                      </p:tavLst>
                                    </p:anim>
                                    <p:anim calcmode="lin" valueType="num">
                                      <p:cBhvr>
                                        <p:cTn id="75" dur="500" fill="hold"/>
                                        <p:tgtEl>
                                          <p:spTgt spid="655364">
                                            <p:txEl>
                                              <p:pRg st="12" end="12"/>
                                            </p:txEl>
                                          </p:spTgt>
                                        </p:tgtEl>
                                        <p:attrNameLst>
                                          <p:attrName>ppt_h</p:attrName>
                                        </p:attrNameLst>
                                      </p:cBhvr>
                                      <p:tavLst>
                                        <p:tav tm="0">
                                          <p:val>
                                            <p:fltVal val="0"/>
                                          </p:val>
                                        </p:tav>
                                        <p:tav tm="100000">
                                          <p:val>
                                            <p:strVal val="#ppt_h"/>
                                          </p:val>
                                        </p:tav>
                                      </p:tavLst>
                                    </p:anim>
                                    <p:animEffect transition="in" filter="fade">
                                      <p:cBhvr>
                                        <p:cTn id="76" dur="500"/>
                                        <p:tgtEl>
                                          <p:spTgt spid="655364">
                                            <p:txEl>
                                              <p:pRg st="12" end="12"/>
                                            </p:txEl>
                                          </p:spTgt>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655364">
                                            <p:txEl>
                                              <p:pRg st="13" end="13"/>
                                            </p:txEl>
                                          </p:spTgt>
                                        </p:tgtEl>
                                        <p:attrNameLst>
                                          <p:attrName>style.visibility</p:attrName>
                                        </p:attrNameLst>
                                      </p:cBhvr>
                                      <p:to>
                                        <p:strVal val="visible"/>
                                      </p:to>
                                    </p:set>
                                    <p:anim calcmode="lin" valueType="num">
                                      <p:cBhvr>
                                        <p:cTn id="79" dur="500" fill="hold"/>
                                        <p:tgtEl>
                                          <p:spTgt spid="655364">
                                            <p:txEl>
                                              <p:pRg st="13" end="13"/>
                                            </p:txEl>
                                          </p:spTgt>
                                        </p:tgtEl>
                                        <p:attrNameLst>
                                          <p:attrName>ppt_w</p:attrName>
                                        </p:attrNameLst>
                                      </p:cBhvr>
                                      <p:tavLst>
                                        <p:tav tm="0">
                                          <p:val>
                                            <p:fltVal val="0"/>
                                          </p:val>
                                        </p:tav>
                                        <p:tav tm="100000">
                                          <p:val>
                                            <p:strVal val="#ppt_w"/>
                                          </p:val>
                                        </p:tav>
                                      </p:tavLst>
                                    </p:anim>
                                    <p:anim calcmode="lin" valueType="num">
                                      <p:cBhvr>
                                        <p:cTn id="80" dur="500" fill="hold"/>
                                        <p:tgtEl>
                                          <p:spTgt spid="655364">
                                            <p:txEl>
                                              <p:pRg st="13" end="13"/>
                                            </p:txEl>
                                          </p:spTgt>
                                        </p:tgtEl>
                                        <p:attrNameLst>
                                          <p:attrName>ppt_h</p:attrName>
                                        </p:attrNameLst>
                                      </p:cBhvr>
                                      <p:tavLst>
                                        <p:tav tm="0">
                                          <p:val>
                                            <p:fltVal val="0"/>
                                          </p:val>
                                        </p:tav>
                                        <p:tav tm="100000">
                                          <p:val>
                                            <p:strVal val="#ppt_h"/>
                                          </p:val>
                                        </p:tav>
                                      </p:tavLst>
                                    </p:anim>
                                    <p:animEffect transition="in" filter="fade">
                                      <p:cBhvr>
                                        <p:cTn id="81" dur="500"/>
                                        <p:tgtEl>
                                          <p:spTgt spid="655364">
                                            <p:txEl>
                                              <p:pRg st="13" end="13"/>
                                            </p:txEl>
                                          </p:spTgt>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655364">
                                            <p:txEl>
                                              <p:pRg st="14" end="14"/>
                                            </p:txEl>
                                          </p:spTgt>
                                        </p:tgtEl>
                                        <p:attrNameLst>
                                          <p:attrName>style.visibility</p:attrName>
                                        </p:attrNameLst>
                                      </p:cBhvr>
                                      <p:to>
                                        <p:strVal val="visible"/>
                                      </p:to>
                                    </p:set>
                                    <p:anim calcmode="lin" valueType="num">
                                      <p:cBhvr>
                                        <p:cTn id="84" dur="500" fill="hold"/>
                                        <p:tgtEl>
                                          <p:spTgt spid="655364">
                                            <p:txEl>
                                              <p:pRg st="14" end="14"/>
                                            </p:txEl>
                                          </p:spTgt>
                                        </p:tgtEl>
                                        <p:attrNameLst>
                                          <p:attrName>ppt_w</p:attrName>
                                        </p:attrNameLst>
                                      </p:cBhvr>
                                      <p:tavLst>
                                        <p:tav tm="0">
                                          <p:val>
                                            <p:fltVal val="0"/>
                                          </p:val>
                                        </p:tav>
                                        <p:tav tm="100000">
                                          <p:val>
                                            <p:strVal val="#ppt_w"/>
                                          </p:val>
                                        </p:tav>
                                      </p:tavLst>
                                    </p:anim>
                                    <p:anim calcmode="lin" valueType="num">
                                      <p:cBhvr>
                                        <p:cTn id="85" dur="500" fill="hold"/>
                                        <p:tgtEl>
                                          <p:spTgt spid="655364">
                                            <p:txEl>
                                              <p:pRg st="14" end="14"/>
                                            </p:txEl>
                                          </p:spTgt>
                                        </p:tgtEl>
                                        <p:attrNameLst>
                                          <p:attrName>ppt_h</p:attrName>
                                        </p:attrNameLst>
                                      </p:cBhvr>
                                      <p:tavLst>
                                        <p:tav tm="0">
                                          <p:val>
                                            <p:fltVal val="0"/>
                                          </p:val>
                                        </p:tav>
                                        <p:tav tm="100000">
                                          <p:val>
                                            <p:strVal val="#ppt_h"/>
                                          </p:val>
                                        </p:tav>
                                      </p:tavLst>
                                    </p:anim>
                                    <p:animEffect transition="in" filter="fade">
                                      <p:cBhvr>
                                        <p:cTn id="86" dur="500"/>
                                        <p:tgtEl>
                                          <p:spTgt spid="655364">
                                            <p:txEl>
                                              <p:pRg st="14" end="14"/>
                                            </p:txEl>
                                          </p:spTgt>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655364">
                                            <p:txEl>
                                              <p:pRg st="15" end="15"/>
                                            </p:txEl>
                                          </p:spTgt>
                                        </p:tgtEl>
                                        <p:attrNameLst>
                                          <p:attrName>style.visibility</p:attrName>
                                        </p:attrNameLst>
                                      </p:cBhvr>
                                      <p:to>
                                        <p:strVal val="visible"/>
                                      </p:to>
                                    </p:set>
                                    <p:anim calcmode="lin" valueType="num">
                                      <p:cBhvr>
                                        <p:cTn id="89" dur="500" fill="hold"/>
                                        <p:tgtEl>
                                          <p:spTgt spid="655364">
                                            <p:txEl>
                                              <p:pRg st="15" end="15"/>
                                            </p:txEl>
                                          </p:spTgt>
                                        </p:tgtEl>
                                        <p:attrNameLst>
                                          <p:attrName>ppt_w</p:attrName>
                                        </p:attrNameLst>
                                      </p:cBhvr>
                                      <p:tavLst>
                                        <p:tav tm="0">
                                          <p:val>
                                            <p:fltVal val="0"/>
                                          </p:val>
                                        </p:tav>
                                        <p:tav tm="100000">
                                          <p:val>
                                            <p:strVal val="#ppt_w"/>
                                          </p:val>
                                        </p:tav>
                                      </p:tavLst>
                                    </p:anim>
                                    <p:anim calcmode="lin" valueType="num">
                                      <p:cBhvr>
                                        <p:cTn id="90" dur="500" fill="hold"/>
                                        <p:tgtEl>
                                          <p:spTgt spid="655364">
                                            <p:txEl>
                                              <p:pRg st="15" end="15"/>
                                            </p:txEl>
                                          </p:spTgt>
                                        </p:tgtEl>
                                        <p:attrNameLst>
                                          <p:attrName>ppt_h</p:attrName>
                                        </p:attrNameLst>
                                      </p:cBhvr>
                                      <p:tavLst>
                                        <p:tav tm="0">
                                          <p:val>
                                            <p:fltVal val="0"/>
                                          </p:val>
                                        </p:tav>
                                        <p:tav tm="100000">
                                          <p:val>
                                            <p:strVal val="#ppt_h"/>
                                          </p:val>
                                        </p:tav>
                                      </p:tavLst>
                                    </p:anim>
                                    <p:animEffect transition="in" filter="fade">
                                      <p:cBhvr>
                                        <p:cTn id="91" dur="500"/>
                                        <p:tgtEl>
                                          <p:spTgt spid="655364">
                                            <p:txEl>
                                              <p:pRg st="15" end="15"/>
                                            </p:txEl>
                                          </p:spTgt>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53" presetClass="entr" presetSubtype="16" fill="hold" nodeType="clickEffect">
                                  <p:stCondLst>
                                    <p:cond delay="0"/>
                                  </p:stCondLst>
                                  <p:childTnLst>
                                    <p:set>
                                      <p:cBhvr>
                                        <p:cTn id="95" dur="1" fill="hold">
                                          <p:stCondLst>
                                            <p:cond delay="0"/>
                                          </p:stCondLst>
                                        </p:cTn>
                                        <p:tgtEl>
                                          <p:spTgt spid="6"/>
                                        </p:tgtEl>
                                        <p:attrNameLst>
                                          <p:attrName>style.visibility</p:attrName>
                                        </p:attrNameLst>
                                      </p:cBhvr>
                                      <p:to>
                                        <p:strVal val="visible"/>
                                      </p:to>
                                    </p:set>
                                    <p:anim calcmode="lin" valueType="num">
                                      <p:cBhvr>
                                        <p:cTn id="96" dur="500" fill="hold"/>
                                        <p:tgtEl>
                                          <p:spTgt spid="6"/>
                                        </p:tgtEl>
                                        <p:attrNameLst>
                                          <p:attrName>ppt_w</p:attrName>
                                        </p:attrNameLst>
                                      </p:cBhvr>
                                      <p:tavLst>
                                        <p:tav tm="0">
                                          <p:val>
                                            <p:fltVal val="0"/>
                                          </p:val>
                                        </p:tav>
                                        <p:tav tm="100000">
                                          <p:val>
                                            <p:strVal val="#ppt_w"/>
                                          </p:val>
                                        </p:tav>
                                      </p:tavLst>
                                    </p:anim>
                                    <p:anim calcmode="lin" valueType="num">
                                      <p:cBhvr>
                                        <p:cTn id="97" dur="500" fill="hold"/>
                                        <p:tgtEl>
                                          <p:spTgt spid="6"/>
                                        </p:tgtEl>
                                        <p:attrNameLst>
                                          <p:attrName>ppt_h</p:attrName>
                                        </p:attrNameLst>
                                      </p:cBhvr>
                                      <p:tavLst>
                                        <p:tav tm="0">
                                          <p:val>
                                            <p:fltVal val="0"/>
                                          </p:val>
                                        </p:tav>
                                        <p:tav tm="100000">
                                          <p:val>
                                            <p:strVal val="#ppt_h"/>
                                          </p:val>
                                        </p:tav>
                                      </p:tavLst>
                                    </p:anim>
                                    <p:animEffect transition="in" filter="fade">
                                      <p:cBhvr>
                                        <p:cTn id="98" dur="500"/>
                                        <p:tgtEl>
                                          <p:spTgt spid="6"/>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53" presetClass="entr" presetSubtype="16" fill="hold" nodeType="clickEffect">
                                  <p:stCondLst>
                                    <p:cond delay="0"/>
                                  </p:stCondLst>
                                  <p:childTnLst>
                                    <p:set>
                                      <p:cBhvr>
                                        <p:cTn id="102" dur="1" fill="hold">
                                          <p:stCondLst>
                                            <p:cond delay="0"/>
                                          </p:stCondLst>
                                        </p:cTn>
                                        <p:tgtEl>
                                          <p:spTgt spid="7"/>
                                        </p:tgtEl>
                                        <p:attrNameLst>
                                          <p:attrName>style.visibility</p:attrName>
                                        </p:attrNameLst>
                                      </p:cBhvr>
                                      <p:to>
                                        <p:strVal val="visible"/>
                                      </p:to>
                                    </p:set>
                                    <p:anim calcmode="lin" valueType="num">
                                      <p:cBhvr>
                                        <p:cTn id="103" dur="500" fill="hold"/>
                                        <p:tgtEl>
                                          <p:spTgt spid="7"/>
                                        </p:tgtEl>
                                        <p:attrNameLst>
                                          <p:attrName>ppt_w</p:attrName>
                                        </p:attrNameLst>
                                      </p:cBhvr>
                                      <p:tavLst>
                                        <p:tav tm="0">
                                          <p:val>
                                            <p:fltVal val="0"/>
                                          </p:val>
                                        </p:tav>
                                        <p:tav tm="100000">
                                          <p:val>
                                            <p:strVal val="#ppt_w"/>
                                          </p:val>
                                        </p:tav>
                                      </p:tavLst>
                                    </p:anim>
                                    <p:anim calcmode="lin" valueType="num">
                                      <p:cBhvr>
                                        <p:cTn id="104" dur="500" fill="hold"/>
                                        <p:tgtEl>
                                          <p:spTgt spid="7"/>
                                        </p:tgtEl>
                                        <p:attrNameLst>
                                          <p:attrName>ppt_h</p:attrName>
                                        </p:attrNameLst>
                                      </p:cBhvr>
                                      <p:tavLst>
                                        <p:tav tm="0">
                                          <p:val>
                                            <p:fltVal val="0"/>
                                          </p:val>
                                        </p:tav>
                                        <p:tav tm="100000">
                                          <p:val>
                                            <p:strVal val="#ppt_h"/>
                                          </p:val>
                                        </p:tav>
                                      </p:tavLst>
                                    </p:anim>
                                    <p:animEffect transition="in" filter="fade">
                                      <p:cBhvr>
                                        <p:cTn id="105" dur="500"/>
                                        <p:tgtEl>
                                          <p:spTgt spid="7"/>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53" presetClass="entr" presetSubtype="16" fill="hold" nodeType="clickEffect">
                                  <p:stCondLst>
                                    <p:cond delay="0"/>
                                  </p:stCondLst>
                                  <p:childTnLst>
                                    <p:set>
                                      <p:cBhvr>
                                        <p:cTn id="109" dur="1" fill="hold">
                                          <p:stCondLst>
                                            <p:cond delay="0"/>
                                          </p:stCondLst>
                                        </p:cTn>
                                        <p:tgtEl>
                                          <p:spTgt spid="4"/>
                                        </p:tgtEl>
                                        <p:attrNameLst>
                                          <p:attrName>style.visibility</p:attrName>
                                        </p:attrNameLst>
                                      </p:cBhvr>
                                      <p:to>
                                        <p:strVal val="visible"/>
                                      </p:to>
                                    </p:set>
                                    <p:anim calcmode="lin" valueType="num">
                                      <p:cBhvr>
                                        <p:cTn id="110" dur="500" fill="hold"/>
                                        <p:tgtEl>
                                          <p:spTgt spid="4"/>
                                        </p:tgtEl>
                                        <p:attrNameLst>
                                          <p:attrName>ppt_w</p:attrName>
                                        </p:attrNameLst>
                                      </p:cBhvr>
                                      <p:tavLst>
                                        <p:tav tm="0">
                                          <p:val>
                                            <p:fltVal val="0"/>
                                          </p:val>
                                        </p:tav>
                                        <p:tav tm="100000">
                                          <p:val>
                                            <p:strVal val="#ppt_w"/>
                                          </p:val>
                                        </p:tav>
                                      </p:tavLst>
                                    </p:anim>
                                    <p:anim calcmode="lin" valueType="num">
                                      <p:cBhvr>
                                        <p:cTn id="111" dur="500" fill="hold"/>
                                        <p:tgtEl>
                                          <p:spTgt spid="4"/>
                                        </p:tgtEl>
                                        <p:attrNameLst>
                                          <p:attrName>ppt_h</p:attrName>
                                        </p:attrNameLst>
                                      </p:cBhvr>
                                      <p:tavLst>
                                        <p:tav tm="0">
                                          <p:val>
                                            <p:fltVal val="0"/>
                                          </p:val>
                                        </p:tav>
                                        <p:tav tm="100000">
                                          <p:val>
                                            <p:strVal val="#ppt_h"/>
                                          </p:val>
                                        </p:tav>
                                      </p:tavLst>
                                    </p:anim>
                                    <p:animEffect transition="in" filter="fade">
                                      <p:cBhvr>
                                        <p:cTn id="112" dur="500"/>
                                        <p:tgtEl>
                                          <p:spTgt spid="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53" presetClass="exit" presetSubtype="0" fill="hold" nodeType="clickEffect">
                                  <p:stCondLst>
                                    <p:cond delay="0"/>
                                  </p:stCondLst>
                                  <p:childTnLst>
                                    <p:anim calcmode="lin" valueType="num">
                                      <p:cBhvr>
                                        <p:cTn id="116" dur="500"/>
                                        <p:tgtEl>
                                          <p:spTgt spid="655364">
                                            <p:txEl>
                                              <p:pRg st="0" end="0"/>
                                            </p:txEl>
                                          </p:spTgt>
                                        </p:tgtEl>
                                        <p:attrNameLst>
                                          <p:attrName>ppt_w</p:attrName>
                                        </p:attrNameLst>
                                      </p:cBhvr>
                                      <p:tavLst>
                                        <p:tav tm="0">
                                          <p:val>
                                            <p:strVal val="ppt_w"/>
                                          </p:val>
                                        </p:tav>
                                        <p:tav tm="100000">
                                          <p:val>
                                            <p:fltVal val="0"/>
                                          </p:val>
                                        </p:tav>
                                      </p:tavLst>
                                    </p:anim>
                                    <p:anim calcmode="lin" valueType="num">
                                      <p:cBhvr>
                                        <p:cTn id="117" dur="500"/>
                                        <p:tgtEl>
                                          <p:spTgt spid="655364">
                                            <p:txEl>
                                              <p:pRg st="0" end="0"/>
                                            </p:txEl>
                                          </p:spTgt>
                                        </p:tgtEl>
                                        <p:attrNameLst>
                                          <p:attrName>ppt_h</p:attrName>
                                        </p:attrNameLst>
                                      </p:cBhvr>
                                      <p:tavLst>
                                        <p:tav tm="0">
                                          <p:val>
                                            <p:strVal val="ppt_h"/>
                                          </p:val>
                                        </p:tav>
                                        <p:tav tm="100000">
                                          <p:val>
                                            <p:fltVal val="0"/>
                                          </p:val>
                                        </p:tav>
                                      </p:tavLst>
                                    </p:anim>
                                    <p:animEffect transition="out" filter="fade">
                                      <p:cBhvr>
                                        <p:cTn id="118" dur="500"/>
                                        <p:tgtEl>
                                          <p:spTgt spid="655364">
                                            <p:txEl>
                                              <p:pRg st="0" end="0"/>
                                            </p:txEl>
                                          </p:spTgt>
                                        </p:tgtEl>
                                      </p:cBhvr>
                                    </p:animEffect>
                                    <p:set>
                                      <p:cBhvr>
                                        <p:cTn id="119" dur="1" fill="hold">
                                          <p:stCondLst>
                                            <p:cond delay="499"/>
                                          </p:stCondLst>
                                        </p:cTn>
                                        <p:tgtEl>
                                          <p:spTgt spid="655364">
                                            <p:txEl>
                                              <p:pRg st="0" end="0"/>
                                            </p:txEl>
                                          </p:spTgt>
                                        </p:tgtEl>
                                        <p:attrNameLst>
                                          <p:attrName>style.visibility</p:attrName>
                                        </p:attrNameLst>
                                      </p:cBhvr>
                                      <p:to>
                                        <p:strVal val="hidden"/>
                                      </p:to>
                                    </p:set>
                                  </p:childTnLst>
                                </p:cTn>
                              </p:par>
                              <p:par>
                                <p:cTn id="120" presetID="53" presetClass="exit" presetSubtype="0" fill="hold" nodeType="withEffect">
                                  <p:stCondLst>
                                    <p:cond delay="0"/>
                                  </p:stCondLst>
                                  <p:childTnLst>
                                    <p:anim calcmode="lin" valueType="num">
                                      <p:cBhvr>
                                        <p:cTn id="121" dur="500"/>
                                        <p:tgtEl>
                                          <p:spTgt spid="655364">
                                            <p:txEl>
                                              <p:pRg st="1" end="1"/>
                                            </p:txEl>
                                          </p:spTgt>
                                        </p:tgtEl>
                                        <p:attrNameLst>
                                          <p:attrName>ppt_w</p:attrName>
                                        </p:attrNameLst>
                                      </p:cBhvr>
                                      <p:tavLst>
                                        <p:tav tm="0">
                                          <p:val>
                                            <p:strVal val="ppt_w"/>
                                          </p:val>
                                        </p:tav>
                                        <p:tav tm="100000">
                                          <p:val>
                                            <p:fltVal val="0"/>
                                          </p:val>
                                        </p:tav>
                                      </p:tavLst>
                                    </p:anim>
                                    <p:anim calcmode="lin" valueType="num">
                                      <p:cBhvr>
                                        <p:cTn id="122" dur="500"/>
                                        <p:tgtEl>
                                          <p:spTgt spid="655364">
                                            <p:txEl>
                                              <p:pRg st="1" end="1"/>
                                            </p:txEl>
                                          </p:spTgt>
                                        </p:tgtEl>
                                        <p:attrNameLst>
                                          <p:attrName>ppt_h</p:attrName>
                                        </p:attrNameLst>
                                      </p:cBhvr>
                                      <p:tavLst>
                                        <p:tav tm="0">
                                          <p:val>
                                            <p:strVal val="ppt_h"/>
                                          </p:val>
                                        </p:tav>
                                        <p:tav tm="100000">
                                          <p:val>
                                            <p:fltVal val="0"/>
                                          </p:val>
                                        </p:tav>
                                      </p:tavLst>
                                    </p:anim>
                                    <p:animEffect transition="out" filter="fade">
                                      <p:cBhvr>
                                        <p:cTn id="123" dur="500"/>
                                        <p:tgtEl>
                                          <p:spTgt spid="655364">
                                            <p:txEl>
                                              <p:pRg st="1" end="1"/>
                                            </p:txEl>
                                          </p:spTgt>
                                        </p:tgtEl>
                                      </p:cBhvr>
                                    </p:animEffect>
                                    <p:set>
                                      <p:cBhvr>
                                        <p:cTn id="124" dur="1" fill="hold">
                                          <p:stCondLst>
                                            <p:cond delay="499"/>
                                          </p:stCondLst>
                                        </p:cTn>
                                        <p:tgtEl>
                                          <p:spTgt spid="655364">
                                            <p:txEl>
                                              <p:pRg st="1" end="1"/>
                                            </p:txEl>
                                          </p:spTgt>
                                        </p:tgtEl>
                                        <p:attrNameLst>
                                          <p:attrName>style.visibility</p:attrName>
                                        </p:attrNameLst>
                                      </p:cBhvr>
                                      <p:to>
                                        <p:strVal val="hidden"/>
                                      </p:to>
                                    </p:set>
                                  </p:childTnLst>
                                </p:cTn>
                              </p:par>
                              <p:par>
                                <p:cTn id="125" presetID="53" presetClass="exit" presetSubtype="0" fill="hold" nodeType="withEffect">
                                  <p:stCondLst>
                                    <p:cond delay="0"/>
                                  </p:stCondLst>
                                  <p:childTnLst>
                                    <p:anim calcmode="lin" valueType="num">
                                      <p:cBhvr>
                                        <p:cTn id="126" dur="500"/>
                                        <p:tgtEl>
                                          <p:spTgt spid="655364">
                                            <p:txEl>
                                              <p:pRg st="2" end="2"/>
                                            </p:txEl>
                                          </p:spTgt>
                                        </p:tgtEl>
                                        <p:attrNameLst>
                                          <p:attrName>ppt_w</p:attrName>
                                        </p:attrNameLst>
                                      </p:cBhvr>
                                      <p:tavLst>
                                        <p:tav tm="0">
                                          <p:val>
                                            <p:strVal val="ppt_w"/>
                                          </p:val>
                                        </p:tav>
                                        <p:tav tm="100000">
                                          <p:val>
                                            <p:fltVal val="0"/>
                                          </p:val>
                                        </p:tav>
                                      </p:tavLst>
                                    </p:anim>
                                    <p:anim calcmode="lin" valueType="num">
                                      <p:cBhvr>
                                        <p:cTn id="127" dur="500"/>
                                        <p:tgtEl>
                                          <p:spTgt spid="655364">
                                            <p:txEl>
                                              <p:pRg st="2" end="2"/>
                                            </p:txEl>
                                          </p:spTgt>
                                        </p:tgtEl>
                                        <p:attrNameLst>
                                          <p:attrName>ppt_h</p:attrName>
                                        </p:attrNameLst>
                                      </p:cBhvr>
                                      <p:tavLst>
                                        <p:tav tm="0">
                                          <p:val>
                                            <p:strVal val="ppt_h"/>
                                          </p:val>
                                        </p:tav>
                                        <p:tav tm="100000">
                                          <p:val>
                                            <p:fltVal val="0"/>
                                          </p:val>
                                        </p:tav>
                                      </p:tavLst>
                                    </p:anim>
                                    <p:animEffect transition="out" filter="fade">
                                      <p:cBhvr>
                                        <p:cTn id="128" dur="500"/>
                                        <p:tgtEl>
                                          <p:spTgt spid="655364">
                                            <p:txEl>
                                              <p:pRg st="2" end="2"/>
                                            </p:txEl>
                                          </p:spTgt>
                                        </p:tgtEl>
                                      </p:cBhvr>
                                    </p:animEffect>
                                    <p:set>
                                      <p:cBhvr>
                                        <p:cTn id="129" dur="1" fill="hold">
                                          <p:stCondLst>
                                            <p:cond delay="499"/>
                                          </p:stCondLst>
                                        </p:cTn>
                                        <p:tgtEl>
                                          <p:spTgt spid="655364">
                                            <p:txEl>
                                              <p:pRg st="2" end="2"/>
                                            </p:txEl>
                                          </p:spTgt>
                                        </p:tgtEl>
                                        <p:attrNameLst>
                                          <p:attrName>style.visibility</p:attrName>
                                        </p:attrNameLst>
                                      </p:cBhvr>
                                      <p:to>
                                        <p:strVal val="hidden"/>
                                      </p:to>
                                    </p:set>
                                  </p:childTnLst>
                                </p:cTn>
                              </p:par>
                              <p:par>
                                <p:cTn id="130" presetID="53" presetClass="exit" presetSubtype="0" fill="hold" nodeType="withEffect">
                                  <p:stCondLst>
                                    <p:cond delay="0"/>
                                  </p:stCondLst>
                                  <p:childTnLst>
                                    <p:anim calcmode="lin" valueType="num">
                                      <p:cBhvr>
                                        <p:cTn id="131" dur="500"/>
                                        <p:tgtEl>
                                          <p:spTgt spid="655364">
                                            <p:txEl>
                                              <p:pRg st="3" end="3"/>
                                            </p:txEl>
                                          </p:spTgt>
                                        </p:tgtEl>
                                        <p:attrNameLst>
                                          <p:attrName>ppt_w</p:attrName>
                                        </p:attrNameLst>
                                      </p:cBhvr>
                                      <p:tavLst>
                                        <p:tav tm="0">
                                          <p:val>
                                            <p:strVal val="ppt_w"/>
                                          </p:val>
                                        </p:tav>
                                        <p:tav tm="100000">
                                          <p:val>
                                            <p:fltVal val="0"/>
                                          </p:val>
                                        </p:tav>
                                      </p:tavLst>
                                    </p:anim>
                                    <p:anim calcmode="lin" valueType="num">
                                      <p:cBhvr>
                                        <p:cTn id="132" dur="500"/>
                                        <p:tgtEl>
                                          <p:spTgt spid="655364">
                                            <p:txEl>
                                              <p:pRg st="3" end="3"/>
                                            </p:txEl>
                                          </p:spTgt>
                                        </p:tgtEl>
                                        <p:attrNameLst>
                                          <p:attrName>ppt_h</p:attrName>
                                        </p:attrNameLst>
                                      </p:cBhvr>
                                      <p:tavLst>
                                        <p:tav tm="0">
                                          <p:val>
                                            <p:strVal val="ppt_h"/>
                                          </p:val>
                                        </p:tav>
                                        <p:tav tm="100000">
                                          <p:val>
                                            <p:fltVal val="0"/>
                                          </p:val>
                                        </p:tav>
                                      </p:tavLst>
                                    </p:anim>
                                    <p:animEffect transition="out" filter="fade">
                                      <p:cBhvr>
                                        <p:cTn id="133" dur="500"/>
                                        <p:tgtEl>
                                          <p:spTgt spid="655364">
                                            <p:txEl>
                                              <p:pRg st="3" end="3"/>
                                            </p:txEl>
                                          </p:spTgt>
                                        </p:tgtEl>
                                      </p:cBhvr>
                                    </p:animEffect>
                                    <p:set>
                                      <p:cBhvr>
                                        <p:cTn id="134" dur="1" fill="hold">
                                          <p:stCondLst>
                                            <p:cond delay="499"/>
                                          </p:stCondLst>
                                        </p:cTn>
                                        <p:tgtEl>
                                          <p:spTgt spid="655364">
                                            <p:txEl>
                                              <p:pRg st="3" end="3"/>
                                            </p:txEl>
                                          </p:spTgt>
                                        </p:tgtEl>
                                        <p:attrNameLst>
                                          <p:attrName>style.visibility</p:attrName>
                                        </p:attrNameLst>
                                      </p:cBhvr>
                                      <p:to>
                                        <p:strVal val="hidden"/>
                                      </p:to>
                                    </p:set>
                                  </p:childTnLst>
                                </p:cTn>
                              </p:par>
                              <p:par>
                                <p:cTn id="135" presetID="53" presetClass="exit" presetSubtype="0" fill="hold" nodeType="withEffect">
                                  <p:stCondLst>
                                    <p:cond delay="0"/>
                                  </p:stCondLst>
                                  <p:childTnLst>
                                    <p:anim calcmode="lin" valueType="num">
                                      <p:cBhvr>
                                        <p:cTn id="136" dur="500"/>
                                        <p:tgtEl>
                                          <p:spTgt spid="655364">
                                            <p:txEl>
                                              <p:pRg st="4" end="4"/>
                                            </p:txEl>
                                          </p:spTgt>
                                        </p:tgtEl>
                                        <p:attrNameLst>
                                          <p:attrName>ppt_w</p:attrName>
                                        </p:attrNameLst>
                                      </p:cBhvr>
                                      <p:tavLst>
                                        <p:tav tm="0">
                                          <p:val>
                                            <p:strVal val="ppt_w"/>
                                          </p:val>
                                        </p:tav>
                                        <p:tav tm="100000">
                                          <p:val>
                                            <p:fltVal val="0"/>
                                          </p:val>
                                        </p:tav>
                                      </p:tavLst>
                                    </p:anim>
                                    <p:anim calcmode="lin" valueType="num">
                                      <p:cBhvr>
                                        <p:cTn id="137" dur="500"/>
                                        <p:tgtEl>
                                          <p:spTgt spid="655364">
                                            <p:txEl>
                                              <p:pRg st="4" end="4"/>
                                            </p:txEl>
                                          </p:spTgt>
                                        </p:tgtEl>
                                        <p:attrNameLst>
                                          <p:attrName>ppt_h</p:attrName>
                                        </p:attrNameLst>
                                      </p:cBhvr>
                                      <p:tavLst>
                                        <p:tav tm="0">
                                          <p:val>
                                            <p:strVal val="ppt_h"/>
                                          </p:val>
                                        </p:tav>
                                        <p:tav tm="100000">
                                          <p:val>
                                            <p:fltVal val="0"/>
                                          </p:val>
                                        </p:tav>
                                      </p:tavLst>
                                    </p:anim>
                                    <p:animEffect transition="out" filter="fade">
                                      <p:cBhvr>
                                        <p:cTn id="138" dur="500"/>
                                        <p:tgtEl>
                                          <p:spTgt spid="655364">
                                            <p:txEl>
                                              <p:pRg st="4" end="4"/>
                                            </p:txEl>
                                          </p:spTgt>
                                        </p:tgtEl>
                                      </p:cBhvr>
                                    </p:animEffect>
                                    <p:set>
                                      <p:cBhvr>
                                        <p:cTn id="139" dur="1" fill="hold">
                                          <p:stCondLst>
                                            <p:cond delay="499"/>
                                          </p:stCondLst>
                                        </p:cTn>
                                        <p:tgtEl>
                                          <p:spTgt spid="655364">
                                            <p:txEl>
                                              <p:pRg st="4" end="4"/>
                                            </p:txEl>
                                          </p:spTgt>
                                        </p:tgtEl>
                                        <p:attrNameLst>
                                          <p:attrName>style.visibility</p:attrName>
                                        </p:attrNameLst>
                                      </p:cBhvr>
                                      <p:to>
                                        <p:strVal val="hidden"/>
                                      </p:to>
                                    </p:set>
                                  </p:childTnLst>
                                </p:cTn>
                              </p:par>
                              <p:par>
                                <p:cTn id="140" presetID="53" presetClass="exit" presetSubtype="0" fill="hold" nodeType="withEffect">
                                  <p:stCondLst>
                                    <p:cond delay="0"/>
                                  </p:stCondLst>
                                  <p:childTnLst>
                                    <p:anim calcmode="lin" valueType="num">
                                      <p:cBhvr>
                                        <p:cTn id="141" dur="500"/>
                                        <p:tgtEl>
                                          <p:spTgt spid="655364">
                                            <p:txEl>
                                              <p:pRg st="5" end="5"/>
                                            </p:txEl>
                                          </p:spTgt>
                                        </p:tgtEl>
                                        <p:attrNameLst>
                                          <p:attrName>ppt_w</p:attrName>
                                        </p:attrNameLst>
                                      </p:cBhvr>
                                      <p:tavLst>
                                        <p:tav tm="0">
                                          <p:val>
                                            <p:strVal val="ppt_w"/>
                                          </p:val>
                                        </p:tav>
                                        <p:tav tm="100000">
                                          <p:val>
                                            <p:fltVal val="0"/>
                                          </p:val>
                                        </p:tav>
                                      </p:tavLst>
                                    </p:anim>
                                    <p:anim calcmode="lin" valueType="num">
                                      <p:cBhvr>
                                        <p:cTn id="142" dur="500"/>
                                        <p:tgtEl>
                                          <p:spTgt spid="655364">
                                            <p:txEl>
                                              <p:pRg st="5" end="5"/>
                                            </p:txEl>
                                          </p:spTgt>
                                        </p:tgtEl>
                                        <p:attrNameLst>
                                          <p:attrName>ppt_h</p:attrName>
                                        </p:attrNameLst>
                                      </p:cBhvr>
                                      <p:tavLst>
                                        <p:tav tm="0">
                                          <p:val>
                                            <p:strVal val="ppt_h"/>
                                          </p:val>
                                        </p:tav>
                                        <p:tav tm="100000">
                                          <p:val>
                                            <p:fltVal val="0"/>
                                          </p:val>
                                        </p:tav>
                                      </p:tavLst>
                                    </p:anim>
                                    <p:animEffect transition="out" filter="fade">
                                      <p:cBhvr>
                                        <p:cTn id="143" dur="500"/>
                                        <p:tgtEl>
                                          <p:spTgt spid="655364">
                                            <p:txEl>
                                              <p:pRg st="5" end="5"/>
                                            </p:txEl>
                                          </p:spTgt>
                                        </p:tgtEl>
                                      </p:cBhvr>
                                    </p:animEffect>
                                    <p:set>
                                      <p:cBhvr>
                                        <p:cTn id="144" dur="1" fill="hold">
                                          <p:stCondLst>
                                            <p:cond delay="499"/>
                                          </p:stCondLst>
                                        </p:cTn>
                                        <p:tgtEl>
                                          <p:spTgt spid="655364">
                                            <p:txEl>
                                              <p:pRg st="5" end="5"/>
                                            </p:txEl>
                                          </p:spTgt>
                                        </p:tgtEl>
                                        <p:attrNameLst>
                                          <p:attrName>style.visibility</p:attrName>
                                        </p:attrNameLst>
                                      </p:cBhvr>
                                      <p:to>
                                        <p:strVal val="hidden"/>
                                      </p:to>
                                    </p:set>
                                  </p:childTnLst>
                                </p:cTn>
                              </p:par>
                              <p:par>
                                <p:cTn id="145" presetID="53" presetClass="exit" presetSubtype="0" fill="hold" nodeType="withEffect">
                                  <p:stCondLst>
                                    <p:cond delay="0"/>
                                  </p:stCondLst>
                                  <p:childTnLst>
                                    <p:anim calcmode="lin" valueType="num">
                                      <p:cBhvr>
                                        <p:cTn id="146" dur="500"/>
                                        <p:tgtEl>
                                          <p:spTgt spid="655364">
                                            <p:txEl>
                                              <p:pRg st="6" end="6"/>
                                            </p:txEl>
                                          </p:spTgt>
                                        </p:tgtEl>
                                        <p:attrNameLst>
                                          <p:attrName>ppt_w</p:attrName>
                                        </p:attrNameLst>
                                      </p:cBhvr>
                                      <p:tavLst>
                                        <p:tav tm="0">
                                          <p:val>
                                            <p:strVal val="ppt_w"/>
                                          </p:val>
                                        </p:tav>
                                        <p:tav tm="100000">
                                          <p:val>
                                            <p:fltVal val="0"/>
                                          </p:val>
                                        </p:tav>
                                      </p:tavLst>
                                    </p:anim>
                                    <p:anim calcmode="lin" valueType="num">
                                      <p:cBhvr>
                                        <p:cTn id="147" dur="500"/>
                                        <p:tgtEl>
                                          <p:spTgt spid="655364">
                                            <p:txEl>
                                              <p:pRg st="6" end="6"/>
                                            </p:txEl>
                                          </p:spTgt>
                                        </p:tgtEl>
                                        <p:attrNameLst>
                                          <p:attrName>ppt_h</p:attrName>
                                        </p:attrNameLst>
                                      </p:cBhvr>
                                      <p:tavLst>
                                        <p:tav tm="0">
                                          <p:val>
                                            <p:strVal val="ppt_h"/>
                                          </p:val>
                                        </p:tav>
                                        <p:tav tm="100000">
                                          <p:val>
                                            <p:fltVal val="0"/>
                                          </p:val>
                                        </p:tav>
                                      </p:tavLst>
                                    </p:anim>
                                    <p:animEffect transition="out" filter="fade">
                                      <p:cBhvr>
                                        <p:cTn id="148" dur="500"/>
                                        <p:tgtEl>
                                          <p:spTgt spid="655364">
                                            <p:txEl>
                                              <p:pRg st="6" end="6"/>
                                            </p:txEl>
                                          </p:spTgt>
                                        </p:tgtEl>
                                      </p:cBhvr>
                                    </p:animEffect>
                                    <p:set>
                                      <p:cBhvr>
                                        <p:cTn id="149" dur="1" fill="hold">
                                          <p:stCondLst>
                                            <p:cond delay="499"/>
                                          </p:stCondLst>
                                        </p:cTn>
                                        <p:tgtEl>
                                          <p:spTgt spid="655364">
                                            <p:txEl>
                                              <p:pRg st="6" end="6"/>
                                            </p:txEl>
                                          </p:spTgt>
                                        </p:tgtEl>
                                        <p:attrNameLst>
                                          <p:attrName>style.visibility</p:attrName>
                                        </p:attrNameLst>
                                      </p:cBhvr>
                                      <p:to>
                                        <p:strVal val="hidden"/>
                                      </p:to>
                                    </p:set>
                                  </p:childTnLst>
                                </p:cTn>
                              </p:par>
                              <p:par>
                                <p:cTn id="150" presetID="53" presetClass="exit" presetSubtype="0" fill="hold" nodeType="withEffect">
                                  <p:stCondLst>
                                    <p:cond delay="0"/>
                                  </p:stCondLst>
                                  <p:childTnLst>
                                    <p:anim calcmode="lin" valueType="num">
                                      <p:cBhvr>
                                        <p:cTn id="151" dur="500"/>
                                        <p:tgtEl>
                                          <p:spTgt spid="655364">
                                            <p:txEl>
                                              <p:pRg st="7" end="7"/>
                                            </p:txEl>
                                          </p:spTgt>
                                        </p:tgtEl>
                                        <p:attrNameLst>
                                          <p:attrName>ppt_w</p:attrName>
                                        </p:attrNameLst>
                                      </p:cBhvr>
                                      <p:tavLst>
                                        <p:tav tm="0">
                                          <p:val>
                                            <p:strVal val="ppt_w"/>
                                          </p:val>
                                        </p:tav>
                                        <p:tav tm="100000">
                                          <p:val>
                                            <p:fltVal val="0"/>
                                          </p:val>
                                        </p:tav>
                                      </p:tavLst>
                                    </p:anim>
                                    <p:anim calcmode="lin" valueType="num">
                                      <p:cBhvr>
                                        <p:cTn id="152" dur="500"/>
                                        <p:tgtEl>
                                          <p:spTgt spid="655364">
                                            <p:txEl>
                                              <p:pRg st="7" end="7"/>
                                            </p:txEl>
                                          </p:spTgt>
                                        </p:tgtEl>
                                        <p:attrNameLst>
                                          <p:attrName>ppt_h</p:attrName>
                                        </p:attrNameLst>
                                      </p:cBhvr>
                                      <p:tavLst>
                                        <p:tav tm="0">
                                          <p:val>
                                            <p:strVal val="ppt_h"/>
                                          </p:val>
                                        </p:tav>
                                        <p:tav tm="100000">
                                          <p:val>
                                            <p:fltVal val="0"/>
                                          </p:val>
                                        </p:tav>
                                      </p:tavLst>
                                    </p:anim>
                                    <p:animEffect transition="out" filter="fade">
                                      <p:cBhvr>
                                        <p:cTn id="153" dur="500"/>
                                        <p:tgtEl>
                                          <p:spTgt spid="655364">
                                            <p:txEl>
                                              <p:pRg st="7" end="7"/>
                                            </p:txEl>
                                          </p:spTgt>
                                        </p:tgtEl>
                                      </p:cBhvr>
                                    </p:animEffect>
                                    <p:set>
                                      <p:cBhvr>
                                        <p:cTn id="154" dur="1" fill="hold">
                                          <p:stCondLst>
                                            <p:cond delay="499"/>
                                          </p:stCondLst>
                                        </p:cTn>
                                        <p:tgtEl>
                                          <p:spTgt spid="655364">
                                            <p:txEl>
                                              <p:pRg st="7" end="7"/>
                                            </p:txEl>
                                          </p:spTgt>
                                        </p:tgtEl>
                                        <p:attrNameLst>
                                          <p:attrName>style.visibility</p:attrName>
                                        </p:attrNameLst>
                                      </p:cBhvr>
                                      <p:to>
                                        <p:strVal val="hidden"/>
                                      </p:to>
                                    </p:set>
                                  </p:childTnLst>
                                </p:cTn>
                              </p:par>
                              <p:par>
                                <p:cTn id="155" presetID="53" presetClass="exit" presetSubtype="0" fill="hold" nodeType="withEffect">
                                  <p:stCondLst>
                                    <p:cond delay="0"/>
                                  </p:stCondLst>
                                  <p:childTnLst>
                                    <p:anim calcmode="lin" valueType="num">
                                      <p:cBhvr>
                                        <p:cTn id="156" dur="500"/>
                                        <p:tgtEl>
                                          <p:spTgt spid="655364">
                                            <p:txEl>
                                              <p:pRg st="8" end="8"/>
                                            </p:txEl>
                                          </p:spTgt>
                                        </p:tgtEl>
                                        <p:attrNameLst>
                                          <p:attrName>ppt_w</p:attrName>
                                        </p:attrNameLst>
                                      </p:cBhvr>
                                      <p:tavLst>
                                        <p:tav tm="0">
                                          <p:val>
                                            <p:strVal val="ppt_w"/>
                                          </p:val>
                                        </p:tav>
                                        <p:tav tm="100000">
                                          <p:val>
                                            <p:fltVal val="0"/>
                                          </p:val>
                                        </p:tav>
                                      </p:tavLst>
                                    </p:anim>
                                    <p:anim calcmode="lin" valueType="num">
                                      <p:cBhvr>
                                        <p:cTn id="157" dur="500"/>
                                        <p:tgtEl>
                                          <p:spTgt spid="655364">
                                            <p:txEl>
                                              <p:pRg st="8" end="8"/>
                                            </p:txEl>
                                          </p:spTgt>
                                        </p:tgtEl>
                                        <p:attrNameLst>
                                          <p:attrName>ppt_h</p:attrName>
                                        </p:attrNameLst>
                                      </p:cBhvr>
                                      <p:tavLst>
                                        <p:tav tm="0">
                                          <p:val>
                                            <p:strVal val="ppt_h"/>
                                          </p:val>
                                        </p:tav>
                                        <p:tav tm="100000">
                                          <p:val>
                                            <p:fltVal val="0"/>
                                          </p:val>
                                        </p:tav>
                                      </p:tavLst>
                                    </p:anim>
                                    <p:animEffect transition="out" filter="fade">
                                      <p:cBhvr>
                                        <p:cTn id="158" dur="500"/>
                                        <p:tgtEl>
                                          <p:spTgt spid="655364">
                                            <p:txEl>
                                              <p:pRg st="8" end="8"/>
                                            </p:txEl>
                                          </p:spTgt>
                                        </p:tgtEl>
                                      </p:cBhvr>
                                    </p:animEffect>
                                    <p:set>
                                      <p:cBhvr>
                                        <p:cTn id="159" dur="1" fill="hold">
                                          <p:stCondLst>
                                            <p:cond delay="499"/>
                                          </p:stCondLst>
                                        </p:cTn>
                                        <p:tgtEl>
                                          <p:spTgt spid="655364">
                                            <p:txEl>
                                              <p:pRg st="8" end="8"/>
                                            </p:txEl>
                                          </p:spTgt>
                                        </p:tgtEl>
                                        <p:attrNameLst>
                                          <p:attrName>style.visibility</p:attrName>
                                        </p:attrNameLst>
                                      </p:cBhvr>
                                      <p:to>
                                        <p:strVal val="hidden"/>
                                      </p:to>
                                    </p:set>
                                  </p:childTnLst>
                                </p:cTn>
                              </p:par>
                              <p:par>
                                <p:cTn id="160" presetID="53" presetClass="exit" presetSubtype="0" fill="hold" nodeType="withEffect">
                                  <p:stCondLst>
                                    <p:cond delay="0"/>
                                  </p:stCondLst>
                                  <p:childTnLst>
                                    <p:anim calcmode="lin" valueType="num">
                                      <p:cBhvr>
                                        <p:cTn id="161" dur="500"/>
                                        <p:tgtEl>
                                          <p:spTgt spid="655364">
                                            <p:txEl>
                                              <p:pRg st="9" end="9"/>
                                            </p:txEl>
                                          </p:spTgt>
                                        </p:tgtEl>
                                        <p:attrNameLst>
                                          <p:attrName>ppt_w</p:attrName>
                                        </p:attrNameLst>
                                      </p:cBhvr>
                                      <p:tavLst>
                                        <p:tav tm="0">
                                          <p:val>
                                            <p:strVal val="ppt_w"/>
                                          </p:val>
                                        </p:tav>
                                        <p:tav tm="100000">
                                          <p:val>
                                            <p:fltVal val="0"/>
                                          </p:val>
                                        </p:tav>
                                      </p:tavLst>
                                    </p:anim>
                                    <p:anim calcmode="lin" valueType="num">
                                      <p:cBhvr>
                                        <p:cTn id="162" dur="500"/>
                                        <p:tgtEl>
                                          <p:spTgt spid="655364">
                                            <p:txEl>
                                              <p:pRg st="9" end="9"/>
                                            </p:txEl>
                                          </p:spTgt>
                                        </p:tgtEl>
                                        <p:attrNameLst>
                                          <p:attrName>ppt_h</p:attrName>
                                        </p:attrNameLst>
                                      </p:cBhvr>
                                      <p:tavLst>
                                        <p:tav tm="0">
                                          <p:val>
                                            <p:strVal val="ppt_h"/>
                                          </p:val>
                                        </p:tav>
                                        <p:tav tm="100000">
                                          <p:val>
                                            <p:fltVal val="0"/>
                                          </p:val>
                                        </p:tav>
                                      </p:tavLst>
                                    </p:anim>
                                    <p:animEffect transition="out" filter="fade">
                                      <p:cBhvr>
                                        <p:cTn id="163" dur="500"/>
                                        <p:tgtEl>
                                          <p:spTgt spid="655364">
                                            <p:txEl>
                                              <p:pRg st="9" end="9"/>
                                            </p:txEl>
                                          </p:spTgt>
                                        </p:tgtEl>
                                      </p:cBhvr>
                                    </p:animEffect>
                                    <p:set>
                                      <p:cBhvr>
                                        <p:cTn id="164" dur="1" fill="hold">
                                          <p:stCondLst>
                                            <p:cond delay="499"/>
                                          </p:stCondLst>
                                        </p:cTn>
                                        <p:tgtEl>
                                          <p:spTgt spid="655364">
                                            <p:txEl>
                                              <p:pRg st="9" end="9"/>
                                            </p:txEl>
                                          </p:spTgt>
                                        </p:tgtEl>
                                        <p:attrNameLst>
                                          <p:attrName>style.visibility</p:attrName>
                                        </p:attrNameLst>
                                      </p:cBhvr>
                                      <p:to>
                                        <p:strVal val="hidden"/>
                                      </p:to>
                                    </p:set>
                                  </p:childTnLst>
                                </p:cTn>
                              </p:par>
                              <p:par>
                                <p:cTn id="165" presetID="53" presetClass="exit" presetSubtype="0" fill="hold" nodeType="withEffect">
                                  <p:stCondLst>
                                    <p:cond delay="0"/>
                                  </p:stCondLst>
                                  <p:childTnLst>
                                    <p:anim calcmode="lin" valueType="num">
                                      <p:cBhvr>
                                        <p:cTn id="166" dur="500"/>
                                        <p:tgtEl>
                                          <p:spTgt spid="655364">
                                            <p:txEl>
                                              <p:pRg st="10" end="10"/>
                                            </p:txEl>
                                          </p:spTgt>
                                        </p:tgtEl>
                                        <p:attrNameLst>
                                          <p:attrName>ppt_w</p:attrName>
                                        </p:attrNameLst>
                                      </p:cBhvr>
                                      <p:tavLst>
                                        <p:tav tm="0">
                                          <p:val>
                                            <p:strVal val="ppt_w"/>
                                          </p:val>
                                        </p:tav>
                                        <p:tav tm="100000">
                                          <p:val>
                                            <p:fltVal val="0"/>
                                          </p:val>
                                        </p:tav>
                                      </p:tavLst>
                                    </p:anim>
                                    <p:anim calcmode="lin" valueType="num">
                                      <p:cBhvr>
                                        <p:cTn id="167" dur="500"/>
                                        <p:tgtEl>
                                          <p:spTgt spid="655364">
                                            <p:txEl>
                                              <p:pRg st="10" end="10"/>
                                            </p:txEl>
                                          </p:spTgt>
                                        </p:tgtEl>
                                        <p:attrNameLst>
                                          <p:attrName>ppt_h</p:attrName>
                                        </p:attrNameLst>
                                      </p:cBhvr>
                                      <p:tavLst>
                                        <p:tav tm="0">
                                          <p:val>
                                            <p:strVal val="ppt_h"/>
                                          </p:val>
                                        </p:tav>
                                        <p:tav tm="100000">
                                          <p:val>
                                            <p:fltVal val="0"/>
                                          </p:val>
                                        </p:tav>
                                      </p:tavLst>
                                    </p:anim>
                                    <p:animEffect transition="out" filter="fade">
                                      <p:cBhvr>
                                        <p:cTn id="168" dur="500"/>
                                        <p:tgtEl>
                                          <p:spTgt spid="655364">
                                            <p:txEl>
                                              <p:pRg st="10" end="10"/>
                                            </p:txEl>
                                          </p:spTgt>
                                        </p:tgtEl>
                                      </p:cBhvr>
                                    </p:animEffect>
                                    <p:set>
                                      <p:cBhvr>
                                        <p:cTn id="169" dur="1" fill="hold">
                                          <p:stCondLst>
                                            <p:cond delay="499"/>
                                          </p:stCondLst>
                                        </p:cTn>
                                        <p:tgtEl>
                                          <p:spTgt spid="655364">
                                            <p:txEl>
                                              <p:pRg st="10" end="10"/>
                                            </p:txEl>
                                          </p:spTgt>
                                        </p:tgtEl>
                                        <p:attrNameLst>
                                          <p:attrName>style.visibility</p:attrName>
                                        </p:attrNameLst>
                                      </p:cBhvr>
                                      <p:to>
                                        <p:strVal val="hidden"/>
                                      </p:to>
                                    </p:set>
                                  </p:childTnLst>
                                </p:cTn>
                              </p:par>
                              <p:par>
                                <p:cTn id="170" presetID="53" presetClass="exit" presetSubtype="0" fill="hold" nodeType="withEffect">
                                  <p:stCondLst>
                                    <p:cond delay="0"/>
                                  </p:stCondLst>
                                  <p:childTnLst>
                                    <p:anim calcmode="lin" valueType="num">
                                      <p:cBhvr>
                                        <p:cTn id="171" dur="500"/>
                                        <p:tgtEl>
                                          <p:spTgt spid="655364">
                                            <p:txEl>
                                              <p:pRg st="11" end="11"/>
                                            </p:txEl>
                                          </p:spTgt>
                                        </p:tgtEl>
                                        <p:attrNameLst>
                                          <p:attrName>ppt_w</p:attrName>
                                        </p:attrNameLst>
                                      </p:cBhvr>
                                      <p:tavLst>
                                        <p:tav tm="0">
                                          <p:val>
                                            <p:strVal val="ppt_w"/>
                                          </p:val>
                                        </p:tav>
                                        <p:tav tm="100000">
                                          <p:val>
                                            <p:fltVal val="0"/>
                                          </p:val>
                                        </p:tav>
                                      </p:tavLst>
                                    </p:anim>
                                    <p:anim calcmode="lin" valueType="num">
                                      <p:cBhvr>
                                        <p:cTn id="172" dur="500"/>
                                        <p:tgtEl>
                                          <p:spTgt spid="655364">
                                            <p:txEl>
                                              <p:pRg st="11" end="11"/>
                                            </p:txEl>
                                          </p:spTgt>
                                        </p:tgtEl>
                                        <p:attrNameLst>
                                          <p:attrName>ppt_h</p:attrName>
                                        </p:attrNameLst>
                                      </p:cBhvr>
                                      <p:tavLst>
                                        <p:tav tm="0">
                                          <p:val>
                                            <p:strVal val="ppt_h"/>
                                          </p:val>
                                        </p:tav>
                                        <p:tav tm="100000">
                                          <p:val>
                                            <p:fltVal val="0"/>
                                          </p:val>
                                        </p:tav>
                                      </p:tavLst>
                                    </p:anim>
                                    <p:animEffect transition="out" filter="fade">
                                      <p:cBhvr>
                                        <p:cTn id="173" dur="500"/>
                                        <p:tgtEl>
                                          <p:spTgt spid="655364">
                                            <p:txEl>
                                              <p:pRg st="11" end="11"/>
                                            </p:txEl>
                                          </p:spTgt>
                                        </p:tgtEl>
                                      </p:cBhvr>
                                    </p:animEffect>
                                    <p:set>
                                      <p:cBhvr>
                                        <p:cTn id="174" dur="1" fill="hold">
                                          <p:stCondLst>
                                            <p:cond delay="499"/>
                                          </p:stCondLst>
                                        </p:cTn>
                                        <p:tgtEl>
                                          <p:spTgt spid="655364">
                                            <p:txEl>
                                              <p:pRg st="11" end="11"/>
                                            </p:txEl>
                                          </p:spTgt>
                                        </p:tgtEl>
                                        <p:attrNameLst>
                                          <p:attrName>style.visibility</p:attrName>
                                        </p:attrNameLst>
                                      </p:cBhvr>
                                      <p:to>
                                        <p:strVal val="hidden"/>
                                      </p:to>
                                    </p:set>
                                  </p:childTnLst>
                                </p:cTn>
                              </p:par>
                              <p:par>
                                <p:cTn id="175" presetID="53" presetClass="exit" presetSubtype="0" fill="hold" nodeType="withEffect">
                                  <p:stCondLst>
                                    <p:cond delay="0"/>
                                  </p:stCondLst>
                                  <p:childTnLst>
                                    <p:anim calcmode="lin" valueType="num">
                                      <p:cBhvr>
                                        <p:cTn id="176" dur="500"/>
                                        <p:tgtEl>
                                          <p:spTgt spid="655364">
                                            <p:txEl>
                                              <p:pRg st="12" end="12"/>
                                            </p:txEl>
                                          </p:spTgt>
                                        </p:tgtEl>
                                        <p:attrNameLst>
                                          <p:attrName>ppt_w</p:attrName>
                                        </p:attrNameLst>
                                      </p:cBhvr>
                                      <p:tavLst>
                                        <p:tav tm="0">
                                          <p:val>
                                            <p:strVal val="ppt_w"/>
                                          </p:val>
                                        </p:tav>
                                        <p:tav tm="100000">
                                          <p:val>
                                            <p:fltVal val="0"/>
                                          </p:val>
                                        </p:tav>
                                      </p:tavLst>
                                    </p:anim>
                                    <p:anim calcmode="lin" valueType="num">
                                      <p:cBhvr>
                                        <p:cTn id="177" dur="500"/>
                                        <p:tgtEl>
                                          <p:spTgt spid="655364">
                                            <p:txEl>
                                              <p:pRg st="12" end="12"/>
                                            </p:txEl>
                                          </p:spTgt>
                                        </p:tgtEl>
                                        <p:attrNameLst>
                                          <p:attrName>ppt_h</p:attrName>
                                        </p:attrNameLst>
                                      </p:cBhvr>
                                      <p:tavLst>
                                        <p:tav tm="0">
                                          <p:val>
                                            <p:strVal val="ppt_h"/>
                                          </p:val>
                                        </p:tav>
                                        <p:tav tm="100000">
                                          <p:val>
                                            <p:fltVal val="0"/>
                                          </p:val>
                                        </p:tav>
                                      </p:tavLst>
                                    </p:anim>
                                    <p:animEffect transition="out" filter="fade">
                                      <p:cBhvr>
                                        <p:cTn id="178" dur="500"/>
                                        <p:tgtEl>
                                          <p:spTgt spid="655364">
                                            <p:txEl>
                                              <p:pRg st="12" end="12"/>
                                            </p:txEl>
                                          </p:spTgt>
                                        </p:tgtEl>
                                      </p:cBhvr>
                                    </p:animEffect>
                                    <p:set>
                                      <p:cBhvr>
                                        <p:cTn id="179" dur="1" fill="hold">
                                          <p:stCondLst>
                                            <p:cond delay="499"/>
                                          </p:stCondLst>
                                        </p:cTn>
                                        <p:tgtEl>
                                          <p:spTgt spid="655364">
                                            <p:txEl>
                                              <p:pRg st="12" end="12"/>
                                            </p:txEl>
                                          </p:spTgt>
                                        </p:tgtEl>
                                        <p:attrNameLst>
                                          <p:attrName>style.visibility</p:attrName>
                                        </p:attrNameLst>
                                      </p:cBhvr>
                                      <p:to>
                                        <p:strVal val="hidden"/>
                                      </p:to>
                                    </p:set>
                                  </p:childTnLst>
                                </p:cTn>
                              </p:par>
                              <p:par>
                                <p:cTn id="180" presetID="53" presetClass="exit" presetSubtype="0" fill="hold" nodeType="withEffect">
                                  <p:stCondLst>
                                    <p:cond delay="0"/>
                                  </p:stCondLst>
                                  <p:childTnLst>
                                    <p:anim calcmode="lin" valueType="num">
                                      <p:cBhvr>
                                        <p:cTn id="181" dur="500"/>
                                        <p:tgtEl>
                                          <p:spTgt spid="655364">
                                            <p:txEl>
                                              <p:pRg st="13" end="13"/>
                                            </p:txEl>
                                          </p:spTgt>
                                        </p:tgtEl>
                                        <p:attrNameLst>
                                          <p:attrName>ppt_w</p:attrName>
                                        </p:attrNameLst>
                                      </p:cBhvr>
                                      <p:tavLst>
                                        <p:tav tm="0">
                                          <p:val>
                                            <p:strVal val="ppt_w"/>
                                          </p:val>
                                        </p:tav>
                                        <p:tav tm="100000">
                                          <p:val>
                                            <p:fltVal val="0"/>
                                          </p:val>
                                        </p:tav>
                                      </p:tavLst>
                                    </p:anim>
                                    <p:anim calcmode="lin" valueType="num">
                                      <p:cBhvr>
                                        <p:cTn id="182" dur="500"/>
                                        <p:tgtEl>
                                          <p:spTgt spid="655364">
                                            <p:txEl>
                                              <p:pRg st="13" end="13"/>
                                            </p:txEl>
                                          </p:spTgt>
                                        </p:tgtEl>
                                        <p:attrNameLst>
                                          <p:attrName>ppt_h</p:attrName>
                                        </p:attrNameLst>
                                      </p:cBhvr>
                                      <p:tavLst>
                                        <p:tav tm="0">
                                          <p:val>
                                            <p:strVal val="ppt_h"/>
                                          </p:val>
                                        </p:tav>
                                        <p:tav tm="100000">
                                          <p:val>
                                            <p:fltVal val="0"/>
                                          </p:val>
                                        </p:tav>
                                      </p:tavLst>
                                    </p:anim>
                                    <p:animEffect transition="out" filter="fade">
                                      <p:cBhvr>
                                        <p:cTn id="183" dur="500"/>
                                        <p:tgtEl>
                                          <p:spTgt spid="655364">
                                            <p:txEl>
                                              <p:pRg st="13" end="13"/>
                                            </p:txEl>
                                          </p:spTgt>
                                        </p:tgtEl>
                                      </p:cBhvr>
                                    </p:animEffect>
                                    <p:set>
                                      <p:cBhvr>
                                        <p:cTn id="184" dur="1" fill="hold">
                                          <p:stCondLst>
                                            <p:cond delay="499"/>
                                          </p:stCondLst>
                                        </p:cTn>
                                        <p:tgtEl>
                                          <p:spTgt spid="655364">
                                            <p:txEl>
                                              <p:pRg st="13" end="13"/>
                                            </p:txEl>
                                          </p:spTgt>
                                        </p:tgtEl>
                                        <p:attrNameLst>
                                          <p:attrName>style.visibility</p:attrName>
                                        </p:attrNameLst>
                                      </p:cBhvr>
                                      <p:to>
                                        <p:strVal val="hidden"/>
                                      </p:to>
                                    </p:set>
                                  </p:childTnLst>
                                </p:cTn>
                              </p:par>
                              <p:par>
                                <p:cTn id="185" presetID="53" presetClass="exit" presetSubtype="0" fill="hold" nodeType="withEffect">
                                  <p:stCondLst>
                                    <p:cond delay="0"/>
                                  </p:stCondLst>
                                  <p:childTnLst>
                                    <p:anim calcmode="lin" valueType="num">
                                      <p:cBhvr>
                                        <p:cTn id="186" dur="500"/>
                                        <p:tgtEl>
                                          <p:spTgt spid="655364">
                                            <p:txEl>
                                              <p:pRg st="14" end="14"/>
                                            </p:txEl>
                                          </p:spTgt>
                                        </p:tgtEl>
                                        <p:attrNameLst>
                                          <p:attrName>ppt_w</p:attrName>
                                        </p:attrNameLst>
                                      </p:cBhvr>
                                      <p:tavLst>
                                        <p:tav tm="0">
                                          <p:val>
                                            <p:strVal val="ppt_w"/>
                                          </p:val>
                                        </p:tav>
                                        <p:tav tm="100000">
                                          <p:val>
                                            <p:fltVal val="0"/>
                                          </p:val>
                                        </p:tav>
                                      </p:tavLst>
                                    </p:anim>
                                    <p:anim calcmode="lin" valueType="num">
                                      <p:cBhvr>
                                        <p:cTn id="187" dur="500"/>
                                        <p:tgtEl>
                                          <p:spTgt spid="655364">
                                            <p:txEl>
                                              <p:pRg st="14" end="14"/>
                                            </p:txEl>
                                          </p:spTgt>
                                        </p:tgtEl>
                                        <p:attrNameLst>
                                          <p:attrName>ppt_h</p:attrName>
                                        </p:attrNameLst>
                                      </p:cBhvr>
                                      <p:tavLst>
                                        <p:tav tm="0">
                                          <p:val>
                                            <p:strVal val="ppt_h"/>
                                          </p:val>
                                        </p:tav>
                                        <p:tav tm="100000">
                                          <p:val>
                                            <p:fltVal val="0"/>
                                          </p:val>
                                        </p:tav>
                                      </p:tavLst>
                                    </p:anim>
                                    <p:animEffect transition="out" filter="fade">
                                      <p:cBhvr>
                                        <p:cTn id="188" dur="500"/>
                                        <p:tgtEl>
                                          <p:spTgt spid="655364">
                                            <p:txEl>
                                              <p:pRg st="14" end="14"/>
                                            </p:txEl>
                                          </p:spTgt>
                                        </p:tgtEl>
                                      </p:cBhvr>
                                    </p:animEffect>
                                    <p:set>
                                      <p:cBhvr>
                                        <p:cTn id="189" dur="1" fill="hold">
                                          <p:stCondLst>
                                            <p:cond delay="499"/>
                                          </p:stCondLst>
                                        </p:cTn>
                                        <p:tgtEl>
                                          <p:spTgt spid="655364">
                                            <p:txEl>
                                              <p:pRg st="14" end="14"/>
                                            </p:txEl>
                                          </p:spTgt>
                                        </p:tgtEl>
                                        <p:attrNameLst>
                                          <p:attrName>style.visibility</p:attrName>
                                        </p:attrNameLst>
                                      </p:cBhvr>
                                      <p:to>
                                        <p:strVal val="hidden"/>
                                      </p:to>
                                    </p:set>
                                  </p:childTnLst>
                                </p:cTn>
                              </p:par>
                              <p:par>
                                <p:cTn id="190" presetID="53" presetClass="exit" presetSubtype="0" fill="hold" nodeType="withEffect">
                                  <p:stCondLst>
                                    <p:cond delay="0"/>
                                  </p:stCondLst>
                                  <p:childTnLst>
                                    <p:anim calcmode="lin" valueType="num">
                                      <p:cBhvr>
                                        <p:cTn id="191" dur="500"/>
                                        <p:tgtEl>
                                          <p:spTgt spid="655364">
                                            <p:txEl>
                                              <p:pRg st="15" end="15"/>
                                            </p:txEl>
                                          </p:spTgt>
                                        </p:tgtEl>
                                        <p:attrNameLst>
                                          <p:attrName>ppt_w</p:attrName>
                                        </p:attrNameLst>
                                      </p:cBhvr>
                                      <p:tavLst>
                                        <p:tav tm="0">
                                          <p:val>
                                            <p:strVal val="ppt_w"/>
                                          </p:val>
                                        </p:tav>
                                        <p:tav tm="100000">
                                          <p:val>
                                            <p:fltVal val="0"/>
                                          </p:val>
                                        </p:tav>
                                      </p:tavLst>
                                    </p:anim>
                                    <p:anim calcmode="lin" valueType="num">
                                      <p:cBhvr>
                                        <p:cTn id="192" dur="500"/>
                                        <p:tgtEl>
                                          <p:spTgt spid="655364">
                                            <p:txEl>
                                              <p:pRg st="15" end="15"/>
                                            </p:txEl>
                                          </p:spTgt>
                                        </p:tgtEl>
                                        <p:attrNameLst>
                                          <p:attrName>ppt_h</p:attrName>
                                        </p:attrNameLst>
                                      </p:cBhvr>
                                      <p:tavLst>
                                        <p:tav tm="0">
                                          <p:val>
                                            <p:strVal val="ppt_h"/>
                                          </p:val>
                                        </p:tav>
                                        <p:tav tm="100000">
                                          <p:val>
                                            <p:fltVal val="0"/>
                                          </p:val>
                                        </p:tav>
                                      </p:tavLst>
                                    </p:anim>
                                    <p:animEffect transition="out" filter="fade">
                                      <p:cBhvr>
                                        <p:cTn id="193" dur="500"/>
                                        <p:tgtEl>
                                          <p:spTgt spid="655364">
                                            <p:txEl>
                                              <p:pRg st="15" end="15"/>
                                            </p:txEl>
                                          </p:spTgt>
                                        </p:tgtEl>
                                      </p:cBhvr>
                                    </p:animEffect>
                                    <p:set>
                                      <p:cBhvr>
                                        <p:cTn id="194" dur="1" fill="hold">
                                          <p:stCondLst>
                                            <p:cond delay="499"/>
                                          </p:stCondLst>
                                        </p:cTn>
                                        <p:tgtEl>
                                          <p:spTgt spid="655364">
                                            <p:txEl>
                                              <p:pRg st="15" end="15"/>
                                            </p:txEl>
                                          </p:spTgt>
                                        </p:tgtEl>
                                        <p:attrNameLst>
                                          <p:attrName>style.visibility</p:attrName>
                                        </p:attrNameLst>
                                      </p:cBhvr>
                                      <p:to>
                                        <p:strVal val="hidden"/>
                                      </p:to>
                                    </p:set>
                                  </p:childTnLst>
                                </p:cTn>
                              </p:par>
                              <p:par>
                                <p:cTn id="195" presetID="53" presetClass="exit" presetSubtype="32" fill="hold" nodeType="withEffect">
                                  <p:stCondLst>
                                    <p:cond delay="0"/>
                                  </p:stCondLst>
                                  <p:childTnLst>
                                    <p:anim calcmode="lin" valueType="num">
                                      <p:cBhvr>
                                        <p:cTn id="196" dur="500"/>
                                        <p:tgtEl>
                                          <p:spTgt spid="6"/>
                                        </p:tgtEl>
                                        <p:attrNameLst>
                                          <p:attrName>ppt_w</p:attrName>
                                        </p:attrNameLst>
                                      </p:cBhvr>
                                      <p:tavLst>
                                        <p:tav tm="0">
                                          <p:val>
                                            <p:strVal val="ppt_w"/>
                                          </p:val>
                                        </p:tav>
                                        <p:tav tm="100000">
                                          <p:val>
                                            <p:fltVal val="0"/>
                                          </p:val>
                                        </p:tav>
                                      </p:tavLst>
                                    </p:anim>
                                    <p:anim calcmode="lin" valueType="num">
                                      <p:cBhvr>
                                        <p:cTn id="197" dur="500"/>
                                        <p:tgtEl>
                                          <p:spTgt spid="6"/>
                                        </p:tgtEl>
                                        <p:attrNameLst>
                                          <p:attrName>ppt_h</p:attrName>
                                        </p:attrNameLst>
                                      </p:cBhvr>
                                      <p:tavLst>
                                        <p:tav tm="0">
                                          <p:val>
                                            <p:strVal val="ppt_h"/>
                                          </p:val>
                                        </p:tav>
                                        <p:tav tm="100000">
                                          <p:val>
                                            <p:fltVal val="0"/>
                                          </p:val>
                                        </p:tav>
                                      </p:tavLst>
                                    </p:anim>
                                    <p:animEffect transition="out" filter="fade">
                                      <p:cBhvr>
                                        <p:cTn id="198" dur="500"/>
                                        <p:tgtEl>
                                          <p:spTgt spid="6"/>
                                        </p:tgtEl>
                                      </p:cBhvr>
                                    </p:animEffect>
                                    <p:set>
                                      <p:cBhvr>
                                        <p:cTn id="199" dur="1" fill="hold">
                                          <p:stCondLst>
                                            <p:cond delay="499"/>
                                          </p:stCondLst>
                                        </p:cTn>
                                        <p:tgtEl>
                                          <p:spTgt spid="6"/>
                                        </p:tgtEl>
                                        <p:attrNameLst>
                                          <p:attrName>style.visibility</p:attrName>
                                        </p:attrNameLst>
                                      </p:cBhvr>
                                      <p:to>
                                        <p:strVal val="hidden"/>
                                      </p:to>
                                    </p:set>
                                  </p:childTnLst>
                                </p:cTn>
                              </p:par>
                              <p:par>
                                <p:cTn id="200" presetID="53" presetClass="exit" presetSubtype="32" fill="hold" nodeType="withEffect">
                                  <p:stCondLst>
                                    <p:cond delay="0"/>
                                  </p:stCondLst>
                                  <p:childTnLst>
                                    <p:anim calcmode="lin" valueType="num">
                                      <p:cBhvr>
                                        <p:cTn id="201" dur="500"/>
                                        <p:tgtEl>
                                          <p:spTgt spid="7"/>
                                        </p:tgtEl>
                                        <p:attrNameLst>
                                          <p:attrName>ppt_w</p:attrName>
                                        </p:attrNameLst>
                                      </p:cBhvr>
                                      <p:tavLst>
                                        <p:tav tm="0">
                                          <p:val>
                                            <p:strVal val="ppt_w"/>
                                          </p:val>
                                        </p:tav>
                                        <p:tav tm="100000">
                                          <p:val>
                                            <p:fltVal val="0"/>
                                          </p:val>
                                        </p:tav>
                                      </p:tavLst>
                                    </p:anim>
                                    <p:anim calcmode="lin" valueType="num">
                                      <p:cBhvr>
                                        <p:cTn id="202" dur="500"/>
                                        <p:tgtEl>
                                          <p:spTgt spid="7"/>
                                        </p:tgtEl>
                                        <p:attrNameLst>
                                          <p:attrName>ppt_h</p:attrName>
                                        </p:attrNameLst>
                                      </p:cBhvr>
                                      <p:tavLst>
                                        <p:tav tm="0">
                                          <p:val>
                                            <p:strVal val="ppt_h"/>
                                          </p:val>
                                        </p:tav>
                                        <p:tav tm="100000">
                                          <p:val>
                                            <p:fltVal val="0"/>
                                          </p:val>
                                        </p:tav>
                                      </p:tavLst>
                                    </p:anim>
                                    <p:animEffect transition="out" filter="fade">
                                      <p:cBhvr>
                                        <p:cTn id="203" dur="500"/>
                                        <p:tgtEl>
                                          <p:spTgt spid="7"/>
                                        </p:tgtEl>
                                      </p:cBhvr>
                                    </p:animEffect>
                                    <p:set>
                                      <p:cBhvr>
                                        <p:cTn id="204" dur="1" fill="hold">
                                          <p:stCondLst>
                                            <p:cond delay="499"/>
                                          </p:stCondLst>
                                        </p:cTn>
                                        <p:tgtEl>
                                          <p:spTgt spid="7"/>
                                        </p:tgtEl>
                                        <p:attrNameLst>
                                          <p:attrName>style.visibility</p:attrName>
                                        </p:attrNameLst>
                                      </p:cBhvr>
                                      <p:to>
                                        <p:strVal val="hidden"/>
                                      </p:to>
                                    </p:set>
                                  </p:childTnLst>
                                </p:cTn>
                              </p:par>
                              <p:par>
                                <p:cTn id="205" presetID="53" presetClass="exit" presetSubtype="32" fill="hold" nodeType="withEffect">
                                  <p:stCondLst>
                                    <p:cond delay="0"/>
                                  </p:stCondLst>
                                  <p:childTnLst>
                                    <p:anim calcmode="lin" valueType="num">
                                      <p:cBhvr>
                                        <p:cTn id="206" dur="500"/>
                                        <p:tgtEl>
                                          <p:spTgt spid="4"/>
                                        </p:tgtEl>
                                        <p:attrNameLst>
                                          <p:attrName>ppt_w</p:attrName>
                                        </p:attrNameLst>
                                      </p:cBhvr>
                                      <p:tavLst>
                                        <p:tav tm="0">
                                          <p:val>
                                            <p:strVal val="ppt_w"/>
                                          </p:val>
                                        </p:tav>
                                        <p:tav tm="100000">
                                          <p:val>
                                            <p:fltVal val="0"/>
                                          </p:val>
                                        </p:tav>
                                      </p:tavLst>
                                    </p:anim>
                                    <p:anim calcmode="lin" valueType="num">
                                      <p:cBhvr>
                                        <p:cTn id="207" dur="500"/>
                                        <p:tgtEl>
                                          <p:spTgt spid="4"/>
                                        </p:tgtEl>
                                        <p:attrNameLst>
                                          <p:attrName>ppt_h</p:attrName>
                                        </p:attrNameLst>
                                      </p:cBhvr>
                                      <p:tavLst>
                                        <p:tav tm="0">
                                          <p:val>
                                            <p:strVal val="ppt_h"/>
                                          </p:val>
                                        </p:tav>
                                        <p:tav tm="100000">
                                          <p:val>
                                            <p:fltVal val="0"/>
                                          </p:val>
                                        </p:tav>
                                      </p:tavLst>
                                    </p:anim>
                                    <p:animEffect transition="out" filter="fade">
                                      <p:cBhvr>
                                        <p:cTn id="208" dur="500"/>
                                        <p:tgtEl>
                                          <p:spTgt spid="4"/>
                                        </p:tgtEl>
                                      </p:cBhvr>
                                    </p:animEffect>
                                    <p:set>
                                      <p:cBhvr>
                                        <p:cTn id="209"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4" grpId="0" build="p"/>
      <p:bldP spid="19457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8" name="Rectangle 4">
            <a:extLst>
              <a:ext uri="{FF2B5EF4-FFF2-40B4-BE49-F238E27FC236}">
                <a16:creationId xmlns:a16="http://schemas.microsoft.com/office/drawing/2014/main" id="{96543B20-79CC-4454-864D-60BD216C679B}"/>
              </a:ext>
            </a:extLst>
          </p:cNvPr>
          <p:cNvSpPr>
            <a:spLocks noGrp="1" noChangeArrowheads="1"/>
          </p:cNvSpPr>
          <p:nvPr>
            <p:ph idx="1"/>
          </p:nvPr>
        </p:nvSpPr>
        <p:spPr>
          <a:xfrm>
            <a:off x="5003800" y="1074738"/>
            <a:ext cx="3889375" cy="3687762"/>
          </a:xfrm>
          <a:ln w="12700"/>
        </p:spPr>
        <p:txBody>
          <a:bodyPr/>
          <a:lstStyle/>
          <a:p>
            <a:pPr marL="272654" indent="-272654" eaLnBrk="1" hangingPunct="1">
              <a:buFont typeface="Wingdings" panose="05000000000000000000" pitchFamily="2" charset="2"/>
              <a:buNone/>
              <a:defRPr/>
            </a:pP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Tval</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 </a:t>
            </a:r>
            <a:r>
              <a:rPr lang="en-US" altLang="zh-CN" sz="2000" i="1" dirty="0">
                <a:latin typeface="Times New Roman" panose="02020603050405020304" pitchFamily="18" charset="0"/>
                <a:cs typeface="Times New Roman" panose="02020603050405020304" pitchFamily="18" charset="0"/>
                <a:sym typeface="Times New Roman" pitchFamily="18" charset="0"/>
              </a:rPr>
              <a:t>T</a:t>
            </a:r>
            <a:r>
              <a:rPr lang="en-US" altLang="zh-CN" sz="2000" dirty="0">
                <a:latin typeface="Times New Roman" panose="02020603050405020304" pitchFamily="18" charset="0"/>
                <a:cs typeface="Times New Roman" panose="02020603050405020304" pitchFamily="18" charset="0"/>
                <a:sym typeface="Times New Roman" pitchFamily="18" charset="0"/>
              </a:rPr>
              <a:t>(</a:t>
            </a:r>
            <a:r>
              <a:rPr lang="en-US" altLang="zh-CN" sz="2000" i="1" dirty="0">
                <a:latin typeface="Times New Roman" panose="02020603050405020304" pitchFamily="18" charset="0"/>
                <a:cs typeface="Times New Roman" panose="02020603050405020304" pitchFamily="18" charset="0"/>
                <a:sym typeface="Times New Roman" pitchFamily="18" charset="0"/>
              </a:rPr>
              <a:t>token</a:t>
            </a:r>
            <a:r>
              <a:rPr lang="en-US" altLang="zh-CN" sz="2000" dirty="0">
                <a:latin typeface="Times New Roman" panose="02020603050405020304" pitchFamily="18" charset="0"/>
                <a:cs typeface="Times New Roman" panose="02020603050405020304" pitchFamily="18" charset="0"/>
                <a:sym typeface="Times New Roman" pitchFamily="18" charset="0"/>
              </a:rPr>
              <a:t>)</a:t>
            </a:r>
          </a:p>
          <a:p>
            <a:pPr marL="272654" indent="-272654" eaLnBrk="1" hangingPunct="1">
              <a:buFont typeface="Wingdings" panose="05000000000000000000" pitchFamily="2" charset="2"/>
              <a:buNone/>
              <a:defRPr/>
            </a:pPr>
            <a:r>
              <a:rPr lang="en-US" altLang="zh-CN" sz="2000" dirty="0">
                <a:latin typeface="Times New Roman" panose="02020603050405020304" pitchFamily="18" charset="0"/>
                <a:cs typeface="Times New Roman" panose="02020603050405020304" pitchFamily="18" charset="0"/>
                <a:sym typeface="Times New Roman" pitchFamily="18" charset="0"/>
              </a:rPr>
              <a:t>{</a:t>
            </a:r>
          </a:p>
          <a:p>
            <a:pPr marL="272654" indent="-272654" eaLnBrk="1" hangingPunct="1">
              <a:buFont typeface="Wingdings" panose="05000000000000000000" pitchFamily="2" charset="2"/>
              <a:buNone/>
              <a:defRPr/>
            </a:pPr>
            <a:r>
              <a:rPr lang="en-US" altLang="zh-CN" sz="2000" i="1" dirty="0">
                <a:latin typeface="Times New Roman" panose="02020603050405020304" pitchFamily="18" charset="0"/>
                <a:cs typeface="Times New Roman" panose="02020603050405020304" pitchFamily="18" charset="0"/>
                <a:sym typeface="Times New Roman" pitchFamily="18" charset="0"/>
              </a:rPr>
              <a:t>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D</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Fval</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inh</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syn</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a:t>
            </a:r>
          </a:p>
          <a:p>
            <a:pPr marL="272654" indent="-272654" eaLnBrk="1" hangingPunct="1">
              <a:buFont typeface="Wingdings" panose="05000000000000000000" pitchFamily="2" charset="2"/>
              <a:buNone/>
              <a:defRPr/>
            </a:pPr>
            <a:endParaRPr lang="en-US" altLang="zh-CN" sz="800" i="1" dirty="0">
              <a:solidFill>
                <a:schemeClr val="hlink"/>
              </a:solidFill>
              <a:latin typeface="Times New Roman" panose="02020603050405020304" pitchFamily="18" charset="0"/>
              <a:cs typeface="Times New Roman" panose="02020603050405020304" pitchFamily="18" charset="0"/>
              <a:sym typeface="Times New Roman" pitchFamily="18" charset="0"/>
            </a:endParaRPr>
          </a:p>
          <a:p>
            <a:pPr marL="272654" indent="-272654" eaLnBrk="1" hangingPunct="1">
              <a:buFont typeface="Symbol" panose="05050102010706020507" pitchFamily="18" charset="2"/>
              <a:buNone/>
              <a:defRPr/>
            </a:pPr>
            <a:r>
              <a:rPr lang="en-US" altLang="zh-CN" sz="2000" i="1" dirty="0">
                <a:solidFill>
                  <a:schemeClr val="hlink"/>
                </a:solidFill>
                <a:latin typeface="Times New Roman" panose="02020603050405020304" pitchFamily="18" charset="0"/>
                <a:cs typeface="Times New Roman" panose="02020603050405020304" pitchFamily="18" charset="0"/>
                <a:sym typeface="Times New Roman" pitchFamily="18" charset="0"/>
              </a:rPr>
              <a:t>	</a:t>
            </a:r>
            <a:r>
              <a:rPr lang="en-US" altLang="zh-CN" sz="2000" i="1" dirty="0">
                <a:latin typeface="Times New Roman" panose="02020603050405020304" pitchFamily="18" charset="0"/>
                <a:cs typeface="Times New Roman" panose="02020603050405020304" pitchFamily="18" charset="0"/>
                <a:sym typeface="Arial" pitchFamily="34" charset="0"/>
              </a:rPr>
              <a:t>if token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Arial" pitchFamily="34" charset="0"/>
              </a:rPr>
              <a:t>≠ </a:t>
            </a:r>
            <a:r>
              <a:rPr lang="en-US" altLang="zh-CN" sz="2000" dirty="0">
                <a:latin typeface="Times New Roman" panose="02020603050405020304" pitchFamily="18" charset="0"/>
                <a:cs typeface="Times New Roman" panose="02020603050405020304" pitchFamily="18" charset="0"/>
                <a:sym typeface="Arial" pitchFamily="34" charset="0"/>
              </a:rPr>
              <a:t>“digit</a:t>
            </a:r>
            <a:r>
              <a:rPr lang="en-US" altLang="zh-CN" sz="2000" i="1" dirty="0">
                <a:latin typeface="Times New Roman" panose="02020603050405020304" pitchFamily="18" charset="0"/>
                <a:cs typeface="Times New Roman" panose="02020603050405020304" pitchFamily="18" charset="0"/>
                <a:sym typeface="Arial" pitchFamily="34" charset="0"/>
              </a:rPr>
              <a:t>”  then Error;</a:t>
            </a:r>
          </a:p>
          <a:p>
            <a:pPr marL="272654" indent="-272654" eaLnBrk="1" hangingPunct="1">
              <a:buFont typeface="Wingdings" panose="05000000000000000000" pitchFamily="2" charset="2"/>
              <a:buNone/>
              <a:defRPr/>
            </a:pP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Fval</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 = </a:t>
            </a:r>
            <a:r>
              <a:rPr lang="en-US" altLang="zh-CN" sz="2000" i="1" dirty="0">
                <a:latin typeface="Times New Roman" panose="02020603050405020304" pitchFamily="18" charset="0"/>
                <a:cs typeface="Times New Roman" panose="02020603050405020304" pitchFamily="18" charset="0"/>
                <a:sym typeface="Times New Roman" pitchFamily="18" charset="0"/>
              </a:rPr>
              <a:t>F</a:t>
            </a:r>
            <a:r>
              <a:rPr lang="en-US" altLang="zh-CN" sz="2000" dirty="0">
                <a:latin typeface="Times New Roman" panose="02020603050405020304" pitchFamily="18" charset="0"/>
                <a:cs typeface="Times New Roman" panose="02020603050405020304" pitchFamily="18" charset="0"/>
                <a:sym typeface="Times New Roman" pitchFamily="18" charset="0"/>
              </a:rPr>
              <a:t>(</a:t>
            </a:r>
            <a:r>
              <a:rPr lang="en-US" altLang="zh-CN" sz="2000" i="1" dirty="0">
                <a:latin typeface="Times New Roman" panose="02020603050405020304" pitchFamily="18" charset="0"/>
                <a:cs typeface="Times New Roman" panose="02020603050405020304" pitchFamily="18" charset="0"/>
                <a:sym typeface="Times New Roman" pitchFamily="18" charset="0"/>
              </a:rPr>
              <a:t>token</a:t>
            </a:r>
            <a:r>
              <a:rPr lang="en-US" altLang="zh-CN" sz="2000" dirty="0">
                <a:latin typeface="Times New Roman" panose="02020603050405020304" pitchFamily="18" charset="0"/>
                <a:cs typeface="Times New Roman" panose="02020603050405020304" pitchFamily="18" charset="0"/>
                <a:sym typeface="Times New Roman" pitchFamily="18" charset="0"/>
              </a:rPr>
              <a:t>);</a:t>
            </a:r>
          </a:p>
          <a:p>
            <a:pPr marL="272654" indent="-272654" eaLnBrk="1" hangingPunct="1">
              <a:buFont typeface="Wingdings" panose="05000000000000000000" pitchFamily="2" charset="2"/>
              <a:buNone/>
              <a:defRPr/>
            </a:pPr>
            <a:r>
              <a:rPr lang="en-US" altLang="zh-CN" sz="2000" i="1" dirty="0">
                <a:solidFill>
                  <a:srgbClr val="FF0000"/>
                </a:solidFill>
                <a:latin typeface="Times New Roman" panose="02020603050405020304" pitchFamily="18" charset="0"/>
                <a:cs typeface="Times New Roman" panose="02020603050405020304" pitchFamily="18" charset="0"/>
                <a:sym typeface="Times New Roman"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inh</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 =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Fval</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a:t>
            </a:r>
            <a:endParaRPr lang="en-US" altLang="zh-CN" sz="800" dirty="0">
              <a:solidFill>
                <a:schemeClr val="bg1">
                  <a:lumMod val="50000"/>
                </a:schemeClr>
              </a:solidFill>
              <a:latin typeface="Times New Roman" panose="02020603050405020304" pitchFamily="18" charset="0"/>
              <a:cs typeface="Times New Roman" panose="02020603050405020304" pitchFamily="18" charset="0"/>
            </a:endParaRPr>
          </a:p>
          <a:p>
            <a:pPr marL="272654" indent="-272654" eaLnBrk="1" hangingPunct="1">
              <a:buFont typeface="Wingdings" panose="05000000000000000000" pitchFamily="2" charset="2"/>
              <a:buNone/>
              <a:defRPr/>
            </a:pPr>
            <a:r>
              <a:rPr lang="en-US" altLang="zh-CN" sz="2000" i="1" dirty="0">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syn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itchFamily="49" charset="-122"/>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token</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 T</a:t>
            </a:r>
            <a:r>
              <a:rPr lang="en-US" altLang="zh-CN" sz="2000" i="1"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inh</a:t>
            </a:r>
            <a:r>
              <a:rPr lang="en-US" altLang="zh-CN" sz="2000" dirty="0">
                <a:latin typeface="Times New Roman" panose="02020603050405020304" pitchFamily="18" charset="0"/>
                <a:cs typeface="Times New Roman" panose="02020603050405020304" pitchFamily="18" charset="0"/>
              </a:rPr>
              <a:t>);</a:t>
            </a:r>
          </a:p>
          <a:p>
            <a:pPr marL="272654" indent="-272654" eaLnBrk="1" hangingPunct="1">
              <a:buFont typeface="Wingdings" panose="05000000000000000000" pitchFamily="2" charset="2"/>
              <a:buNone/>
              <a:defRPr/>
            </a:pPr>
            <a:r>
              <a:rPr lang="en-US" altLang="zh-CN" sz="2000" i="1" dirty="0">
                <a:latin typeface="Times New Roman" panose="02020603050405020304" pitchFamily="18" charset="0"/>
                <a:cs typeface="Times New Roman" panose="02020603050405020304" pitchFamily="18" charset="0"/>
                <a:sym typeface="Times New Roman" pitchFamily="18" charset="0"/>
              </a:rPr>
              <a:t>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Tval</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 T</a:t>
            </a:r>
            <a:r>
              <a:rPr lang="en-US" altLang="zh-CN" sz="2000" i="1" dirty="0">
                <a:solidFill>
                  <a:schemeClr val="tx2">
                    <a:lumMod val="60000"/>
                    <a:lumOff val="40000"/>
                  </a:schemeClr>
                </a:solidFill>
                <a:latin typeface="Times New Roman" panose="02020603050405020304" pitchFamily="18" charset="0"/>
                <a:ea typeface="楷体" pitchFamily="49" charset="-122"/>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syn</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a:t>
            </a:r>
          </a:p>
          <a:p>
            <a:pPr marL="272654" indent="-272654" eaLnBrk="1" hangingPunct="1">
              <a:buFont typeface="Wingdings" panose="05000000000000000000" pitchFamily="2" charset="2"/>
              <a:buNone/>
              <a:defRPr/>
            </a:pPr>
            <a:endParaRPr lang="en-US" altLang="zh-CN" sz="8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endParaRPr>
          </a:p>
          <a:p>
            <a:pPr marL="272654" indent="-272654" eaLnBrk="1" hangingPunct="1">
              <a:buFont typeface="Wingdings" panose="05000000000000000000" pitchFamily="2" charset="2"/>
              <a:buNone/>
              <a:defRPr/>
            </a:pP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	return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Tval</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a:t>
            </a:r>
          </a:p>
          <a:p>
            <a:pPr marL="272654" indent="-272654" eaLnBrk="1" hangingPunct="1">
              <a:buFont typeface="Wingdings" panose="05000000000000000000" pitchFamily="2" charset="2"/>
              <a:buNone/>
              <a:defRPr/>
            </a:pPr>
            <a:r>
              <a:rPr lang="en-US" altLang="zh-CN" sz="2000" dirty="0">
                <a:latin typeface="Times New Roman" panose="02020603050405020304" pitchFamily="18" charset="0"/>
                <a:cs typeface="Times New Roman" panose="02020603050405020304" pitchFamily="18" charset="0"/>
                <a:sym typeface="Times New Roman" pitchFamily="18" charset="0"/>
              </a:rPr>
              <a:t>}</a:t>
            </a:r>
            <a:endParaRPr lang="zh-CN" altLang="en-US" sz="2000" dirty="0">
              <a:latin typeface="Times New Roman" panose="02020603050405020304" pitchFamily="18" charset="0"/>
              <a:cs typeface="Times New Roman" panose="02020603050405020304" pitchFamily="18" charset="0"/>
              <a:sym typeface="Times New Roman" pitchFamily="18" charset="0"/>
            </a:endParaRPr>
          </a:p>
        </p:txBody>
      </p:sp>
      <p:grpSp>
        <p:nvGrpSpPr>
          <p:cNvPr id="175107" name="组合 5">
            <a:extLst>
              <a:ext uri="{FF2B5EF4-FFF2-40B4-BE49-F238E27FC236}">
                <a16:creationId xmlns:a16="http://schemas.microsoft.com/office/drawing/2014/main" id="{1D56D12E-2179-46DC-9972-79DCE043CC40}"/>
              </a:ext>
            </a:extLst>
          </p:cNvPr>
          <p:cNvGrpSpPr>
            <a:grpSpLocks/>
          </p:cNvGrpSpPr>
          <p:nvPr/>
        </p:nvGrpSpPr>
        <p:grpSpPr bwMode="auto">
          <a:xfrm>
            <a:off x="0" y="195263"/>
            <a:ext cx="755650" cy="431800"/>
            <a:chOff x="-786" y="195486"/>
            <a:chExt cx="756363" cy="432048"/>
          </a:xfrm>
        </p:grpSpPr>
        <p:sp>
          <p:nvSpPr>
            <p:cNvPr id="7" name="五边形 6">
              <a:extLst>
                <a:ext uri="{FF2B5EF4-FFF2-40B4-BE49-F238E27FC236}">
                  <a16:creationId xmlns:a16="http://schemas.microsoft.com/office/drawing/2014/main" id="{C2A2B99A-DEAA-416A-A8F2-5E3F401FA004}"/>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75111" name="五边形 7">
              <a:extLst>
                <a:ext uri="{FF2B5EF4-FFF2-40B4-BE49-F238E27FC236}">
                  <a16:creationId xmlns:a16="http://schemas.microsoft.com/office/drawing/2014/main" id="{8C620AFE-2C77-44F7-9791-44C331B512FD}"/>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196612" name="Rectangle 3">
            <a:extLst>
              <a:ext uri="{FF2B5EF4-FFF2-40B4-BE49-F238E27FC236}">
                <a16:creationId xmlns:a16="http://schemas.microsoft.com/office/drawing/2014/main" id="{94DAAB0D-D5AF-4AE6-9C64-6C61420B6C9E}"/>
              </a:ext>
            </a:extLst>
          </p:cNvPr>
          <p:cNvSpPr txBox="1">
            <a:spLocks noChangeArrowheads="1"/>
          </p:cNvSpPr>
          <p:nvPr/>
        </p:nvSpPr>
        <p:spPr bwMode="auto">
          <a:xfrm>
            <a:off x="98425" y="1404938"/>
            <a:ext cx="5121647" cy="3027362"/>
          </a:xfrm>
          <a:prstGeom prst="rect">
            <a:avLst/>
          </a:prstGeom>
          <a:noFill/>
          <a:ln>
            <a:noFill/>
          </a:ln>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Char char="Ø"/>
              <a:defRPr/>
            </a:pPr>
            <a:r>
              <a:rPr lang="zh-CN" altLang="en-US" sz="2400" dirty="0">
                <a:latin typeface="华文楷体" panose="02010600040101010101" pitchFamily="2" charset="-122"/>
                <a:ea typeface="华文楷体" panose="02010600040101010101" pitchFamily="2" charset="-122"/>
              </a:rPr>
              <a:t>例</a:t>
            </a:r>
            <a:endParaRPr lang="en-US" altLang="zh-CN" sz="2400" dirty="0">
              <a:latin typeface="华文楷体" panose="02010600040101010101" pitchFamily="2" charset="-122"/>
              <a:ea typeface="华文楷体" panose="02010600040101010101" pitchFamily="2" charset="-122"/>
            </a:endParaRPr>
          </a:p>
          <a:p>
            <a:pPr eaLnBrk="1" hangingPunct="1">
              <a:spcBef>
                <a:spcPct val="20000"/>
              </a:spcBef>
              <a:buSzPct val="100000"/>
              <a:defRPr/>
            </a:pPr>
            <a:r>
              <a:rPr lang="en-US" altLang="zh-CN" sz="2000" i="1" dirty="0">
                <a:latin typeface="Times New Roman" panose="02020603050405020304" pitchFamily="18" charset="0"/>
              </a:rPr>
              <a:t>SDT</a:t>
            </a:r>
            <a:r>
              <a:rPr lang="zh-CN" altLang="en-US"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1)</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i="1" dirty="0" err="1">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F.val</a:t>
            </a:r>
            <a:r>
              <a:rPr lang="en-US" altLang="zh-CN" sz="2000"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 </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err="1">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2) </a:t>
            </a:r>
            <a:r>
              <a:rPr lang="en-US" altLang="zh-CN"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.inh </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.inh</a:t>
            </a:r>
            <a:r>
              <a:rPr lang="zh-CN" altLang="en-US" sz="2000" dirty="0">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3)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inh</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defRPr/>
            </a:pPr>
            <a:endParaRPr lang="zh-CN" altLang="en-US" sz="1500" dirty="0"/>
          </a:p>
        </p:txBody>
      </p:sp>
      <p:sp>
        <p:nvSpPr>
          <p:cNvPr id="10" name="Rectangle 2">
            <a:extLst>
              <a:ext uri="{FF2B5EF4-FFF2-40B4-BE49-F238E27FC236}">
                <a16:creationId xmlns:a16="http://schemas.microsoft.com/office/drawing/2014/main" id="{32FE681C-5FBA-46E3-99C8-9A5264A0C3AF}"/>
              </a:ext>
            </a:extLst>
          </p:cNvPr>
          <p:cNvSpPr>
            <a:spLocks noGrp="1" noChangeArrowheads="1"/>
          </p:cNvSpPr>
          <p:nvPr>
            <p:ph type="title"/>
          </p:nvPr>
        </p:nvSpPr>
        <p:spPr>
          <a:xfrm>
            <a:off x="684213" y="268288"/>
            <a:ext cx="7931150" cy="3587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eaLnBrk="1" hangingPunct="1"/>
            <a:r>
              <a:rPr kumimoji="1" lang="en-US" altLang="zh-CN" sz="2200" kern="0" spc="220" dirty="0">
                <a:cs typeface="Times New Roman" panose="02020603050405020304" pitchFamily="18" charset="0"/>
              </a:rPr>
              <a:t>5.4.2 </a:t>
            </a:r>
            <a:r>
              <a:rPr kumimoji="1" lang="zh-CN" altLang="en-US" sz="2200" kern="0" spc="220" dirty="0">
                <a:cs typeface="Times New Roman" panose="02020603050405020304" pitchFamily="18" charset="0"/>
              </a:rPr>
              <a:t>在递归的预测分析过程中进行翻译</a:t>
            </a:r>
          </a:p>
        </p:txBody>
      </p:sp>
      <p:sp>
        <p:nvSpPr>
          <p:cNvPr id="2" name="灯片编号占位符 1">
            <a:extLst>
              <a:ext uri="{FF2B5EF4-FFF2-40B4-BE49-F238E27FC236}">
                <a16:creationId xmlns:a16="http://schemas.microsoft.com/office/drawing/2014/main" id="{A7652389-C2AD-498A-A0E5-678A4A34A512}"/>
              </a:ext>
            </a:extLst>
          </p:cNvPr>
          <p:cNvSpPr>
            <a:spLocks noGrp="1"/>
          </p:cNvSpPr>
          <p:nvPr>
            <p:ph type="sldNum" sz="quarter" idx="10"/>
          </p:nvPr>
        </p:nvSpPr>
        <p:spPr/>
        <p:txBody>
          <a:bodyPr/>
          <a:lstStyle/>
          <a:p>
            <a:pPr>
              <a:defRPr/>
            </a:pPr>
            <a:fld id="{8E104948-B687-4A74-87EB-9097C047E113}" type="slidenum">
              <a:rPr lang="zh-CN" altLang="en-US" smtClean="0"/>
              <a:pPr>
                <a:defRPr/>
              </a:pPr>
              <a:t>74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1" nodeType="withEffect">
                                  <p:stCondLst>
                                    <p:cond delay="0"/>
                                  </p:stCondLst>
                                  <p:childTnLst>
                                    <p:set>
                                      <p:cBhvr>
                                        <p:cTn id="6" dur="1" fill="hold">
                                          <p:stCondLst>
                                            <p:cond delay="0"/>
                                          </p:stCondLst>
                                        </p:cTn>
                                        <p:tgtEl>
                                          <p:spTgt spid="656388">
                                            <p:txEl>
                                              <p:pRg st="0" end="0"/>
                                            </p:txEl>
                                          </p:spTgt>
                                        </p:tgtEl>
                                        <p:attrNameLst>
                                          <p:attrName>style.visibility</p:attrName>
                                        </p:attrNameLst>
                                      </p:cBhvr>
                                      <p:to>
                                        <p:strVal val="visible"/>
                                      </p:to>
                                    </p:set>
                                    <p:anim calcmode="lin" valueType="num">
                                      <p:cBhvr>
                                        <p:cTn id="7" dur="500" fill="hold"/>
                                        <p:tgtEl>
                                          <p:spTgt spid="65638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56388">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56388">
                                            <p:txEl>
                                              <p:pRg st="0" end="0"/>
                                            </p:txEl>
                                          </p:spTgt>
                                        </p:tgtEl>
                                      </p:cBhvr>
                                    </p:animEffect>
                                  </p:childTnLst>
                                </p:cTn>
                              </p:par>
                              <p:par>
                                <p:cTn id="10" presetID="53" presetClass="entr" presetSubtype="16" fill="hold" grpId="1" nodeType="withEffect">
                                  <p:stCondLst>
                                    <p:cond delay="0"/>
                                  </p:stCondLst>
                                  <p:childTnLst>
                                    <p:set>
                                      <p:cBhvr>
                                        <p:cTn id="11" dur="1" fill="hold">
                                          <p:stCondLst>
                                            <p:cond delay="0"/>
                                          </p:stCondLst>
                                        </p:cTn>
                                        <p:tgtEl>
                                          <p:spTgt spid="656388">
                                            <p:txEl>
                                              <p:pRg st="1" end="1"/>
                                            </p:txEl>
                                          </p:spTgt>
                                        </p:tgtEl>
                                        <p:attrNameLst>
                                          <p:attrName>style.visibility</p:attrName>
                                        </p:attrNameLst>
                                      </p:cBhvr>
                                      <p:to>
                                        <p:strVal val="visible"/>
                                      </p:to>
                                    </p:set>
                                    <p:anim calcmode="lin" valueType="num">
                                      <p:cBhvr>
                                        <p:cTn id="12" dur="500" fill="hold"/>
                                        <p:tgtEl>
                                          <p:spTgt spid="656388">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656388">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656388">
                                            <p:txEl>
                                              <p:pRg st="1" end="1"/>
                                            </p:txEl>
                                          </p:spTgt>
                                        </p:tgtEl>
                                      </p:cBhvr>
                                    </p:animEffect>
                                  </p:childTnLst>
                                </p:cTn>
                              </p:par>
                              <p:par>
                                <p:cTn id="15" presetID="53" presetClass="entr" presetSubtype="16" fill="hold" grpId="1" nodeType="withEffect">
                                  <p:stCondLst>
                                    <p:cond delay="0"/>
                                  </p:stCondLst>
                                  <p:childTnLst>
                                    <p:set>
                                      <p:cBhvr>
                                        <p:cTn id="16" dur="1" fill="hold">
                                          <p:stCondLst>
                                            <p:cond delay="0"/>
                                          </p:stCondLst>
                                        </p:cTn>
                                        <p:tgtEl>
                                          <p:spTgt spid="656388">
                                            <p:txEl>
                                              <p:pRg st="2" end="2"/>
                                            </p:txEl>
                                          </p:spTgt>
                                        </p:tgtEl>
                                        <p:attrNameLst>
                                          <p:attrName>style.visibility</p:attrName>
                                        </p:attrNameLst>
                                      </p:cBhvr>
                                      <p:to>
                                        <p:strVal val="visible"/>
                                      </p:to>
                                    </p:set>
                                    <p:anim calcmode="lin" valueType="num">
                                      <p:cBhvr>
                                        <p:cTn id="17" dur="500" fill="hold"/>
                                        <p:tgtEl>
                                          <p:spTgt spid="656388">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656388">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656388">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grpId="1" nodeType="clickEffect">
                                  <p:stCondLst>
                                    <p:cond delay="0"/>
                                  </p:stCondLst>
                                  <p:childTnLst>
                                    <p:set>
                                      <p:cBhvr>
                                        <p:cTn id="23" dur="1" fill="hold">
                                          <p:stCondLst>
                                            <p:cond delay="0"/>
                                          </p:stCondLst>
                                        </p:cTn>
                                        <p:tgtEl>
                                          <p:spTgt spid="656388">
                                            <p:txEl>
                                              <p:pRg st="4" end="4"/>
                                            </p:txEl>
                                          </p:spTgt>
                                        </p:tgtEl>
                                        <p:attrNameLst>
                                          <p:attrName>style.visibility</p:attrName>
                                        </p:attrNameLst>
                                      </p:cBhvr>
                                      <p:to>
                                        <p:strVal val="visible"/>
                                      </p:to>
                                    </p:set>
                                    <p:anim calcmode="lin" valueType="num">
                                      <p:cBhvr>
                                        <p:cTn id="24" dur="500" fill="hold"/>
                                        <p:tgtEl>
                                          <p:spTgt spid="656388">
                                            <p:txEl>
                                              <p:pRg st="4" end="4"/>
                                            </p:txEl>
                                          </p:spTgt>
                                        </p:tgtEl>
                                        <p:attrNameLst>
                                          <p:attrName>ppt_w</p:attrName>
                                        </p:attrNameLst>
                                      </p:cBhvr>
                                      <p:tavLst>
                                        <p:tav tm="0">
                                          <p:val>
                                            <p:fltVal val="0"/>
                                          </p:val>
                                        </p:tav>
                                        <p:tav tm="100000">
                                          <p:val>
                                            <p:strVal val="#ppt_w"/>
                                          </p:val>
                                        </p:tav>
                                      </p:tavLst>
                                    </p:anim>
                                    <p:anim calcmode="lin" valueType="num">
                                      <p:cBhvr>
                                        <p:cTn id="25" dur="500" fill="hold"/>
                                        <p:tgtEl>
                                          <p:spTgt spid="656388">
                                            <p:txEl>
                                              <p:pRg st="4" end="4"/>
                                            </p:txEl>
                                          </p:spTgt>
                                        </p:tgtEl>
                                        <p:attrNameLst>
                                          <p:attrName>ppt_h</p:attrName>
                                        </p:attrNameLst>
                                      </p:cBhvr>
                                      <p:tavLst>
                                        <p:tav tm="0">
                                          <p:val>
                                            <p:fltVal val="0"/>
                                          </p:val>
                                        </p:tav>
                                        <p:tav tm="100000">
                                          <p:val>
                                            <p:strVal val="#ppt_h"/>
                                          </p:val>
                                        </p:tav>
                                      </p:tavLst>
                                    </p:anim>
                                    <p:animEffect transition="in" filter="fade">
                                      <p:cBhvr>
                                        <p:cTn id="26" dur="500"/>
                                        <p:tgtEl>
                                          <p:spTgt spid="656388">
                                            <p:txEl>
                                              <p:pRg st="4" end="4"/>
                                            </p:txEl>
                                          </p:spTgt>
                                        </p:tgtEl>
                                      </p:cBhvr>
                                    </p:animEffect>
                                  </p:childTnLst>
                                </p:cTn>
                              </p:par>
                              <p:par>
                                <p:cTn id="27" presetID="53" presetClass="entr" presetSubtype="16" fill="hold" grpId="1" nodeType="withEffect">
                                  <p:stCondLst>
                                    <p:cond delay="0"/>
                                  </p:stCondLst>
                                  <p:childTnLst>
                                    <p:set>
                                      <p:cBhvr>
                                        <p:cTn id="28" dur="1" fill="hold">
                                          <p:stCondLst>
                                            <p:cond delay="0"/>
                                          </p:stCondLst>
                                        </p:cTn>
                                        <p:tgtEl>
                                          <p:spTgt spid="656388">
                                            <p:txEl>
                                              <p:pRg st="5" end="5"/>
                                            </p:txEl>
                                          </p:spTgt>
                                        </p:tgtEl>
                                        <p:attrNameLst>
                                          <p:attrName>style.visibility</p:attrName>
                                        </p:attrNameLst>
                                      </p:cBhvr>
                                      <p:to>
                                        <p:strVal val="visible"/>
                                      </p:to>
                                    </p:set>
                                    <p:anim calcmode="lin" valueType="num">
                                      <p:cBhvr>
                                        <p:cTn id="29" dur="500" fill="hold"/>
                                        <p:tgtEl>
                                          <p:spTgt spid="656388">
                                            <p:txEl>
                                              <p:pRg st="5" end="5"/>
                                            </p:txEl>
                                          </p:spTgt>
                                        </p:tgtEl>
                                        <p:attrNameLst>
                                          <p:attrName>ppt_w</p:attrName>
                                        </p:attrNameLst>
                                      </p:cBhvr>
                                      <p:tavLst>
                                        <p:tav tm="0">
                                          <p:val>
                                            <p:fltVal val="0"/>
                                          </p:val>
                                        </p:tav>
                                        <p:tav tm="100000">
                                          <p:val>
                                            <p:strVal val="#ppt_w"/>
                                          </p:val>
                                        </p:tav>
                                      </p:tavLst>
                                    </p:anim>
                                    <p:anim calcmode="lin" valueType="num">
                                      <p:cBhvr>
                                        <p:cTn id="30" dur="500" fill="hold"/>
                                        <p:tgtEl>
                                          <p:spTgt spid="656388">
                                            <p:txEl>
                                              <p:pRg st="5" end="5"/>
                                            </p:txEl>
                                          </p:spTgt>
                                        </p:tgtEl>
                                        <p:attrNameLst>
                                          <p:attrName>ppt_h</p:attrName>
                                        </p:attrNameLst>
                                      </p:cBhvr>
                                      <p:tavLst>
                                        <p:tav tm="0">
                                          <p:val>
                                            <p:fltVal val="0"/>
                                          </p:val>
                                        </p:tav>
                                        <p:tav tm="100000">
                                          <p:val>
                                            <p:strVal val="#ppt_h"/>
                                          </p:val>
                                        </p:tav>
                                      </p:tavLst>
                                    </p:anim>
                                    <p:animEffect transition="in" filter="fade">
                                      <p:cBhvr>
                                        <p:cTn id="31" dur="500"/>
                                        <p:tgtEl>
                                          <p:spTgt spid="656388">
                                            <p:txEl>
                                              <p:pRg st="5" end="5"/>
                                            </p:txEl>
                                          </p:spTgt>
                                        </p:tgtEl>
                                      </p:cBhvr>
                                    </p:animEffect>
                                  </p:childTnLst>
                                </p:cTn>
                              </p:par>
                              <p:par>
                                <p:cTn id="32" presetID="53" presetClass="entr" presetSubtype="16" fill="hold" grpId="1" nodeType="withEffect">
                                  <p:stCondLst>
                                    <p:cond delay="0"/>
                                  </p:stCondLst>
                                  <p:childTnLst>
                                    <p:set>
                                      <p:cBhvr>
                                        <p:cTn id="33" dur="1" fill="hold">
                                          <p:stCondLst>
                                            <p:cond delay="0"/>
                                          </p:stCondLst>
                                        </p:cTn>
                                        <p:tgtEl>
                                          <p:spTgt spid="656388">
                                            <p:txEl>
                                              <p:pRg st="6" end="6"/>
                                            </p:txEl>
                                          </p:spTgt>
                                        </p:tgtEl>
                                        <p:attrNameLst>
                                          <p:attrName>style.visibility</p:attrName>
                                        </p:attrNameLst>
                                      </p:cBhvr>
                                      <p:to>
                                        <p:strVal val="visible"/>
                                      </p:to>
                                    </p:set>
                                    <p:anim calcmode="lin" valueType="num">
                                      <p:cBhvr>
                                        <p:cTn id="34" dur="500" fill="hold"/>
                                        <p:tgtEl>
                                          <p:spTgt spid="656388">
                                            <p:txEl>
                                              <p:pRg st="6" end="6"/>
                                            </p:txEl>
                                          </p:spTgt>
                                        </p:tgtEl>
                                        <p:attrNameLst>
                                          <p:attrName>ppt_w</p:attrName>
                                        </p:attrNameLst>
                                      </p:cBhvr>
                                      <p:tavLst>
                                        <p:tav tm="0">
                                          <p:val>
                                            <p:fltVal val="0"/>
                                          </p:val>
                                        </p:tav>
                                        <p:tav tm="100000">
                                          <p:val>
                                            <p:strVal val="#ppt_w"/>
                                          </p:val>
                                        </p:tav>
                                      </p:tavLst>
                                    </p:anim>
                                    <p:anim calcmode="lin" valueType="num">
                                      <p:cBhvr>
                                        <p:cTn id="35" dur="500" fill="hold"/>
                                        <p:tgtEl>
                                          <p:spTgt spid="656388">
                                            <p:txEl>
                                              <p:pRg st="6" end="6"/>
                                            </p:txEl>
                                          </p:spTgt>
                                        </p:tgtEl>
                                        <p:attrNameLst>
                                          <p:attrName>ppt_h</p:attrName>
                                        </p:attrNameLst>
                                      </p:cBhvr>
                                      <p:tavLst>
                                        <p:tav tm="0">
                                          <p:val>
                                            <p:fltVal val="0"/>
                                          </p:val>
                                        </p:tav>
                                        <p:tav tm="100000">
                                          <p:val>
                                            <p:strVal val="#ppt_h"/>
                                          </p:val>
                                        </p:tav>
                                      </p:tavLst>
                                    </p:anim>
                                    <p:animEffect transition="in" filter="fade">
                                      <p:cBhvr>
                                        <p:cTn id="36" dur="500"/>
                                        <p:tgtEl>
                                          <p:spTgt spid="656388">
                                            <p:txEl>
                                              <p:pRg st="6" end="6"/>
                                            </p:txEl>
                                          </p:spTgt>
                                        </p:tgtEl>
                                      </p:cBhvr>
                                    </p:animEffect>
                                  </p:childTnLst>
                                </p:cTn>
                              </p:par>
                              <p:par>
                                <p:cTn id="37" presetID="53" presetClass="entr" presetSubtype="16" fill="hold" grpId="1" nodeType="withEffect">
                                  <p:stCondLst>
                                    <p:cond delay="0"/>
                                  </p:stCondLst>
                                  <p:childTnLst>
                                    <p:set>
                                      <p:cBhvr>
                                        <p:cTn id="38" dur="1" fill="hold">
                                          <p:stCondLst>
                                            <p:cond delay="0"/>
                                          </p:stCondLst>
                                        </p:cTn>
                                        <p:tgtEl>
                                          <p:spTgt spid="656388">
                                            <p:txEl>
                                              <p:pRg st="7" end="7"/>
                                            </p:txEl>
                                          </p:spTgt>
                                        </p:tgtEl>
                                        <p:attrNameLst>
                                          <p:attrName>style.visibility</p:attrName>
                                        </p:attrNameLst>
                                      </p:cBhvr>
                                      <p:to>
                                        <p:strVal val="visible"/>
                                      </p:to>
                                    </p:set>
                                    <p:anim calcmode="lin" valueType="num">
                                      <p:cBhvr>
                                        <p:cTn id="39" dur="500" fill="hold"/>
                                        <p:tgtEl>
                                          <p:spTgt spid="656388">
                                            <p:txEl>
                                              <p:pRg st="7" end="7"/>
                                            </p:txEl>
                                          </p:spTgt>
                                        </p:tgtEl>
                                        <p:attrNameLst>
                                          <p:attrName>ppt_w</p:attrName>
                                        </p:attrNameLst>
                                      </p:cBhvr>
                                      <p:tavLst>
                                        <p:tav tm="0">
                                          <p:val>
                                            <p:fltVal val="0"/>
                                          </p:val>
                                        </p:tav>
                                        <p:tav tm="100000">
                                          <p:val>
                                            <p:strVal val="#ppt_w"/>
                                          </p:val>
                                        </p:tav>
                                      </p:tavLst>
                                    </p:anim>
                                    <p:anim calcmode="lin" valueType="num">
                                      <p:cBhvr>
                                        <p:cTn id="40" dur="500" fill="hold"/>
                                        <p:tgtEl>
                                          <p:spTgt spid="656388">
                                            <p:txEl>
                                              <p:pRg st="7" end="7"/>
                                            </p:txEl>
                                          </p:spTgt>
                                        </p:tgtEl>
                                        <p:attrNameLst>
                                          <p:attrName>ppt_h</p:attrName>
                                        </p:attrNameLst>
                                      </p:cBhvr>
                                      <p:tavLst>
                                        <p:tav tm="0">
                                          <p:val>
                                            <p:fltVal val="0"/>
                                          </p:val>
                                        </p:tav>
                                        <p:tav tm="100000">
                                          <p:val>
                                            <p:strVal val="#ppt_h"/>
                                          </p:val>
                                        </p:tav>
                                      </p:tavLst>
                                    </p:anim>
                                    <p:animEffect transition="in" filter="fade">
                                      <p:cBhvr>
                                        <p:cTn id="41" dur="500"/>
                                        <p:tgtEl>
                                          <p:spTgt spid="656388">
                                            <p:txEl>
                                              <p:pRg st="7" end="7"/>
                                            </p:txEl>
                                          </p:spTgt>
                                        </p:tgtEl>
                                      </p:cBhvr>
                                    </p:animEffect>
                                  </p:childTnLst>
                                </p:cTn>
                              </p:par>
                              <p:par>
                                <p:cTn id="42" presetID="53" presetClass="entr" presetSubtype="16" fill="hold" grpId="1" nodeType="withEffect">
                                  <p:stCondLst>
                                    <p:cond delay="0"/>
                                  </p:stCondLst>
                                  <p:childTnLst>
                                    <p:set>
                                      <p:cBhvr>
                                        <p:cTn id="43" dur="1" fill="hold">
                                          <p:stCondLst>
                                            <p:cond delay="0"/>
                                          </p:stCondLst>
                                        </p:cTn>
                                        <p:tgtEl>
                                          <p:spTgt spid="656388">
                                            <p:txEl>
                                              <p:pRg st="8" end="8"/>
                                            </p:txEl>
                                          </p:spTgt>
                                        </p:tgtEl>
                                        <p:attrNameLst>
                                          <p:attrName>style.visibility</p:attrName>
                                        </p:attrNameLst>
                                      </p:cBhvr>
                                      <p:to>
                                        <p:strVal val="visible"/>
                                      </p:to>
                                    </p:set>
                                    <p:anim calcmode="lin" valueType="num">
                                      <p:cBhvr>
                                        <p:cTn id="44" dur="500" fill="hold"/>
                                        <p:tgtEl>
                                          <p:spTgt spid="656388">
                                            <p:txEl>
                                              <p:pRg st="8" end="8"/>
                                            </p:txEl>
                                          </p:spTgt>
                                        </p:tgtEl>
                                        <p:attrNameLst>
                                          <p:attrName>ppt_w</p:attrName>
                                        </p:attrNameLst>
                                      </p:cBhvr>
                                      <p:tavLst>
                                        <p:tav tm="0">
                                          <p:val>
                                            <p:fltVal val="0"/>
                                          </p:val>
                                        </p:tav>
                                        <p:tav tm="100000">
                                          <p:val>
                                            <p:strVal val="#ppt_w"/>
                                          </p:val>
                                        </p:tav>
                                      </p:tavLst>
                                    </p:anim>
                                    <p:anim calcmode="lin" valueType="num">
                                      <p:cBhvr>
                                        <p:cTn id="45" dur="500" fill="hold"/>
                                        <p:tgtEl>
                                          <p:spTgt spid="656388">
                                            <p:txEl>
                                              <p:pRg st="8" end="8"/>
                                            </p:txEl>
                                          </p:spTgt>
                                        </p:tgtEl>
                                        <p:attrNameLst>
                                          <p:attrName>ppt_h</p:attrName>
                                        </p:attrNameLst>
                                      </p:cBhvr>
                                      <p:tavLst>
                                        <p:tav tm="0">
                                          <p:val>
                                            <p:fltVal val="0"/>
                                          </p:val>
                                        </p:tav>
                                        <p:tav tm="100000">
                                          <p:val>
                                            <p:strVal val="#ppt_h"/>
                                          </p:val>
                                        </p:tav>
                                      </p:tavLst>
                                    </p:anim>
                                    <p:animEffect transition="in" filter="fade">
                                      <p:cBhvr>
                                        <p:cTn id="46" dur="500"/>
                                        <p:tgtEl>
                                          <p:spTgt spid="656388">
                                            <p:txEl>
                                              <p:pRg st="8" end="8"/>
                                            </p:txEl>
                                          </p:spTgt>
                                        </p:tgtEl>
                                      </p:cBhvr>
                                    </p:animEffect>
                                  </p:childTnLst>
                                </p:cTn>
                              </p:par>
                              <p:par>
                                <p:cTn id="47" presetID="53" presetClass="entr" presetSubtype="16" fill="hold" grpId="1" nodeType="withEffect">
                                  <p:stCondLst>
                                    <p:cond delay="0"/>
                                  </p:stCondLst>
                                  <p:childTnLst>
                                    <p:set>
                                      <p:cBhvr>
                                        <p:cTn id="48" dur="1" fill="hold">
                                          <p:stCondLst>
                                            <p:cond delay="0"/>
                                          </p:stCondLst>
                                        </p:cTn>
                                        <p:tgtEl>
                                          <p:spTgt spid="656388">
                                            <p:txEl>
                                              <p:pRg st="10" end="10"/>
                                            </p:txEl>
                                          </p:spTgt>
                                        </p:tgtEl>
                                        <p:attrNameLst>
                                          <p:attrName>style.visibility</p:attrName>
                                        </p:attrNameLst>
                                      </p:cBhvr>
                                      <p:to>
                                        <p:strVal val="visible"/>
                                      </p:to>
                                    </p:set>
                                    <p:anim calcmode="lin" valueType="num">
                                      <p:cBhvr>
                                        <p:cTn id="49" dur="500" fill="hold"/>
                                        <p:tgtEl>
                                          <p:spTgt spid="656388">
                                            <p:txEl>
                                              <p:pRg st="10" end="10"/>
                                            </p:txEl>
                                          </p:spTgt>
                                        </p:tgtEl>
                                        <p:attrNameLst>
                                          <p:attrName>ppt_w</p:attrName>
                                        </p:attrNameLst>
                                      </p:cBhvr>
                                      <p:tavLst>
                                        <p:tav tm="0">
                                          <p:val>
                                            <p:fltVal val="0"/>
                                          </p:val>
                                        </p:tav>
                                        <p:tav tm="100000">
                                          <p:val>
                                            <p:strVal val="#ppt_w"/>
                                          </p:val>
                                        </p:tav>
                                      </p:tavLst>
                                    </p:anim>
                                    <p:anim calcmode="lin" valueType="num">
                                      <p:cBhvr>
                                        <p:cTn id="50" dur="500" fill="hold"/>
                                        <p:tgtEl>
                                          <p:spTgt spid="656388">
                                            <p:txEl>
                                              <p:pRg st="10" end="10"/>
                                            </p:txEl>
                                          </p:spTgt>
                                        </p:tgtEl>
                                        <p:attrNameLst>
                                          <p:attrName>ppt_h</p:attrName>
                                        </p:attrNameLst>
                                      </p:cBhvr>
                                      <p:tavLst>
                                        <p:tav tm="0">
                                          <p:val>
                                            <p:fltVal val="0"/>
                                          </p:val>
                                        </p:tav>
                                        <p:tav tm="100000">
                                          <p:val>
                                            <p:strVal val="#ppt_h"/>
                                          </p:val>
                                        </p:tav>
                                      </p:tavLst>
                                    </p:anim>
                                    <p:animEffect transition="in" filter="fade">
                                      <p:cBhvr>
                                        <p:cTn id="51" dur="500"/>
                                        <p:tgtEl>
                                          <p:spTgt spid="656388">
                                            <p:txEl>
                                              <p:pRg st="10" end="10"/>
                                            </p:txEl>
                                          </p:spTgt>
                                        </p:tgtEl>
                                      </p:cBhvr>
                                    </p:animEffect>
                                  </p:childTnLst>
                                </p:cTn>
                              </p:par>
                              <p:par>
                                <p:cTn id="52" presetID="53" presetClass="entr" presetSubtype="16" fill="hold" grpId="1" nodeType="withEffect">
                                  <p:stCondLst>
                                    <p:cond delay="0"/>
                                  </p:stCondLst>
                                  <p:childTnLst>
                                    <p:set>
                                      <p:cBhvr>
                                        <p:cTn id="53" dur="1" fill="hold">
                                          <p:stCondLst>
                                            <p:cond delay="0"/>
                                          </p:stCondLst>
                                        </p:cTn>
                                        <p:tgtEl>
                                          <p:spTgt spid="656388">
                                            <p:txEl>
                                              <p:pRg st="11" end="11"/>
                                            </p:txEl>
                                          </p:spTgt>
                                        </p:tgtEl>
                                        <p:attrNameLst>
                                          <p:attrName>style.visibility</p:attrName>
                                        </p:attrNameLst>
                                      </p:cBhvr>
                                      <p:to>
                                        <p:strVal val="visible"/>
                                      </p:to>
                                    </p:set>
                                    <p:anim calcmode="lin" valueType="num">
                                      <p:cBhvr>
                                        <p:cTn id="54" dur="500" fill="hold"/>
                                        <p:tgtEl>
                                          <p:spTgt spid="656388">
                                            <p:txEl>
                                              <p:pRg st="11" end="11"/>
                                            </p:txEl>
                                          </p:spTgt>
                                        </p:tgtEl>
                                        <p:attrNameLst>
                                          <p:attrName>ppt_w</p:attrName>
                                        </p:attrNameLst>
                                      </p:cBhvr>
                                      <p:tavLst>
                                        <p:tav tm="0">
                                          <p:val>
                                            <p:fltVal val="0"/>
                                          </p:val>
                                        </p:tav>
                                        <p:tav tm="100000">
                                          <p:val>
                                            <p:strVal val="#ppt_w"/>
                                          </p:val>
                                        </p:tav>
                                      </p:tavLst>
                                    </p:anim>
                                    <p:anim calcmode="lin" valueType="num">
                                      <p:cBhvr>
                                        <p:cTn id="55" dur="500" fill="hold"/>
                                        <p:tgtEl>
                                          <p:spTgt spid="656388">
                                            <p:txEl>
                                              <p:pRg st="11" end="11"/>
                                            </p:txEl>
                                          </p:spTgt>
                                        </p:tgtEl>
                                        <p:attrNameLst>
                                          <p:attrName>ppt_h</p:attrName>
                                        </p:attrNameLst>
                                      </p:cBhvr>
                                      <p:tavLst>
                                        <p:tav tm="0">
                                          <p:val>
                                            <p:fltVal val="0"/>
                                          </p:val>
                                        </p:tav>
                                        <p:tav tm="100000">
                                          <p:val>
                                            <p:strVal val="#ppt_h"/>
                                          </p:val>
                                        </p:tav>
                                      </p:tavLst>
                                    </p:anim>
                                    <p:animEffect transition="in" filter="fade">
                                      <p:cBhvr>
                                        <p:cTn id="56" dur="500"/>
                                        <p:tgtEl>
                                          <p:spTgt spid="656388">
                                            <p:txEl>
                                              <p:pRg st="11" end="11"/>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3" presetClass="exit" presetSubtype="0" fill="hold" grpId="0" nodeType="clickEffect">
                                  <p:stCondLst>
                                    <p:cond delay="0"/>
                                  </p:stCondLst>
                                  <p:childTnLst>
                                    <p:anim calcmode="lin" valueType="num">
                                      <p:cBhvr>
                                        <p:cTn id="60" dur="500"/>
                                        <p:tgtEl>
                                          <p:spTgt spid="656388">
                                            <p:txEl>
                                              <p:pRg st="0" end="0"/>
                                            </p:txEl>
                                          </p:spTgt>
                                        </p:tgtEl>
                                        <p:attrNameLst>
                                          <p:attrName>ppt_w</p:attrName>
                                        </p:attrNameLst>
                                      </p:cBhvr>
                                      <p:tavLst>
                                        <p:tav tm="0">
                                          <p:val>
                                            <p:strVal val="ppt_w"/>
                                          </p:val>
                                        </p:tav>
                                        <p:tav tm="100000">
                                          <p:val>
                                            <p:fltVal val="0"/>
                                          </p:val>
                                        </p:tav>
                                      </p:tavLst>
                                    </p:anim>
                                    <p:anim calcmode="lin" valueType="num">
                                      <p:cBhvr>
                                        <p:cTn id="61" dur="500"/>
                                        <p:tgtEl>
                                          <p:spTgt spid="656388">
                                            <p:txEl>
                                              <p:pRg st="0" end="0"/>
                                            </p:txEl>
                                          </p:spTgt>
                                        </p:tgtEl>
                                        <p:attrNameLst>
                                          <p:attrName>ppt_h</p:attrName>
                                        </p:attrNameLst>
                                      </p:cBhvr>
                                      <p:tavLst>
                                        <p:tav tm="0">
                                          <p:val>
                                            <p:strVal val="ppt_h"/>
                                          </p:val>
                                        </p:tav>
                                        <p:tav tm="100000">
                                          <p:val>
                                            <p:fltVal val="0"/>
                                          </p:val>
                                        </p:tav>
                                      </p:tavLst>
                                    </p:anim>
                                    <p:animEffect transition="out" filter="fade">
                                      <p:cBhvr>
                                        <p:cTn id="62" dur="500"/>
                                        <p:tgtEl>
                                          <p:spTgt spid="656388">
                                            <p:txEl>
                                              <p:pRg st="0" end="0"/>
                                            </p:txEl>
                                          </p:spTgt>
                                        </p:tgtEl>
                                      </p:cBhvr>
                                    </p:animEffect>
                                    <p:set>
                                      <p:cBhvr>
                                        <p:cTn id="63" dur="1" fill="hold">
                                          <p:stCondLst>
                                            <p:cond delay="499"/>
                                          </p:stCondLst>
                                        </p:cTn>
                                        <p:tgtEl>
                                          <p:spTgt spid="656388">
                                            <p:txEl>
                                              <p:pRg st="0" end="0"/>
                                            </p:txEl>
                                          </p:spTgt>
                                        </p:tgtEl>
                                        <p:attrNameLst>
                                          <p:attrName>style.visibility</p:attrName>
                                        </p:attrNameLst>
                                      </p:cBhvr>
                                      <p:to>
                                        <p:strVal val="hidden"/>
                                      </p:to>
                                    </p:set>
                                  </p:childTnLst>
                                </p:cTn>
                              </p:par>
                              <p:par>
                                <p:cTn id="64" presetID="53" presetClass="exit" presetSubtype="0" fill="hold" grpId="0" nodeType="withEffect">
                                  <p:stCondLst>
                                    <p:cond delay="0"/>
                                  </p:stCondLst>
                                  <p:childTnLst>
                                    <p:anim calcmode="lin" valueType="num">
                                      <p:cBhvr>
                                        <p:cTn id="65" dur="500"/>
                                        <p:tgtEl>
                                          <p:spTgt spid="656388">
                                            <p:txEl>
                                              <p:pRg st="1" end="1"/>
                                            </p:txEl>
                                          </p:spTgt>
                                        </p:tgtEl>
                                        <p:attrNameLst>
                                          <p:attrName>ppt_w</p:attrName>
                                        </p:attrNameLst>
                                      </p:cBhvr>
                                      <p:tavLst>
                                        <p:tav tm="0">
                                          <p:val>
                                            <p:strVal val="ppt_w"/>
                                          </p:val>
                                        </p:tav>
                                        <p:tav tm="100000">
                                          <p:val>
                                            <p:fltVal val="0"/>
                                          </p:val>
                                        </p:tav>
                                      </p:tavLst>
                                    </p:anim>
                                    <p:anim calcmode="lin" valueType="num">
                                      <p:cBhvr>
                                        <p:cTn id="66" dur="500"/>
                                        <p:tgtEl>
                                          <p:spTgt spid="656388">
                                            <p:txEl>
                                              <p:pRg st="1" end="1"/>
                                            </p:txEl>
                                          </p:spTgt>
                                        </p:tgtEl>
                                        <p:attrNameLst>
                                          <p:attrName>ppt_h</p:attrName>
                                        </p:attrNameLst>
                                      </p:cBhvr>
                                      <p:tavLst>
                                        <p:tav tm="0">
                                          <p:val>
                                            <p:strVal val="ppt_h"/>
                                          </p:val>
                                        </p:tav>
                                        <p:tav tm="100000">
                                          <p:val>
                                            <p:fltVal val="0"/>
                                          </p:val>
                                        </p:tav>
                                      </p:tavLst>
                                    </p:anim>
                                    <p:animEffect transition="out" filter="fade">
                                      <p:cBhvr>
                                        <p:cTn id="67" dur="500"/>
                                        <p:tgtEl>
                                          <p:spTgt spid="656388">
                                            <p:txEl>
                                              <p:pRg st="1" end="1"/>
                                            </p:txEl>
                                          </p:spTgt>
                                        </p:tgtEl>
                                      </p:cBhvr>
                                    </p:animEffect>
                                    <p:set>
                                      <p:cBhvr>
                                        <p:cTn id="68" dur="1" fill="hold">
                                          <p:stCondLst>
                                            <p:cond delay="499"/>
                                          </p:stCondLst>
                                        </p:cTn>
                                        <p:tgtEl>
                                          <p:spTgt spid="656388">
                                            <p:txEl>
                                              <p:pRg st="1" end="1"/>
                                            </p:txEl>
                                          </p:spTgt>
                                        </p:tgtEl>
                                        <p:attrNameLst>
                                          <p:attrName>style.visibility</p:attrName>
                                        </p:attrNameLst>
                                      </p:cBhvr>
                                      <p:to>
                                        <p:strVal val="hidden"/>
                                      </p:to>
                                    </p:set>
                                  </p:childTnLst>
                                </p:cTn>
                              </p:par>
                              <p:par>
                                <p:cTn id="69" presetID="53" presetClass="exit" presetSubtype="0" fill="hold" grpId="0" nodeType="withEffect">
                                  <p:stCondLst>
                                    <p:cond delay="0"/>
                                  </p:stCondLst>
                                  <p:childTnLst>
                                    <p:anim calcmode="lin" valueType="num">
                                      <p:cBhvr>
                                        <p:cTn id="70" dur="500"/>
                                        <p:tgtEl>
                                          <p:spTgt spid="656388">
                                            <p:txEl>
                                              <p:pRg st="2" end="2"/>
                                            </p:txEl>
                                          </p:spTgt>
                                        </p:tgtEl>
                                        <p:attrNameLst>
                                          <p:attrName>ppt_w</p:attrName>
                                        </p:attrNameLst>
                                      </p:cBhvr>
                                      <p:tavLst>
                                        <p:tav tm="0">
                                          <p:val>
                                            <p:strVal val="ppt_w"/>
                                          </p:val>
                                        </p:tav>
                                        <p:tav tm="100000">
                                          <p:val>
                                            <p:fltVal val="0"/>
                                          </p:val>
                                        </p:tav>
                                      </p:tavLst>
                                    </p:anim>
                                    <p:anim calcmode="lin" valueType="num">
                                      <p:cBhvr>
                                        <p:cTn id="71" dur="500"/>
                                        <p:tgtEl>
                                          <p:spTgt spid="656388">
                                            <p:txEl>
                                              <p:pRg st="2" end="2"/>
                                            </p:txEl>
                                          </p:spTgt>
                                        </p:tgtEl>
                                        <p:attrNameLst>
                                          <p:attrName>ppt_h</p:attrName>
                                        </p:attrNameLst>
                                      </p:cBhvr>
                                      <p:tavLst>
                                        <p:tav tm="0">
                                          <p:val>
                                            <p:strVal val="ppt_h"/>
                                          </p:val>
                                        </p:tav>
                                        <p:tav tm="100000">
                                          <p:val>
                                            <p:fltVal val="0"/>
                                          </p:val>
                                        </p:tav>
                                      </p:tavLst>
                                    </p:anim>
                                    <p:animEffect transition="out" filter="fade">
                                      <p:cBhvr>
                                        <p:cTn id="72" dur="500"/>
                                        <p:tgtEl>
                                          <p:spTgt spid="656388">
                                            <p:txEl>
                                              <p:pRg st="2" end="2"/>
                                            </p:txEl>
                                          </p:spTgt>
                                        </p:tgtEl>
                                      </p:cBhvr>
                                    </p:animEffect>
                                    <p:set>
                                      <p:cBhvr>
                                        <p:cTn id="73" dur="1" fill="hold">
                                          <p:stCondLst>
                                            <p:cond delay="499"/>
                                          </p:stCondLst>
                                        </p:cTn>
                                        <p:tgtEl>
                                          <p:spTgt spid="656388">
                                            <p:txEl>
                                              <p:pRg st="2" end="2"/>
                                            </p:txEl>
                                          </p:spTgt>
                                        </p:tgtEl>
                                        <p:attrNameLst>
                                          <p:attrName>style.visibility</p:attrName>
                                        </p:attrNameLst>
                                      </p:cBhvr>
                                      <p:to>
                                        <p:strVal val="hidden"/>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53" presetClass="exit" presetSubtype="0" fill="hold" grpId="0" nodeType="clickEffect">
                                  <p:stCondLst>
                                    <p:cond delay="0"/>
                                  </p:stCondLst>
                                  <p:childTnLst>
                                    <p:anim calcmode="lin" valueType="num">
                                      <p:cBhvr>
                                        <p:cTn id="77" dur="500"/>
                                        <p:tgtEl>
                                          <p:spTgt spid="656388">
                                            <p:txEl>
                                              <p:pRg st="4" end="4"/>
                                            </p:txEl>
                                          </p:spTgt>
                                        </p:tgtEl>
                                        <p:attrNameLst>
                                          <p:attrName>ppt_w</p:attrName>
                                        </p:attrNameLst>
                                      </p:cBhvr>
                                      <p:tavLst>
                                        <p:tav tm="0">
                                          <p:val>
                                            <p:strVal val="ppt_w"/>
                                          </p:val>
                                        </p:tav>
                                        <p:tav tm="100000">
                                          <p:val>
                                            <p:fltVal val="0"/>
                                          </p:val>
                                        </p:tav>
                                      </p:tavLst>
                                    </p:anim>
                                    <p:anim calcmode="lin" valueType="num">
                                      <p:cBhvr>
                                        <p:cTn id="78" dur="500"/>
                                        <p:tgtEl>
                                          <p:spTgt spid="656388">
                                            <p:txEl>
                                              <p:pRg st="4" end="4"/>
                                            </p:txEl>
                                          </p:spTgt>
                                        </p:tgtEl>
                                        <p:attrNameLst>
                                          <p:attrName>ppt_h</p:attrName>
                                        </p:attrNameLst>
                                      </p:cBhvr>
                                      <p:tavLst>
                                        <p:tav tm="0">
                                          <p:val>
                                            <p:strVal val="ppt_h"/>
                                          </p:val>
                                        </p:tav>
                                        <p:tav tm="100000">
                                          <p:val>
                                            <p:fltVal val="0"/>
                                          </p:val>
                                        </p:tav>
                                      </p:tavLst>
                                    </p:anim>
                                    <p:animEffect transition="out" filter="fade">
                                      <p:cBhvr>
                                        <p:cTn id="79" dur="500"/>
                                        <p:tgtEl>
                                          <p:spTgt spid="656388">
                                            <p:txEl>
                                              <p:pRg st="4" end="4"/>
                                            </p:txEl>
                                          </p:spTgt>
                                        </p:tgtEl>
                                      </p:cBhvr>
                                    </p:animEffect>
                                    <p:set>
                                      <p:cBhvr>
                                        <p:cTn id="80" dur="1" fill="hold">
                                          <p:stCondLst>
                                            <p:cond delay="499"/>
                                          </p:stCondLst>
                                        </p:cTn>
                                        <p:tgtEl>
                                          <p:spTgt spid="656388">
                                            <p:txEl>
                                              <p:pRg st="4" end="4"/>
                                            </p:txEl>
                                          </p:spTgt>
                                        </p:tgtEl>
                                        <p:attrNameLst>
                                          <p:attrName>style.visibility</p:attrName>
                                        </p:attrNameLst>
                                      </p:cBhvr>
                                      <p:to>
                                        <p:strVal val="hidden"/>
                                      </p:to>
                                    </p:set>
                                  </p:childTnLst>
                                </p:cTn>
                              </p:par>
                              <p:par>
                                <p:cTn id="81" presetID="53" presetClass="exit" presetSubtype="0" fill="hold" grpId="0" nodeType="withEffect">
                                  <p:stCondLst>
                                    <p:cond delay="0"/>
                                  </p:stCondLst>
                                  <p:childTnLst>
                                    <p:anim calcmode="lin" valueType="num">
                                      <p:cBhvr>
                                        <p:cTn id="82" dur="500"/>
                                        <p:tgtEl>
                                          <p:spTgt spid="656388">
                                            <p:txEl>
                                              <p:pRg st="5" end="5"/>
                                            </p:txEl>
                                          </p:spTgt>
                                        </p:tgtEl>
                                        <p:attrNameLst>
                                          <p:attrName>ppt_w</p:attrName>
                                        </p:attrNameLst>
                                      </p:cBhvr>
                                      <p:tavLst>
                                        <p:tav tm="0">
                                          <p:val>
                                            <p:strVal val="ppt_w"/>
                                          </p:val>
                                        </p:tav>
                                        <p:tav tm="100000">
                                          <p:val>
                                            <p:fltVal val="0"/>
                                          </p:val>
                                        </p:tav>
                                      </p:tavLst>
                                    </p:anim>
                                    <p:anim calcmode="lin" valueType="num">
                                      <p:cBhvr>
                                        <p:cTn id="83" dur="500"/>
                                        <p:tgtEl>
                                          <p:spTgt spid="656388">
                                            <p:txEl>
                                              <p:pRg st="5" end="5"/>
                                            </p:txEl>
                                          </p:spTgt>
                                        </p:tgtEl>
                                        <p:attrNameLst>
                                          <p:attrName>ppt_h</p:attrName>
                                        </p:attrNameLst>
                                      </p:cBhvr>
                                      <p:tavLst>
                                        <p:tav tm="0">
                                          <p:val>
                                            <p:strVal val="ppt_h"/>
                                          </p:val>
                                        </p:tav>
                                        <p:tav tm="100000">
                                          <p:val>
                                            <p:fltVal val="0"/>
                                          </p:val>
                                        </p:tav>
                                      </p:tavLst>
                                    </p:anim>
                                    <p:animEffect transition="out" filter="fade">
                                      <p:cBhvr>
                                        <p:cTn id="84" dur="500"/>
                                        <p:tgtEl>
                                          <p:spTgt spid="656388">
                                            <p:txEl>
                                              <p:pRg st="5" end="5"/>
                                            </p:txEl>
                                          </p:spTgt>
                                        </p:tgtEl>
                                      </p:cBhvr>
                                    </p:animEffect>
                                    <p:set>
                                      <p:cBhvr>
                                        <p:cTn id="85" dur="1" fill="hold">
                                          <p:stCondLst>
                                            <p:cond delay="499"/>
                                          </p:stCondLst>
                                        </p:cTn>
                                        <p:tgtEl>
                                          <p:spTgt spid="656388">
                                            <p:txEl>
                                              <p:pRg st="5" end="5"/>
                                            </p:txEl>
                                          </p:spTgt>
                                        </p:tgtEl>
                                        <p:attrNameLst>
                                          <p:attrName>style.visibility</p:attrName>
                                        </p:attrNameLst>
                                      </p:cBhvr>
                                      <p:to>
                                        <p:strVal val="hidden"/>
                                      </p:to>
                                    </p:set>
                                  </p:childTnLst>
                                </p:cTn>
                              </p:par>
                              <p:par>
                                <p:cTn id="86" presetID="53" presetClass="exit" presetSubtype="0" fill="hold" grpId="0" nodeType="withEffect">
                                  <p:stCondLst>
                                    <p:cond delay="0"/>
                                  </p:stCondLst>
                                  <p:childTnLst>
                                    <p:anim calcmode="lin" valueType="num">
                                      <p:cBhvr>
                                        <p:cTn id="87" dur="500"/>
                                        <p:tgtEl>
                                          <p:spTgt spid="656388">
                                            <p:txEl>
                                              <p:pRg st="6" end="6"/>
                                            </p:txEl>
                                          </p:spTgt>
                                        </p:tgtEl>
                                        <p:attrNameLst>
                                          <p:attrName>ppt_w</p:attrName>
                                        </p:attrNameLst>
                                      </p:cBhvr>
                                      <p:tavLst>
                                        <p:tav tm="0">
                                          <p:val>
                                            <p:strVal val="ppt_w"/>
                                          </p:val>
                                        </p:tav>
                                        <p:tav tm="100000">
                                          <p:val>
                                            <p:fltVal val="0"/>
                                          </p:val>
                                        </p:tav>
                                      </p:tavLst>
                                    </p:anim>
                                    <p:anim calcmode="lin" valueType="num">
                                      <p:cBhvr>
                                        <p:cTn id="88" dur="500"/>
                                        <p:tgtEl>
                                          <p:spTgt spid="656388">
                                            <p:txEl>
                                              <p:pRg st="6" end="6"/>
                                            </p:txEl>
                                          </p:spTgt>
                                        </p:tgtEl>
                                        <p:attrNameLst>
                                          <p:attrName>ppt_h</p:attrName>
                                        </p:attrNameLst>
                                      </p:cBhvr>
                                      <p:tavLst>
                                        <p:tav tm="0">
                                          <p:val>
                                            <p:strVal val="ppt_h"/>
                                          </p:val>
                                        </p:tav>
                                        <p:tav tm="100000">
                                          <p:val>
                                            <p:fltVal val="0"/>
                                          </p:val>
                                        </p:tav>
                                      </p:tavLst>
                                    </p:anim>
                                    <p:animEffect transition="out" filter="fade">
                                      <p:cBhvr>
                                        <p:cTn id="89" dur="500"/>
                                        <p:tgtEl>
                                          <p:spTgt spid="656388">
                                            <p:txEl>
                                              <p:pRg st="6" end="6"/>
                                            </p:txEl>
                                          </p:spTgt>
                                        </p:tgtEl>
                                      </p:cBhvr>
                                    </p:animEffect>
                                    <p:set>
                                      <p:cBhvr>
                                        <p:cTn id="90" dur="1" fill="hold">
                                          <p:stCondLst>
                                            <p:cond delay="499"/>
                                          </p:stCondLst>
                                        </p:cTn>
                                        <p:tgtEl>
                                          <p:spTgt spid="656388">
                                            <p:txEl>
                                              <p:pRg st="6" end="6"/>
                                            </p:txEl>
                                          </p:spTgt>
                                        </p:tgtEl>
                                        <p:attrNameLst>
                                          <p:attrName>style.visibility</p:attrName>
                                        </p:attrNameLst>
                                      </p:cBhvr>
                                      <p:to>
                                        <p:strVal val="hidden"/>
                                      </p:to>
                                    </p:set>
                                  </p:childTnLst>
                                </p:cTn>
                              </p:par>
                              <p:par>
                                <p:cTn id="91" presetID="53" presetClass="exit" presetSubtype="0" fill="hold" grpId="0" nodeType="withEffect">
                                  <p:stCondLst>
                                    <p:cond delay="0"/>
                                  </p:stCondLst>
                                  <p:childTnLst>
                                    <p:anim calcmode="lin" valueType="num">
                                      <p:cBhvr>
                                        <p:cTn id="92" dur="500"/>
                                        <p:tgtEl>
                                          <p:spTgt spid="656388">
                                            <p:txEl>
                                              <p:pRg st="7" end="7"/>
                                            </p:txEl>
                                          </p:spTgt>
                                        </p:tgtEl>
                                        <p:attrNameLst>
                                          <p:attrName>ppt_w</p:attrName>
                                        </p:attrNameLst>
                                      </p:cBhvr>
                                      <p:tavLst>
                                        <p:tav tm="0">
                                          <p:val>
                                            <p:strVal val="ppt_w"/>
                                          </p:val>
                                        </p:tav>
                                        <p:tav tm="100000">
                                          <p:val>
                                            <p:fltVal val="0"/>
                                          </p:val>
                                        </p:tav>
                                      </p:tavLst>
                                    </p:anim>
                                    <p:anim calcmode="lin" valueType="num">
                                      <p:cBhvr>
                                        <p:cTn id="93" dur="500"/>
                                        <p:tgtEl>
                                          <p:spTgt spid="656388">
                                            <p:txEl>
                                              <p:pRg st="7" end="7"/>
                                            </p:txEl>
                                          </p:spTgt>
                                        </p:tgtEl>
                                        <p:attrNameLst>
                                          <p:attrName>ppt_h</p:attrName>
                                        </p:attrNameLst>
                                      </p:cBhvr>
                                      <p:tavLst>
                                        <p:tav tm="0">
                                          <p:val>
                                            <p:strVal val="ppt_h"/>
                                          </p:val>
                                        </p:tav>
                                        <p:tav tm="100000">
                                          <p:val>
                                            <p:fltVal val="0"/>
                                          </p:val>
                                        </p:tav>
                                      </p:tavLst>
                                    </p:anim>
                                    <p:animEffect transition="out" filter="fade">
                                      <p:cBhvr>
                                        <p:cTn id="94" dur="500"/>
                                        <p:tgtEl>
                                          <p:spTgt spid="656388">
                                            <p:txEl>
                                              <p:pRg st="7" end="7"/>
                                            </p:txEl>
                                          </p:spTgt>
                                        </p:tgtEl>
                                      </p:cBhvr>
                                    </p:animEffect>
                                    <p:set>
                                      <p:cBhvr>
                                        <p:cTn id="95" dur="1" fill="hold">
                                          <p:stCondLst>
                                            <p:cond delay="499"/>
                                          </p:stCondLst>
                                        </p:cTn>
                                        <p:tgtEl>
                                          <p:spTgt spid="656388">
                                            <p:txEl>
                                              <p:pRg st="7" end="7"/>
                                            </p:txEl>
                                          </p:spTgt>
                                        </p:tgtEl>
                                        <p:attrNameLst>
                                          <p:attrName>style.visibility</p:attrName>
                                        </p:attrNameLst>
                                      </p:cBhvr>
                                      <p:to>
                                        <p:strVal val="hidden"/>
                                      </p:to>
                                    </p:set>
                                  </p:childTnLst>
                                </p:cTn>
                              </p:par>
                              <p:par>
                                <p:cTn id="96" presetID="53" presetClass="exit" presetSubtype="0" fill="hold" grpId="0" nodeType="withEffect">
                                  <p:stCondLst>
                                    <p:cond delay="0"/>
                                  </p:stCondLst>
                                  <p:childTnLst>
                                    <p:anim calcmode="lin" valueType="num">
                                      <p:cBhvr>
                                        <p:cTn id="97" dur="500"/>
                                        <p:tgtEl>
                                          <p:spTgt spid="656388">
                                            <p:txEl>
                                              <p:pRg st="8" end="8"/>
                                            </p:txEl>
                                          </p:spTgt>
                                        </p:tgtEl>
                                        <p:attrNameLst>
                                          <p:attrName>ppt_w</p:attrName>
                                        </p:attrNameLst>
                                      </p:cBhvr>
                                      <p:tavLst>
                                        <p:tav tm="0">
                                          <p:val>
                                            <p:strVal val="ppt_w"/>
                                          </p:val>
                                        </p:tav>
                                        <p:tav tm="100000">
                                          <p:val>
                                            <p:fltVal val="0"/>
                                          </p:val>
                                        </p:tav>
                                      </p:tavLst>
                                    </p:anim>
                                    <p:anim calcmode="lin" valueType="num">
                                      <p:cBhvr>
                                        <p:cTn id="98" dur="500"/>
                                        <p:tgtEl>
                                          <p:spTgt spid="656388">
                                            <p:txEl>
                                              <p:pRg st="8" end="8"/>
                                            </p:txEl>
                                          </p:spTgt>
                                        </p:tgtEl>
                                        <p:attrNameLst>
                                          <p:attrName>ppt_h</p:attrName>
                                        </p:attrNameLst>
                                      </p:cBhvr>
                                      <p:tavLst>
                                        <p:tav tm="0">
                                          <p:val>
                                            <p:strVal val="ppt_h"/>
                                          </p:val>
                                        </p:tav>
                                        <p:tav tm="100000">
                                          <p:val>
                                            <p:fltVal val="0"/>
                                          </p:val>
                                        </p:tav>
                                      </p:tavLst>
                                    </p:anim>
                                    <p:animEffect transition="out" filter="fade">
                                      <p:cBhvr>
                                        <p:cTn id="99" dur="500"/>
                                        <p:tgtEl>
                                          <p:spTgt spid="656388">
                                            <p:txEl>
                                              <p:pRg st="8" end="8"/>
                                            </p:txEl>
                                          </p:spTgt>
                                        </p:tgtEl>
                                      </p:cBhvr>
                                    </p:animEffect>
                                    <p:set>
                                      <p:cBhvr>
                                        <p:cTn id="100" dur="1" fill="hold">
                                          <p:stCondLst>
                                            <p:cond delay="499"/>
                                          </p:stCondLst>
                                        </p:cTn>
                                        <p:tgtEl>
                                          <p:spTgt spid="656388">
                                            <p:txEl>
                                              <p:pRg st="8" end="8"/>
                                            </p:txEl>
                                          </p:spTgt>
                                        </p:tgtEl>
                                        <p:attrNameLst>
                                          <p:attrName>style.visibility</p:attrName>
                                        </p:attrNameLst>
                                      </p:cBhvr>
                                      <p:to>
                                        <p:strVal val="hidden"/>
                                      </p:to>
                                    </p:set>
                                  </p:childTnLst>
                                </p:cTn>
                              </p:par>
                              <p:par>
                                <p:cTn id="101" presetID="53" presetClass="exit" presetSubtype="0" fill="hold" grpId="0" nodeType="withEffect">
                                  <p:stCondLst>
                                    <p:cond delay="0"/>
                                  </p:stCondLst>
                                  <p:childTnLst>
                                    <p:anim calcmode="lin" valueType="num">
                                      <p:cBhvr>
                                        <p:cTn id="102" dur="500"/>
                                        <p:tgtEl>
                                          <p:spTgt spid="656388">
                                            <p:txEl>
                                              <p:pRg st="10" end="10"/>
                                            </p:txEl>
                                          </p:spTgt>
                                        </p:tgtEl>
                                        <p:attrNameLst>
                                          <p:attrName>ppt_w</p:attrName>
                                        </p:attrNameLst>
                                      </p:cBhvr>
                                      <p:tavLst>
                                        <p:tav tm="0">
                                          <p:val>
                                            <p:strVal val="ppt_w"/>
                                          </p:val>
                                        </p:tav>
                                        <p:tav tm="100000">
                                          <p:val>
                                            <p:fltVal val="0"/>
                                          </p:val>
                                        </p:tav>
                                      </p:tavLst>
                                    </p:anim>
                                    <p:anim calcmode="lin" valueType="num">
                                      <p:cBhvr>
                                        <p:cTn id="103" dur="500"/>
                                        <p:tgtEl>
                                          <p:spTgt spid="656388">
                                            <p:txEl>
                                              <p:pRg st="10" end="10"/>
                                            </p:txEl>
                                          </p:spTgt>
                                        </p:tgtEl>
                                        <p:attrNameLst>
                                          <p:attrName>ppt_h</p:attrName>
                                        </p:attrNameLst>
                                      </p:cBhvr>
                                      <p:tavLst>
                                        <p:tav tm="0">
                                          <p:val>
                                            <p:strVal val="ppt_h"/>
                                          </p:val>
                                        </p:tav>
                                        <p:tav tm="100000">
                                          <p:val>
                                            <p:fltVal val="0"/>
                                          </p:val>
                                        </p:tav>
                                      </p:tavLst>
                                    </p:anim>
                                    <p:animEffect transition="out" filter="fade">
                                      <p:cBhvr>
                                        <p:cTn id="104" dur="500"/>
                                        <p:tgtEl>
                                          <p:spTgt spid="656388">
                                            <p:txEl>
                                              <p:pRg st="10" end="10"/>
                                            </p:txEl>
                                          </p:spTgt>
                                        </p:tgtEl>
                                      </p:cBhvr>
                                    </p:animEffect>
                                    <p:set>
                                      <p:cBhvr>
                                        <p:cTn id="105" dur="1" fill="hold">
                                          <p:stCondLst>
                                            <p:cond delay="499"/>
                                          </p:stCondLst>
                                        </p:cTn>
                                        <p:tgtEl>
                                          <p:spTgt spid="656388">
                                            <p:txEl>
                                              <p:pRg st="10" end="10"/>
                                            </p:txEl>
                                          </p:spTgt>
                                        </p:tgtEl>
                                        <p:attrNameLst>
                                          <p:attrName>style.visibility</p:attrName>
                                        </p:attrNameLst>
                                      </p:cBhvr>
                                      <p:to>
                                        <p:strVal val="hidden"/>
                                      </p:to>
                                    </p:set>
                                  </p:childTnLst>
                                </p:cTn>
                              </p:par>
                              <p:par>
                                <p:cTn id="106" presetID="53" presetClass="exit" presetSubtype="0" fill="hold" grpId="0" nodeType="withEffect">
                                  <p:stCondLst>
                                    <p:cond delay="0"/>
                                  </p:stCondLst>
                                  <p:childTnLst>
                                    <p:anim calcmode="lin" valueType="num">
                                      <p:cBhvr>
                                        <p:cTn id="107" dur="500"/>
                                        <p:tgtEl>
                                          <p:spTgt spid="656388">
                                            <p:txEl>
                                              <p:pRg st="11" end="11"/>
                                            </p:txEl>
                                          </p:spTgt>
                                        </p:tgtEl>
                                        <p:attrNameLst>
                                          <p:attrName>ppt_w</p:attrName>
                                        </p:attrNameLst>
                                      </p:cBhvr>
                                      <p:tavLst>
                                        <p:tav tm="0">
                                          <p:val>
                                            <p:strVal val="ppt_w"/>
                                          </p:val>
                                        </p:tav>
                                        <p:tav tm="100000">
                                          <p:val>
                                            <p:fltVal val="0"/>
                                          </p:val>
                                        </p:tav>
                                      </p:tavLst>
                                    </p:anim>
                                    <p:anim calcmode="lin" valueType="num">
                                      <p:cBhvr>
                                        <p:cTn id="108" dur="500"/>
                                        <p:tgtEl>
                                          <p:spTgt spid="656388">
                                            <p:txEl>
                                              <p:pRg st="11" end="11"/>
                                            </p:txEl>
                                          </p:spTgt>
                                        </p:tgtEl>
                                        <p:attrNameLst>
                                          <p:attrName>ppt_h</p:attrName>
                                        </p:attrNameLst>
                                      </p:cBhvr>
                                      <p:tavLst>
                                        <p:tav tm="0">
                                          <p:val>
                                            <p:strVal val="ppt_h"/>
                                          </p:val>
                                        </p:tav>
                                        <p:tav tm="100000">
                                          <p:val>
                                            <p:fltVal val="0"/>
                                          </p:val>
                                        </p:tav>
                                      </p:tavLst>
                                    </p:anim>
                                    <p:animEffect transition="out" filter="fade">
                                      <p:cBhvr>
                                        <p:cTn id="109" dur="500"/>
                                        <p:tgtEl>
                                          <p:spTgt spid="656388">
                                            <p:txEl>
                                              <p:pRg st="11" end="11"/>
                                            </p:txEl>
                                          </p:spTgt>
                                        </p:tgtEl>
                                      </p:cBhvr>
                                    </p:animEffect>
                                    <p:set>
                                      <p:cBhvr>
                                        <p:cTn id="110" dur="1" fill="hold">
                                          <p:stCondLst>
                                            <p:cond delay="499"/>
                                          </p:stCondLst>
                                        </p:cTn>
                                        <p:tgtEl>
                                          <p:spTgt spid="656388">
                                            <p:txEl>
                                              <p:pRg st="11" end="1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388" grpId="0" build="p"/>
      <p:bldP spid="656388" grpI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40" name="Rectangle 4">
            <a:extLst>
              <a:ext uri="{FF2B5EF4-FFF2-40B4-BE49-F238E27FC236}">
                <a16:creationId xmlns:a16="http://schemas.microsoft.com/office/drawing/2014/main" id="{32A8E4EE-356A-483E-B3DD-2A0F6A020990}"/>
              </a:ext>
            </a:extLst>
          </p:cNvPr>
          <p:cNvSpPr>
            <a:spLocks noGrp="1" noChangeArrowheads="1"/>
          </p:cNvSpPr>
          <p:nvPr>
            <p:ph idx="1"/>
          </p:nvPr>
        </p:nvSpPr>
        <p:spPr>
          <a:xfrm>
            <a:off x="4937125" y="1436688"/>
            <a:ext cx="3955355" cy="2206625"/>
          </a:xfrm>
          <a:solidFill>
            <a:schemeClr val="bg1"/>
          </a:solidFill>
          <a:ln w="12700"/>
        </p:spPr>
        <p:txBody>
          <a:bodyPr/>
          <a:lstStyle/>
          <a:p>
            <a:pPr marL="272654" indent="-272654" eaLnBrk="1" hangingPunct="1">
              <a:buFont typeface="Wingdings" panose="05000000000000000000" pitchFamily="2" charset="2"/>
              <a:buNone/>
              <a:defRPr/>
            </a:pP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Fval</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 </a:t>
            </a:r>
            <a:r>
              <a:rPr lang="en-US" altLang="zh-CN" sz="2000" i="1" dirty="0">
                <a:latin typeface="Times New Roman" panose="02020603050405020304" pitchFamily="18" charset="0"/>
                <a:cs typeface="Times New Roman" panose="02020603050405020304" pitchFamily="18" charset="0"/>
                <a:sym typeface="Times New Roman" pitchFamily="18" charset="0"/>
              </a:rPr>
              <a:t>F</a:t>
            </a:r>
            <a:r>
              <a:rPr lang="en-US" altLang="zh-CN" sz="2000" dirty="0">
                <a:latin typeface="Times New Roman" panose="02020603050405020304" pitchFamily="18" charset="0"/>
                <a:cs typeface="Times New Roman" panose="02020603050405020304" pitchFamily="18" charset="0"/>
                <a:sym typeface="Times New Roman" pitchFamily="18" charset="0"/>
              </a:rPr>
              <a:t>(</a:t>
            </a:r>
            <a:r>
              <a:rPr lang="en-US" altLang="zh-CN" sz="2000" i="1" dirty="0">
                <a:latin typeface="Times New Roman" panose="02020603050405020304" pitchFamily="18" charset="0"/>
                <a:cs typeface="Times New Roman" panose="02020603050405020304" pitchFamily="18" charset="0"/>
                <a:sym typeface="Times New Roman" pitchFamily="18" charset="0"/>
              </a:rPr>
              <a:t>token</a:t>
            </a:r>
            <a:r>
              <a:rPr lang="en-US" altLang="zh-CN" sz="2000" dirty="0">
                <a:latin typeface="Times New Roman" panose="02020603050405020304" pitchFamily="18" charset="0"/>
                <a:cs typeface="Times New Roman" panose="02020603050405020304" pitchFamily="18" charset="0"/>
                <a:sym typeface="Times New Roman" pitchFamily="18" charset="0"/>
              </a:rPr>
              <a:t>)</a:t>
            </a:r>
          </a:p>
          <a:p>
            <a:pPr marL="272654" indent="-272654" eaLnBrk="1" hangingPunct="1">
              <a:buFont typeface="Wingdings" panose="05000000000000000000" pitchFamily="2" charset="2"/>
              <a:buNone/>
              <a:defRPr/>
            </a:pPr>
            <a:r>
              <a:rPr lang="en-US" altLang="zh-CN" sz="2000" dirty="0">
                <a:latin typeface="Times New Roman" panose="02020603050405020304" pitchFamily="18" charset="0"/>
                <a:cs typeface="Times New Roman" panose="02020603050405020304" pitchFamily="18" charset="0"/>
                <a:sym typeface="Times New Roman" pitchFamily="18" charset="0"/>
              </a:rPr>
              <a:t>{</a:t>
            </a:r>
          </a:p>
          <a:p>
            <a:pPr marL="272654" indent="-272654" eaLnBrk="1" hangingPunct="1">
              <a:buFont typeface="Wingdings" panose="05000000000000000000" pitchFamily="2" charset="2"/>
              <a:buNone/>
              <a:defRPr/>
            </a:pPr>
            <a:r>
              <a:rPr lang="en-US" altLang="zh-CN" sz="2000" i="1" dirty="0">
                <a:latin typeface="Times New Roman" panose="02020603050405020304" pitchFamily="18" charset="0"/>
                <a:cs typeface="Times New Roman" panose="02020603050405020304" pitchFamily="18" charset="0"/>
                <a:sym typeface="Times New Roman" pitchFamily="18" charset="0"/>
              </a:rPr>
              <a:t>	if  token </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digit”</a:t>
            </a:r>
            <a:r>
              <a:rPr lang="en-US" altLang="zh-CN" sz="2000" i="1" dirty="0">
                <a:latin typeface="Times New Roman" panose="02020603050405020304" pitchFamily="18" charset="0"/>
                <a:cs typeface="Times New Roman" panose="02020603050405020304" pitchFamily="18" charset="0"/>
              </a:rPr>
              <a:t>  then  Error</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272654" indent="-272654" eaLnBrk="1" hangingPunct="1">
              <a:buFont typeface="Wingdings" panose="05000000000000000000" pitchFamily="2" charset="2"/>
              <a:buNone/>
              <a:defRPr/>
            </a:pPr>
            <a:r>
              <a:rPr lang="en-US" altLang="zh-CN" sz="2000" i="1" dirty="0">
                <a:latin typeface="Times New Roman" panose="02020603050405020304" pitchFamily="18" charset="0"/>
                <a:cs typeface="Times New Roman" panose="02020603050405020304" pitchFamily="18" charset="0"/>
              </a:rPr>
              <a:t>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Fval</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token.lexval</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a:t>
            </a:r>
          </a:p>
          <a:p>
            <a:pPr marL="272654" indent="-272654" eaLnBrk="1" hangingPunct="1">
              <a:buFont typeface="Symbol" panose="05050102010706020507" pitchFamily="18" charset="2"/>
              <a:buNone/>
              <a:defRPr/>
            </a:pPr>
            <a:r>
              <a:rPr lang="en-US" altLang="zh-CN" sz="2000" i="1" dirty="0">
                <a:latin typeface="Times New Roman" panose="02020603050405020304" pitchFamily="18" charset="0"/>
                <a:cs typeface="Times New Roman" panose="02020603050405020304" pitchFamily="18" charset="0"/>
              </a:rPr>
              <a:t>	</a:t>
            </a:r>
            <a:r>
              <a:rPr lang="en-US" altLang="zh-CN" sz="2000" i="1" dirty="0" err="1">
                <a:latin typeface="Times New Roman" panose="02020603050405020304" pitchFamily="18" charset="0"/>
                <a:cs typeface="Times New Roman" panose="02020603050405020304" pitchFamily="18" charset="0"/>
              </a:rPr>
              <a:t>Getnext</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token</a:t>
            </a: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p>
            <a:pPr marL="272654" indent="-272654" eaLnBrk="1" hangingPunct="1">
              <a:buFont typeface="Wingdings" panose="05000000000000000000" pitchFamily="2" charset="2"/>
              <a:buNone/>
              <a:defRPr/>
            </a:pP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	 return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Fval</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itchFamily="18" charset="0"/>
              </a:rPr>
              <a:t>；</a:t>
            </a:r>
          </a:p>
          <a:p>
            <a:pPr marL="272654" indent="-272654" eaLnBrk="1" hangingPunct="1">
              <a:buFont typeface="Wingdings" panose="05000000000000000000" pitchFamily="2" charset="2"/>
              <a:buNone/>
              <a:defRPr/>
            </a:pPr>
            <a:r>
              <a:rPr lang="en-US" altLang="zh-CN" sz="2000" dirty="0">
                <a:latin typeface="Times New Roman" panose="02020603050405020304" pitchFamily="18" charset="0"/>
                <a:cs typeface="Times New Roman" panose="02020603050405020304" pitchFamily="18" charset="0"/>
                <a:sym typeface="Times New Roman" pitchFamily="18" charset="0"/>
              </a:rPr>
              <a:t>}</a:t>
            </a:r>
          </a:p>
        </p:txBody>
      </p:sp>
      <p:grpSp>
        <p:nvGrpSpPr>
          <p:cNvPr id="177155" name="组合 5">
            <a:extLst>
              <a:ext uri="{FF2B5EF4-FFF2-40B4-BE49-F238E27FC236}">
                <a16:creationId xmlns:a16="http://schemas.microsoft.com/office/drawing/2014/main" id="{E6899FBE-D574-49B9-97A4-1C2D4987765A}"/>
              </a:ext>
            </a:extLst>
          </p:cNvPr>
          <p:cNvGrpSpPr>
            <a:grpSpLocks/>
          </p:cNvGrpSpPr>
          <p:nvPr/>
        </p:nvGrpSpPr>
        <p:grpSpPr bwMode="auto">
          <a:xfrm>
            <a:off x="0" y="195263"/>
            <a:ext cx="755650" cy="431800"/>
            <a:chOff x="-786" y="195486"/>
            <a:chExt cx="756363" cy="432048"/>
          </a:xfrm>
        </p:grpSpPr>
        <p:sp>
          <p:nvSpPr>
            <p:cNvPr id="7" name="五边形 6">
              <a:extLst>
                <a:ext uri="{FF2B5EF4-FFF2-40B4-BE49-F238E27FC236}">
                  <a16:creationId xmlns:a16="http://schemas.microsoft.com/office/drawing/2014/main" id="{125D736C-D6B0-435D-8E0C-8220B1E50316}"/>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77159" name="五边形 7">
              <a:extLst>
                <a:ext uri="{FF2B5EF4-FFF2-40B4-BE49-F238E27FC236}">
                  <a16:creationId xmlns:a16="http://schemas.microsoft.com/office/drawing/2014/main" id="{237D44E7-3926-4594-A9F0-37FF769A2DE1}"/>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198660" name="Rectangle 3">
            <a:extLst>
              <a:ext uri="{FF2B5EF4-FFF2-40B4-BE49-F238E27FC236}">
                <a16:creationId xmlns:a16="http://schemas.microsoft.com/office/drawing/2014/main" id="{C50FD2CA-D773-429B-A409-48EDB7579C54}"/>
              </a:ext>
            </a:extLst>
          </p:cNvPr>
          <p:cNvSpPr txBox="1">
            <a:spLocks noChangeArrowheads="1"/>
          </p:cNvSpPr>
          <p:nvPr/>
        </p:nvSpPr>
        <p:spPr bwMode="auto">
          <a:xfrm>
            <a:off x="98425" y="1404938"/>
            <a:ext cx="4543425" cy="3027362"/>
          </a:xfrm>
          <a:prstGeom prst="rect">
            <a:avLst/>
          </a:prstGeom>
          <a:noFill/>
          <a:ln>
            <a:noFill/>
          </a:ln>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Char char="Ø"/>
              <a:defRPr/>
            </a:pPr>
            <a:r>
              <a:rPr lang="zh-CN" altLang="en-US" sz="2400" dirty="0">
                <a:latin typeface="华文楷体" panose="02010600040101010101" pitchFamily="2" charset="-122"/>
                <a:ea typeface="华文楷体" panose="02010600040101010101" pitchFamily="2" charset="-122"/>
              </a:rPr>
              <a:t>例</a:t>
            </a:r>
            <a:endParaRPr lang="en-US" altLang="zh-CN" sz="2400" dirty="0">
              <a:latin typeface="华文楷体" panose="02010600040101010101" pitchFamily="2" charset="-122"/>
              <a:ea typeface="华文楷体" panose="02010600040101010101" pitchFamily="2" charset="-122"/>
            </a:endParaRPr>
          </a:p>
          <a:p>
            <a:pPr eaLnBrk="1" hangingPunct="1">
              <a:spcBef>
                <a:spcPct val="20000"/>
              </a:spcBef>
              <a:buSzPct val="100000"/>
              <a:defRPr/>
            </a:pPr>
            <a:r>
              <a:rPr lang="en-US" altLang="zh-CN" sz="2000" i="1" dirty="0">
                <a:latin typeface="Times New Roman" panose="02020603050405020304" pitchFamily="18" charset="0"/>
              </a:rPr>
              <a:t>SDT</a:t>
            </a:r>
            <a:r>
              <a:rPr lang="zh-CN" altLang="en-US"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F.val</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 </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2) </a:t>
            </a:r>
            <a:r>
              <a:rPr lang="en-US" altLang="zh-CN"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.inh </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.inh</a:t>
            </a:r>
            <a:r>
              <a:rPr lang="zh-CN" altLang="en-US" sz="2000" dirty="0">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3)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inh</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defRPr/>
            </a:pPr>
            <a:endParaRPr lang="zh-CN" altLang="en-US" sz="1500" dirty="0"/>
          </a:p>
        </p:txBody>
      </p:sp>
      <p:sp>
        <p:nvSpPr>
          <p:cNvPr id="10" name="Rectangle 2">
            <a:extLst>
              <a:ext uri="{FF2B5EF4-FFF2-40B4-BE49-F238E27FC236}">
                <a16:creationId xmlns:a16="http://schemas.microsoft.com/office/drawing/2014/main" id="{7C3FB8CA-A361-40CD-BB95-4652A8C74B1E}"/>
              </a:ext>
            </a:extLst>
          </p:cNvPr>
          <p:cNvSpPr>
            <a:spLocks noGrp="1" noChangeArrowheads="1"/>
          </p:cNvSpPr>
          <p:nvPr>
            <p:ph type="title"/>
          </p:nvPr>
        </p:nvSpPr>
        <p:spPr>
          <a:xfrm>
            <a:off x="684213" y="268288"/>
            <a:ext cx="7931150" cy="358775"/>
          </a:xfrm>
        </p:spPr>
        <p:txBody>
          <a:bodyPr/>
          <a:lstStyle/>
          <a:p>
            <a:pPr eaLnBrk="1" hangingPunct="1">
              <a:defRPr/>
            </a:pPr>
            <a:r>
              <a:rPr kumimoji="1" lang="en-US" altLang="zh-CN" sz="2200" spc="300" dirty="0">
                <a:cs typeface="Times New Roman" panose="02020603050405020304" pitchFamily="18" charset="0"/>
              </a:rPr>
              <a:t>5.4.2 </a:t>
            </a:r>
            <a:r>
              <a:rPr kumimoji="1" lang="zh-CN" altLang="en-US" sz="2200" spc="300" dirty="0">
                <a:cs typeface="Times New Roman" pitchFamily="18" charset="0"/>
              </a:rPr>
              <a:t>在递归的预测分析过程中进行翻译</a:t>
            </a:r>
          </a:p>
        </p:txBody>
      </p:sp>
      <p:sp>
        <p:nvSpPr>
          <p:cNvPr id="2" name="灯片编号占位符 1">
            <a:extLst>
              <a:ext uri="{FF2B5EF4-FFF2-40B4-BE49-F238E27FC236}">
                <a16:creationId xmlns:a16="http://schemas.microsoft.com/office/drawing/2014/main" id="{26FFC26D-207D-4630-9625-BDB8C30FD37E}"/>
              </a:ext>
            </a:extLst>
          </p:cNvPr>
          <p:cNvSpPr>
            <a:spLocks noGrp="1"/>
          </p:cNvSpPr>
          <p:nvPr>
            <p:ph type="sldNum" sz="quarter" idx="10"/>
          </p:nvPr>
        </p:nvSpPr>
        <p:spPr/>
        <p:txBody>
          <a:bodyPr/>
          <a:lstStyle/>
          <a:p>
            <a:pPr>
              <a:defRPr/>
            </a:pPr>
            <a:fld id="{8E104948-B687-4A74-87EB-9097C047E113}" type="slidenum">
              <a:rPr lang="zh-CN" altLang="en-US" smtClean="0"/>
              <a:pPr>
                <a:defRPr/>
              </a:pPr>
              <a:t>75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xit" presetSubtype="0" fill="hold" grpId="0" nodeType="clickEffect">
                                  <p:stCondLst>
                                    <p:cond delay="0"/>
                                  </p:stCondLst>
                                  <p:childTnLst>
                                    <p:anim calcmode="lin" valueType="num">
                                      <p:cBhvr>
                                        <p:cTn id="6" dur="500"/>
                                        <p:tgtEl>
                                          <p:spTgt spid="654340">
                                            <p:txEl>
                                              <p:pRg st="0" end="0"/>
                                            </p:txEl>
                                          </p:spTgt>
                                        </p:tgtEl>
                                        <p:attrNameLst>
                                          <p:attrName>ppt_w</p:attrName>
                                        </p:attrNameLst>
                                      </p:cBhvr>
                                      <p:tavLst>
                                        <p:tav tm="0">
                                          <p:val>
                                            <p:strVal val="ppt_w"/>
                                          </p:val>
                                        </p:tav>
                                        <p:tav tm="100000">
                                          <p:val>
                                            <p:fltVal val="0"/>
                                          </p:val>
                                        </p:tav>
                                      </p:tavLst>
                                    </p:anim>
                                    <p:anim calcmode="lin" valueType="num">
                                      <p:cBhvr>
                                        <p:cTn id="7" dur="500"/>
                                        <p:tgtEl>
                                          <p:spTgt spid="654340">
                                            <p:txEl>
                                              <p:pRg st="0" end="0"/>
                                            </p:txEl>
                                          </p:spTgt>
                                        </p:tgtEl>
                                        <p:attrNameLst>
                                          <p:attrName>ppt_h</p:attrName>
                                        </p:attrNameLst>
                                      </p:cBhvr>
                                      <p:tavLst>
                                        <p:tav tm="0">
                                          <p:val>
                                            <p:strVal val="ppt_h"/>
                                          </p:val>
                                        </p:tav>
                                        <p:tav tm="100000">
                                          <p:val>
                                            <p:fltVal val="0"/>
                                          </p:val>
                                        </p:tav>
                                      </p:tavLst>
                                    </p:anim>
                                    <p:animEffect transition="out" filter="fade">
                                      <p:cBhvr>
                                        <p:cTn id="8" dur="500"/>
                                        <p:tgtEl>
                                          <p:spTgt spid="654340">
                                            <p:txEl>
                                              <p:pRg st="0" end="0"/>
                                            </p:txEl>
                                          </p:spTgt>
                                        </p:tgtEl>
                                      </p:cBhvr>
                                    </p:animEffect>
                                    <p:set>
                                      <p:cBhvr>
                                        <p:cTn id="9" dur="1" fill="hold">
                                          <p:stCondLst>
                                            <p:cond delay="499"/>
                                          </p:stCondLst>
                                        </p:cTn>
                                        <p:tgtEl>
                                          <p:spTgt spid="654340">
                                            <p:txEl>
                                              <p:pRg st="0" end="0"/>
                                            </p:txEl>
                                          </p:spTgt>
                                        </p:tgtEl>
                                        <p:attrNameLst>
                                          <p:attrName>style.visibility</p:attrName>
                                        </p:attrNameLst>
                                      </p:cBhvr>
                                      <p:to>
                                        <p:strVal val="hidden"/>
                                      </p:to>
                                    </p:set>
                                  </p:childTnLst>
                                </p:cTn>
                              </p:par>
                              <p:par>
                                <p:cTn id="10" presetID="53" presetClass="exit" presetSubtype="0" fill="hold" grpId="0" nodeType="withEffect">
                                  <p:stCondLst>
                                    <p:cond delay="0"/>
                                  </p:stCondLst>
                                  <p:childTnLst>
                                    <p:anim calcmode="lin" valueType="num">
                                      <p:cBhvr>
                                        <p:cTn id="11" dur="500"/>
                                        <p:tgtEl>
                                          <p:spTgt spid="654340">
                                            <p:txEl>
                                              <p:pRg st="1" end="1"/>
                                            </p:txEl>
                                          </p:spTgt>
                                        </p:tgtEl>
                                        <p:attrNameLst>
                                          <p:attrName>ppt_w</p:attrName>
                                        </p:attrNameLst>
                                      </p:cBhvr>
                                      <p:tavLst>
                                        <p:tav tm="0">
                                          <p:val>
                                            <p:strVal val="ppt_w"/>
                                          </p:val>
                                        </p:tav>
                                        <p:tav tm="100000">
                                          <p:val>
                                            <p:fltVal val="0"/>
                                          </p:val>
                                        </p:tav>
                                      </p:tavLst>
                                    </p:anim>
                                    <p:anim calcmode="lin" valueType="num">
                                      <p:cBhvr>
                                        <p:cTn id="12" dur="500"/>
                                        <p:tgtEl>
                                          <p:spTgt spid="654340">
                                            <p:txEl>
                                              <p:pRg st="1" end="1"/>
                                            </p:txEl>
                                          </p:spTgt>
                                        </p:tgtEl>
                                        <p:attrNameLst>
                                          <p:attrName>ppt_h</p:attrName>
                                        </p:attrNameLst>
                                      </p:cBhvr>
                                      <p:tavLst>
                                        <p:tav tm="0">
                                          <p:val>
                                            <p:strVal val="ppt_h"/>
                                          </p:val>
                                        </p:tav>
                                        <p:tav tm="100000">
                                          <p:val>
                                            <p:fltVal val="0"/>
                                          </p:val>
                                        </p:tav>
                                      </p:tavLst>
                                    </p:anim>
                                    <p:animEffect transition="out" filter="fade">
                                      <p:cBhvr>
                                        <p:cTn id="13" dur="500"/>
                                        <p:tgtEl>
                                          <p:spTgt spid="654340">
                                            <p:txEl>
                                              <p:pRg st="1" end="1"/>
                                            </p:txEl>
                                          </p:spTgt>
                                        </p:tgtEl>
                                      </p:cBhvr>
                                    </p:animEffect>
                                    <p:set>
                                      <p:cBhvr>
                                        <p:cTn id="14" dur="1" fill="hold">
                                          <p:stCondLst>
                                            <p:cond delay="499"/>
                                          </p:stCondLst>
                                        </p:cTn>
                                        <p:tgtEl>
                                          <p:spTgt spid="654340">
                                            <p:txEl>
                                              <p:pRg st="1" end="1"/>
                                            </p:txEl>
                                          </p:spTgt>
                                        </p:tgtEl>
                                        <p:attrNameLst>
                                          <p:attrName>style.visibility</p:attrName>
                                        </p:attrNameLst>
                                      </p:cBhvr>
                                      <p:to>
                                        <p:strVal val="hidden"/>
                                      </p:to>
                                    </p:set>
                                  </p:childTnLst>
                                </p:cTn>
                              </p:par>
                              <p:par>
                                <p:cTn id="15" presetID="53" presetClass="exit" presetSubtype="0" fill="hold" grpId="0" nodeType="withEffect">
                                  <p:stCondLst>
                                    <p:cond delay="0"/>
                                  </p:stCondLst>
                                  <p:childTnLst>
                                    <p:anim calcmode="lin" valueType="num">
                                      <p:cBhvr>
                                        <p:cTn id="16" dur="500"/>
                                        <p:tgtEl>
                                          <p:spTgt spid="654340">
                                            <p:txEl>
                                              <p:pRg st="2" end="2"/>
                                            </p:txEl>
                                          </p:spTgt>
                                        </p:tgtEl>
                                        <p:attrNameLst>
                                          <p:attrName>ppt_w</p:attrName>
                                        </p:attrNameLst>
                                      </p:cBhvr>
                                      <p:tavLst>
                                        <p:tav tm="0">
                                          <p:val>
                                            <p:strVal val="ppt_w"/>
                                          </p:val>
                                        </p:tav>
                                        <p:tav tm="100000">
                                          <p:val>
                                            <p:fltVal val="0"/>
                                          </p:val>
                                        </p:tav>
                                      </p:tavLst>
                                    </p:anim>
                                    <p:anim calcmode="lin" valueType="num">
                                      <p:cBhvr>
                                        <p:cTn id="17" dur="500"/>
                                        <p:tgtEl>
                                          <p:spTgt spid="654340">
                                            <p:txEl>
                                              <p:pRg st="2" end="2"/>
                                            </p:txEl>
                                          </p:spTgt>
                                        </p:tgtEl>
                                        <p:attrNameLst>
                                          <p:attrName>ppt_h</p:attrName>
                                        </p:attrNameLst>
                                      </p:cBhvr>
                                      <p:tavLst>
                                        <p:tav tm="0">
                                          <p:val>
                                            <p:strVal val="ppt_h"/>
                                          </p:val>
                                        </p:tav>
                                        <p:tav tm="100000">
                                          <p:val>
                                            <p:fltVal val="0"/>
                                          </p:val>
                                        </p:tav>
                                      </p:tavLst>
                                    </p:anim>
                                    <p:animEffect transition="out" filter="fade">
                                      <p:cBhvr>
                                        <p:cTn id="18" dur="500"/>
                                        <p:tgtEl>
                                          <p:spTgt spid="654340">
                                            <p:txEl>
                                              <p:pRg st="2" end="2"/>
                                            </p:txEl>
                                          </p:spTgt>
                                        </p:tgtEl>
                                      </p:cBhvr>
                                    </p:animEffect>
                                    <p:set>
                                      <p:cBhvr>
                                        <p:cTn id="19" dur="1" fill="hold">
                                          <p:stCondLst>
                                            <p:cond delay="499"/>
                                          </p:stCondLst>
                                        </p:cTn>
                                        <p:tgtEl>
                                          <p:spTgt spid="654340">
                                            <p:txEl>
                                              <p:pRg st="2" end="2"/>
                                            </p:txEl>
                                          </p:spTgt>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xit" presetSubtype="0" fill="hold" grpId="0" nodeType="clickEffect">
                                  <p:stCondLst>
                                    <p:cond delay="0"/>
                                  </p:stCondLst>
                                  <p:childTnLst>
                                    <p:anim calcmode="lin" valueType="num">
                                      <p:cBhvr>
                                        <p:cTn id="23" dur="500"/>
                                        <p:tgtEl>
                                          <p:spTgt spid="654340">
                                            <p:txEl>
                                              <p:pRg st="3" end="3"/>
                                            </p:txEl>
                                          </p:spTgt>
                                        </p:tgtEl>
                                        <p:attrNameLst>
                                          <p:attrName>ppt_w</p:attrName>
                                        </p:attrNameLst>
                                      </p:cBhvr>
                                      <p:tavLst>
                                        <p:tav tm="0">
                                          <p:val>
                                            <p:strVal val="ppt_w"/>
                                          </p:val>
                                        </p:tav>
                                        <p:tav tm="100000">
                                          <p:val>
                                            <p:fltVal val="0"/>
                                          </p:val>
                                        </p:tav>
                                      </p:tavLst>
                                    </p:anim>
                                    <p:anim calcmode="lin" valueType="num">
                                      <p:cBhvr>
                                        <p:cTn id="24" dur="500"/>
                                        <p:tgtEl>
                                          <p:spTgt spid="654340">
                                            <p:txEl>
                                              <p:pRg st="3" end="3"/>
                                            </p:txEl>
                                          </p:spTgt>
                                        </p:tgtEl>
                                        <p:attrNameLst>
                                          <p:attrName>ppt_h</p:attrName>
                                        </p:attrNameLst>
                                      </p:cBhvr>
                                      <p:tavLst>
                                        <p:tav tm="0">
                                          <p:val>
                                            <p:strVal val="ppt_h"/>
                                          </p:val>
                                        </p:tav>
                                        <p:tav tm="100000">
                                          <p:val>
                                            <p:fltVal val="0"/>
                                          </p:val>
                                        </p:tav>
                                      </p:tavLst>
                                    </p:anim>
                                    <p:animEffect transition="out" filter="fade">
                                      <p:cBhvr>
                                        <p:cTn id="25" dur="500"/>
                                        <p:tgtEl>
                                          <p:spTgt spid="654340">
                                            <p:txEl>
                                              <p:pRg st="3" end="3"/>
                                            </p:txEl>
                                          </p:spTgt>
                                        </p:tgtEl>
                                      </p:cBhvr>
                                    </p:animEffect>
                                    <p:set>
                                      <p:cBhvr>
                                        <p:cTn id="26" dur="1" fill="hold">
                                          <p:stCondLst>
                                            <p:cond delay="499"/>
                                          </p:stCondLst>
                                        </p:cTn>
                                        <p:tgtEl>
                                          <p:spTgt spid="654340">
                                            <p:txEl>
                                              <p:pRg st="3" end="3"/>
                                            </p:txEl>
                                          </p:spTgt>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xit" presetSubtype="0" fill="hold" grpId="0" nodeType="clickEffect">
                                  <p:stCondLst>
                                    <p:cond delay="0"/>
                                  </p:stCondLst>
                                  <p:childTnLst>
                                    <p:anim calcmode="lin" valueType="num">
                                      <p:cBhvr>
                                        <p:cTn id="30" dur="500"/>
                                        <p:tgtEl>
                                          <p:spTgt spid="654340">
                                            <p:txEl>
                                              <p:pRg st="4" end="4"/>
                                            </p:txEl>
                                          </p:spTgt>
                                        </p:tgtEl>
                                        <p:attrNameLst>
                                          <p:attrName>ppt_w</p:attrName>
                                        </p:attrNameLst>
                                      </p:cBhvr>
                                      <p:tavLst>
                                        <p:tav tm="0">
                                          <p:val>
                                            <p:strVal val="ppt_w"/>
                                          </p:val>
                                        </p:tav>
                                        <p:tav tm="100000">
                                          <p:val>
                                            <p:fltVal val="0"/>
                                          </p:val>
                                        </p:tav>
                                      </p:tavLst>
                                    </p:anim>
                                    <p:anim calcmode="lin" valueType="num">
                                      <p:cBhvr>
                                        <p:cTn id="31" dur="500"/>
                                        <p:tgtEl>
                                          <p:spTgt spid="654340">
                                            <p:txEl>
                                              <p:pRg st="4" end="4"/>
                                            </p:txEl>
                                          </p:spTgt>
                                        </p:tgtEl>
                                        <p:attrNameLst>
                                          <p:attrName>ppt_h</p:attrName>
                                        </p:attrNameLst>
                                      </p:cBhvr>
                                      <p:tavLst>
                                        <p:tav tm="0">
                                          <p:val>
                                            <p:strVal val="ppt_h"/>
                                          </p:val>
                                        </p:tav>
                                        <p:tav tm="100000">
                                          <p:val>
                                            <p:fltVal val="0"/>
                                          </p:val>
                                        </p:tav>
                                      </p:tavLst>
                                    </p:anim>
                                    <p:animEffect transition="out" filter="fade">
                                      <p:cBhvr>
                                        <p:cTn id="32" dur="500"/>
                                        <p:tgtEl>
                                          <p:spTgt spid="654340">
                                            <p:txEl>
                                              <p:pRg st="4" end="4"/>
                                            </p:txEl>
                                          </p:spTgt>
                                        </p:tgtEl>
                                      </p:cBhvr>
                                    </p:animEffect>
                                    <p:set>
                                      <p:cBhvr>
                                        <p:cTn id="33" dur="1" fill="hold">
                                          <p:stCondLst>
                                            <p:cond delay="499"/>
                                          </p:stCondLst>
                                        </p:cTn>
                                        <p:tgtEl>
                                          <p:spTgt spid="654340">
                                            <p:txEl>
                                              <p:pRg st="4" end="4"/>
                                            </p:txEl>
                                          </p:spTgt>
                                        </p:tgtEl>
                                        <p:attrNameLst>
                                          <p:attrName>style.visibility</p:attrName>
                                        </p:attrNameLst>
                                      </p:cBhvr>
                                      <p:to>
                                        <p:strVal val="hidden"/>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xit" presetSubtype="0" fill="hold" grpId="0" nodeType="clickEffect">
                                  <p:stCondLst>
                                    <p:cond delay="0"/>
                                  </p:stCondLst>
                                  <p:childTnLst>
                                    <p:anim calcmode="lin" valueType="num">
                                      <p:cBhvr>
                                        <p:cTn id="37" dur="500"/>
                                        <p:tgtEl>
                                          <p:spTgt spid="654340">
                                            <p:txEl>
                                              <p:pRg st="5" end="5"/>
                                            </p:txEl>
                                          </p:spTgt>
                                        </p:tgtEl>
                                        <p:attrNameLst>
                                          <p:attrName>ppt_w</p:attrName>
                                        </p:attrNameLst>
                                      </p:cBhvr>
                                      <p:tavLst>
                                        <p:tav tm="0">
                                          <p:val>
                                            <p:strVal val="ppt_w"/>
                                          </p:val>
                                        </p:tav>
                                        <p:tav tm="100000">
                                          <p:val>
                                            <p:fltVal val="0"/>
                                          </p:val>
                                        </p:tav>
                                      </p:tavLst>
                                    </p:anim>
                                    <p:anim calcmode="lin" valueType="num">
                                      <p:cBhvr>
                                        <p:cTn id="38" dur="500"/>
                                        <p:tgtEl>
                                          <p:spTgt spid="654340">
                                            <p:txEl>
                                              <p:pRg st="5" end="5"/>
                                            </p:txEl>
                                          </p:spTgt>
                                        </p:tgtEl>
                                        <p:attrNameLst>
                                          <p:attrName>ppt_h</p:attrName>
                                        </p:attrNameLst>
                                      </p:cBhvr>
                                      <p:tavLst>
                                        <p:tav tm="0">
                                          <p:val>
                                            <p:strVal val="ppt_h"/>
                                          </p:val>
                                        </p:tav>
                                        <p:tav tm="100000">
                                          <p:val>
                                            <p:fltVal val="0"/>
                                          </p:val>
                                        </p:tav>
                                      </p:tavLst>
                                    </p:anim>
                                    <p:animEffect transition="out" filter="fade">
                                      <p:cBhvr>
                                        <p:cTn id="39" dur="500"/>
                                        <p:tgtEl>
                                          <p:spTgt spid="654340">
                                            <p:txEl>
                                              <p:pRg st="5" end="5"/>
                                            </p:txEl>
                                          </p:spTgt>
                                        </p:tgtEl>
                                      </p:cBhvr>
                                    </p:animEffect>
                                    <p:set>
                                      <p:cBhvr>
                                        <p:cTn id="40" dur="1" fill="hold">
                                          <p:stCondLst>
                                            <p:cond delay="499"/>
                                          </p:stCondLst>
                                        </p:cTn>
                                        <p:tgtEl>
                                          <p:spTgt spid="654340">
                                            <p:txEl>
                                              <p:pRg st="5" end="5"/>
                                            </p:txEl>
                                          </p:spTgt>
                                        </p:tgtEl>
                                        <p:attrNameLst>
                                          <p:attrName>style.visibility</p:attrName>
                                        </p:attrNameLst>
                                      </p:cBhvr>
                                      <p:to>
                                        <p:strVal val="hidden"/>
                                      </p:to>
                                    </p:set>
                                  </p:childTnLst>
                                </p:cTn>
                              </p:par>
                              <p:par>
                                <p:cTn id="41" presetID="53" presetClass="exit" presetSubtype="0" fill="hold" grpId="0" nodeType="withEffect">
                                  <p:stCondLst>
                                    <p:cond delay="0"/>
                                  </p:stCondLst>
                                  <p:childTnLst>
                                    <p:anim calcmode="lin" valueType="num">
                                      <p:cBhvr>
                                        <p:cTn id="42" dur="500"/>
                                        <p:tgtEl>
                                          <p:spTgt spid="654340">
                                            <p:txEl>
                                              <p:pRg st="6" end="6"/>
                                            </p:txEl>
                                          </p:spTgt>
                                        </p:tgtEl>
                                        <p:attrNameLst>
                                          <p:attrName>ppt_w</p:attrName>
                                        </p:attrNameLst>
                                      </p:cBhvr>
                                      <p:tavLst>
                                        <p:tav tm="0">
                                          <p:val>
                                            <p:strVal val="ppt_w"/>
                                          </p:val>
                                        </p:tav>
                                        <p:tav tm="100000">
                                          <p:val>
                                            <p:fltVal val="0"/>
                                          </p:val>
                                        </p:tav>
                                      </p:tavLst>
                                    </p:anim>
                                    <p:anim calcmode="lin" valueType="num">
                                      <p:cBhvr>
                                        <p:cTn id="43" dur="500"/>
                                        <p:tgtEl>
                                          <p:spTgt spid="654340">
                                            <p:txEl>
                                              <p:pRg st="6" end="6"/>
                                            </p:txEl>
                                          </p:spTgt>
                                        </p:tgtEl>
                                        <p:attrNameLst>
                                          <p:attrName>ppt_h</p:attrName>
                                        </p:attrNameLst>
                                      </p:cBhvr>
                                      <p:tavLst>
                                        <p:tav tm="0">
                                          <p:val>
                                            <p:strVal val="ppt_h"/>
                                          </p:val>
                                        </p:tav>
                                        <p:tav tm="100000">
                                          <p:val>
                                            <p:fltVal val="0"/>
                                          </p:val>
                                        </p:tav>
                                      </p:tavLst>
                                    </p:anim>
                                    <p:animEffect transition="out" filter="fade">
                                      <p:cBhvr>
                                        <p:cTn id="44" dur="500"/>
                                        <p:tgtEl>
                                          <p:spTgt spid="654340">
                                            <p:txEl>
                                              <p:pRg st="6" end="6"/>
                                            </p:txEl>
                                          </p:spTgt>
                                        </p:tgtEl>
                                      </p:cBhvr>
                                    </p:animEffect>
                                    <p:set>
                                      <p:cBhvr>
                                        <p:cTn id="45" dur="1" fill="hold">
                                          <p:stCondLst>
                                            <p:cond delay="499"/>
                                          </p:stCondLst>
                                        </p:cTn>
                                        <p:tgtEl>
                                          <p:spTgt spid="654340">
                                            <p:txEl>
                                              <p:pRg st="6" end="6"/>
                                            </p:txEl>
                                          </p:spTgt>
                                        </p:tgtEl>
                                        <p:attrNameLst>
                                          <p:attrName>style.visibility</p:attrName>
                                        </p:attrNameLst>
                                      </p:cBhvr>
                                      <p:to>
                                        <p:strVal val="hidden"/>
                                      </p:to>
                                    </p:set>
                                  </p:childTnLst>
                                </p:cTn>
                              </p:par>
                              <p:par>
                                <p:cTn id="46" presetID="53" presetClass="exit" presetSubtype="0" fill="hold" grpId="0" nodeType="withEffect">
                                  <p:stCondLst>
                                    <p:cond delay="0"/>
                                  </p:stCondLst>
                                  <p:childTnLst>
                                    <p:anim calcmode="lin" valueType="num">
                                      <p:cBhvr>
                                        <p:cTn id="47" dur="500"/>
                                        <p:tgtEl>
                                          <p:spTgt spid="654340">
                                            <p:bg/>
                                          </p:spTgt>
                                        </p:tgtEl>
                                        <p:attrNameLst>
                                          <p:attrName>ppt_w</p:attrName>
                                        </p:attrNameLst>
                                      </p:cBhvr>
                                      <p:tavLst>
                                        <p:tav tm="0">
                                          <p:val>
                                            <p:strVal val="ppt_w"/>
                                          </p:val>
                                        </p:tav>
                                        <p:tav tm="100000">
                                          <p:val>
                                            <p:fltVal val="0"/>
                                          </p:val>
                                        </p:tav>
                                      </p:tavLst>
                                    </p:anim>
                                    <p:anim calcmode="lin" valueType="num">
                                      <p:cBhvr>
                                        <p:cTn id="48" dur="500"/>
                                        <p:tgtEl>
                                          <p:spTgt spid="654340">
                                            <p:bg/>
                                          </p:spTgt>
                                        </p:tgtEl>
                                        <p:attrNameLst>
                                          <p:attrName>ppt_h</p:attrName>
                                        </p:attrNameLst>
                                      </p:cBhvr>
                                      <p:tavLst>
                                        <p:tav tm="0">
                                          <p:val>
                                            <p:strVal val="ppt_h"/>
                                          </p:val>
                                        </p:tav>
                                        <p:tav tm="100000">
                                          <p:val>
                                            <p:fltVal val="0"/>
                                          </p:val>
                                        </p:tav>
                                      </p:tavLst>
                                    </p:anim>
                                    <p:animEffect transition="out" filter="fade">
                                      <p:cBhvr>
                                        <p:cTn id="49" dur="500"/>
                                        <p:tgtEl>
                                          <p:spTgt spid="654340">
                                            <p:bg/>
                                          </p:spTgt>
                                        </p:tgtEl>
                                      </p:cBhvr>
                                    </p:animEffect>
                                    <p:set>
                                      <p:cBhvr>
                                        <p:cTn id="50" dur="1" fill="hold">
                                          <p:stCondLst>
                                            <p:cond delay="499"/>
                                          </p:stCondLst>
                                        </p:cTn>
                                        <p:tgtEl>
                                          <p:spTgt spid="654340">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4340" grpId="0" build="p"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9202" name="组合 5">
            <a:extLst>
              <a:ext uri="{FF2B5EF4-FFF2-40B4-BE49-F238E27FC236}">
                <a16:creationId xmlns:a16="http://schemas.microsoft.com/office/drawing/2014/main" id="{283D75F9-FF75-4250-AD0B-4B41901B7B24}"/>
              </a:ext>
            </a:extLst>
          </p:cNvPr>
          <p:cNvGrpSpPr>
            <a:grpSpLocks/>
          </p:cNvGrpSpPr>
          <p:nvPr/>
        </p:nvGrpSpPr>
        <p:grpSpPr bwMode="auto">
          <a:xfrm>
            <a:off x="0" y="195263"/>
            <a:ext cx="755650" cy="431800"/>
            <a:chOff x="-786" y="195486"/>
            <a:chExt cx="756363" cy="432048"/>
          </a:xfrm>
        </p:grpSpPr>
        <p:sp>
          <p:nvSpPr>
            <p:cNvPr id="7" name="五边形 6">
              <a:extLst>
                <a:ext uri="{FF2B5EF4-FFF2-40B4-BE49-F238E27FC236}">
                  <a16:creationId xmlns:a16="http://schemas.microsoft.com/office/drawing/2014/main" id="{C178809B-FB1B-4652-8487-F7E97932568F}"/>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79207" name="五边形 7">
              <a:extLst>
                <a:ext uri="{FF2B5EF4-FFF2-40B4-BE49-F238E27FC236}">
                  <a16:creationId xmlns:a16="http://schemas.microsoft.com/office/drawing/2014/main" id="{92D63969-DDF2-46D7-AE6E-657DA885AC94}"/>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179203" name="Rectangle 3">
            <a:extLst>
              <a:ext uri="{FF2B5EF4-FFF2-40B4-BE49-F238E27FC236}">
                <a16:creationId xmlns:a16="http://schemas.microsoft.com/office/drawing/2014/main" id="{FE641DFD-799E-490E-B0E1-FDF9E6A4E104}"/>
              </a:ext>
            </a:extLst>
          </p:cNvPr>
          <p:cNvSpPr txBox="1">
            <a:spLocks noChangeArrowheads="1"/>
          </p:cNvSpPr>
          <p:nvPr/>
        </p:nvSpPr>
        <p:spPr bwMode="auto">
          <a:xfrm>
            <a:off x="98425" y="1404938"/>
            <a:ext cx="4543425" cy="302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Char char="Ø"/>
            </a:pPr>
            <a:r>
              <a:rPr lang="zh-CN" altLang="en-US" sz="2400">
                <a:latin typeface="华文楷体" panose="02010600040101010101" pitchFamily="2" charset="-122"/>
                <a:ea typeface="华文楷体" panose="02010600040101010101" pitchFamily="2" charset="-122"/>
              </a:rPr>
              <a:t>例</a:t>
            </a:r>
            <a:endParaRPr lang="en-US" altLang="zh-CN" sz="2400">
              <a:latin typeface="华文楷体" panose="02010600040101010101" pitchFamily="2" charset="-122"/>
              <a:ea typeface="华文楷体" panose="02010600040101010101" pitchFamily="2" charset="-122"/>
            </a:endParaRPr>
          </a:p>
          <a:p>
            <a:pPr eaLnBrk="1" hangingPunct="1">
              <a:spcBef>
                <a:spcPct val="20000"/>
              </a:spcBef>
              <a:buSzPct val="100000"/>
            </a:pPr>
            <a:r>
              <a:rPr lang="en-US" altLang="zh-CN" sz="2000" i="1">
                <a:latin typeface="Times New Roman" panose="02020603050405020304" pitchFamily="18" charset="0"/>
              </a:rPr>
              <a:t>SDT</a:t>
            </a:r>
            <a:r>
              <a:rPr lang="zh-CN" altLang="en-US" sz="200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rPr>
              <a:t>1)</a:t>
            </a:r>
            <a:r>
              <a:rPr lang="zh-CN" altLang="en-US" sz="2000">
                <a:latin typeface="Times New Roman" panose="02020603050405020304" pitchFamily="18" charset="0"/>
                <a:cs typeface="Times New Roman" panose="02020603050405020304" pitchFamily="18" charset="0"/>
              </a:rPr>
              <a:t> </a:t>
            </a:r>
            <a:r>
              <a:rPr lang="en-US" altLang="zh-CN" sz="2000" i="1">
                <a:latin typeface="Times New Roman" panose="02020603050405020304" pitchFamily="18" charset="0"/>
                <a:cs typeface="Times New Roman" panose="02020603050405020304" pitchFamily="18" charset="0"/>
              </a:rPr>
              <a:t>T </a:t>
            </a:r>
            <a:r>
              <a:rPr lang="en-US" altLang="zh-CN" sz="200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F</a:t>
            </a:r>
            <a:r>
              <a:rPr lang="en-US" altLang="zh-CN" sz="200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 </a:t>
            </a:r>
            <a:r>
              <a:rPr lang="en-US" altLang="zh-CN" sz="200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i="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F.val</a:t>
            </a:r>
            <a:r>
              <a:rPr lang="en-US" altLang="zh-CN" sz="200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 </a:t>
            </a:r>
            <a:r>
              <a:rPr lang="en-US" altLang="zh-CN" sz="2000" i="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rPr>
              <a:t>2) </a:t>
            </a:r>
            <a:r>
              <a:rPr lang="en-US" altLang="zh-CN"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 </a:t>
            </a:r>
            <a:r>
              <a:rPr lang="en-US" altLang="zh-CN" sz="2000">
                <a:latin typeface="Times New Roman" panose="02020603050405020304" pitchFamily="18" charset="0"/>
                <a:cs typeface="Times New Roman" panose="02020603050405020304" pitchFamily="18" charset="0"/>
              </a:rPr>
              <a:t>→ *</a:t>
            </a:r>
            <a:r>
              <a:rPr lang="zh-CN" altLang="en-US" sz="2000" i="1">
                <a:latin typeface="Times New Roman" panose="02020603050405020304" pitchFamily="18" charset="0"/>
                <a:cs typeface="Times New Roman" panose="02020603050405020304" pitchFamily="18" charset="0"/>
              </a:rPr>
              <a:t>F</a:t>
            </a:r>
            <a:r>
              <a:rPr lang="zh-CN" altLang="en-US" sz="2000">
                <a:latin typeface="Times New Roman" panose="02020603050405020304" pitchFamily="18" charset="0"/>
                <a:cs typeface="Times New Roman" panose="02020603050405020304" pitchFamily="18" charset="0"/>
              </a:rPr>
              <a:t> { </a:t>
            </a:r>
            <a:r>
              <a:rPr lang="zh-CN" altLang="en-US" sz="2000" i="1">
                <a:latin typeface="Times New Roman" panose="02020603050405020304" pitchFamily="18" charset="0"/>
                <a:cs typeface="Times New Roman" panose="02020603050405020304" pitchFamily="18" charset="0"/>
              </a:rPr>
              <a:t>T</a:t>
            </a:r>
            <a:r>
              <a:rPr lang="zh-CN" altLang="en-US" sz="2000" baseline="-25000">
                <a:latin typeface="Times New Roman" panose="02020603050405020304" pitchFamily="18" charset="0"/>
                <a:cs typeface="Times New Roman" panose="02020603050405020304" pitchFamily="18" charset="0"/>
              </a:rPr>
              <a:t>1</a:t>
            </a:r>
            <a:r>
              <a:rPr lang="en-US" altLang="zh-CN" sz="2000" i="1">
                <a:latin typeface="Times New Roman" panose="02020603050405020304" pitchFamily="18" charset="0"/>
                <a:ea typeface="楷体" panose="02010609060101010101" pitchFamily="49" charset="-122"/>
              </a:rPr>
              <a:t>′</a:t>
            </a:r>
            <a:r>
              <a:rPr lang="zh-CN" altLang="en-US" sz="2000" i="1">
                <a:latin typeface="Times New Roman" panose="02020603050405020304" pitchFamily="18" charset="0"/>
                <a:cs typeface="Times New Roman" panose="02020603050405020304" pitchFamily="18" charset="0"/>
              </a:rPr>
              <a:t>.inh </a:t>
            </a:r>
            <a:r>
              <a:rPr lang="zh-CN" altLang="en-US" sz="2000">
                <a:latin typeface="Times New Roman" panose="02020603050405020304" pitchFamily="18" charset="0"/>
                <a:cs typeface="Times New Roman" panose="02020603050405020304" pitchFamily="18" charset="0"/>
              </a:rPr>
              <a:t>=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zh-CN" altLang="en-US" sz="2000" i="1">
                <a:latin typeface="Times New Roman" panose="02020603050405020304" pitchFamily="18" charset="0"/>
                <a:cs typeface="Times New Roman" panose="02020603050405020304" pitchFamily="18" charset="0"/>
              </a:rPr>
              <a:t>.inh</a:t>
            </a:r>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a:latin typeface="Times New Roman" panose="02020603050405020304" pitchFamily="18" charset="0"/>
                <a:cs typeface="Times New Roman" panose="02020603050405020304" pitchFamily="18" charset="0"/>
              </a:rPr>
              <a:t>T</a:t>
            </a:r>
            <a:r>
              <a:rPr lang="zh-CN" altLang="en-US" sz="2000" baseline="-25000">
                <a:latin typeface="Times New Roman" panose="02020603050405020304" pitchFamily="18" charset="0"/>
                <a:cs typeface="Times New Roman" panose="02020603050405020304" pitchFamily="18" charset="0"/>
              </a:rPr>
              <a:t>1</a:t>
            </a:r>
            <a:r>
              <a:rPr lang="en-US" altLang="zh-CN" sz="2000" i="1">
                <a:latin typeface="Times New Roman" panose="02020603050405020304" pitchFamily="18" charset="0"/>
                <a:ea typeface="楷体" panose="02010609060101010101" pitchFamily="49" charset="-122"/>
              </a:rPr>
              <a:t>′</a:t>
            </a:r>
            <a:r>
              <a:rPr lang="zh-CN" altLang="en-US" sz="2000">
                <a:latin typeface="Times New Roman" panose="02020603050405020304" pitchFamily="18" charset="0"/>
                <a:cs typeface="Times New Roman" panose="02020603050405020304" pitchFamily="18" charset="0"/>
              </a:rPr>
              <a:t> </a:t>
            </a:r>
            <a:endParaRPr lang="en-US" altLang="zh-CN" sz="2000">
              <a:latin typeface="Times New Roman" panose="02020603050405020304" pitchFamily="18" charset="0"/>
              <a:cs typeface="Times New Roman" panose="02020603050405020304" pitchFamily="18" charset="0"/>
            </a:endParaRP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rPr>
              <a:t>	{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rPr>
              <a:t>.syn </a:t>
            </a:r>
            <a:r>
              <a:rPr lang="en-US" altLang="zh-CN" sz="2000">
                <a:latin typeface="Times New Roman" panose="02020603050405020304" pitchFamily="18" charset="0"/>
                <a:cs typeface="Times New Roman" panose="02020603050405020304" pitchFamily="18" charset="0"/>
              </a:rPr>
              <a:t>= </a:t>
            </a:r>
            <a:r>
              <a:rPr lang="zh-CN" altLang="en-US" sz="2000" i="1">
                <a:latin typeface="Times New Roman" panose="02020603050405020304" pitchFamily="18" charset="0"/>
                <a:cs typeface="Times New Roman" panose="02020603050405020304" pitchFamily="18" charset="0"/>
              </a:rPr>
              <a:t>T</a:t>
            </a:r>
            <a:r>
              <a:rPr lang="zh-CN" altLang="en-US" sz="2000" baseline="-25000">
                <a:latin typeface="Times New Roman" panose="02020603050405020304" pitchFamily="18" charset="0"/>
                <a:cs typeface="Times New Roman" panose="02020603050405020304" pitchFamily="18" charset="0"/>
              </a:rPr>
              <a:t>1</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rPr>
              <a:t>.syn</a:t>
            </a:r>
            <a:r>
              <a:rPr lang="en-US" altLang="zh-CN" sz="200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rPr>
              <a:t>3)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zh-CN" altLang="en-US" sz="2000" i="1">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rPr>
              <a:t>.syn </a:t>
            </a:r>
            <a:r>
              <a:rPr lang="en-US" altLang="zh-CN" sz="2000">
                <a:latin typeface="Times New Roman" panose="02020603050405020304" pitchFamily="18" charset="0"/>
                <a:cs typeface="Times New Roman" panose="02020603050405020304" pitchFamily="18" charset="0"/>
              </a:rPr>
              <a:t>=</a:t>
            </a:r>
            <a:r>
              <a:rPr lang="zh-CN" altLang="en-US" sz="2000">
                <a:latin typeface="Times New Roman" panose="02020603050405020304" pitchFamily="18" charset="0"/>
                <a:cs typeface="Times New Roman" panose="02020603050405020304" pitchFamily="18" charset="0"/>
              </a:rPr>
              <a:t>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rPr>
              <a:t>.inh</a:t>
            </a:r>
            <a:r>
              <a:rPr lang="en-US" altLang="zh-CN" sz="200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pPr>
            <a:endParaRPr lang="zh-CN" altLang="en-US" sz="1500"/>
          </a:p>
        </p:txBody>
      </p:sp>
      <p:sp>
        <p:nvSpPr>
          <p:cNvPr id="10" name="Rectangle 6">
            <a:extLst>
              <a:ext uri="{FF2B5EF4-FFF2-40B4-BE49-F238E27FC236}">
                <a16:creationId xmlns:a16="http://schemas.microsoft.com/office/drawing/2014/main" id="{B43EE961-9A6F-4F6B-AB86-F5C225772DC5}"/>
              </a:ext>
            </a:extLst>
          </p:cNvPr>
          <p:cNvSpPr>
            <a:spLocks noGrp="1" noChangeArrowheads="1"/>
          </p:cNvSpPr>
          <p:nvPr>
            <p:ph idx="1"/>
          </p:nvPr>
        </p:nvSpPr>
        <p:spPr>
          <a:xfrm>
            <a:off x="5141913" y="1060450"/>
            <a:ext cx="3216275" cy="3297238"/>
          </a:xfrm>
          <a:ln w="12700"/>
        </p:spPr>
        <p:txBody>
          <a:bodyPr/>
          <a:lstStyle/>
          <a:p>
            <a:pPr marL="272654" indent="-272654" eaLnBrk="1" hangingPunct="1">
              <a:buFont typeface="Wingdings" panose="05000000000000000000" pitchFamily="2" charset="2"/>
              <a:buNone/>
              <a:defRPr/>
            </a:pPr>
            <a:r>
              <a:rPr lang="en-US" altLang="zh-CN" sz="2000" i="1" dirty="0">
                <a:latin typeface="Times New Roman" panose="02020603050405020304" pitchFamily="18" charset="0"/>
                <a:cs typeface="Times New Roman" panose="02020603050405020304" pitchFamily="18" charset="0"/>
              </a:rPr>
              <a:t>Descent</a:t>
            </a:r>
            <a:r>
              <a:rPr lang="en-US" altLang="zh-CN" sz="2000" dirty="0">
                <a:latin typeface="Times New Roman" panose="02020603050405020304" pitchFamily="18" charset="0"/>
                <a:cs typeface="Times New Roman" panose="02020603050405020304" pitchFamily="18" charset="0"/>
              </a:rPr>
              <a:t>()</a:t>
            </a:r>
          </a:p>
          <a:p>
            <a:pPr marL="272654" indent="-272654" eaLnBrk="1" hangingPunct="1">
              <a:buFont typeface="Wingdings" panose="05000000000000000000" pitchFamily="2" charset="2"/>
              <a:buNone/>
              <a:defRPr/>
            </a:pPr>
            <a:r>
              <a:rPr lang="en-US" altLang="zh-CN" sz="2000" dirty="0">
                <a:latin typeface="Times New Roman" panose="02020603050405020304" pitchFamily="18" charset="0"/>
                <a:cs typeface="Times New Roman" panose="02020603050405020304" pitchFamily="18" charset="0"/>
              </a:rPr>
              <a:t>{</a:t>
            </a:r>
          </a:p>
          <a:p>
            <a:pPr marL="575072" lvl="1" indent="-272654" eaLnBrk="1" hangingPunct="1">
              <a:buFont typeface="Wingdings" panose="05000000000000000000" pitchFamily="2" charset="2"/>
              <a:buNone/>
              <a:defRPr/>
            </a:pP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D</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Tval</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a:t>
            </a:r>
          </a:p>
          <a:p>
            <a:pPr marL="575072" lvl="1" indent="-272654" eaLnBrk="1" hangingPunct="1">
              <a:buFont typeface="Wingdings" panose="05000000000000000000" pitchFamily="2" charset="2"/>
              <a:buNone/>
              <a:defRPr/>
            </a:pPr>
            <a:r>
              <a:rPr lang="en-US" altLang="zh-CN" sz="2000" i="1" dirty="0" err="1">
                <a:latin typeface="Times New Roman" panose="02020603050405020304" pitchFamily="18" charset="0"/>
                <a:cs typeface="Times New Roman" panose="02020603050405020304" pitchFamily="18" charset="0"/>
              </a:rPr>
              <a:t>Getnext</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token</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a:t>
            </a:r>
          </a:p>
          <a:p>
            <a:pPr marL="575072" lvl="1" indent="-272654" eaLnBrk="1" hangingPunct="1">
              <a:buFont typeface="Wingdings" panose="05000000000000000000" pitchFamily="2" charset="2"/>
              <a:buNone/>
              <a:defRPr/>
            </a:pP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Tval</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 = </a:t>
            </a:r>
            <a:r>
              <a:rPr lang="en-US" altLang="zh-CN" sz="2000" i="1" dirty="0">
                <a:latin typeface="Times New Roman" panose="02020603050405020304" pitchFamily="18" charset="0"/>
                <a:cs typeface="Times New Roman" panose="02020603050405020304" pitchFamily="18" charset="0"/>
              </a:rPr>
              <a:t>T</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token</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a:t>
            </a:r>
          </a:p>
          <a:p>
            <a:pPr marL="575072" lvl="1" indent="-272654" eaLnBrk="1" hangingPunct="1">
              <a:buFont typeface="Wingdings" panose="05000000000000000000" pitchFamily="2" charset="2"/>
              <a:buNone/>
              <a:defRPr/>
            </a:pPr>
            <a:r>
              <a:rPr lang="en-US" altLang="zh-CN" sz="2000" i="1" dirty="0">
                <a:latin typeface="Times New Roman" panose="02020603050405020304" pitchFamily="18" charset="0"/>
                <a:cs typeface="Times New Roman" panose="02020603050405020304" pitchFamily="18" charset="0"/>
              </a:rPr>
              <a:t>if token ≠ “</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 then Error</a:t>
            </a:r>
            <a:r>
              <a:rPr lang="zh-CN" altLang="en-US" sz="2000" dirty="0">
                <a:latin typeface="Times New Roman" panose="02020603050405020304" pitchFamily="18" charset="0"/>
                <a:cs typeface="Times New Roman" panose="02020603050405020304" pitchFamily="18" charset="0"/>
              </a:rPr>
              <a:t>；</a:t>
            </a:r>
          </a:p>
          <a:p>
            <a:pPr marL="575072" lvl="1" indent="-272654" eaLnBrk="1" hangingPunct="1">
              <a:buFont typeface="Wingdings" panose="05000000000000000000" pitchFamily="2" charset="2"/>
              <a:buNone/>
              <a:defRPr/>
            </a:pP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return </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a:t>
            </a:r>
          </a:p>
          <a:p>
            <a:pPr marL="272654" indent="-272654" eaLnBrk="1" hangingPunct="1">
              <a:buFont typeface="Wingdings" panose="05000000000000000000" pitchFamily="2" charset="2"/>
              <a:buNone/>
              <a:defRPr/>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p>
            <a:pPr marL="272654" indent="-272654" eaLnBrk="1" hangingPunct="1">
              <a:defRPr/>
            </a:pPr>
            <a:endParaRPr lang="zh-CN" altLang="en-US"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03113663-6F80-497B-89B6-D12692745D3E}"/>
              </a:ext>
            </a:extLst>
          </p:cNvPr>
          <p:cNvSpPr>
            <a:spLocks noGrp="1" noChangeArrowheads="1"/>
          </p:cNvSpPr>
          <p:nvPr>
            <p:ph type="title"/>
          </p:nvPr>
        </p:nvSpPr>
        <p:spPr>
          <a:xfrm>
            <a:off x="684213" y="268288"/>
            <a:ext cx="7931150" cy="358775"/>
          </a:xfrm>
        </p:spPr>
        <p:txBody>
          <a:bodyPr/>
          <a:lstStyle/>
          <a:p>
            <a:pPr eaLnBrk="1" hangingPunct="1">
              <a:defRPr/>
            </a:pPr>
            <a:r>
              <a:rPr kumimoji="1" lang="en-US" altLang="zh-CN" sz="2200" spc="300" dirty="0">
                <a:cs typeface="Times New Roman" panose="02020603050405020304" pitchFamily="18" charset="0"/>
              </a:rPr>
              <a:t>5.4.2 </a:t>
            </a:r>
            <a:r>
              <a:rPr kumimoji="1" lang="zh-CN" altLang="en-US" sz="2200" spc="300" dirty="0">
                <a:cs typeface="Times New Roman" pitchFamily="18" charset="0"/>
              </a:rPr>
              <a:t>在递归的预测分析过程中进行翻译</a:t>
            </a:r>
          </a:p>
        </p:txBody>
      </p:sp>
      <p:sp>
        <p:nvSpPr>
          <p:cNvPr id="2" name="灯片编号占位符 1">
            <a:extLst>
              <a:ext uri="{FF2B5EF4-FFF2-40B4-BE49-F238E27FC236}">
                <a16:creationId xmlns:a16="http://schemas.microsoft.com/office/drawing/2014/main" id="{12D95E02-5529-4E8A-8CD6-87513EC022A1}"/>
              </a:ext>
            </a:extLst>
          </p:cNvPr>
          <p:cNvSpPr>
            <a:spLocks noGrp="1"/>
          </p:cNvSpPr>
          <p:nvPr>
            <p:ph type="sldNum" sz="quarter" idx="10"/>
          </p:nvPr>
        </p:nvSpPr>
        <p:spPr/>
        <p:txBody>
          <a:bodyPr/>
          <a:lstStyle/>
          <a:p>
            <a:pPr>
              <a:defRPr/>
            </a:pPr>
            <a:fld id="{8E104948-B687-4A74-87EB-9097C047E113}" type="slidenum">
              <a:rPr lang="zh-CN" altLang="en-US" smtClean="0"/>
              <a:pPr>
                <a:defRPr/>
              </a:pPr>
              <a:t>76</a:t>
            </a:fld>
            <a:endParaRPr lang="en-US" altLang="zh-C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a:extLst>
              <a:ext uri="{FF2B5EF4-FFF2-40B4-BE49-F238E27FC236}">
                <a16:creationId xmlns:a16="http://schemas.microsoft.com/office/drawing/2014/main" id="{D1135B29-F0A5-433C-8841-99DD3E46CE06}"/>
              </a:ext>
            </a:extLst>
          </p:cNvPr>
          <p:cNvSpPr>
            <a:spLocks noGrp="1" noChangeArrowheads="1"/>
          </p:cNvSpPr>
          <p:nvPr>
            <p:ph idx="1"/>
          </p:nvPr>
        </p:nvSpPr>
        <p:spPr>
          <a:xfrm>
            <a:off x="401638" y="1058863"/>
            <a:ext cx="8285162" cy="3225800"/>
          </a:xfrm>
        </p:spPr>
        <p:txBody>
          <a:bodyPr/>
          <a:lstStyle/>
          <a:p>
            <a:pPr marL="272654" indent="-272654" eaLnBrk="1" hangingPunct="1">
              <a:lnSpc>
                <a:spcPts val="4000"/>
              </a:lnSpc>
              <a:defRPr/>
            </a:pPr>
            <a:r>
              <a:rPr kumimoji="1" lang="zh-CN" altLang="en-US" dirty="0">
                <a:cs typeface="Times New Roman" pitchFamily="18" charset="0"/>
              </a:rPr>
              <a:t>为每个</a:t>
            </a:r>
            <a:r>
              <a:rPr kumimoji="1" lang="zh-CN" altLang="en-US" dirty="0">
                <a:solidFill>
                  <a:schemeClr val="tx2">
                    <a:lumMod val="60000"/>
                    <a:lumOff val="40000"/>
                  </a:schemeClr>
                </a:solidFill>
                <a:cs typeface="Times New Roman" pitchFamily="18" charset="0"/>
              </a:rPr>
              <a:t>非终结符</a:t>
            </a:r>
            <a:r>
              <a:rPr kumimoji="1" lang="en-US" altLang="zh-CN" i="1" dirty="0">
                <a:cs typeface="Times New Roman" pitchFamily="18" charset="0"/>
              </a:rPr>
              <a:t>A</a:t>
            </a:r>
            <a:r>
              <a:rPr kumimoji="1" lang="zh-CN" altLang="en-US" dirty="0">
                <a:cs typeface="Times New Roman" pitchFamily="18" charset="0"/>
              </a:rPr>
              <a:t>构造一个</a:t>
            </a:r>
            <a:r>
              <a:rPr kumimoji="1" lang="zh-CN" altLang="en-US" dirty="0">
                <a:solidFill>
                  <a:schemeClr val="tx2">
                    <a:lumMod val="60000"/>
                    <a:lumOff val="40000"/>
                  </a:schemeClr>
                </a:solidFill>
                <a:cs typeface="Times New Roman" pitchFamily="18" charset="0"/>
              </a:rPr>
              <a:t>函数</a:t>
            </a:r>
            <a:r>
              <a:rPr kumimoji="1" lang="zh-CN" altLang="en-US" dirty="0">
                <a:cs typeface="Times New Roman" pitchFamily="18" charset="0"/>
              </a:rPr>
              <a:t>，</a:t>
            </a:r>
            <a:r>
              <a:rPr kumimoji="1" lang="en-US" altLang="zh-CN" i="1" dirty="0">
                <a:cs typeface="Times New Roman" pitchFamily="18" charset="0"/>
              </a:rPr>
              <a:t>A</a:t>
            </a:r>
            <a:r>
              <a:rPr kumimoji="1" lang="zh-CN" altLang="en-US" dirty="0">
                <a:cs typeface="Times New Roman" pitchFamily="18" charset="0"/>
              </a:rPr>
              <a:t>的每个</a:t>
            </a:r>
            <a:r>
              <a:rPr kumimoji="1" lang="zh-CN" altLang="en-US" dirty="0">
                <a:solidFill>
                  <a:schemeClr val="tx2">
                    <a:lumMod val="60000"/>
                    <a:lumOff val="40000"/>
                  </a:schemeClr>
                </a:solidFill>
                <a:cs typeface="Times New Roman" pitchFamily="18" charset="0"/>
              </a:rPr>
              <a:t>继承属性</a:t>
            </a:r>
            <a:r>
              <a:rPr kumimoji="1" lang="zh-CN" altLang="en-US" dirty="0">
                <a:cs typeface="Times New Roman" pitchFamily="18" charset="0"/>
              </a:rPr>
              <a:t>对应该函数的一个</a:t>
            </a:r>
            <a:r>
              <a:rPr kumimoji="1" lang="zh-CN" altLang="en-US" dirty="0">
                <a:solidFill>
                  <a:schemeClr val="tx2">
                    <a:lumMod val="60000"/>
                    <a:lumOff val="40000"/>
                  </a:schemeClr>
                </a:solidFill>
                <a:cs typeface="Times New Roman" pitchFamily="18" charset="0"/>
              </a:rPr>
              <a:t>形参</a:t>
            </a:r>
            <a:r>
              <a:rPr kumimoji="1" lang="zh-CN" altLang="en-US" dirty="0">
                <a:cs typeface="Times New Roman" pitchFamily="18" charset="0"/>
              </a:rPr>
              <a:t>，函数的</a:t>
            </a:r>
            <a:r>
              <a:rPr kumimoji="1" lang="zh-CN" altLang="en-US" dirty="0">
                <a:solidFill>
                  <a:schemeClr val="tx2">
                    <a:lumMod val="60000"/>
                    <a:lumOff val="40000"/>
                  </a:schemeClr>
                </a:solidFill>
                <a:cs typeface="Times New Roman" pitchFamily="18" charset="0"/>
              </a:rPr>
              <a:t>返回值</a:t>
            </a:r>
            <a:r>
              <a:rPr kumimoji="1" lang="zh-CN" altLang="en-US" dirty="0">
                <a:cs typeface="Times New Roman" pitchFamily="18" charset="0"/>
              </a:rPr>
              <a:t>是</a:t>
            </a:r>
            <a:r>
              <a:rPr kumimoji="1" lang="en-US" altLang="zh-CN" i="1" dirty="0">
                <a:cs typeface="Times New Roman" pitchFamily="18" charset="0"/>
              </a:rPr>
              <a:t>A</a:t>
            </a:r>
            <a:r>
              <a:rPr kumimoji="1" lang="zh-CN" altLang="en-US" dirty="0">
                <a:cs typeface="Times New Roman" pitchFamily="18" charset="0"/>
              </a:rPr>
              <a:t>的</a:t>
            </a:r>
            <a:r>
              <a:rPr kumimoji="1" lang="zh-CN" altLang="en-US" dirty="0">
                <a:solidFill>
                  <a:schemeClr val="tx2">
                    <a:lumMod val="60000"/>
                    <a:lumOff val="40000"/>
                  </a:schemeClr>
                </a:solidFill>
                <a:cs typeface="Times New Roman" pitchFamily="18" charset="0"/>
              </a:rPr>
              <a:t>综合属性</a:t>
            </a:r>
            <a:r>
              <a:rPr kumimoji="1" lang="zh-CN" altLang="en-US" dirty="0">
                <a:cs typeface="Times New Roman" pitchFamily="18" charset="0"/>
              </a:rPr>
              <a:t>值。对出现在</a:t>
            </a:r>
            <a:r>
              <a:rPr kumimoji="1" lang="en-US" altLang="zh-CN" i="1" dirty="0">
                <a:cs typeface="Times New Roman" pitchFamily="18" charset="0"/>
              </a:rPr>
              <a:t>A</a:t>
            </a:r>
            <a:r>
              <a:rPr kumimoji="1" lang="zh-CN" altLang="en-US" dirty="0">
                <a:cs typeface="Times New Roman" pitchFamily="18" charset="0"/>
              </a:rPr>
              <a:t>产生式中的每个文法符号的每个</a:t>
            </a:r>
            <a:r>
              <a:rPr kumimoji="1" lang="zh-CN" altLang="en-US" dirty="0">
                <a:solidFill>
                  <a:schemeClr val="tx2">
                    <a:lumMod val="60000"/>
                    <a:lumOff val="40000"/>
                  </a:schemeClr>
                </a:solidFill>
                <a:cs typeface="Times New Roman" pitchFamily="18" charset="0"/>
              </a:rPr>
              <a:t>属性</a:t>
            </a:r>
            <a:r>
              <a:rPr kumimoji="1" lang="zh-CN" altLang="en-US" dirty="0">
                <a:cs typeface="Times New Roman" pitchFamily="18" charset="0"/>
              </a:rPr>
              <a:t>都设置一个</a:t>
            </a:r>
            <a:r>
              <a:rPr kumimoji="1" lang="zh-CN" altLang="en-US" dirty="0">
                <a:solidFill>
                  <a:schemeClr val="tx2">
                    <a:lumMod val="60000"/>
                    <a:lumOff val="40000"/>
                  </a:schemeClr>
                </a:solidFill>
                <a:cs typeface="Times New Roman" pitchFamily="18" charset="0"/>
              </a:rPr>
              <a:t>局部变量</a:t>
            </a:r>
          </a:p>
          <a:p>
            <a:pPr marL="272654" indent="-272654" eaLnBrk="1" hangingPunct="1">
              <a:lnSpc>
                <a:spcPts val="4000"/>
              </a:lnSpc>
              <a:defRPr/>
            </a:pPr>
            <a:r>
              <a:rPr kumimoji="1" lang="zh-CN" altLang="en-US" dirty="0">
                <a:cs typeface="Times New Roman" pitchFamily="18" charset="0"/>
              </a:rPr>
              <a:t> </a:t>
            </a:r>
            <a:r>
              <a:rPr kumimoji="1" lang="zh-CN" altLang="en-US" dirty="0">
                <a:solidFill>
                  <a:schemeClr val="tx2">
                    <a:lumMod val="60000"/>
                    <a:lumOff val="40000"/>
                  </a:schemeClr>
                </a:solidFill>
                <a:cs typeface="Times New Roman" pitchFamily="18" charset="0"/>
              </a:rPr>
              <a:t>非终结符</a:t>
            </a:r>
            <a:r>
              <a:rPr kumimoji="1" lang="en-US" altLang="zh-CN" i="1" dirty="0">
                <a:cs typeface="Times New Roman" pitchFamily="18" charset="0"/>
              </a:rPr>
              <a:t>A</a:t>
            </a:r>
            <a:r>
              <a:rPr kumimoji="1" lang="zh-CN" altLang="en-US" dirty="0">
                <a:cs typeface="Times New Roman" pitchFamily="18" charset="0"/>
              </a:rPr>
              <a:t>的代码根据当前的输入决定使用哪个产生式</a:t>
            </a:r>
          </a:p>
        </p:txBody>
      </p:sp>
      <p:sp>
        <p:nvSpPr>
          <p:cNvPr id="71682" name="Rectangle 2">
            <a:extLst>
              <a:ext uri="{FF2B5EF4-FFF2-40B4-BE49-F238E27FC236}">
                <a16:creationId xmlns:a16="http://schemas.microsoft.com/office/drawing/2014/main" id="{CD8BC411-800A-4EA5-9AE8-05B4CDC9C241}"/>
              </a:ext>
            </a:extLst>
          </p:cNvPr>
          <p:cNvSpPr>
            <a:spLocks noGrp="1" noChangeArrowheads="1"/>
          </p:cNvSpPr>
          <p:nvPr>
            <p:ph type="title"/>
          </p:nvPr>
        </p:nvSpPr>
        <p:spPr>
          <a:xfrm>
            <a:off x="755650" y="268288"/>
            <a:ext cx="7931150" cy="358775"/>
          </a:xfrm>
        </p:spPr>
        <p:txBody>
          <a:bodyPr/>
          <a:lstStyle/>
          <a:p>
            <a:pPr eaLnBrk="1" hangingPunct="1">
              <a:defRPr/>
            </a:pPr>
            <a:r>
              <a:rPr kumimoji="1" lang="zh-CN" altLang="en-US" spc="300" dirty="0"/>
              <a:t>算法</a:t>
            </a:r>
          </a:p>
        </p:txBody>
      </p:sp>
      <p:sp>
        <p:nvSpPr>
          <p:cNvPr id="2" name="灯片编号占位符 1">
            <a:extLst>
              <a:ext uri="{FF2B5EF4-FFF2-40B4-BE49-F238E27FC236}">
                <a16:creationId xmlns:a16="http://schemas.microsoft.com/office/drawing/2014/main" id="{437F3282-2CFD-4C2A-9BB9-FCA13D1AE9CF}"/>
              </a:ext>
            </a:extLst>
          </p:cNvPr>
          <p:cNvSpPr>
            <a:spLocks noGrp="1"/>
          </p:cNvSpPr>
          <p:nvPr>
            <p:ph type="sldNum" sz="quarter" idx="10"/>
          </p:nvPr>
        </p:nvSpPr>
        <p:spPr/>
        <p:txBody>
          <a:bodyPr/>
          <a:lstStyle/>
          <a:p>
            <a:pPr>
              <a:defRPr/>
            </a:pPr>
            <a:fld id="{8E104948-B687-4A74-87EB-9097C047E113}" type="slidenum">
              <a:rPr lang="zh-CN" altLang="en-US" smtClean="0"/>
              <a:pPr>
                <a:defRPr/>
              </a:pPr>
              <a:t>77</a:t>
            </a:fld>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内容占位符 2">
            <a:extLst>
              <a:ext uri="{FF2B5EF4-FFF2-40B4-BE49-F238E27FC236}">
                <a16:creationId xmlns:a16="http://schemas.microsoft.com/office/drawing/2014/main" id="{94DB9342-47A2-41DE-8C60-CA10A047B1BE}"/>
              </a:ext>
            </a:extLst>
          </p:cNvPr>
          <p:cNvSpPr>
            <a:spLocks noGrp="1"/>
          </p:cNvSpPr>
          <p:nvPr>
            <p:ph idx="1"/>
          </p:nvPr>
        </p:nvSpPr>
        <p:spPr>
          <a:xfrm>
            <a:off x="430213" y="915566"/>
            <a:ext cx="8285162" cy="4104455"/>
          </a:xfrm>
        </p:spPr>
        <p:txBody>
          <a:bodyPr/>
          <a:lstStyle/>
          <a:p>
            <a:pPr>
              <a:lnSpc>
                <a:spcPts val="3500"/>
              </a:lnSpc>
              <a:defRPr/>
            </a:pPr>
            <a:r>
              <a:rPr lang="zh-CN" altLang="en-US" dirty="0">
                <a:latin typeface="楷体" panose="02010609060101010101" pitchFamily="49" charset="-122"/>
              </a:rPr>
              <a:t>与每个产生式有关的代码执行如下动作：从左到右考虑产生式右部的</a:t>
            </a:r>
            <a:r>
              <a:rPr lang="zh-CN" altLang="en-US" dirty="0">
                <a:solidFill>
                  <a:srgbClr val="0000FF"/>
                </a:solidFill>
                <a:latin typeface="楷体" panose="02010609060101010101" pitchFamily="49" charset="-122"/>
              </a:rPr>
              <a:t>词法单元</a:t>
            </a:r>
            <a:r>
              <a:rPr lang="zh-CN" altLang="en-US" dirty="0">
                <a:latin typeface="楷体" panose="02010609060101010101" pitchFamily="49" charset="-122"/>
              </a:rPr>
              <a:t>、</a:t>
            </a:r>
            <a:r>
              <a:rPr lang="zh-CN" altLang="en-US" dirty="0">
                <a:solidFill>
                  <a:srgbClr val="0000FF"/>
                </a:solidFill>
                <a:latin typeface="楷体" panose="02010609060101010101" pitchFamily="49" charset="-122"/>
              </a:rPr>
              <a:t>非终结符</a:t>
            </a:r>
            <a:r>
              <a:rPr lang="zh-CN" altLang="en-US" dirty="0">
                <a:latin typeface="楷体" panose="02010609060101010101" pitchFamily="49" charset="-122"/>
              </a:rPr>
              <a:t>及</a:t>
            </a:r>
            <a:r>
              <a:rPr lang="zh-CN" altLang="en-US" dirty="0">
                <a:solidFill>
                  <a:srgbClr val="0000FF"/>
                </a:solidFill>
                <a:latin typeface="楷体" panose="02010609060101010101" pitchFamily="49" charset="-122"/>
              </a:rPr>
              <a:t>语义动作</a:t>
            </a:r>
            <a:r>
              <a:rPr lang="en-US" altLang="zh-CN" dirty="0">
                <a:solidFill>
                  <a:srgbClr val="0000FF"/>
                </a:solidFill>
                <a:latin typeface="楷体" panose="02010609060101010101" pitchFamily="49" charset="-122"/>
              </a:rPr>
              <a:t>   </a:t>
            </a:r>
          </a:p>
          <a:p>
            <a:pPr lvl="1">
              <a:lnSpc>
                <a:spcPts val="3000"/>
              </a:lnSpc>
              <a:defRPr/>
            </a:pPr>
            <a:r>
              <a:rPr lang="zh-CN" altLang="en-US" sz="2000" dirty="0">
                <a:cs typeface="Times New Roman" panose="02020603050405020304" pitchFamily="18" charset="0"/>
              </a:rPr>
              <a:t>对于带有综合属性</a:t>
            </a:r>
            <a:r>
              <a:rPr lang="en-US" altLang="zh-CN" sz="2000" i="1" dirty="0">
                <a:cs typeface="Times New Roman" panose="02020603050405020304" pitchFamily="18" charset="0"/>
              </a:rPr>
              <a:t>x</a:t>
            </a:r>
            <a:r>
              <a:rPr lang="zh-CN" altLang="en-US" sz="2000" dirty="0">
                <a:cs typeface="Times New Roman" panose="02020603050405020304" pitchFamily="18" charset="0"/>
              </a:rPr>
              <a:t>的</a:t>
            </a:r>
            <a:r>
              <a:rPr lang="zh-CN" altLang="en-US" sz="2000" dirty="0">
                <a:solidFill>
                  <a:srgbClr val="0000FF"/>
                </a:solidFill>
                <a:cs typeface="Times New Roman" panose="02020603050405020304" pitchFamily="18" charset="0"/>
              </a:rPr>
              <a:t>词法单元 </a:t>
            </a:r>
            <a:r>
              <a:rPr lang="en-US" altLang="zh-CN" sz="2000" i="1" dirty="0">
                <a:cs typeface="Times New Roman" panose="02020603050405020304" pitchFamily="18" charset="0"/>
              </a:rPr>
              <a:t>X</a:t>
            </a:r>
            <a:r>
              <a:rPr lang="zh-CN" altLang="en-US" sz="2000" dirty="0">
                <a:cs typeface="Times New Roman" panose="02020603050405020304" pitchFamily="18" charset="0"/>
              </a:rPr>
              <a:t>，把</a:t>
            </a:r>
            <a:r>
              <a:rPr lang="en-US" altLang="zh-CN" sz="2000" i="1" dirty="0">
                <a:cs typeface="Times New Roman" panose="02020603050405020304" pitchFamily="18" charset="0"/>
              </a:rPr>
              <a:t>x</a:t>
            </a:r>
            <a:r>
              <a:rPr lang="zh-CN" altLang="en-US" sz="2000" dirty="0">
                <a:cs typeface="Times New Roman" panose="02020603050405020304" pitchFamily="18" charset="0"/>
              </a:rPr>
              <a:t>的值保存在局部变量</a:t>
            </a:r>
            <a:r>
              <a:rPr lang="en-US" altLang="zh-CN" sz="2000" i="1" dirty="0" err="1">
                <a:cs typeface="Times New Roman" panose="02020603050405020304" pitchFamily="18" charset="0"/>
              </a:rPr>
              <a:t>X.x</a:t>
            </a:r>
            <a:r>
              <a:rPr lang="zh-CN" altLang="en-US" sz="2000" dirty="0">
                <a:cs typeface="Times New Roman" panose="02020603050405020304" pitchFamily="18" charset="0"/>
              </a:rPr>
              <a:t>中；然后产生一个匹配 </a:t>
            </a:r>
            <a:r>
              <a:rPr lang="en-US" altLang="zh-CN" sz="2000" i="1" dirty="0">
                <a:cs typeface="Times New Roman" panose="02020603050405020304" pitchFamily="18" charset="0"/>
              </a:rPr>
              <a:t>X</a:t>
            </a:r>
            <a:r>
              <a:rPr lang="zh-CN" altLang="en-US" sz="2000" dirty="0">
                <a:cs typeface="Times New Roman" panose="02020603050405020304" pitchFamily="18" charset="0"/>
              </a:rPr>
              <a:t>的调用，并继续输入</a:t>
            </a:r>
            <a:endParaRPr lang="en-US" altLang="zh-CN" sz="2000" dirty="0">
              <a:cs typeface="Times New Roman" panose="02020603050405020304" pitchFamily="18" charset="0"/>
            </a:endParaRPr>
          </a:p>
          <a:p>
            <a:pPr lvl="1">
              <a:lnSpc>
                <a:spcPts val="3000"/>
              </a:lnSpc>
              <a:spcBef>
                <a:spcPts val="600"/>
              </a:spcBef>
              <a:defRPr/>
            </a:pPr>
            <a:r>
              <a:rPr lang="zh-CN" altLang="en-US" sz="2000" dirty="0">
                <a:cs typeface="Times New Roman" panose="02020603050405020304" pitchFamily="18" charset="0"/>
              </a:rPr>
              <a:t>对于</a:t>
            </a:r>
            <a:r>
              <a:rPr lang="zh-CN" altLang="en-US" sz="2000" dirty="0">
                <a:solidFill>
                  <a:srgbClr val="0000FF"/>
                </a:solidFill>
                <a:cs typeface="Times New Roman" panose="02020603050405020304" pitchFamily="18" charset="0"/>
              </a:rPr>
              <a:t>非终结符</a:t>
            </a:r>
            <a:r>
              <a:rPr lang="en-US" altLang="zh-CN" sz="2000" i="1" dirty="0">
                <a:cs typeface="Times New Roman" panose="02020603050405020304" pitchFamily="18" charset="0"/>
              </a:rPr>
              <a:t>B</a:t>
            </a:r>
            <a:r>
              <a:rPr lang="zh-CN" altLang="en-US" sz="2000" dirty="0">
                <a:cs typeface="Times New Roman" panose="02020603050405020304" pitchFamily="18" charset="0"/>
              </a:rPr>
              <a:t>，产生一个右部带有函数调用的赋值语句</a:t>
            </a:r>
            <a:r>
              <a:rPr kumimoji="1" lang="en-US" altLang="zh-CN" sz="2000" i="1" dirty="0">
                <a:cs typeface="Times New Roman" panose="02020603050405020304" pitchFamily="18" charset="0"/>
              </a:rPr>
              <a:t>c </a:t>
            </a:r>
            <a:r>
              <a:rPr kumimoji="1" lang="en-US" altLang="zh-CN" sz="2000" dirty="0">
                <a:cs typeface="Times New Roman" panose="02020603050405020304" pitchFamily="18" charset="0"/>
              </a:rPr>
              <a:t>:= </a:t>
            </a:r>
            <a:r>
              <a:rPr kumimoji="1" lang="en-US" altLang="zh-CN" sz="2000" i="1" dirty="0">
                <a:cs typeface="Times New Roman" panose="02020603050405020304" pitchFamily="18" charset="0"/>
              </a:rPr>
              <a:t>B</a:t>
            </a:r>
            <a:r>
              <a:rPr kumimoji="1" lang="en-US" altLang="zh-CN" sz="2000" dirty="0">
                <a:cs typeface="Times New Roman" panose="02020603050405020304" pitchFamily="18" charset="0"/>
              </a:rPr>
              <a:t>(</a:t>
            </a:r>
            <a:r>
              <a:rPr kumimoji="1" lang="en-US" altLang="zh-CN" sz="2000" i="1" dirty="0">
                <a:cs typeface="Times New Roman" panose="02020603050405020304" pitchFamily="18" charset="0"/>
              </a:rPr>
              <a:t>b</a:t>
            </a:r>
            <a:r>
              <a:rPr kumimoji="1" lang="en-US" altLang="zh-CN" sz="2000" baseline="-25000" dirty="0">
                <a:cs typeface="Times New Roman" panose="02020603050405020304" pitchFamily="18" charset="0"/>
              </a:rPr>
              <a:t>1</a:t>
            </a:r>
            <a:r>
              <a:rPr kumimoji="1" lang="en-US" altLang="zh-CN" sz="2000" i="1" baseline="-25000" dirty="0">
                <a:cs typeface="Times New Roman" panose="02020603050405020304" pitchFamily="18" charset="0"/>
              </a:rPr>
              <a:t> </a:t>
            </a:r>
            <a:r>
              <a:rPr kumimoji="1" lang="en-US" altLang="zh-CN" sz="2000" dirty="0">
                <a:cs typeface="Times New Roman" panose="02020603050405020304" pitchFamily="18" charset="0"/>
              </a:rPr>
              <a:t>, </a:t>
            </a:r>
            <a:r>
              <a:rPr kumimoji="1" lang="en-US" altLang="zh-CN" sz="2000" i="1" dirty="0">
                <a:cs typeface="Times New Roman" panose="02020603050405020304" pitchFamily="18" charset="0"/>
              </a:rPr>
              <a:t>b</a:t>
            </a:r>
            <a:r>
              <a:rPr kumimoji="1" lang="en-US" altLang="zh-CN" sz="2000" baseline="-25000" dirty="0">
                <a:cs typeface="Times New Roman" panose="02020603050405020304" pitchFamily="18" charset="0"/>
              </a:rPr>
              <a:t>2 </a:t>
            </a:r>
            <a:r>
              <a:rPr kumimoji="1" lang="en-US" altLang="zh-CN" sz="2000" dirty="0">
                <a:cs typeface="Times New Roman" panose="02020603050405020304" pitchFamily="18" charset="0"/>
              </a:rPr>
              <a:t>, …, </a:t>
            </a:r>
            <a:r>
              <a:rPr kumimoji="1" lang="en-US" altLang="zh-CN" sz="2000" i="1" dirty="0">
                <a:cs typeface="Times New Roman" panose="02020603050405020304" pitchFamily="18" charset="0"/>
              </a:rPr>
              <a:t>b</a:t>
            </a:r>
            <a:r>
              <a:rPr kumimoji="1" lang="en-US" altLang="zh-CN" sz="2000" i="1" baseline="-25000" dirty="0">
                <a:cs typeface="Times New Roman" panose="02020603050405020304" pitchFamily="18" charset="0"/>
              </a:rPr>
              <a:t>k</a:t>
            </a:r>
            <a:r>
              <a:rPr kumimoji="1" lang="en-US" altLang="zh-CN" sz="2000" dirty="0">
                <a:cs typeface="Times New Roman" panose="02020603050405020304" pitchFamily="18" charset="0"/>
              </a:rPr>
              <a:t>)</a:t>
            </a:r>
            <a:r>
              <a:rPr kumimoji="1" lang="zh-CN" altLang="en-US" sz="2000" dirty="0">
                <a:cs typeface="Times New Roman" panose="02020603050405020304" pitchFamily="18" charset="0"/>
              </a:rPr>
              <a:t>，其中</a:t>
            </a:r>
            <a:r>
              <a:rPr kumimoji="1" lang="zh-CN" altLang="zh-CN" sz="2000" dirty="0">
                <a:cs typeface="Times New Roman" panose="02020603050405020304" pitchFamily="18" charset="0"/>
              </a:rPr>
              <a:t>， </a:t>
            </a:r>
            <a:r>
              <a:rPr kumimoji="1" lang="en-US" altLang="zh-CN" sz="2000" i="1" dirty="0">
                <a:cs typeface="Times New Roman" panose="02020603050405020304" pitchFamily="18" charset="0"/>
              </a:rPr>
              <a:t>b</a:t>
            </a:r>
            <a:r>
              <a:rPr kumimoji="1" lang="en-US" altLang="zh-CN" sz="2000" baseline="-25000" dirty="0">
                <a:cs typeface="Times New Roman" panose="02020603050405020304" pitchFamily="18" charset="0"/>
              </a:rPr>
              <a:t>1 </a:t>
            </a:r>
            <a:r>
              <a:rPr kumimoji="1" lang="en-US" altLang="zh-CN" sz="2000" dirty="0">
                <a:cs typeface="Times New Roman" panose="02020603050405020304" pitchFamily="18" charset="0"/>
              </a:rPr>
              <a:t>, </a:t>
            </a:r>
            <a:r>
              <a:rPr kumimoji="1" lang="en-US" altLang="zh-CN" sz="2000" i="1" dirty="0">
                <a:cs typeface="Times New Roman" panose="02020603050405020304" pitchFamily="18" charset="0"/>
              </a:rPr>
              <a:t>b</a:t>
            </a:r>
            <a:r>
              <a:rPr kumimoji="1" lang="en-US" altLang="zh-CN" sz="2000" baseline="-25000" dirty="0">
                <a:cs typeface="Times New Roman" panose="02020603050405020304" pitchFamily="18" charset="0"/>
              </a:rPr>
              <a:t>2</a:t>
            </a:r>
            <a:r>
              <a:rPr kumimoji="1" lang="en-US" altLang="zh-CN" sz="2000" i="1" baseline="-25000" dirty="0">
                <a:cs typeface="Times New Roman" panose="02020603050405020304" pitchFamily="18" charset="0"/>
              </a:rPr>
              <a:t> </a:t>
            </a:r>
            <a:r>
              <a:rPr kumimoji="1" lang="en-US" altLang="zh-CN" sz="2000" dirty="0">
                <a:cs typeface="Times New Roman" panose="02020603050405020304" pitchFamily="18" charset="0"/>
              </a:rPr>
              <a:t>, …, </a:t>
            </a:r>
            <a:r>
              <a:rPr kumimoji="1" lang="en-US" altLang="zh-CN" sz="2000" i="1" dirty="0">
                <a:cs typeface="Times New Roman" panose="02020603050405020304" pitchFamily="18" charset="0"/>
              </a:rPr>
              <a:t>b</a:t>
            </a:r>
            <a:r>
              <a:rPr kumimoji="1" lang="en-US" altLang="zh-CN" sz="2000" i="1" baseline="-25000" dirty="0">
                <a:cs typeface="Times New Roman" panose="02020603050405020304" pitchFamily="18" charset="0"/>
              </a:rPr>
              <a:t>k</a:t>
            </a:r>
            <a:r>
              <a:rPr kumimoji="1" lang="zh-CN" altLang="en-US" sz="2000" dirty="0">
                <a:cs typeface="Times New Roman" panose="02020603050405020304" pitchFamily="18" charset="0"/>
              </a:rPr>
              <a:t>是代表</a:t>
            </a:r>
            <a:r>
              <a:rPr kumimoji="1" lang="zh-CN" altLang="zh-CN" sz="2000" i="1" dirty="0">
                <a:cs typeface="Times New Roman" panose="02020603050405020304" pitchFamily="18" charset="0"/>
              </a:rPr>
              <a:t>B</a:t>
            </a:r>
            <a:r>
              <a:rPr kumimoji="1" lang="zh-CN" altLang="zh-CN" sz="2000" dirty="0">
                <a:cs typeface="Times New Roman" panose="02020603050405020304" pitchFamily="18" charset="0"/>
              </a:rPr>
              <a:t>的继承</a:t>
            </a:r>
            <a:r>
              <a:rPr kumimoji="1" lang="zh-CN" altLang="en-US" sz="2000" dirty="0">
                <a:cs typeface="Times New Roman" panose="02020603050405020304" pitchFamily="18" charset="0"/>
              </a:rPr>
              <a:t>属性的变量，</a:t>
            </a:r>
            <a:r>
              <a:rPr kumimoji="1" lang="en-US" altLang="zh-CN" sz="2000" i="1" dirty="0">
                <a:cs typeface="Times New Roman" panose="02020603050405020304" pitchFamily="18" charset="0"/>
              </a:rPr>
              <a:t>c</a:t>
            </a:r>
            <a:r>
              <a:rPr kumimoji="1" lang="zh-CN" altLang="zh-CN" sz="2000" dirty="0">
                <a:cs typeface="Times New Roman" panose="02020603050405020304" pitchFamily="18" charset="0"/>
              </a:rPr>
              <a:t>是</a:t>
            </a:r>
            <a:r>
              <a:rPr kumimoji="1" lang="zh-CN" altLang="en-US" sz="2000" dirty="0">
                <a:cs typeface="Times New Roman" panose="02020603050405020304" pitchFamily="18" charset="0"/>
              </a:rPr>
              <a:t>代表</a:t>
            </a:r>
            <a:r>
              <a:rPr kumimoji="1" lang="zh-CN" altLang="zh-CN" sz="2000" i="1" dirty="0">
                <a:cs typeface="Times New Roman" panose="02020603050405020304" pitchFamily="18" charset="0"/>
              </a:rPr>
              <a:t>B</a:t>
            </a:r>
            <a:r>
              <a:rPr kumimoji="1" lang="zh-CN" altLang="zh-CN" sz="2000" dirty="0">
                <a:cs typeface="Times New Roman" panose="02020603050405020304" pitchFamily="18" charset="0"/>
              </a:rPr>
              <a:t>的</a:t>
            </a:r>
            <a:r>
              <a:rPr kumimoji="1" lang="zh-CN" altLang="en-US" sz="2000" dirty="0">
                <a:cs typeface="Times New Roman" panose="02020603050405020304" pitchFamily="18" charset="0"/>
              </a:rPr>
              <a:t>综合属性的变量</a:t>
            </a:r>
            <a:endParaRPr kumimoji="1" lang="en-US" altLang="zh-CN" sz="2000" dirty="0">
              <a:cs typeface="Times New Roman" panose="02020603050405020304" pitchFamily="18" charset="0"/>
            </a:endParaRPr>
          </a:p>
          <a:p>
            <a:pPr lvl="1">
              <a:lnSpc>
                <a:spcPts val="3000"/>
              </a:lnSpc>
              <a:defRPr/>
            </a:pPr>
            <a:r>
              <a:rPr kumimoji="1" lang="zh-CN" altLang="en-US" sz="2000" dirty="0">
                <a:cs typeface="Times New Roman" panose="02020603050405020304" pitchFamily="18" charset="0"/>
              </a:rPr>
              <a:t>对于每个</a:t>
            </a:r>
            <a:r>
              <a:rPr kumimoji="1" lang="zh-CN" altLang="en-US" sz="2000" dirty="0">
                <a:solidFill>
                  <a:srgbClr val="0000FF"/>
                </a:solidFill>
                <a:cs typeface="Times New Roman" panose="02020603050405020304" pitchFamily="18" charset="0"/>
              </a:rPr>
              <a:t>语义动作</a:t>
            </a:r>
            <a:r>
              <a:rPr kumimoji="1" lang="zh-CN" altLang="en-US" sz="2000" dirty="0">
                <a:cs typeface="Times New Roman" panose="02020603050405020304" pitchFamily="18" charset="0"/>
              </a:rPr>
              <a:t>，将其代码复制到语法分析器，并把对属性的引用改为对相应变量的引用</a:t>
            </a:r>
          </a:p>
          <a:p>
            <a:pPr>
              <a:lnSpc>
                <a:spcPts val="3500"/>
              </a:lnSpc>
              <a:defRPr/>
            </a:pPr>
            <a:endParaRPr lang="zh-CN" altLang="en-US" dirty="0"/>
          </a:p>
        </p:txBody>
      </p:sp>
      <p:sp>
        <p:nvSpPr>
          <p:cNvPr id="72706" name="标题 1">
            <a:extLst>
              <a:ext uri="{FF2B5EF4-FFF2-40B4-BE49-F238E27FC236}">
                <a16:creationId xmlns:a16="http://schemas.microsoft.com/office/drawing/2014/main" id="{3137F9C0-456E-4526-BABF-79F942450105}"/>
              </a:ext>
            </a:extLst>
          </p:cNvPr>
          <p:cNvSpPr>
            <a:spLocks noGrp="1"/>
          </p:cNvSpPr>
          <p:nvPr>
            <p:ph type="title"/>
          </p:nvPr>
        </p:nvSpPr>
        <p:spPr>
          <a:xfrm>
            <a:off x="755650" y="268288"/>
            <a:ext cx="7931150" cy="358775"/>
          </a:xfrm>
        </p:spPr>
        <p:txBody>
          <a:bodyPr/>
          <a:lstStyle/>
          <a:p>
            <a:pPr>
              <a:defRPr/>
            </a:pPr>
            <a:r>
              <a:rPr kumimoji="1" lang="zh-CN" altLang="en-US" spc="300" dirty="0"/>
              <a:t>算法</a:t>
            </a:r>
            <a:r>
              <a:rPr kumimoji="1" lang="zh-CN" altLang="en-US" dirty="0"/>
              <a:t>（续）</a:t>
            </a:r>
            <a:endParaRPr lang="zh-CN" altLang="en-US" dirty="0"/>
          </a:p>
        </p:txBody>
      </p:sp>
      <p:sp>
        <p:nvSpPr>
          <p:cNvPr id="2" name="灯片编号占位符 1">
            <a:extLst>
              <a:ext uri="{FF2B5EF4-FFF2-40B4-BE49-F238E27FC236}">
                <a16:creationId xmlns:a16="http://schemas.microsoft.com/office/drawing/2014/main" id="{C8000698-2983-41F9-B05F-0832AD0EADFD}"/>
              </a:ext>
            </a:extLst>
          </p:cNvPr>
          <p:cNvSpPr>
            <a:spLocks noGrp="1"/>
          </p:cNvSpPr>
          <p:nvPr>
            <p:ph type="sldNum" sz="quarter" idx="10"/>
          </p:nvPr>
        </p:nvSpPr>
        <p:spPr/>
        <p:txBody>
          <a:bodyPr/>
          <a:lstStyle/>
          <a:p>
            <a:pPr>
              <a:defRPr/>
            </a:pPr>
            <a:fld id="{8E104948-B687-4A74-87EB-9097C047E113}" type="slidenum">
              <a:rPr lang="zh-CN" altLang="en-US" smtClean="0"/>
              <a:pPr>
                <a:defRPr/>
              </a:pPr>
              <a:t>78</a:t>
            </a:fld>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7DF02F36-4538-40B8-B36F-8E8A1ED4AB13}"/>
              </a:ext>
            </a:extLst>
          </p:cNvPr>
          <p:cNvSpPr>
            <a:spLocks noGrp="1"/>
          </p:cNvSpPr>
          <p:nvPr>
            <p:ph idx="1"/>
          </p:nvPr>
        </p:nvSpPr>
        <p:spPr/>
        <p:txBody>
          <a:bodyPr/>
          <a:lstStyle/>
          <a:p>
            <a:pPr marL="0" lvl="0" indent="0">
              <a:buNone/>
            </a:pPr>
            <a:r>
              <a:rPr lang="zh-CN" altLang="en-US" dirty="0"/>
              <a:t>下面的文法生成了含“小数点”的二进制数：</a:t>
            </a:r>
          </a:p>
          <a:p>
            <a:pPr marL="0" indent="0">
              <a:buNone/>
            </a:pPr>
            <a:r>
              <a:rPr lang="en-US" altLang="zh-CN" dirty="0"/>
              <a:t>	S→L</a:t>
            </a:r>
            <a:r>
              <a:rPr lang="en-US" altLang="zh-CN" baseline="-25000" dirty="0"/>
              <a:t>1</a:t>
            </a:r>
            <a:r>
              <a:rPr lang="en-US" altLang="zh-CN" dirty="0"/>
              <a:t>. L</a:t>
            </a:r>
            <a:r>
              <a:rPr lang="en-US" altLang="zh-CN" baseline="-25000" dirty="0"/>
              <a:t>2</a:t>
            </a:r>
            <a:r>
              <a:rPr lang="en-US" altLang="zh-CN" dirty="0"/>
              <a:t>|L</a:t>
            </a:r>
            <a:r>
              <a:rPr lang="zh-CN" altLang="en-US" dirty="0"/>
              <a:t>		</a:t>
            </a:r>
            <a:r>
              <a:rPr lang="en-US" altLang="zh-CN" dirty="0"/>
              <a:t>L→L</a:t>
            </a:r>
            <a:r>
              <a:rPr lang="en-US" altLang="zh-CN" baseline="-25000" dirty="0"/>
              <a:t>1</a:t>
            </a:r>
            <a:r>
              <a:rPr lang="en-US" altLang="zh-CN" dirty="0"/>
              <a:t>B|B</a:t>
            </a:r>
            <a:r>
              <a:rPr lang="zh-CN" altLang="en-US" dirty="0"/>
              <a:t>		</a:t>
            </a:r>
            <a:r>
              <a:rPr lang="en-US" altLang="zh-CN" dirty="0"/>
              <a:t>B→ 0|1</a:t>
            </a:r>
            <a:endParaRPr lang="zh-CN" altLang="en-US" dirty="0"/>
          </a:p>
          <a:p>
            <a:pPr marL="0" indent="0">
              <a:buNone/>
            </a:pPr>
            <a:r>
              <a:rPr lang="zh-CN" altLang="en-US" dirty="0"/>
              <a:t>消除左递归和左公因子后，为</a:t>
            </a:r>
            <a:r>
              <a:rPr lang="en-US" altLang="zh-CN" dirty="0"/>
              <a:t>LL(1) </a:t>
            </a:r>
            <a:r>
              <a:rPr lang="zh-CN" altLang="en-US" dirty="0"/>
              <a:t>文法：</a:t>
            </a:r>
          </a:p>
          <a:p>
            <a:pPr marL="0" indent="0">
              <a:buNone/>
            </a:pPr>
            <a:r>
              <a:rPr lang="en-US" altLang="zh-CN" dirty="0"/>
              <a:t>	S→LS</a:t>
            </a:r>
            <a:r>
              <a:rPr lang="en-US" altLang="zh-CN" dirty="0">
                <a:latin typeface="Times New Roman" panose="02020603050405020304" pitchFamily="18" charset="0"/>
                <a:cs typeface="Times New Roman" panose="02020603050405020304" pitchFamily="18" charset="0"/>
              </a:rPr>
              <a:t>’	</a:t>
            </a:r>
            <a:r>
              <a:rPr lang="en-US" altLang="zh-CN" dirty="0"/>
              <a:t>	S</a:t>
            </a:r>
            <a:r>
              <a:rPr lang="en-US" altLang="zh-CN" dirty="0">
                <a:latin typeface="Times New Roman" panose="02020603050405020304" pitchFamily="18" charset="0"/>
                <a:cs typeface="Times New Roman" panose="02020603050405020304" pitchFamily="18" charset="0"/>
              </a:rPr>
              <a:t>’</a:t>
            </a:r>
            <a:r>
              <a:rPr lang="en-US" altLang="zh-CN" dirty="0"/>
              <a:t>→ .</a:t>
            </a:r>
            <a:r>
              <a:rPr lang="zh-CN" altLang="en-US" dirty="0"/>
              <a:t> </a:t>
            </a:r>
            <a:r>
              <a:rPr lang="en-US" altLang="zh-CN" dirty="0" err="1"/>
              <a:t>L|ε</a:t>
            </a:r>
            <a:r>
              <a:rPr lang="zh-CN" altLang="en-US" dirty="0"/>
              <a:t>		</a:t>
            </a:r>
            <a:r>
              <a:rPr lang="en-US" altLang="zh-CN" dirty="0"/>
              <a:t>L→BL</a:t>
            </a:r>
            <a:r>
              <a:rPr lang="en-US" altLang="zh-CN" dirty="0">
                <a:latin typeface="Times New Roman" panose="02020603050405020304" pitchFamily="18" charset="0"/>
                <a:cs typeface="Times New Roman" panose="02020603050405020304" pitchFamily="18" charset="0"/>
              </a:rPr>
              <a:t>’</a:t>
            </a:r>
            <a:r>
              <a:rPr lang="en-US" altLang="zh-CN" dirty="0"/>
              <a:t>	</a:t>
            </a:r>
            <a:r>
              <a:rPr lang="zh-CN" altLang="en-US" dirty="0"/>
              <a:t>	</a:t>
            </a:r>
            <a:r>
              <a:rPr lang="en-US" altLang="zh-CN" dirty="0" err="1"/>
              <a:t>L</a:t>
            </a:r>
            <a:r>
              <a:rPr lang="en-US" altLang="zh-CN" dirty="0" err="1">
                <a:latin typeface="Times New Roman" panose="02020603050405020304" pitchFamily="18" charset="0"/>
                <a:cs typeface="Times New Roman" panose="02020603050405020304" pitchFamily="18" charset="0"/>
              </a:rPr>
              <a:t>’</a:t>
            </a:r>
            <a:r>
              <a:rPr lang="en-US" altLang="zh-CN" dirty="0" err="1"/>
              <a:t>→BL</a:t>
            </a:r>
            <a:r>
              <a:rPr lang="en-US" altLang="zh-CN" dirty="0" err="1">
                <a:latin typeface="Times New Roman" panose="02020603050405020304" pitchFamily="18" charset="0"/>
                <a:cs typeface="Times New Roman" panose="02020603050405020304" pitchFamily="18" charset="0"/>
              </a:rPr>
              <a:t>’</a:t>
            </a:r>
            <a:r>
              <a:rPr lang="en-US" altLang="zh-CN" dirty="0" err="1"/>
              <a:t>|ε</a:t>
            </a:r>
            <a:r>
              <a:rPr lang="zh-CN" altLang="en-US" dirty="0"/>
              <a:t>		</a:t>
            </a:r>
            <a:r>
              <a:rPr lang="en-US" altLang="zh-CN" dirty="0"/>
              <a:t>B→ 0|</a:t>
            </a:r>
            <a:r>
              <a:rPr lang="zh-CN" altLang="en-US" dirty="0"/>
              <a:t> </a:t>
            </a:r>
            <a:r>
              <a:rPr lang="en-US" altLang="zh-CN" dirty="0"/>
              <a:t>1</a:t>
            </a:r>
          </a:p>
          <a:p>
            <a:pPr marL="0" indent="0">
              <a:buNone/>
            </a:pPr>
            <a:r>
              <a:rPr lang="zh-CN" altLang="en-US" dirty="0"/>
              <a:t>请为其设计</a:t>
            </a:r>
            <a:r>
              <a:rPr lang="en-US" altLang="zh-CN" dirty="0"/>
              <a:t>L</a:t>
            </a:r>
            <a:r>
              <a:rPr lang="zh-CN" altLang="en-US" dirty="0"/>
              <a:t>属性</a:t>
            </a:r>
            <a:r>
              <a:rPr lang="en-US" altLang="zh-CN" dirty="0"/>
              <a:t>SDD</a:t>
            </a:r>
            <a:r>
              <a:rPr lang="zh-CN" altLang="en-US" dirty="0"/>
              <a:t>，并转换为</a:t>
            </a:r>
            <a:r>
              <a:rPr lang="en-US" altLang="zh-CN" dirty="0"/>
              <a:t>SDT</a:t>
            </a:r>
            <a:r>
              <a:rPr lang="zh-CN" altLang="en-US" dirty="0"/>
              <a:t>，最后写出</a:t>
            </a:r>
            <a:r>
              <a:rPr lang="en-US" altLang="zh-CN" dirty="0"/>
              <a:t>SDT</a:t>
            </a:r>
            <a:r>
              <a:rPr lang="zh-CN" altLang="en-US" dirty="0"/>
              <a:t>在自顶向下分析中的栈操作</a:t>
            </a:r>
            <a:endParaRPr lang="en-US" altLang="zh-CN" dirty="0"/>
          </a:p>
          <a:p>
            <a:pPr marL="0" indent="0">
              <a:buNone/>
            </a:pPr>
            <a:r>
              <a:rPr lang="en-US" altLang="zh-CN" dirty="0"/>
              <a:t>(</a:t>
            </a:r>
            <a:r>
              <a:rPr lang="zh-CN" altLang="en-US" dirty="0"/>
              <a:t>参考第</a:t>
            </a:r>
            <a:r>
              <a:rPr lang="en-US" altLang="zh-CN" dirty="0"/>
              <a:t>5</a:t>
            </a:r>
            <a:r>
              <a:rPr lang="zh-CN" altLang="en-US" dirty="0"/>
              <a:t>章</a:t>
            </a:r>
            <a:r>
              <a:rPr lang="en-US" altLang="zh-CN" dirty="0"/>
              <a:t>PPT72-75</a:t>
            </a:r>
            <a:r>
              <a:rPr lang="zh-CN" altLang="en-US" dirty="0"/>
              <a:t>页</a:t>
            </a:r>
            <a:r>
              <a:rPr lang="en-US" altLang="zh-CN" dirty="0"/>
              <a:t>)</a:t>
            </a:r>
          </a:p>
        </p:txBody>
      </p:sp>
      <p:sp>
        <p:nvSpPr>
          <p:cNvPr id="4" name="标题 3">
            <a:extLst>
              <a:ext uri="{FF2B5EF4-FFF2-40B4-BE49-F238E27FC236}">
                <a16:creationId xmlns:a16="http://schemas.microsoft.com/office/drawing/2014/main" id="{D011C71E-DB9F-495B-ACC0-9623A0BED135}"/>
              </a:ext>
            </a:extLst>
          </p:cNvPr>
          <p:cNvSpPr>
            <a:spLocks noGrp="1"/>
          </p:cNvSpPr>
          <p:nvPr>
            <p:ph type="title"/>
          </p:nvPr>
        </p:nvSpPr>
        <p:spPr/>
        <p:txBody>
          <a:bodyPr/>
          <a:lstStyle/>
          <a:p>
            <a:r>
              <a:rPr lang="zh-CN" altLang="en-US" dirty="0"/>
              <a:t>练习</a:t>
            </a:r>
            <a:r>
              <a:rPr lang="en-US" altLang="zh-CN" dirty="0"/>
              <a:t>2</a:t>
            </a:r>
            <a:endParaRPr lang="zh-CN" altLang="en-US" dirty="0"/>
          </a:p>
        </p:txBody>
      </p:sp>
      <p:sp>
        <p:nvSpPr>
          <p:cNvPr id="2" name="灯片编号占位符 1">
            <a:extLst>
              <a:ext uri="{FF2B5EF4-FFF2-40B4-BE49-F238E27FC236}">
                <a16:creationId xmlns:a16="http://schemas.microsoft.com/office/drawing/2014/main" id="{C3A2A8B4-D32F-42C8-99A9-9AA4ADDE575E}"/>
              </a:ext>
            </a:extLst>
          </p:cNvPr>
          <p:cNvSpPr>
            <a:spLocks noGrp="1"/>
          </p:cNvSpPr>
          <p:nvPr>
            <p:ph type="sldNum" sz="quarter" idx="10"/>
          </p:nvPr>
        </p:nvSpPr>
        <p:spPr/>
        <p:txBody>
          <a:bodyPr/>
          <a:lstStyle/>
          <a:p>
            <a:pPr>
              <a:defRPr/>
            </a:pPr>
            <a:fld id="{8E104948-B687-4A74-87EB-9097C047E113}" type="slidenum">
              <a:rPr lang="zh-CN" altLang="en-US" smtClean="0"/>
              <a:pPr>
                <a:defRPr/>
              </a:pPr>
              <a:t>79</a:t>
            </a:fld>
            <a:endParaRPr lang="en-US" altLang="zh-CN"/>
          </a:p>
        </p:txBody>
      </p:sp>
    </p:spTree>
    <p:extLst>
      <p:ext uri="{BB962C8B-B14F-4D97-AF65-F5344CB8AC3E}">
        <p14:creationId xmlns:p14="http://schemas.microsoft.com/office/powerpoint/2010/main" val="37577859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3EACE565-AD98-4D34-B213-D64F0ACE7D72}"/>
              </a:ext>
            </a:extLst>
          </p:cNvPr>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b="0" dirty="0">
              <a:solidFill>
                <a:prstClr val="black">
                  <a:lumMod val="85000"/>
                  <a:lumOff val="15000"/>
                </a:prstClr>
              </a:solidFill>
            </a:endParaRPr>
          </a:p>
        </p:txBody>
      </p:sp>
      <p:sp>
        <p:nvSpPr>
          <p:cNvPr id="185347" name="矩形 7">
            <a:extLst>
              <a:ext uri="{FF2B5EF4-FFF2-40B4-BE49-F238E27FC236}">
                <a16:creationId xmlns:a16="http://schemas.microsoft.com/office/drawing/2014/main" id="{9E1244C2-A7FA-4F69-A7DF-BB25E3B0AF80}"/>
              </a:ext>
            </a:extLst>
          </p:cNvPr>
          <p:cNvSpPr>
            <a:spLocks noChangeArrowheads="1"/>
          </p:cNvSpPr>
          <p:nvPr/>
        </p:nvSpPr>
        <p:spPr bwMode="auto">
          <a:xfrm>
            <a:off x="4500563" y="1357313"/>
            <a:ext cx="4357687" cy="263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8580" tIns="34290" rIns="68580" bIns="3429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5.1 </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语法制导定义</a:t>
            </a: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SDD</a:t>
            </a:r>
          </a:p>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5.2 S-</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属性定义与</a:t>
            </a: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L-</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a:t>
            </a:r>
          </a:p>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5.3 </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语法制导翻译方案</a:t>
            </a: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SDT</a:t>
            </a:r>
          </a:p>
          <a:p>
            <a:pPr>
              <a:lnSpc>
                <a:spcPts val="4000"/>
              </a:lnSpc>
            </a:pPr>
            <a:r>
              <a:rPr lang="en-US" altLang="zh-CN" sz="1900" b="0">
                <a:solidFill>
                  <a:srgbClr val="7F7F7F"/>
                </a:solidFill>
                <a:latin typeface="微软雅黑" panose="020B0503020204020204" pitchFamily="34" charset="-122"/>
                <a:ea typeface="微软雅黑" panose="020B0503020204020204" pitchFamily="34" charset="-122"/>
                <a:cs typeface="楷体_GB2312" pitchFamily="49" charset="-122"/>
              </a:rPr>
              <a:t>5.4 L-</a:t>
            </a:r>
            <a:r>
              <a:rPr lang="zh-CN" altLang="en-US" sz="1900" b="0">
                <a:solidFill>
                  <a:srgbClr val="7F7F7F"/>
                </a:solidFill>
                <a:latin typeface="微软雅黑" panose="020B0503020204020204" pitchFamily="34" charset="-122"/>
                <a:ea typeface="微软雅黑" panose="020B0503020204020204" pitchFamily="34" charset="-122"/>
                <a:cs typeface="楷体_GB2312" pitchFamily="49" charset="-122"/>
              </a:rPr>
              <a:t>属性定义的自顶向下翻译</a:t>
            </a:r>
          </a:p>
          <a:p>
            <a:pPr>
              <a:lnSpc>
                <a:spcPts val="4000"/>
              </a:lnSpc>
            </a:pPr>
            <a:r>
              <a:rPr lang="en-US" altLang="zh-CN" sz="1900">
                <a:solidFill>
                  <a:srgbClr val="2D83F4"/>
                </a:solidFill>
                <a:latin typeface="微软雅黑" panose="020B0503020204020204" pitchFamily="34" charset="-122"/>
                <a:ea typeface="微软雅黑" panose="020B0503020204020204" pitchFamily="34" charset="-122"/>
                <a:cs typeface="楷体_GB2312" pitchFamily="49" charset="-122"/>
              </a:rPr>
              <a:t>5.5 L-</a:t>
            </a:r>
            <a:r>
              <a:rPr lang="zh-CN" altLang="en-US" sz="1900">
                <a:solidFill>
                  <a:srgbClr val="2D83F4"/>
                </a:solidFill>
                <a:latin typeface="微软雅黑" panose="020B0503020204020204" pitchFamily="34" charset="-122"/>
                <a:ea typeface="微软雅黑" panose="020B0503020204020204" pitchFamily="34" charset="-122"/>
                <a:cs typeface="楷体_GB2312" pitchFamily="49" charset="-122"/>
              </a:rPr>
              <a:t>属性定义的自底向上翻译 </a:t>
            </a:r>
          </a:p>
        </p:txBody>
      </p:sp>
      <p:pic>
        <p:nvPicPr>
          <p:cNvPr id="185348" name="Picture 7" descr="E:\工大编译\ppt\制作\0330e9c554c768200000158fc50d53d.jpg">
            <a:extLst>
              <a:ext uri="{FF2B5EF4-FFF2-40B4-BE49-F238E27FC236}">
                <a16:creationId xmlns:a16="http://schemas.microsoft.com/office/drawing/2014/main" id="{B272EABA-8580-4884-9431-03452BEF2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7D49AB53-DD4D-4B7E-89B4-15DD33399220}"/>
              </a:ext>
            </a:extLst>
          </p:cNvPr>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spc="600" dirty="0">
                <a:solidFill>
                  <a:prstClr val="white"/>
                </a:solidFill>
                <a:latin typeface="微软雅黑" pitchFamily="34" charset="-122"/>
                <a:ea typeface="微软雅黑" pitchFamily="34" charset="-122"/>
              </a:rPr>
              <a:t>提纲</a:t>
            </a:r>
            <a:endParaRPr lang="zh-CN" altLang="en-US" sz="1600" b="0" dirty="0">
              <a:solidFill>
                <a:prstClr val="black">
                  <a:lumMod val="85000"/>
                  <a:lumOff val="15000"/>
                </a:prstClr>
              </a:solidFill>
            </a:endParaRPr>
          </a:p>
        </p:txBody>
      </p:sp>
      <p:sp>
        <p:nvSpPr>
          <p:cNvPr id="2" name="灯片编号占位符 1">
            <a:extLst>
              <a:ext uri="{FF2B5EF4-FFF2-40B4-BE49-F238E27FC236}">
                <a16:creationId xmlns:a16="http://schemas.microsoft.com/office/drawing/2014/main" id="{8BE75858-4B68-4523-8D5D-01DBE2EB398C}"/>
              </a:ext>
            </a:extLst>
          </p:cNvPr>
          <p:cNvSpPr>
            <a:spLocks noGrp="1"/>
          </p:cNvSpPr>
          <p:nvPr>
            <p:ph type="sldNum" sz="quarter" idx="10"/>
          </p:nvPr>
        </p:nvSpPr>
        <p:spPr/>
        <p:txBody>
          <a:bodyPr/>
          <a:lstStyle/>
          <a:p>
            <a:pPr>
              <a:defRPr/>
            </a:pPr>
            <a:fld id="{8E104948-B687-4A74-87EB-9097C047E113}" type="slidenum">
              <a:rPr lang="zh-CN" altLang="en-US" smtClean="0"/>
              <a:pPr>
                <a:defRPr/>
              </a:pPr>
              <a:t>80</a:t>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E384E284-6C2C-4A18-B238-C06E27993B70}"/>
              </a:ext>
            </a:extLst>
          </p:cNvPr>
          <p:cNvSpPr>
            <a:spLocks noGrp="1" noChangeArrowheads="1"/>
          </p:cNvSpPr>
          <p:nvPr>
            <p:ph type="title"/>
          </p:nvPr>
        </p:nvSpPr>
        <p:spPr>
          <a:xfrm>
            <a:off x="755650" y="268288"/>
            <a:ext cx="7931150" cy="358775"/>
          </a:xfrm>
        </p:spPr>
        <p:txBody>
          <a:bodyPr/>
          <a:lstStyle/>
          <a:p>
            <a:pPr>
              <a:defRPr/>
            </a:pPr>
            <a:r>
              <a:rPr lang="en-US" altLang="zh-CN" spc="300" dirty="0">
                <a:cs typeface="Times New Roman" pitchFamily="18" charset="0"/>
              </a:rPr>
              <a:t>5.5</a:t>
            </a:r>
            <a:r>
              <a:rPr lang="en-US" altLang="zh-CN" i="1" dirty="0">
                <a:ea typeface="楷体_GB2312" pitchFamily="49" charset="-122"/>
                <a:cs typeface="Times New Roman" pitchFamily="18" charset="0"/>
              </a:rPr>
              <a:t> L</a:t>
            </a:r>
            <a:r>
              <a:rPr lang="en-US" altLang="zh-CN" dirty="0">
                <a:ea typeface="楷体_GB2312" pitchFamily="49" charset="-122"/>
                <a:cs typeface="Times New Roman" pitchFamily="18" charset="0"/>
              </a:rPr>
              <a:t>-</a:t>
            </a:r>
            <a:r>
              <a:rPr lang="zh-CN" altLang="en-US" spc="300" dirty="0">
                <a:cs typeface="Times New Roman" pitchFamily="18" charset="0"/>
              </a:rPr>
              <a:t>属性定义的自底向上翻译 </a:t>
            </a:r>
          </a:p>
        </p:txBody>
      </p:sp>
      <p:sp>
        <p:nvSpPr>
          <p:cNvPr id="5" name="内容占位符 2">
            <a:extLst>
              <a:ext uri="{FF2B5EF4-FFF2-40B4-BE49-F238E27FC236}">
                <a16:creationId xmlns:a16="http://schemas.microsoft.com/office/drawing/2014/main" id="{A49F7BA6-2BCD-4225-BE9F-A61B196F6947}"/>
              </a:ext>
            </a:extLst>
          </p:cNvPr>
          <p:cNvSpPr>
            <a:spLocks noGrp="1"/>
          </p:cNvSpPr>
          <p:nvPr>
            <p:ph idx="1"/>
          </p:nvPr>
        </p:nvSpPr>
        <p:spPr>
          <a:xfrm>
            <a:off x="571500" y="915566"/>
            <a:ext cx="8131175" cy="3816424"/>
          </a:xfrm>
        </p:spPr>
        <p:txBody>
          <a:bodyPr/>
          <a:lstStyle/>
          <a:p>
            <a:pPr>
              <a:lnSpc>
                <a:spcPts val="3500"/>
              </a:lnSpc>
              <a:defRPr/>
            </a:pPr>
            <a:r>
              <a:rPr lang="en-US" altLang="zh-CN" i="1" dirty="0">
                <a:latin typeface="Times New Roman" panose="02020603050405020304" pitchFamily="18" charset="0"/>
                <a:cs typeface="Times New Roman" panose="02020603050405020304" pitchFamily="18" charset="0"/>
              </a:rPr>
              <a:t>L-SDD</a:t>
            </a:r>
            <a:r>
              <a:rPr lang="zh-CN" altLang="en-US" dirty="0">
                <a:latin typeface="Times New Roman" panose="02020603050405020304" pitchFamily="18" charset="0"/>
                <a:cs typeface="Times New Roman" panose="02020603050405020304" pitchFamily="18" charset="0"/>
              </a:rPr>
              <a:t>无法直接在</a:t>
            </a:r>
            <a:r>
              <a:rPr lang="en-US" altLang="zh-CN" i="1" dirty="0">
                <a:latin typeface="Times New Roman" panose="02020603050405020304" pitchFamily="18" charset="0"/>
                <a:cs typeface="Times New Roman" panose="02020603050405020304" pitchFamily="18" charset="0"/>
              </a:rPr>
              <a:t>LR</a:t>
            </a:r>
            <a:r>
              <a:rPr lang="zh-CN" altLang="en-US" dirty="0">
                <a:latin typeface="Times New Roman" panose="02020603050405020304" pitchFamily="18" charset="0"/>
                <a:cs typeface="Times New Roman" panose="02020603050405020304" pitchFamily="18" charset="0"/>
              </a:rPr>
              <a:t>分析中同时计算，继承属性的计算需延迟到整个分析完成时才可计算。</a:t>
            </a:r>
            <a:endParaRPr lang="en-US" altLang="zh-CN" dirty="0">
              <a:latin typeface="Times New Roman" panose="02020603050405020304" pitchFamily="18" charset="0"/>
              <a:cs typeface="Times New Roman" panose="02020603050405020304" pitchFamily="18" charset="0"/>
            </a:endParaRPr>
          </a:p>
          <a:p>
            <a:pPr>
              <a:defRPr/>
            </a:pPr>
            <a:r>
              <a:rPr lang="zh-CN" altLang="en-US" dirty="0">
                <a:latin typeface="Times New Roman" panose="02020603050405020304" pitchFamily="18" charset="0"/>
                <a:cs typeface="Times New Roman" panose="02020603050405020304" pitchFamily="18" charset="0"/>
              </a:rPr>
              <a:t>给定一个以</a:t>
            </a:r>
            <a:r>
              <a:rPr lang="en-US" altLang="zh-CN" i="1" dirty="0">
                <a:latin typeface="Times New Roman" panose="02020603050405020304" pitchFamily="18" charset="0"/>
                <a:cs typeface="Times New Roman" panose="02020603050405020304" pitchFamily="18" charset="0"/>
              </a:rPr>
              <a:t>LL</a:t>
            </a:r>
            <a:r>
              <a:rPr lang="zh-CN" altLang="en-US" dirty="0">
                <a:latin typeface="Times New Roman" panose="02020603050405020304" pitchFamily="18" charset="0"/>
                <a:cs typeface="Times New Roman" panose="02020603050405020304" pitchFamily="18" charset="0"/>
              </a:rPr>
              <a:t>文法为基础的</a:t>
            </a:r>
            <a:r>
              <a:rPr lang="en-US" altLang="zh-CN" i="1" dirty="0">
                <a:latin typeface="Times New Roman" panose="02020603050405020304" pitchFamily="18" charset="0"/>
                <a:cs typeface="Times New Roman" panose="02020603050405020304" pitchFamily="18" charset="0"/>
              </a:rPr>
              <a:t>L-SDD</a:t>
            </a:r>
            <a:r>
              <a:rPr lang="zh-CN" altLang="en-US" dirty="0">
                <a:latin typeface="Times New Roman" panose="02020603050405020304" pitchFamily="18" charset="0"/>
                <a:cs typeface="Times New Roman" panose="02020603050405020304" pitchFamily="18" charset="0"/>
              </a:rPr>
              <a:t>，可以</a:t>
            </a:r>
            <a:r>
              <a:rPr lang="zh-CN" altLang="en-US" dirty="0">
                <a:solidFill>
                  <a:srgbClr val="0070C0"/>
                </a:solidFill>
                <a:latin typeface="Times New Roman" panose="02020603050405020304" pitchFamily="18" charset="0"/>
                <a:cs typeface="Times New Roman" panose="02020603050405020304" pitchFamily="18" charset="0"/>
              </a:rPr>
              <a:t>改造</a:t>
            </a:r>
            <a:r>
              <a:rPr lang="zh-CN" altLang="en-US" dirty="0">
                <a:latin typeface="Times New Roman" panose="02020603050405020304" pitchFamily="18" charset="0"/>
                <a:cs typeface="Times New Roman" panose="02020603050405020304" pitchFamily="18" charset="0"/>
              </a:rPr>
              <a:t>这个</a:t>
            </a:r>
            <a:r>
              <a:rPr lang="zh-CN" altLang="en-US" dirty="0">
                <a:solidFill>
                  <a:srgbClr val="0070C0"/>
                </a:solidFill>
                <a:latin typeface="Times New Roman" panose="02020603050405020304" pitchFamily="18" charset="0"/>
                <a:cs typeface="Times New Roman" panose="02020603050405020304" pitchFamily="18" charset="0"/>
              </a:rPr>
              <a:t>文法及其</a:t>
            </a:r>
            <a:r>
              <a:rPr lang="en-US" altLang="zh-CN" i="1" dirty="0">
                <a:solidFill>
                  <a:srgbClr val="0070C0"/>
                </a:solidFill>
                <a:latin typeface="Times New Roman" panose="02020603050405020304" pitchFamily="18" charset="0"/>
                <a:cs typeface="Times New Roman" panose="02020603050405020304" pitchFamily="18" charset="0"/>
              </a:rPr>
              <a:t>L-SDD</a:t>
            </a:r>
            <a:r>
              <a:rPr lang="zh-CN" altLang="en-US" dirty="0">
                <a:latin typeface="Times New Roman" panose="02020603050405020304" pitchFamily="18" charset="0"/>
                <a:cs typeface="Times New Roman" panose="02020603050405020304" pitchFamily="18" charset="0"/>
              </a:rPr>
              <a:t>成为</a:t>
            </a:r>
            <a:r>
              <a:rPr lang="zh-CN" altLang="en-US" dirty="0">
                <a:solidFill>
                  <a:srgbClr val="0070C0"/>
                </a:solidFill>
                <a:latin typeface="Times New Roman" panose="02020603050405020304" pitchFamily="18" charset="0"/>
                <a:cs typeface="Times New Roman" panose="02020603050405020304" pitchFamily="18" charset="0"/>
              </a:rPr>
              <a:t>后缀</a:t>
            </a:r>
            <a:r>
              <a:rPr lang="en-US" altLang="zh-CN" i="1" dirty="0">
                <a:solidFill>
                  <a:srgbClr val="0070C0"/>
                </a:solidFill>
                <a:latin typeface="Times New Roman" panose="02020603050405020304" pitchFamily="18" charset="0"/>
                <a:cs typeface="Times New Roman" panose="02020603050405020304" pitchFamily="18" charset="0"/>
              </a:rPr>
              <a:t>SDT</a:t>
            </a:r>
            <a:r>
              <a:rPr lang="zh-CN" altLang="en-US" i="1"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并在</a:t>
            </a:r>
            <a:r>
              <a:rPr lang="en-US" altLang="zh-CN" i="1" dirty="0">
                <a:solidFill>
                  <a:srgbClr val="0070C0"/>
                </a:solidFill>
                <a:latin typeface="Times New Roman" panose="02020603050405020304" pitchFamily="18" charset="0"/>
                <a:cs typeface="Times New Roman" panose="02020603050405020304" pitchFamily="18" charset="0"/>
              </a:rPr>
              <a:t>LR</a:t>
            </a:r>
            <a:r>
              <a:rPr lang="zh-CN" altLang="en-US" dirty="0">
                <a:solidFill>
                  <a:srgbClr val="0070C0"/>
                </a:solidFill>
                <a:latin typeface="Times New Roman" panose="02020603050405020304" pitchFamily="18" charset="0"/>
                <a:cs typeface="Times New Roman" panose="02020603050405020304" pitchFamily="18" charset="0"/>
              </a:rPr>
              <a:t>语法分析</a:t>
            </a:r>
            <a:r>
              <a:rPr lang="zh-CN" altLang="en-US" dirty="0">
                <a:latin typeface="Times New Roman" panose="02020603050405020304" pitchFamily="18" charset="0"/>
                <a:cs typeface="Times New Roman" panose="02020603050405020304" pitchFamily="18" charset="0"/>
              </a:rPr>
              <a:t>过程中计算这个新文法之上的</a:t>
            </a:r>
            <a:r>
              <a:rPr lang="en-US" altLang="zh-CN" i="1" dirty="0">
                <a:latin typeface="Times New Roman" panose="02020603050405020304" pitchFamily="18" charset="0"/>
                <a:cs typeface="Times New Roman" panose="02020603050405020304" pitchFamily="18" charset="0"/>
              </a:rPr>
              <a:t>SDT</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lnSpc>
                <a:spcPts val="4000"/>
              </a:lnSpc>
              <a:defRPr/>
            </a:pPr>
            <a:r>
              <a:rPr lang="zh-CN" altLang="en-US" dirty="0">
                <a:latin typeface="Times New Roman" panose="02020603050405020304" pitchFamily="18" charset="0"/>
                <a:cs typeface="Times New Roman" panose="02020603050405020304" pitchFamily="18" charset="0"/>
              </a:rPr>
              <a:t>可以证明，</a:t>
            </a:r>
            <a:r>
              <a:rPr lang="en-US" altLang="zh-CN" i="1" dirty="0">
                <a:solidFill>
                  <a:srgbClr val="0070C0"/>
                </a:solidFill>
                <a:latin typeface="Times New Roman" panose="02020603050405020304" pitchFamily="18" charset="0"/>
                <a:cs typeface="Times New Roman" panose="02020603050405020304" pitchFamily="18" charset="0"/>
              </a:rPr>
              <a:t>LL</a:t>
            </a:r>
            <a:r>
              <a:rPr lang="zh-CN" altLang="en-US" dirty="0">
                <a:solidFill>
                  <a:srgbClr val="0070C0"/>
                </a:solidFill>
                <a:latin typeface="Times New Roman" panose="02020603050405020304" pitchFamily="18" charset="0"/>
                <a:cs typeface="Times New Roman" panose="02020603050405020304" pitchFamily="18" charset="0"/>
              </a:rPr>
              <a:t>文法</a:t>
            </a:r>
            <a:r>
              <a:rPr lang="zh-CN" altLang="en-US" dirty="0">
                <a:latin typeface="Times New Roman" panose="02020603050405020304" pitchFamily="18" charset="0"/>
                <a:cs typeface="Times New Roman" panose="02020603050405020304" pitchFamily="18" charset="0"/>
              </a:rPr>
              <a:t>经过这样的</a:t>
            </a:r>
            <a:r>
              <a:rPr lang="zh-CN" altLang="en-US" dirty="0">
                <a:solidFill>
                  <a:srgbClr val="0070C0"/>
                </a:solidFill>
                <a:latin typeface="Times New Roman" panose="02020603050405020304" pitchFamily="18" charset="0"/>
                <a:cs typeface="Times New Roman" panose="02020603050405020304" pitchFamily="18" charset="0"/>
              </a:rPr>
              <a:t>改造</a:t>
            </a:r>
            <a:r>
              <a:rPr lang="zh-CN" altLang="en-US" dirty="0">
                <a:latin typeface="Times New Roman" panose="02020603050405020304" pitchFamily="18" charset="0"/>
                <a:cs typeface="Times New Roman" panose="02020603050405020304" pitchFamily="18" charset="0"/>
              </a:rPr>
              <a:t>之后一定是</a:t>
            </a:r>
            <a:r>
              <a:rPr lang="en-US" altLang="zh-CN" i="1" dirty="0">
                <a:solidFill>
                  <a:srgbClr val="0070C0"/>
                </a:solidFill>
                <a:latin typeface="Times New Roman" panose="02020603050405020304" pitchFamily="18" charset="0"/>
                <a:cs typeface="Times New Roman" panose="02020603050405020304" pitchFamily="18" charset="0"/>
              </a:rPr>
              <a:t>LR</a:t>
            </a:r>
            <a:r>
              <a:rPr lang="zh-CN" altLang="en-US" dirty="0">
                <a:solidFill>
                  <a:srgbClr val="0070C0"/>
                </a:solidFill>
                <a:latin typeface="Times New Roman" panose="02020603050405020304" pitchFamily="18" charset="0"/>
                <a:cs typeface="Times New Roman" panose="02020603050405020304" pitchFamily="18" charset="0"/>
              </a:rPr>
              <a:t>文法</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defRPr/>
            </a:pPr>
            <a:r>
              <a:rPr lang="zh-CN" altLang="en-US" dirty="0">
                <a:latin typeface="Times New Roman" panose="02020603050405020304" pitchFamily="18" charset="0"/>
                <a:cs typeface="Times New Roman" panose="02020603050405020304" pitchFamily="18" charset="0"/>
              </a:rPr>
              <a:t>但</a:t>
            </a:r>
            <a:r>
              <a:rPr lang="en-US" altLang="zh-CN" i="1" dirty="0">
                <a:latin typeface="Times New Roman" panose="02020603050405020304" pitchFamily="18" charset="0"/>
                <a:cs typeface="Times New Roman" panose="02020603050405020304" pitchFamily="18" charset="0"/>
              </a:rPr>
              <a:t>LR</a:t>
            </a:r>
            <a:r>
              <a:rPr lang="zh-CN" altLang="en-US" dirty="0">
                <a:latin typeface="Times New Roman" panose="02020603050405020304" pitchFamily="18" charset="0"/>
                <a:cs typeface="Times New Roman" panose="02020603050405020304" pitchFamily="18" charset="0"/>
              </a:rPr>
              <a:t>文法经过这样的改造后不能保证还是</a:t>
            </a:r>
            <a:r>
              <a:rPr lang="en-US" altLang="zh-CN" i="1" dirty="0">
                <a:latin typeface="Times New Roman" panose="02020603050405020304" pitchFamily="18" charset="0"/>
                <a:cs typeface="Times New Roman" panose="02020603050405020304" pitchFamily="18" charset="0"/>
              </a:rPr>
              <a:t>LR</a:t>
            </a:r>
            <a:r>
              <a:rPr lang="zh-CN" altLang="en-US" dirty="0">
                <a:latin typeface="Times New Roman" panose="02020603050405020304" pitchFamily="18" charset="0"/>
                <a:cs typeface="Times New Roman" panose="02020603050405020304" pitchFamily="18" charset="0"/>
              </a:rPr>
              <a:t>文法，如果不是，只能采用通用方法。</a:t>
            </a:r>
            <a:endParaRPr lang="en-US" altLang="zh-CN"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6A96A41F-E65D-48F0-8796-5FA3EFD9A662}"/>
              </a:ext>
            </a:extLst>
          </p:cNvPr>
          <p:cNvSpPr>
            <a:spLocks noGrp="1"/>
          </p:cNvSpPr>
          <p:nvPr>
            <p:ph type="sldNum" sz="quarter" idx="10"/>
          </p:nvPr>
        </p:nvSpPr>
        <p:spPr/>
        <p:txBody>
          <a:bodyPr/>
          <a:lstStyle/>
          <a:p>
            <a:pPr>
              <a:defRPr/>
            </a:pPr>
            <a:fld id="{8E104948-B687-4A74-87EB-9097C047E113}" type="slidenum">
              <a:rPr lang="zh-CN" altLang="en-US" smtClean="0"/>
              <a:pPr>
                <a:defRPr/>
              </a:pPr>
              <a:t>81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5">
            <a:extLst>
              <a:ext uri="{FF2B5EF4-FFF2-40B4-BE49-F238E27FC236}">
                <a16:creationId xmlns:a16="http://schemas.microsoft.com/office/drawing/2014/main" id="{8EF9C7B7-C7CC-458B-B589-28BD6D9004D8}"/>
              </a:ext>
            </a:extLst>
          </p:cNvPr>
          <p:cNvSpPr>
            <a:spLocks noChangeArrowheads="1"/>
          </p:cNvSpPr>
          <p:nvPr/>
        </p:nvSpPr>
        <p:spPr bwMode="auto">
          <a:xfrm>
            <a:off x="313184" y="3147814"/>
            <a:ext cx="4294218" cy="684803"/>
          </a:xfrm>
          <a:prstGeom prst="rect">
            <a:avLst/>
          </a:prstGeom>
          <a:solidFill>
            <a:schemeClr val="accent3">
              <a:lumMod val="20000"/>
              <a:lumOff val="80000"/>
            </a:schemeClr>
          </a:solidFill>
          <a:ln w="12700">
            <a:solidFill>
              <a:schemeClr val="tx1"/>
            </a:solidFill>
            <a:miter lim="800000"/>
            <a:headEnd/>
            <a:tailEnd/>
          </a:ln>
          <a:effectLst/>
        </p:spPr>
        <p:txBody>
          <a:bodyPr wrap="square" lIns="68580" tIns="34290" rIns="68580" bIns="34290">
            <a:spAutoFit/>
          </a:bodyPr>
          <a:lstStyle/>
          <a:p>
            <a:pPr eaLnBrk="1" hangingPunct="1">
              <a:defRPr/>
            </a:pPr>
            <a:r>
              <a:rPr lang="en-US" altLang="zh-CN" sz="2000" dirty="0">
                <a:latin typeface="Times New Roman" panose="02020603050405020304" pitchFamily="18" charset="0"/>
                <a:ea typeface="+mn-ea"/>
                <a:cs typeface="Times New Roman" panose="02020603050405020304" pitchFamily="18" charset="0"/>
              </a:rPr>
              <a:t>Step3</a:t>
            </a:r>
            <a:r>
              <a:rPr lang="zh-CN" altLang="en-US" sz="2000" dirty="0">
                <a:latin typeface="Times New Roman" panose="02020603050405020304" pitchFamily="18" charset="0"/>
                <a:ea typeface="+mn-ea"/>
                <a:cs typeface="Times New Roman" panose="02020603050405020304" pitchFamily="18" charset="0"/>
              </a:rPr>
              <a:t>：为</a:t>
            </a:r>
            <a:r>
              <a:rPr lang="zh-CN" altLang="en-US" sz="2000" dirty="0">
                <a:solidFill>
                  <a:srgbClr val="0070C0"/>
                </a:solidFill>
                <a:latin typeface="Times New Roman" panose="02020603050405020304" pitchFamily="18" charset="0"/>
                <a:ea typeface="+mn-ea"/>
                <a:cs typeface="Times New Roman" panose="02020603050405020304" pitchFamily="18" charset="0"/>
              </a:rPr>
              <a:t>标记非终结符</a:t>
            </a:r>
            <a:r>
              <a:rPr lang="zh-CN" altLang="en-US" sz="2000" dirty="0">
                <a:latin typeface="Times New Roman" panose="02020603050405020304" pitchFamily="18" charset="0"/>
                <a:ea typeface="+mn-ea"/>
                <a:cs typeface="Times New Roman" panose="02020603050405020304" pitchFamily="18" charset="0"/>
              </a:rPr>
              <a:t>构造</a:t>
            </a:r>
            <a:r>
              <a:rPr lang="zh-CN" altLang="en-US" sz="2000" dirty="0">
                <a:solidFill>
                  <a:srgbClr val="0070C0"/>
                </a:solidFill>
                <a:latin typeface="Times New Roman" panose="02020603050405020304" pitchFamily="18" charset="0"/>
                <a:ea typeface="+mn-ea"/>
                <a:cs typeface="Times New Roman" panose="02020603050405020304" pitchFamily="18" charset="0"/>
              </a:rPr>
              <a:t>空产生式</a:t>
            </a:r>
            <a:r>
              <a:rPr lang="zh-CN" altLang="en-US" sz="2000" dirty="0">
                <a:latin typeface="Times New Roman" panose="02020603050405020304" pitchFamily="18" charset="0"/>
                <a:ea typeface="+mn-ea"/>
                <a:cs typeface="Times New Roman" panose="02020603050405020304" pitchFamily="18" charset="0"/>
              </a:rPr>
              <a:t>并将内嵌</a:t>
            </a:r>
            <a:r>
              <a:rPr lang="zh-CN" altLang="en-US" sz="2000" dirty="0">
                <a:solidFill>
                  <a:srgbClr val="0070C0"/>
                </a:solidFill>
                <a:latin typeface="Times New Roman" panose="02020603050405020304" pitchFamily="18" charset="0"/>
                <a:ea typeface="+mn-ea"/>
                <a:cs typeface="Times New Roman" panose="02020603050405020304" pitchFamily="18" charset="0"/>
              </a:rPr>
              <a:t>语义动作改造后置于末尾</a:t>
            </a:r>
            <a:r>
              <a:rPr lang="zh-CN" altLang="en-US" sz="2000" dirty="0">
                <a:latin typeface="Times New Roman" panose="02020603050405020304" pitchFamily="18" charset="0"/>
                <a:ea typeface="+mn-ea"/>
                <a:cs typeface="Times New Roman" panose="02020603050405020304" pitchFamily="18" charset="0"/>
              </a:rPr>
              <a:t>。</a:t>
            </a:r>
            <a:endParaRPr lang="zh-CN" altLang="en-US" sz="1500" dirty="0">
              <a:latin typeface="Times New Roman" panose="02020603050405020304" pitchFamily="18" charset="0"/>
              <a:ea typeface="+mn-ea"/>
              <a:cs typeface="Times New Roman" panose="02020603050405020304" pitchFamily="18" charset="0"/>
            </a:endParaRPr>
          </a:p>
        </p:txBody>
      </p:sp>
      <p:sp>
        <p:nvSpPr>
          <p:cNvPr id="74754" name="Rectangle 2">
            <a:extLst>
              <a:ext uri="{FF2B5EF4-FFF2-40B4-BE49-F238E27FC236}">
                <a16:creationId xmlns:a16="http://schemas.microsoft.com/office/drawing/2014/main" id="{8E1D64CF-7C75-4285-B610-255B926DCBD5}"/>
              </a:ext>
            </a:extLst>
          </p:cNvPr>
          <p:cNvSpPr>
            <a:spLocks noGrp="1" noChangeArrowheads="1"/>
          </p:cNvSpPr>
          <p:nvPr>
            <p:ph type="title"/>
          </p:nvPr>
        </p:nvSpPr>
        <p:spPr>
          <a:xfrm>
            <a:off x="714375" y="52735"/>
            <a:ext cx="3578337" cy="358775"/>
          </a:xfrm>
        </p:spPr>
        <p:txBody>
          <a:bodyPr/>
          <a:lstStyle/>
          <a:p>
            <a:pPr>
              <a:defRPr/>
            </a:pPr>
            <a:r>
              <a:rPr lang="zh-CN" altLang="en-US" dirty="0">
                <a:latin typeface="楷体" panose="02010609060101010101" pitchFamily="49" charset="-122"/>
              </a:rPr>
              <a:t>改造文法和</a:t>
            </a:r>
            <a:r>
              <a:rPr lang="en-US" altLang="zh-CN" i="1" dirty="0">
                <a:latin typeface="Times New Roman" panose="02020603050405020304" pitchFamily="18" charset="0"/>
                <a:cs typeface="Times New Roman" panose="02020603050405020304" pitchFamily="18" charset="0"/>
              </a:rPr>
              <a:t>L-SDD</a:t>
            </a:r>
            <a:endParaRPr lang="zh-CN" altLang="en-US" spc="300" dirty="0">
              <a:cs typeface="Times New Roman" pitchFamily="18" charset="0"/>
            </a:endParaRPr>
          </a:p>
        </p:txBody>
      </p:sp>
      <p:sp>
        <p:nvSpPr>
          <p:cNvPr id="175107" name="Rectangle 3">
            <a:extLst>
              <a:ext uri="{FF2B5EF4-FFF2-40B4-BE49-F238E27FC236}">
                <a16:creationId xmlns:a16="http://schemas.microsoft.com/office/drawing/2014/main" id="{4FC43CFF-018D-4F12-848E-B94A38BBC0BE}"/>
              </a:ext>
            </a:extLst>
          </p:cNvPr>
          <p:cNvSpPr txBox="1">
            <a:spLocks noChangeArrowheads="1"/>
          </p:cNvSpPr>
          <p:nvPr/>
        </p:nvSpPr>
        <p:spPr bwMode="auto">
          <a:xfrm>
            <a:off x="2113681" y="458409"/>
            <a:ext cx="6500813" cy="1473200"/>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lstStyle/>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2) </a:t>
            </a:r>
            <a:r>
              <a:rPr lang="en-US" altLang="zh-CN"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rPr>
              <a:t> </a:t>
            </a:r>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zh-CN" altLang="en-US" sz="2000" baseline="-25000" dirty="0">
                <a:solidFill>
                  <a:srgbClr val="0000FF"/>
                </a:solidFill>
                <a:latin typeface="Times New Roman" panose="02020603050405020304" pitchFamily="18" charset="0"/>
                <a:cs typeface="Times New Roman" panose="02020603050405020304" pitchFamily="18" charset="0"/>
              </a:rPr>
              <a:t>1</a:t>
            </a:r>
            <a:r>
              <a:rPr lang="en-US" altLang="zh-CN" sz="2000" i="1" dirty="0">
                <a:solidFill>
                  <a:srgbClr val="0000FF"/>
                </a:solidFill>
                <a:latin typeface="Times New Roman" panose="02020603050405020304" pitchFamily="18" charset="0"/>
                <a:ea typeface="楷体" panose="02010609060101010101" pitchFamily="49" charset="-122"/>
              </a:rPr>
              <a:t>′</a:t>
            </a:r>
            <a:r>
              <a:rPr lang="zh-CN" altLang="en-US" sz="2000" i="1" dirty="0">
                <a:solidFill>
                  <a:srgbClr val="0000FF"/>
                </a:solidFill>
                <a:latin typeface="Times New Roman" panose="02020603050405020304" pitchFamily="18" charset="0"/>
                <a:cs typeface="Times New Roman" panose="02020603050405020304" pitchFamily="18" charset="0"/>
              </a:rPr>
              <a:t>.inh </a:t>
            </a:r>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zh-CN" altLang="en-US" sz="2000" i="1" dirty="0">
                <a:solidFill>
                  <a:srgbClr val="0000FF"/>
                </a:solidFill>
                <a:latin typeface="Times New Roman" panose="02020603050405020304" pitchFamily="18" charset="0"/>
                <a:cs typeface="Times New Roman" panose="02020603050405020304" pitchFamily="18" charset="0"/>
              </a:rPr>
              <a:t>.inh</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3)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inh</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digit { </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endParaRPr lang="en-US" altLang="zh-CN" sz="1500"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0DBBA4AA-7F75-4D30-BA48-93DA132FDE3A}"/>
              </a:ext>
            </a:extLst>
          </p:cNvPr>
          <p:cNvSpPr txBox="1">
            <a:spLocks noChangeArrowheads="1"/>
          </p:cNvSpPr>
          <p:nvPr/>
        </p:nvSpPr>
        <p:spPr bwMode="auto">
          <a:xfrm>
            <a:off x="4818831" y="2337509"/>
            <a:ext cx="3857625" cy="2643188"/>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a:defRPr b="1">
                <a:solidFill>
                  <a:schemeClr val="tx1"/>
                </a:solidFill>
                <a:latin typeface="Tahoma" panose="020B0604030504040204" pitchFamily="34" charset="0"/>
                <a:ea typeface="宋体" panose="02010600030101010101" pitchFamily="2" charset="-122"/>
              </a:defRPr>
            </a:lvl3pPr>
            <a:lvl4pPr>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defRPr/>
            </a:pPr>
            <a:r>
              <a:rPr lang="en-US" altLang="zh-CN" sz="2000" dirty="0">
                <a:latin typeface="Times New Roman" panose="02020603050405020304" pitchFamily="18" charset="0"/>
                <a:cs typeface="Times New Roman" panose="02020603050405020304" pitchFamily="18" charset="0"/>
              </a:rPr>
              <a:t>1) </a:t>
            </a:r>
            <a:r>
              <a:rPr lang="en-US" altLang="zh-CN" sz="2000" i="1" dirty="0">
                <a:latin typeface="Times New Roman" panose="02020603050405020304" pitchFamily="18" charset="0"/>
                <a:cs typeface="Times New Roman" panose="02020603050405020304" pitchFamily="18" charset="0"/>
              </a:rPr>
              <a:t>T</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F</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rPr>
              <a:t>M</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err="1">
                <a:latin typeface="Times New Roman" panose="02020603050405020304" pitchFamily="18" charset="0"/>
                <a:ea typeface="楷体" panose="02010609060101010101" pitchFamily="49" charset="-122"/>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	</a:t>
            </a:r>
          </a:p>
          <a:p>
            <a:pPr eaLnBrk="1" hangingPunct="1">
              <a:spcBef>
                <a:spcPct val="20000"/>
              </a:spcBef>
              <a:buClr>
                <a:schemeClr val="folHlink"/>
              </a:buClr>
              <a:buSzPct val="60000"/>
              <a:defRPr/>
            </a:pP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M</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u="sng" dirty="0">
                <a:solidFill>
                  <a:srgbClr val="0000FF"/>
                </a:solidFill>
                <a:latin typeface="Times New Roman" panose="02020603050405020304" pitchFamily="18" charset="0"/>
                <a:cs typeface="Times New Roman" panose="02020603050405020304" pitchFamily="18" charset="0"/>
              </a:rPr>
              <a:t>M</a:t>
            </a:r>
            <a:r>
              <a:rPr lang="zh-CN" altLang="en-US" sz="2000" i="1" u="sng" dirty="0">
                <a:solidFill>
                  <a:srgbClr val="0000FF"/>
                </a:solidFill>
                <a:latin typeface="Times New Roman" panose="02020603050405020304" pitchFamily="18" charset="0"/>
                <a:cs typeface="Times New Roman" panose="02020603050405020304" pitchFamily="18" charset="0"/>
              </a:rPr>
              <a:t>.i</a:t>
            </a:r>
            <a:r>
              <a:rPr lang="en-US" altLang="zh-CN" sz="2000" u="sng"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u="sng"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M</a:t>
            </a:r>
            <a:r>
              <a:rPr lang="zh-CN" altLang="en-US" sz="2000" i="1" dirty="0">
                <a:solidFill>
                  <a:srgbClr val="0000FF"/>
                </a:solidFill>
                <a:latin typeface="Times New Roman" panose="02020603050405020304" pitchFamily="18" charset="0"/>
                <a:cs typeface="Times New Roman" panose="02020603050405020304" pitchFamily="18" charset="0"/>
              </a:rPr>
              <a:t>.</a:t>
            </a:r>
            <a:r>
              <a:rPr lang="en-US" altLang="zh-CN" sz="2000" i="1" dirty="0">
                <a:solidFill>
                  <a:srgbClr val="0000FF"/>
                </a:solidFill>
                <a:latin typeface="Times New Roman" panose="02020603050405020304" pitchFamily="18" charset="0"/>
                <a:cs typeface="Times New Roman" panose="02020603050405020304" pitchFamily="18" charset="0"/>
              </a:rPr>
              <a:t>s</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M</a:t>
            </a:r>
            <a:r>
              <a:rPr lang="zh-CN" altLang="en-US" sz="2000" i="1" dirty="0">
                <a:solidFill>
                  <a:srgbClr val="0000FF"/>
                </a:solidFill>
                <a:latin typeface="Times New Roman" panose="02020603050405020304" pitchFamily="18" charset="0"/>
                <a:cs typeface="Times New Roman" panose="02020603050405020304" pitchFamily="18" charset="0"/>
              </a:rPr>
              <a:t>.i</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chemeClr val="folHlink"/>
              </a:buClr>
              <a:buSzPct val="60000"/>
              <a:defRPr/>
            </a:pPr>
            <a:r>
              <a:rPr lang="en-US" altLang="zh-CN" sz="2000" dirty="0">
                <a:latin typeface="Times New Roman" panose="02020603050405020304" pitchFamily="18" charset="0"/>
                <a:cs typeface="Times New Roman" panose="02020603050405020304" pitchFamily="18" charset="0"/>
              </a:rPr>
              <a:t>2) </a:t>
            </a:r>
            <a:r>
              <a:rPr lang="en-US" altLang="zh-CN"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F</a:t>
            </a:r>
            <a:r>
              <a:rPr lang="zh-CN" altLang="en-US" sz="2000" i="1" dirty="0">
                <a:solidFill>
                  <a:srgbClr val="2D83F4"/>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en-US" altLang="zh-CN" sz="2000" i="1"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 }	</a:t>
            </a:r>
          </a:p>
          <a:p>
            <a:pPr eaLnBrk="1" hangingPunct="1">
              <a:defRPr/>
            </a:pPr>
            <a:r>
              <a:rPr lang="en-US" altLang="zh-CN" sz="2000" dirty="0">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zh-CN" altLang="en-US" sz="2000"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u="sng"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N</a:t>
            </a:r>
            <a:r>
              <a:rPr lang="zh-CN" altLang="en-US" sz="2000" i="1" u="sng" dirty="0">
                <a:solidFill>
                  <a:srgbClr val="0000FF"/>
                </a:solidFill>
                <a:latin typeface="Times New Roman" panose="02020603050405020304" pitchFamily="18" charset="0"/>
                <a:cs typeface="Times New Roman" panose="02020603050405020304" pitchFamily="18" charset="0"/>
              </a:rPr>
              <a:t>.i</a:t>
            </a:r>
            <a:r>
              <a:rPr lang="en-US" altLang="zh-CN" sz="2000" u="sng" dirty="0">
                <a:solidFill>
                  <a:srgbClr val="0000FF"/>
                </a:solidFill>
                <a:latin typeface="Times New Roman" panose="02020603050405020304" pitchFamily="18" charset="0"/>
                <a:cs typeface="Times New Roman" panose="02020603050405020304" pitchFamily="18" charset="0"/>
              </a:rPr>
              <a:t>1</a:t>
            </a:r>
            <a:r>
              <a:rPr lang="en-US" altLang="zh-CN" sz="2000" u="sng"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zh-CN" altLang="en-US" sz="2000" i="1" u="sng" dirty="0">
                <a:solidFill>
                  <a:srgbClr val="0000FF"/>
                </a:solidFill>
                <a:latin typeface="Times New Roman" panose="02020603050405020304" pitchFamily="18" charset="0"/>
                <a:cs typeface="Times New Roman" panose="02020603050405020304" pitchFamily="18" charset="0"/>
              </a:rPr>
              <a:t>T</a:t>
            </a:r>
            <a:r>
              <a:rPr lang="en-US" altLang="zh-CN" sz="2000" i="1" u="sng" dirty="0">
                <a:solidFill>
                  <a:srgbClr val="0000FF"/>
                </a:solidFill>
                <a:latin typeface="Times New Roman" panose="02020603050405020304" pitchFamily="18" charset="0"/>
                <a:ea typeface="楷体" panose="02010609060101010101" pitchFamily="49" charset="-122"/>
              </a:rPr>
              <a:t>′</a:t>
            </a:r>
            <a:r>
              <a:rPr lang="zh-CN" altLang="en-US" sz="2000" i="1" u="sng" dirty="0">
                <a:solidFill>
                  <a:srgbClr val="0000FF"/>
                </a:solidFill>
                <a:latin typeface="Times New Roman" panose="02020603050405020304" pitchFamily="18" charset="0"/>
                <a:cs typeface="Times New Roman" panose="02020603050405020304" pitchFamily="18" charset="0"/>
              </a:rPr>
              <a:t>.inh</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defRPr/>
            </a:pP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u="sng"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N</a:t>
            </a:r>
            <a:r>
              <a:rPr lang="zh-CN" altLang="en-US" sz="2000" i="1" u="sng" dirty="0">
                <a:solidFill>
                  <a:srgbClr val="0000FF"/>
                </a:solidFill>
                <a:latin typeface="Times New Roman" panose="02020603050405020304" pitchFamily="18" charset="0"/>
                <a:cs typeface="Times New Roman" panose="02020603050405020304" pitchFamily="18" charset="0"/>
              </a:rPr>
              <a:t>.i</a:t>
            </a:r>
            <a:r>
              <a:rPr lang="en-US" altLang="zh-CN" sz="2000" u="sng" dirty="0">
                <a:solidFill>
                  <a:srgbClr val="0000FF"/>
                </a:solidFill>
                <a:latin typeface="Times New Roman" panose="02020603050405020304" pitchFamily="18" charset="0"/>
                <a:cs typeface="Times New Roman" panose="02020603050405020304" pitchFamily="18" charset="0"/>
              </a:rPr>
              <a:t>2</a:t>
            </a:r>
            <a:r>
              <a:rPr lang="en-US" altLang="zh-CN" sz="2000" u="sng"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u="sng"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u="sng"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defRPr/>
            </a:pP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zh-CN" altLang="en-US" sz="2000" i="1" dirty="0">
                <a:solidFill>
                  <a:srgbClr val="0000FF"/>
                </a:solidFill>
                <a:latin typeface="Times New Roman" panose="02020603050405020304" pitchFamily="18" charset="0"/>
                <a:cs typeface="Times New Roman" panose="02020603050405020304" pitchFamily="18" charset="0"/>
              </a:rPr>
              <a:t>.</a:t>
            </a:r>
            <a:r>
              <a:rPr lang="en-US" altLang="zh-CN" sz="2000" i="1" dirty="0">
                <a:solidFill>
                  <a:srgbClr val="0000FF"/>
                </a:solidFill>
                <a:latin typeface="Times New Roman" panose="02020603050405020304" pitchFamily="18" charset="0"/>
                <a:cs typeface="Times New Roman" panose="02020603050405020304" pitchFamily="18" charset="0"/>
              </a:rPr>
              <a:t>s</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zh-CN" altLang="en-US" sz="2000" i="1" dirty="0">
                <a:solidFill>
                  <a:srgbClr val="0000FF"/>
                </a:solidFill>
                <a:latin typeface="Times New Roman" panose="02020603050405020304" pitchFamily="18" charset="0"/>
                <a:cs typeface="Times New Roman" panose="02020603050405020304" pitchFamily="18" charset="0"/>
              </a:rPr>
              <a:t>.i</a:t>
            </a:r>
            <a:r>
              <a:rPr lang="en-US" altLang="zh-CN" sz="2000" dirty="0">
                <a:solidFill>
                  <a:srgbClr val="0000FF"/>
                </a:solidFill>
                <a:latin typeface="Times New Roman" panose="02020603050405020304" pitchFamily="18" charset="0"/>
                <a:cs typeface="Times New Roman" panose="02020603050405020304" pitchFamily="18" charset="0"/>
              </a:rPr>
              <a:t>1 </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zh-CN" altLang="en-US" sz="2000" i="1" dirty="0">
                <a:solidFill>
                  <a:srgbClr val="0000FF"/>
                </a:solidFill>
                <a:latin typeface="Times New Roman" panose="02020603050405020304" pitchFamily="18" charset="0"/>
                <a:cs typeface="Times New Roman" panose="02020603050405020304" pitchFamily="18" charset="0"/>
              </a:rPr>
              <a:t>.i</a:t>
            </a:r>
            <a:r>
              <a:rPr lang="en-US" altLang="zh-CN" sz="2000" dirty="0">
                <a:solidFill>
                  <a:srgbClr val="0000FF"/>
                </a:solidFill>
                <a:latin typeface="Times New Roman" panose="02020603050405020304" pitchFamily="18" charset="0"/>
                <a:cs typeface="Times New Roman" panose="02020603050405020304" pitchFamily="18" charset="0"/>
              </a:rPr>
              <a:t>2</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endPar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defRPr/>
            </a:pPr>
            <a:r>
              <a:rPr lang="en-US" altLang="zh-CN" sz="2000" dirty="0">
                <a:latin typeface="Times New Roman" panose="02020603050405020304" pitchFamily="18" charset="0"/>
                <a:cs typeface="Times New Roman" panose="02020603050405020304" pitchFamily="18" charset="0"/>
              </a:rPr>
              <a:t>3)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dirty="0">
                <a:latin typeface="Times New Roman" panose="02020603050405020304" pitchFamily="18" charset="0"/>
                <a:sym typeface="Arial" panose="020B0604020202020204" pitchFamily="34" charset="0"/>
              </a:rPr>
              <a:t>→</a:t>
            </a:r>
            <a:r>
              <a:rPr lang="el-GR" altLang="zh-CN" sz="2000" i="1" dirty="0">
                <a:latin typeface="Times New Roman" panose="02020603050405020304" pitchFamily="18" charset="0"/>
                <a:sym typeface="Arial" panose="020B0604020202020204" pitchFamily="34" charset="0"/>
              </a:rPr>
              <a:t>ε</a:t>
            </a:r>
            <a:r>
              <a:rPr lang="en-US" altLang="zh-CN" sz="2000" dirty="0">
                <a:latin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rPr>
              <a:t>.</a:t>
            </a:r>
            <a:r>
              <a:rPr lang="en-US" altLang="zh-CN" sz="2000" i="1" dirty="0" err="1">
                <a:latin typeface="Times New Roman" panose="02020603050405020304" pitchFamily="18" charset="0"/>
              </a:rPr>
              <a:t>syn</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zh-CN" altLang="en-US" sz="2000" i="1" dirty="0">
                <a:latin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rPr>
              <a:t>.</a:t>
            </a:r>
            <a:r>
              <a:rPr lang="en-US" altLang="zh-CN" sz="2000" i="1" dirty="0" err="1">
                <a:latin typeface="Times New Roman" panose="02020603050405020304" pitchFamily="18" charset="0"/>
              </a:rPr>
              <a:t>inh</a:t>
            </a:r>
            <a:r>
              <a:rPr lang="en-US" altLang="zh-CN" sz="2000" dirty="0">
                <a:latin typeface="Times New Roman" panose="02020603050405020304" pitchFamily="18" charset="0"/>
              </a:rPr>
              <a:t> }</a:t>
            </a:r>
          </a:p>
          <a:p>
            <a:pPr eaLnBrk="1" hangingPunct="1">
              <a:defRPr/>
            </a:pPr>
            <a:r>
              <a:rPr lang="en-US" altLang="zh-CN" sz="2000" dirty="0">
                <a:latin typeface="Times New Roman" panose="02020603050405020304" pitchFamily="18" charset="0"/>
                <a:sym typeface="Times New Roman" panose="02020603050405020304" pitchFamily="18" charset="0"/>
              </a:rPr>
              <a:t>4) </a:t>
            </a:r>
            <a:r>
              <a:rPr lang="en-US" altLang="zh-CN" sz="2000" i="1" dirty="0">
                <a:latin typeface="Times New Roman" panose="02020603050405020304" pitchFamily="18" charset="0"/>
                <a:sym typeface="Times New Roman" panose="02020603050405020304" pitchFamily="18" charset="0"/>
              </a:rPr>
              <a:t>F</a:t>
            </a:r>
            <a:r>
              <a:rPr lang="zh-CN" altLang="en-US" sz="2000" i="1" dirty="0">
                <a:latin typeface="Times New Roman" panose="02020603050405020304" pitchFamily="18" charset="0"/>
                <a:sym typeface="Arial" panose="020B0604020202020204" pitchFamily="34" charset="0"/>
              </a:rPr>
              <a:t> </a:t>
            </a:r>
            <a:r>
              <a:rPr lang="zh-CN" altLang="en-US" sz="2000" dirty="0">
                <a:latin typeface="Times New Roman" panose="02020603050405020304" pitchFamily="18" charset="0"/>
                <a:sym typeface="Arial" panose="020B0604020202020204" pitchFamily="34" charset="0"/>
              </a:rPr>
              <a:t>→</a:t>
            </a:r>
            <a:r>
              <a:rPr lang="en-US" altLang="zh-CN" sz="2000" dirty="0">
                <a:latin typeface="Times New Roman" panose="02020603050405020304" pitchFamily="18" charset="0"/>
                <a:sym typeface="Arial" panose="020B0604020202020204" pitchFamily="34" charset="0"/>
              </a:rPr>
              <a:t>digit</a:t>
            </a:r>
            <a:r>
              <a:rPr lang="en-US" altLang="zh-CN" sz="2000" i="1" dirty="0">
                <a:latin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sym typeface="Arial" panose="020B0604020202020204" pitchFamily="34" charset="0"/>
              </a:rPr>
              <a:t>{ </a:t>
            </a:r>
            <a:r>
              <a:rPr lang="en-US" altLang="zh-CN" sz="2000" i="1" dirty="0" err="1">
                <a:latin typeface="Times New Roman" panose="02020603050405020304" pitchFamily="18" charset="0"/>
                <a:sym typeface="Arial" panose="020B0604020202020204" pitchFamily="34" charset="0"/>
              </a:rPr>
              <a:t>F.val</a:t>
            </a:r>
            <a:r>
              <a:rPr lang="en-US" altLang="zh-CN" sz="2000" dirty="0">
                <a:latin typeface="Times New Roman" panose="02020603050405020304" pitchFamily="18" charset="0"/>
                <a:sym typeface="Arial" panose="020B0604020202020204" pitchFamily="34" charset="0"/>
              </a:rPr>
              <a:t> = </a:t>
            </a:r>
            <a:r>
              <a:rPr lang="en-US" altLang="zh-CN" sz="2000" dirty="0" err="1">
                <a:latin typeface="Times New Roman" panose="02020603050405020304" pitchFamily="18" charset="0"/>
                <a:sym typeface="Arial" panose="020B0604020202020204" pitchFamily="34" charset="0"/>
              </a:rPr>
              <a:t>digit</a:t>
            </a:r>
            <a:r>
              <a:rPr lang="en-US" altLang="zh-CN" sz="2000" i="1" dirty="0" err="1">
                <a:latin typeface="Times New Roman" panose="02020603050405020304" pitchFamily="18" charset="0"/>
                <a:sym typeface="Arial" panose="020B0604020202020204" pitchFamily="34" charset="0"/>
              </a:rPr>
              <a:t>.lexval</a:t>
            </a:r>
            <a:r>
              <a:rPr lang="en-US" altLang="zh-CN" sz="2000" dirty="0">
                <a:latin typeface="Times New Roman" panose="02020603050405020304" pitchFamily="18" charset="0"/>
                <a:sym typeface="Arial" panose="020B0604020202020204" pitchFamily="34" charset="0"/>
              </a:rPr>
              <a:t> }</a:t>
            </a:r>
            <a:endParaRPr lang="zh-CN" altLang="en-US" sz="2000" dirty="0">
              <a:latin typeface="Times New Roman" panose="02020603050405020304" pitchFamily="18" charset="0"/>
            </a:endParaRPr>
          </a:p>
        </p:txBody>
      </p:sp>
      <p:sp>
        <p:nvSpPr>
          <p:cNvPr id="180247" name="AutoShape 23">
            <a:extLst>
              <a:ext uri="{FF2B5EF4-FFF2-40B4-BE49-F238E27FC236}">
                <a16:creationId xmlns:a16="http://schemas.microsoft.com/office/drawing/2014/main" id="{33337676-C861-4DBE-AB8D-5765CC8D468C}"/>
              </a:ext>
            </a:extLst>
          </p:cNvPr>
          <p:cNvSpPr>
            <a:spLocks noChangeArrowheads="1"/>
          </p:cNvSpPr>
          <p:nvPr/>
        </p:nvSpPr>
        <p:spPr bwMode="auto">
          <a:xfrm>
            <a:off x="5811167" y="2100263"/>
            <a:ext cx="323850" cy="212725"/>
          </a:xfrm>
          <a:prstGeom prst="downArrow">
            <a:avLst>
              <a:gd name="adj1" fmla="val 50000"/>
              <a:gd name="adj2" fmla="val 58097"/>
            </a:avLst>
          </a:prstGeom>
          <a:solidFill>
            <a:schemeClr val="tx2">
              <a:lumMod val="60000"/>
              <a:lumOff val="40000"/>
            </a:schemeClr>
          </a:solidFill>
          <a:ln w="12700">
            <a:solidFill>
              <a:schemeClr val="tx1"/>
            </a:solidFill>
            <a:miter lim="800000"/>
            <a:headEnd/>
            <a:tailEnd/>
          </a:ln>
          <a:effectLst/>
        </p:spPr>
        <p:txBody>
          <a:bodyPr vert="eaVert" wrap="none" lIns="68580" tIns="34290" rIns="68580" bIns="34290" anchor="ctr"/>
          <a:lstStyle/>
          <a:p>
            <a:pPr eaLnBrk="1" hangingPunct="1">
              <a:defRPr/>
            </a:pPr>
            <a:endParaRPr lang="zh-CN" altLang="en-US"/>
          </a:p>
        </p:txBody>
      </p:sp>
      <p:sp>
        <p:nvSpPr>
          <p:cNvPr id="180249" name="Rectangle 25">
            <a:extLst>
              <a:ext uri="{FF2B5EF4-FFF2-40B4-BE49-F238E27FC236}">
                <a16:creationId xmlns:a16="http://schemas.microsoft.com/office/drawing/2014/main" id="{64F75684-1609-4F26-B979-9A0754A00CF0}"/>
              </a:ext>
            </a:extLst>
          </p:cNvPr>
          <p:cNvSpPr>
            <a:spLocks noChangeArrowheads="1"/>
          </p:cNvSpPr>
          <p:nvPr/>
        </p:nvSpPr>
        <p:spPr bwMode="auto">
          <a:xfrm>
            <a:off x="313184" y="2067694"/>
            <a:ext cx="4294218" cy="992579"/>
          </a:xfrm>
          <a:prstGeom prst="rect">
            <a:avLst/>
          </a:prstGeom>
          <a:solidFill>
            <a:schemeClr val="accent3">
              <a:lumMod val="20000"/>
              <a:lumOff val="80000"/>
            </a:schemeClr>
          </a:solidFill>
          <a:ln w="12700">
            <a:solidFill>
              <a:schemeClr val="tx1"/>
            </a:solidFill>
            <a:miter lim="800000"/>
            <a:headEnd/>
            <a:tailEnd/>
          </a:ln>
          <a:effectLst/>
        </p:spPr>
        <p:txBody>
          <a:bodyPr wrap="square" lIns="68580" tIns="34290" rIns="68580" bIns="34290">
            <a:spAutoFit/>
          </a:bodyPr>
          <a:lstStyle/>
          <a:p>
            <a:pPr eaLnBrk="1" hangingPunct="1">
              <a:defRPr/>
            </a:pPr>
            <a:r>
              <a:rPr lang="en-US" altLang="zh-CN" sz="2000" dirty="0">
                <a:latin typeface="Times New Roman" panose="02020603050405020304" pitchFamily="18" charset="0"/>
                <a:ea typeface="+mn-ea"/>
                <a:cs typeface="Times New Roman" panose="02020603050405020304" pitchFamily="18" charset="0"/>
              </a:rPr>
              <a:t>Step2</a:t>
            </a:r>
            <a:r>
              <a:rPr lang="zh-CN" altLang="en-US" sz="2000" dirty="0">
                <a:latin typeface="Times New Roman" panose="02020603050405020304" pitchFamily="18" charset="0"/>
                <a:ea typeface="+mn-ea"/>
                <a:cs typeface="Times New Roman" panose="02020603050405020304" pitchFamily="18" charset="0"/>
              </a:rPr>
              <a:t>：使用</a:t>
            </a:r>
            <a:r>
              <a:rPr lang="zh-CN" altLang="en-US" sz="2000" dirty="0">
                <a:solidFill>
                  <a:srgbClr val="0070C0"/>
                </a:solidFill>
                <a:latin typeface="Times New Roman" panose="02020603050405020304" pitchFamily="18" charset="0"/>
                <a:ea typeface="+mn-ea"/>
                <a:cs typeface="Times New Roman" panose="02020603050405020304" pitchFamily="18" charset="0"/>
              </a:rPr>
              <a:t>互不相同的标记非终结符</a:t>
            </a:r>
            <a:r>
              <a:rPr lang="en-US" altLang="zh-CN" sz="2000" dirty="0">
                <a:latin typeface="Times New Roman" panose="02020603050405020304" pitchFamily="18" charset="0"/>
                <a:ea typeface="+mn-ea"/>
                <a:cs typeface="Times New Roman" panose="02020603050405020304" pitchFamily="18" charset="0"/>
              </a:rPr>
              <a:t>(</a:t>
            </a:r>
            <a:r>
              <a:rPr lang="en-US" altLang="zh-CN" sz="2000" i="1" dirty="0">
                <a:latin typeface="Times New Roman" panose="02020603050405020304" pitchFamily="18" charset="0"/>
                <a:ea typeface="+mn-ea"/>
                <a:cs typeface="Times New Roman" panose="02020603050405020304" pitchFamily="18" charset="0"/>
              </a:rPr>
              <a:t>Marker Nonterminal</a:t>
            </a:r>
            <a:r>
              <a:rPr lang="en-US" altLang="zh-CN" sz="2000" dirty="0">
                <a:latin typeface="Times New Roman" panose="02020603050405020304" pitchFamily="18" charset="0"/>
                <a:ea typeface="+mn-ea"/>
                <a:cs typeface="Times New Roman" panose="02020603050405020304" pitchFamily="18" charset="0"/>
              </a:rPr>
              <a:t>)</a:t>
            </a:r>
            <a:endParaRPr lang="zh-CN" altLang="en-US" sz="2000" dirty="0">
              <a:latin typeface="Times New Roman" panose="02020603050405020304" pitchFamily="18" charset="0"/>
              <a:ea typeface="+mn-ea"/>
              <a:cs typeface="Times New Roman" panose="02020603050405020304" pitchFamily="18" charset="0"/>
            </a:endParaRPr>
          </a:p>
          <a:p>
            <a:pPr eaLnBrk="1" hangingPunct="1">
              <a:defRPr/>
            </a:pPr>
            <a:r>
              <a:rPr lang="zh-CN" altLang="en-US" sz="2000" dirty="0">
                <a:solidFill>
                  <a:srgbClr val="0070C0"/>
                </a:solidFill>
                <a:latin typeface="Times New Roman" panose="02020603050405020304" pitchFamily="18" charset="0"/>
                <a:ea typeface="+mn-ea"/>
                <a:cs typeface="Times New Roman" panose="02020603050405020304" pitchFamily="18" charset="0"/>
              </a:rPr>
              <a:t>代替</a:t>
            </a:r>
            <a:r>
              <a:rPr lang="zh-CN" altLang="en-US" sz="2000" dirty="0">
                <a:latin typeface="Times New Roman" panose="02020603050405020304" pitchFamily="18" charset="0"/>
                <a:ea typeface="+mn-ea"/>
                <a:cs typeface="Times New Roman" panose="02020603050405020304" pitchFamily="18" charset="0"/>
              </a:rPr>
              <a:t>内嵌的不同的</a:t>
            </a:r>
            <a:r>
              <a:rPr lang="zh-CN" altLang="en-US" sz="2000" dirty="0">
                <a:solidFill>
                  <a:srgbClr val="0070C0"/>
                </a:solidFill>
                <a:latin typeface="Times New Roman" panose="02020603050405020304" pitchFamily="18" charset="0"/>
                <a:ea typeface="+mn-ea"/>
                <a:cs typeface="Times New Roman" panose="02020603050405020304" pitchFamily="18" charset="0"/>
              </a:rPr>
              <a:t>语义动作</a:t>
            </a:r>
            <a:endParaRPr lang="en-US" altLang="zh-CN" sz="2000" dirty="0">
              <a:solidFill>
                <a:srgbClr val="0070C0"/>
              </a:solidFill>
              <a:latin typeface="Times New Roman" panose="02020603050405020304" pitchFamily="18" charset="0"/>
              <a:ea typeface="+mn-ea"/>
              <a:cs typeface="Times New Roman" panose="02020603050405020304" pitchFamily="18" charset="0"/>
            </a:endParaRPr>
          </a:p>
        </p:txBody>
      </p:sp>
      <p:sp>
        <p:nvSpPr>
          <p:cNvPr id="180250" name="Line 26">
            <a:extLst>
              <a:ext uri="{FF2B5EF4-FFF2-40B4-BE49-F238E27FC236}">
                <a16:creationId xmlns:a16="http://schemas.microsoft.com/office/drawing/2014/main" id="{2C8C7F78-0324-4ACA-9752-BDC91B6EE956}"/>
              </a:ext>
            </a:extLst>
          </p:cNvPr>
          <p:cNvSpPr>
            <a:spLocks noChangeShapeType="1"/>
          </p:cNvSpPr>
          <p:nvPr/>
        </p:nvSpPr>
        <p:spPr bwMode="auto">
          <a:xfrm flipV="1">
            <a:off x="4404306" y="3593856"/>
            <a:ext cx="693816" cy="16351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80251" name="Line 27">
            <a:extLst>
              <a:ext uri="{FF2B5EF4-FFF2-40B4-BE49-F238E27FC236}">
                <a16:creationId xmlns:a16="http://schemas.microsoft.com/office/drawing/2014/main" id="{84995F02-F5A1-4DEC-9A4D-E72CECC895B7}"/>
              </a:ext>
            </a:extLst>
          </p:cNvPr>
          <p:cNvSpPr>
            <a:spLocks noChangeShapeType="1"/>
          </p:cNvSpPr>
          <p:nvPr/>
        </p:nvSpPr>
        <p:spPr bwMode="auto">
          <a:xfrm flipV="1">
            <a:off x="4404306" y="2960917"/>
            <a:ext cx="693816" cy="796449"/>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3" name="矩形 2">
            <a:extLst>
              <a:ext uri="{FF2B5EF4-FFF2-40B4-BE49-F238E27FC236}">
                <a16:creationId xmlns:a16="http://schemas.microsoft.com/office/drawing/2014/main" id="{8148048F-F1F3-4141-9973-616C812FA7E1}"/>
              </a:ext>
            </a:extLst>
          </p:cNvPr>
          <p:cNvSpPr/>
          <p:nvPr/>
        </p:nvSpPr>
        <p:spPr>
          <a:xfrm>
            <a:off x="313183" y="955696"/>
            <a:ext cx="1728192" cy="684803"/>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Step1</a:t>
            </a:r>
            <a:r>
              <a:rPr lang="zh-CN" altLang="en-US" dirty="0">
                <a:solidFill>
                  <a:schemeClr val="tx1"/>
                </a:solidFill>
                <a:latin typeface="Times New Roman" panose="02020603050405020304" pitchFamily="18" charset="0"/>
                <a:cs typeface="Times New Roman" panose="02020603050405020304" pitchFamily="18" charset="0"/>
              </a:rPr>
              <a:t>：先构造</a:t>
            </a:r>
            <a:r>
              <a:rPr lang="en-US" altLang="zh-CN" i="1" dirty="0">
                <a:solidFill>
                  <a:schemeClr val="tx1"/>
                </a:solidFill>
                <a:latin typeface="Times New Roman" panose="02020603050405020304" pitchFamily="18" charset="0"/>
                <a:cs typeface="Times New Roman" panose="02020603050405020304" pitchFamily="18" charset="0"/>
              </a:rPr>
              <a:t>L</a:t>
            </a:r>
            <a:r>
              <a:rPr lang="en-US" altLang="zh-CN" dirty="0">
                <a:solidFill>
                  <a:schemeClr val="tx1"/>
                </a:solidFill>
                <a:latin typeface="Times New Roman" panose="02020603050405020304" pitchFamily="18" charset="0"/>
                <a:cs typeface="Times New Roman" panose="02020603050405020304" pitchFamily="18" charset="0"/>
              </a:rPr>
              <a:t>-</a:t>
            </a:r>
            <a:r>
              <a:rPr lang="en-US" altLang="zh-CN" i="1" dirty="0">
                <a:solidFill>
                  <a:schemeClr val="tx1"/>
                </a:solidFill>
                <a:latin typeface="Times New Roman" panose="02020603050405020304" pitchFamily="18" charset="0"/>
                <a:cs typeface="Times New Roman" panose="02020603050405020304" pitchFamily="18" charset="0"/>
              </a:rPr>
              <a:t>SDD</a:t>
            </a:r>
            <a:r>
              <a:rPr lang="zh-CN" altLang="en-US" dirty="0">
                <a:solidFill>
                  <a:schemeClr val="tx1"/>
                </a:solidFill>
                <a:latin typeface="Times New Roman" panose="02020603050405020304" pitchFamily="18" charset="0"/>
                <a:cs typeface="Times New Roman" panose="02020603050405020304" pitchFamily="18" charset="0"/>
              </a:rPr>
              <a:t>的</a:t>
            </a:r>
            <a:r>
              <a:rPr lang="en-US" altLang="zh-CN" i="1" dirty="0">
                <a:solidFill>
                  <a:schemeClr val="tx1"/>
                </a:solidFill>
                <a:latin typeface="Times New Roman" panose="02020603050405020304" pitchFamily="18" charset="0"/>
                <a:cs typeface="Times New Roman" panose="02020603050405020304" pitchFamily="18" charset="0"/>
              </a:rPr>
              <a:t>SDT</a:t>
            </a:r>
            <a:endParaRPr lang="zh-CN" altLang="en-US" i="1" dirty="0">
              <a:solidFill>
                <a:schemeClr val="tx1"/>
              </a:solidFill>
              <a:latin typeface="Times New Roman" panose="02020603050405020304" pitchFamily="18" charset="0"/>
              <a:cs typeface="Times New Roman" panose="02020603050405020304" pitchFamily="18" charset="0"/>
            </a:endParaRPr>
          </a:p>
        </p:txBody>
      </p:sp>
      <p:sp>
        <p:nvSpPr>
          <p:cNvPr id="16" name="Line 26">
            <a:extLst>
              <a:ext uri="{FF2B5EF4-FFF2-40B4-BE49-F238E27FC236}">
                <a16:creationId xmlns:a16="http://schemas.microsoft.com/office/drawing/2014/main" id="{10BE1797-852D-499D-A327-763DE529DEC5}"/>
              </a:ext>
            </a:extLst>
          </p:cNvPr>
          <p:cNvSpPr>
            <a:spLocks noChangeShapeType="1"/>
          </p:cNvSpPr>
          <p:nvPr/>
        </p:nvSpPr>
        <p:spPr bwMode="auto">
          <a:xfrm flipV="1">
            <a:off x="4539543" y="2571749"/>
            <a:ext cx="1431416" cy="30162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7" name="Line 27">
            <a:extLst>
              <a:ext uri="{FF2B5EF4-FFF2-40B4-BE49-F238E27FC236}">
                <a16:creationId xmlns:a16="http://schemas.microsoft.com/office/drawing/2014/main" id="{E28F4827-6FD3-4D04-8339-BE379283D270}"/>
              </a:ext>
            </a:extLst>
          </p:cNvPr>
          <p:cNvSpPr>
            <a:spLocks noChangeShapeType="1"/>
          </p:cNvSpPr>
          <p:nvPr/>
        </p:nvSpPr>
        <p:spPr bwMode="auto">
          <a:xfrm>
            <a:off x="4539543" y="2873376"/>
            <a:ext cx="1431416" cy="41885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9" name="Rectangle 25">
            <a:extLst>
              <a:ext uri="{FF2B5EF4-FFF2-40B4-BE49-F238E27FC236}">
                <a16:creationId xmlns:a16="http://schemas.microsoft.com/office/drawing/2014/main" id="{A84BE4B8-ACF8-4EB9-B17C-38152C695D85}"/>
              </a:ext>
            </a:extLst>
          </p:cNvPr>
          <p:cNvSpPr>
            <a:spLocks noChangeArrowheads="1"/>
          </p:cNvSpPr>
          <p:nvPr/>
        </p:nvSpPr>
        <p:spPr bwMode="auto">
          <a:xfrm>
            <a:off x="313183" y="3939902"/>
            <a:ext cx="4294218" cy="992579"/>
          </a:xfrm>
          <a:prstGeom prst="rect">
            <a:avLst/>
          </a:prstGeom>
          <a:solidFill>
            <a:schemeClr val="accent5">
              <a:lumMod val="40000"/>
              <a:lumOff val="60000"/>
            </a:schemeClr>
          </a:solidFill>
          <a:ln w="12700">
            <a:solidFill>
              <a:schemeClr val="tx1"/>
            </a:solidFill>
            <a:miter lim="800000"/>
            <a:headEnd/>
            <a:tailEnd/>
          </a:ln>
          <a:effectLst/>
        </p:spPr>
        <p:txBody>
          <a:bodyPr wrap="square" lIns="68580" tIns="34290" rIns="68580" bIns="34290">
            <a:spAutoFit/>
          </a:bodyPr>
          <a:lstStyle/>
          <a:p>
            <a:pPr marL="342900" indent="-342900" eaLnBrk="1" hangingPunct="1">
              <a:buFont typeface="Wingdings" panose="05000000000000000000" pitchFamily="2" charset="2"/>
              <a:buChar char="Ø"/>
              <a:defRPr/>
            </a:pPr>
            <a:r>
              <a:rPr lang="zh-CN" altLang="en-US" sz="2000" dirty="0">
                <a:latin typeface="楷体" pitchFamily="49" charset="-122"/>
                <a:ea typeface="楷体" pitchFamily="49" charset="-122"/>
                <a:cs typeface="Times New Roman" pitchFamily="18" charset="0"/>
              </a:rPr>
              <a:t>使用标记非终结符的</a:t>
            </a:r>
            <a:r>
              <a:rPr lang="zh-CN" altLang="en-US" sz="2000" dirty="0">
                <a:solidFill>
                  <a:srgbClr val="0070C0"/>
                </a:solidFill>
                <a:latin typeface="楷体" pitchFamily="49" charset="-122"/>
                <a:ea typeface="楷体" pitchFamily="49" charset="-122"/>
                <a:cs typeface="Times New Roman" pitchFamily="18" charset="0"/>
              </a:rPr>
              <a:t>继承属性</a:t>
            </a:r>
            <a:r>
              <a:rPr lang="zh-CN" altLang="en-US" sz="2000" dirty="0">
                <a:latin typeface="楷体" pitchFamily="49" charset="-122"/>
                <a:ea typeface="楷体" pitchFamily="49" charset="-122"/>
                <a:cs typeface="Times New Roman" pitchFamily="18" charset="0"/>
              </a:rPr>
              <a:t>复制</a:t>
            </a:r>
            <a:r>
              <a:rPr lang="zh-CN" altLang="en-US" sz="2000" dirty="0">
                <a:solidFill>
                  <a:srgbClr val="0070C0"/>
                </a:solidFill>
                <a:latin typeface="楷体" pitchFamily="49" charset="-122"/>
                <a:ea typeface="楷体" pitchFamily="49" charset="-122"/>
                <a:cs typeface="Times New Roman" pitchFamily="18" charset="0"/>
              </a:rPr>
              <a:t>依赖属性值</a:t>
            </a:r>
            <a:r>
              <a:rPr lang="zh-CN" altLang="en-US" sz="2000" dirty="0">
                <a:latin typeface="楷体" pitchFamily="49" charset="-122"/>
                <a:ea typeface="楷体" pitchFamily="49" charset="-122"/>
                <a:cs typeface="Times New Roman" pitchFamily="18" charset="0"/>
              </a:rPr>
              <a:t>；使用</a:t>
            </a:r>
            <a:r>
              <a:rPr lang="zh-CN" altLang="en-US" sz="2000" dirty="0">
                <a:solidFill>
                  <a:srgbClr val="0070C0"/>
                </a:solidFill>
                <a:latin typeface="楷体" pitchFamily="49" charset="-122"/>
                <a:ea typeface="楷体" pitchFamily="49" charset="-122"/>
                <a:cs typeface="Times New Roman" pitchFamily="18" charset="0"/>
              </a:rPr>
              <a:t>综合属性</a:t>
            </a:r>
            <a:r>
              <a:rPr lang="zh-CN" altLang="en-US" sz="2000" dirty="0">
                <a:latin typeface="楷体" pitchFamily="49" charset="-122"/>
                <a:ea typeface="楷体" pitchFamily="49" charset="-122"/>
                <a:cs typeface="Times New Roman" pitchFamily="18" charset="0"/>
              </a:rPr>
              <a:t>计算并保存</a:t>
            </a:r>
            <a:r>
              <a:rPr lang="zh-CN" altLang="en-US" sz="2000" dirty="0">
                <a:solidFill>
                  <a:schemeClr val="accent2"/>
                </a:solidFill>
                <a:latin typeface="楷体" pitchFamily="49" charset="-122"/>
                <a:ea typeface="楷体" pitchFamily="49" charset="-122"/>
                <a:cs typeface="Times New Roman" pitchFamily="18" charset="0"/>
              </a:rPr>
              <a:t>右侧符号的继承属性</a:t>
            </a:r>
            <a:r>
              <a:rPr lang="zh-CN" altLang="en-US" sz="2000" dirty="0">
                <a:latin typeface="楷体" pitchFamily="49" charset="-122"/>
                <a:ea typeface="楷体" pitchFamily="49" charset="-122"/>
                <a:cs typeface="Times New Roman" pitchFamily="18" charset="0"/>
              </a:rPr>
              <a:t>；</a:t>
            </a:r>
          </a:p>
        </p:txBody>
      </p:sp>
      <p:sp>
        <p:nvSpPr>
          <p:cNvPr id="20" name="Line 26">
            <a:extLst>
              <a:ext uri="{FF2B5EF4-FFF2-40B4-BE49-F238E27FC236}">
                <a16:creationId xmlns:a16="http://schemas.microsoft.com/office/drawing/2014/main" id="{2F75C540-5609-4139-93AB-8DC49099699D}"/>
              </a:ext>
            </a:extLst>
          </p:cNvPr>
          <p:cNvSpPr>
            <a:spLocks noChangeShapeType="1"/>
          </p:cNvSpPr>
          <p:nvPr/>
        </p:nvSpPr>
        <p:spPr bwMode="auto">
          <a:xfrm flipV="1">
            <a:off x="4404305" y="3857138"/>
            <a:ext cx="1566653" cy="51481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4" name="灯片编号占位符 3">
            <a:extLst>
              <a:ext uri="{FF2B5EF4-FFF2-40B4-BE49-F238E27FC236}">
                <a16:creationId xmlns:a16="http://schemas.microsoft.com/office/drawing/2014/main" id="{7DB18A06-2AFB-43CD-9FAA-6D7902AE2F7B}"/>
              </a:ext>
            </a:extLst>
          </p:cNvPr>
          <p:cNvSpPr>
            <a:spLocks noGrp="1"/>
          </p:cNvSpPr>
          <p:nvPr>
            <p:ph type="sldNum" sz="quarter" idx="10"/>
          </p:nvPr>
        </p:nvSpPr>
        <p:spPr/>
        <p:txBody>
          <a:bodyPr/>
          <a:lstStyle/>
          <a:p>
            <a:pPr>
              <a:defRPr/>
            </a:pPr>
            <a:fld id="{8E104948-B687-4A74-87EB-9097C047E113}" type="slidenum">
              <a:rPr lang="zh-CN" altLang="en-US" smtClean="0"/>
              <a:pPr>
                <a:defRPr/>
              </a:pPr>
              <a:t>82</a:t>
            </a:fld>
            <a:endParaRPr lang="en-US" altLang="zh-CN"/>
          </a:p>
        </p:txBody>
      </p:sp>
    </p:spTree>
    <p:extLst>
      <p:ext uri="{BB962C8B-B14F-4D97-AF65-F5344CB8AC3E}">
        <p14:creationId xmlns:p14="http://schemas.microsoft.com/office/powerpoint/2010/main" val="3843526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180247"/>
                                        </p:tgtEl>
                                        <p:attrNameLst>
                                          <p:attrName>style.visibility</p:attrName>
                                        </p:attrNameLst>
                                      </p:cBhvr>
                                      <p:to>
                                        <p:strVal val="visible"/>
                                      </p:to>
                                    </p:set>
                                    <p:anim calcmode="lin" valueType="num">
                                      <p:cBhvr>
                                        <p:cTn id="12" dur="500" fill="hold"/>
                                        <p:tgtEl>
                                          <p:spTgt spid="180247"/>
                                        </p:tgtEl>
                                        <p:attrNameLst>
                                          <p:attrName>ppt_w</p:attrName>
                                        </p:attrNameLst>
                                      </p:cBhvr>
                                      <p:tavLst>
                                        <p:tav tm="0">
                                          <p:val>
                                            <p:fltVal val="0"/>
                                          </p:val>
                                        </p:tav>
                                        <p:tav tm="100000">
                                          <p:val>
                                            <p:strVal val="#ppt_w"/>
                                          </p:val>
                                        </p:tav>
                                      </p:tavLst>
                                    </p:anim>
                                    <p:anim calcmode="lin" valueType="num">
                                      <p:cBhvr>
                                        <p:cTn id="13" dur="500" fill="hold"/>
                                        <p:tgtEl>
                                          <p:spTgt spid="180247"/>
                                        </p:tgtEl>
                                        <p:attrNameLst>
                                          <p:attrName>ppt_h</p:attrName>
                                        </p:attrNameLst>
                                      </p:cBhvr>
                                      <p:tavLst>
                                        <p:tav tm="0">
                                          <p:val>
                                            <p:fltVal val="0"/>
                                          </p:val>
                                        </p:tav>
                                        <p:tav tm="100000">
                                          <p:val>
                                            <p:strVal val="#ppt_h"/>
                                          </p:val>
                                        </p:tav>
                                      </p:tavLst>
                                    </p:anim>
                                    <p:animEffect transition="in" filter="fade">
                                      <p:cBhvr>
                                        <p:cTn id="14" dur="500"/>
                                        <p:tgtEl>
                                          <p:spTgt spid="180247"/>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80249"/>
                                        </p:tgtEl>
                                        <p:attrNameLst>
                                          <p:attrName>style.visibility</p:attrName>
                                        </p:attrNameLst>
                                      </p:cBhvr>
                                      <p:to>
                                        <p:strVal val="visible"/>
                                      </p:to>
                                    </p:set>
                                    <p:anim calcmode="lin" valueType="num">
                                      <p:cBhvr>
                                        <p:cTn id="17" dur="500" fill="hold"/>
                                        <p:tgtEl>
                                          <p:spTgt spid="180249"/>
                                        </p:tgtEl>
                                        <p:attrNameLst>
                                          <p:attrName>ppt_w</p:attrName>
                                        </p:attrNameLst>
                                      </p:cBhvr>
                                      <p:tavLst>
                                        <p:tav tm="0">
                                          <p:val>
                                            <p:fltVal val="0"/>
                                          </p:val>
                                        </p:tav>
                                        <p:tav tm="100000">
                                          <p:val>
                                            <p:strVal val="#ppt_w"/>
                                          </p:val>
                                        </p:tav>
                                      </p:tavLst>
                                    </p:anim>
                                    <p:anim calcmode="lin" valueType="num">
                                      <p:cBhvr>
                                        <p:cTn id="18" dur="500" fill="hold"/>
                                        <p:tgtEl>
                                          <p:spTgt spid="180249"/>
                                        </p:tgtEl>
                                        <p:attrNameLst>
                                          <p:attrName>ppt_h</p:attrName>
                                        </p:attrNameLst>
                                      </p:cBhvr>
                                      <p:tavLst>
                                        <p:tav tm="0">
                                          <p:val>
                                            <p:fltVal val="0"/>
                                          </p:val>
                                        </p:tav>
                                        <p:tav tm="100000">
                                          <p:val>
                                            <p:strVal val="#ppt_h"/>
                                          </p:val>
                                        </p:tav>
                                      </p:tavLst>
                                    </p:anim>
                                    <p:animEffect transition="in" filter="fade">
                                      <p:cBhvr>
                                        <p:cTn id="19" dur="500"/>
                                        <p:tgtEl>
                                          <p:spTgt spid="18024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1" nodeType="clickEffect">
                                  <p:stCondLst>
                                    <p:cond delay="0"/>
                                  </p:stCondLst>
                                  <p:childTnLst>
                                    <p:set>
                                      <p:cBhvr>
                                        <p:cTn id="23" dur="1" fill="hold">
                                          <p:stCondLst>
                                            <p:cond delay="0"/>
                                          </p:stCondLst>
                                        </p:cTn>
                                        <p:tgtEl>
                                          <p:spTgt spid="2">
                                            <p:bg/>
                                          </p:spTgt>
                                        </p:tgtEl>
                                        <p:attrNameLst>
                                          <p:attrName>style.visibility</p:attrName>
                                        </p:attrNameLst>
                                      </p:cBhvr>
                                      <p:to>
                                        <p:strVal val="visible"/>
                                      </p:to>
                                    </p:set>
                                    <p:animEffect transition="in" filter="wipe(down)">
                                      <p:cBhvr>
                                        <p:cTn id="24" dur="500"/>
                                        <p:tgtEl>
                                          <p:spTgt spid="2">
                                            <p:bg/>
                                          </p:spTgt>
                                        </p:tgtEl>
                                      </p:cBhvr>
                                    </p:animEffect>
                                  </p:childTnLst>
                                </p:cTn>
                              </p:par>
                              <p:par>
                                <p:cTn id="25" presetID="53"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fltVal val="0"/>
                                          </p:val>
                                        </p:tav>
                                        <p:tav tm="100000">
                                          <p:val>
                                            <p:strVal val="#ppt_h"/>
                                          </p:val>
                                        </p:tav>
                                      </p:tavLst>
                                    </p:anim>
                                    <p:animEffect transition="in" filter="fade">
                                      <p:cBhvr>
                                        <p:cTn id="34" dur="500"/>
                                        <p:tgtEl>
                                          <p:spTgt spid="17"/>
                                        </p:tgtEl>
                                      </p:cBhvr>
                                    </p:animEffect>
                                  </p:childTnLst>
                                </p:cTn>
                              </p:par>
                              <p:par>
                                <p:cTn id="35" presetID="22" presetClass="entr" presetSubtype="4" fill="hold" grpId="1" nodeType="with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Effect transition="in" filter="wipe(down)">
                                      <p:cBhvr>
                                        <p:cTn id="37" dur="500"/>
                                        <p:tgtEl>
                                          <p:spTgt spid="2">
                                            <p:txEl>
                                              <p:pRg st="0" end="0"/>
                                            </p:txEl>
                                          </p:spTgt>
                                        </p:tgtEl>
                                      </p:cBhvr>
                                    </p:animEffect>
                                  </p:childTnLst>
                                </p:cTn>
                              </p:par>
                              <p:par>
                                <p:cTn id="38" presetID="22" presetClass="entr" presetSubtype="4" fill="hold" grpId="1" nodeType="withEffect">
                                  <p:stCondLst>
                                    <p:cond delay="0"/>
                                  </p:stCondLst>
                                  <p:childTnLst>
                                    <p:set>
                                      <p:cBhvr>
                                        <p:cTn id="39" dur="1" fill="hold">
                                          <p:stCondLst>
                                            <p:cond delay="0"/>
                                          </p:stCondLst>
                                        </p:cTn>
                                        <p:tgtEl>
                                          <p:spTgt spid="2">
                                            <p:txEl>
                                              <p:pRg st="2" end="2"/>
                                            </p:txEl>
                                          </p:spTgt>
                                        </p:tgtEl>
                                        <p:attrNameLst>
                                          <p:attrName>style.visibility</p:attrName>
                                        </p:attrNameLst>
                                      </p:cBhvr>
                                      <p:to>
                                        <p:strVal val="visible"/>
                                      </p:to>
                                    </p:set>
                                    <p:animEffect transition="in" filter="wipe(down)">
                                      <p:cBhvr>
                                        <p:cTn id="40" dur="500"/>
                                        <p:tgtEl>
                                          <p:spTgt spid="2">
                                            <p:txEl>
                                              <p:pRg st="2" end="2"/>
                                            </p:txEl>
                                          </p:spTgt>
                                        </p:tgtEl>
                                      </p:cBhvr>
                                    </p:animEffect>
                                  </p:childTnLst>
                                </p:cTn>
                              </p:par>
                              <p:par>
                                <p:cTn id="41" presetID="22" presetClass="entr" presetSubtype="4" fill="hold" grpId="1" nodeType="with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Effect transition="in" filter="wipe(down)">
                                      <p:cBhvr>
                                        <p:cTn id="43" dur="500"/>
                                        <p:tgtEl>
                                          <p:spTgt spid="2">
                                            <p:txEl>
                                              <p:pRg st="6" end="6"/>
                                            </p:txEl>
                                          </p:spTgt>
                                        </p:tgtEl>
                                      </p:cBhvr>
                                    </p:animEffect>
                                  </p:childTnLst>
                                </p:cTn>
                              </p:par>
                              <p:par>
                                <p:cTn id="44" presetID="22" presetClass="entr" presetSubtype="4" fill="hold" grpId="1" nodeType="withEffect">
                                  <p:stCondLst>
                                    <p:cond delay="0"/>
                                  </p:stCondLst>
                                  <p:childTnLst>
                                    <p:set>
                                      <p:cBhvr>
                                        <p:cTn id="45" dur="1" fill="hold">
                                          <p:stCondLst>
                                            <p:cond delay="0"/>
                                          </p:stCondLst>
                                        </p:cTn>
                                        <p:tgtEl>
                                          <p:spTgt spid="2">
                                            <p:txEl>
                                              <p:pRg st="7" end="7"/>
                                            </p:txEl>
                                          </p:spTgt>
                                        </p:tgtEl>
                                        <p:attrNameLst>
                                          <p:attrName>style.visibility</p:attrName>
                                        </p:attrNameLst>
                                      </p:cBhvr>
                                      <p:to>
                                        <p:strVal val="visible"/>
                                      </p:to>
                                    </p:set>
                                    <p:animEffect transition="in" filter="wipe(down)">
                                      <p:cBhvr>
                                        <p:cTn id="46" dur="500"/>
                                        <p:tgtEl>
                                          <p:spTgt spid="2">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p:cTn id="51" dur="500" fill="hold"/>
                                        <p:tgtEl>
                                          <p:spTgt spid="15"/>
                                        </p:tgtEl>
                                        <p:attrNameLst>
                                          <p:attrName>ppt_w</p:attrName>
                                        </p:attrNameLst>
                                      </p:cBhvr>
                                      <p:tavLst>
                                        <p:tav tm="0">
                                          <p:val>
                                            <p:fltVal val="0"/>
                                          </p:val>
                                        </p:tav>
                                        <p:tav tm="100000">
                                          <p:val>
                                            <p:strVal val="#ppt_w"/>
                                          </p:val>
                                        </p:tav>
                                      </p:tavLst>
                                    </p:anim>
                                    <p:anim calcmode="lin" valueType="num">
                                      <p:cBhvr>
                                        <p:cTn id="52" dur="500" fill="hold"/>
                                        <p:tgtEl>
                                          <p:spTgt spid="15"/>
                                        </p:tgtEl>
                                        <p:attrNameLst>
                                          <p:attrName>ppt_h</p:attrName>
                                        </p:attrNameLst>
                                      </p:cBhvr>
                                      <p:tavLst>
                                        <p:tav tm="0">
                                          <p:val>
                                            <p:fltVal val="0"/>
                                          </p:val>
                                        </p:tav>
                                        <p:tav tm="100000">
                                          <p:val>
                                            <p:strVal val="#ppt_h"/>
                                          </p:val>
                                        </p:tav>
                                      </p:tavLst>
                                    </p:anim>
                                    <p:animEffect transition="in" filter="fade">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0" fill="hold" nodeType="clickEffect">
                                  <p:stCondLst>
                                    <p:cond delay="0"/>
                                  </p:stCondLst>
                                  <p:childTnLst>
                                    <p:set>
                                      <p:cBhvr>
                                        <p:cTn id="57" dur="1" fill="hold">
                                          <p:stCondLst>
                                            <p:cond delay="0"/>
                                          </p:stCondLst>
                                        </p:cTn>
                                        <p:tgtEl>
                                          <p:spTgt spid="180250"/>
                                        </p:tgtEl>
                                        <p:attrNameLst>
                                          <p:attrName>style.visibility</p:attrName>
                                        </p:attrNameLst>
                                      </p:cBhvr>
                                      <p:to>
                                        <p:strVal val="visible"/>
                                      </p:to>
                                    </p:set>
                                    <p:anim calcmode="lin" valueType="num">
                                      <p:cBhvr>
                                        <p:cTn id="58" dur="500" fill="hold"/>
                                        <p:tgtEl>
                                          <p:spTgt spid="180250"/>
                                        </p:tgtEl>
                                        <p:attrNameLst>
                                          <p:attrName>ppt_w</p:attrName>
                                        </p:attrNameLst>
                                      </p:cBhvr>
                                      <p:tavLst>
                                        <p:tav tm="0">
                                          <p:val>
                                            <p:fltVal val="0"/>
                                          </p:val>
                                        </p:tav>
                                        <p:tav tm="100000">
                                          <p:val>
                                            <p:strVal val="#ppt_w"/>
                                          </p:val>
                                        </p:tav>
                                      </p:tavLst>
                                    </p:anim>
                                    <p:anim calcmode="lin" valueType="num">
                                      <p:cBhvr>
                                        <p:cTn id="59" dur="500" fill="hold"/>
                                        <p:tgtEl>
                                          <p:spTgt spid="180250"/>
                                        </p:tgtEl>
                                        <p:attrNameLst>
                                          <p:attrName>ppt_h</p:attrName>
                                        </p:attrNameLst>
                                      </p:cBhvr>
                                      <p:tavLst>
                                        <p:tav tm="0">
                                          <p:val>
                                            <p:fltVal val="0"/>
                                          </p:val>
                                        </p:tav>
                                        <p:tav tm="100000">
                                          <p:val>
                                            <p:strVal val="#ppt_h"/>
                                          </p:val>
                                        </p:tav>
                                      </p:tavLst>
                                    </p:anim>
                                    <p:animEffect transition="in" filter="fade">
                                      <p:cBhvr>
                                        <p:cTn id="60" dur="500"/>
                                        <p:tgtEl>
                                          <p:spTgt spid="180250"/>
                                        </p:tgtEl>
                                      </p:cBhvr>
                                    </p:animEffect>
                                  </p:childTnLst>
                                </p:cTn>
                              </p:par>
                              <p:par>
                                <p:cTn id="61" presetID="53" presetClass="entr" presetSubtype="0" fill="hold" nodeType="withEffect">
                                  <p:stCondLst>
                                    <p:cond delay="0"/>
                                  </p:stCondLst>
                                  <p:childTnLst>
                                    <p:set>
                                      <p:cBhvr>
                                        <p:cTn id="62" dur="1" fill="hold">
                                          <p:stCondLst>
                                            <p:cond delay="0"/>
                                          </p:stCondLst>
                                        </p:cTn>
                                        <p:tgtEl>
                                          <p:spTgt spid="180251"/>
                                        </p:tgtEl>
                                        <p:attrNameLst>
                                          <p:attrName>style.visibility</p:attrName>
                                        </p:attrNameLst>
                                      </p:cBhvr>
                                      <p:to>
                                        <p:strVal val="visible"/>
                                      </p:to>
                                    </p:set>
                                    <p:anim calcmode="lin" valueType="num">
                                      <p:cBhvr>
                                        <p:cTn id="63" dur="500" fill="hold"/>
                                        <p:tgtEl>
                                          <p:spTgt spid="180251"/>
                                        </p:tgtEl>
                                        <p:attrNameLst>
                                          <p:attrName>ppt_w</p:attrName>
                                        </p:attrNameLst>
                                      </p:cBhvr>
                                      <p:tavLst>
                                        <p:tav tm="0">
                                          <p:val>
                                            <p:fltVal val="0"/>
                                          </p:val>
                                        </p:tav>
                                        <p:tav tm="100000">
                                          <p:val>
                                            <p:strVal val="#ppt_w"/>
                                          </p:val>
                                        </p:tav>
                                      </p:tavLst>
                                    </p:anim>
                                    <p:anim calcmode="lin" valueType="num">
                                      <p:cBhvr>
                                        <p:cTn id="64" dur="500" fill="hold"/>
                                        <p:tgtEl>
                                          <p:spTgt spid="180251"/>
                                        </p:tgtEl>
                                        <p:attrNameLst>
                                          <p:attrName>ppt_h</p:attrName>
                                        </p:attrNameLst>
                                      </p:cBhvr>
                                      <p:tavLst>
                                        <p:tav tm="0">
                                          <p:val>
                                            <p:fltVal val="0"/>
                                          </p:val>
                                        </p:tav>
                                        <p:tav tm="100000">
                                          <p:val>
                                            <p:strVal val="#ppt_h"/>
                                          </p:val>
                                        </p:tav>
                                      </p:tavLst>
                                    </p:anim>
                                    <p:animEffect transition="in" filter="fade">
                                      <p:cBhvr>
                                        <p:cTn id="65" dur="500"/>
                                        <p:tgtEl>
                                          <p:spTgt spid="180251"/>
                                        </p:tgtEl>
                                      </p:cBhvr>
                                    </p:animEffect>
                                  </p:childTnLst>
                                </p:cTn>
                              </p:par>
                              <p:par>
                                <p:cTn id="66" presetID="22" presetClass="entr" presetSubtype="4" fill="hold" grpId="1" nodeType="withEffect">
                                  <p:stCondLst>
                                    <p:cond delay="0"/>
                                  </p:stCondLst>
                                  <p:childTnLst>
                                    <p:set>
                                      <p:cBhvr>
                                        <p:cTn id="67" dur="1" fill="hold">
                                          <p:stCondLst>
                                            <p:cond delay="0"/>
                                          </p:stCondLst>
                                        </p:cTn>
                                        <p:tgtEl>
                                          <p:spTgt spid="2">
                                            <p:txEl>
                                              <p:pRg st="1" end="1"/>
                                            </p:txEl>
                                          </p:spTgt>
                                        </p:tgtEl>
                                        <p:attrNameLst>
                                          <p:attrName>style.visibility</p:attrName>
                                        </p:attrNameLst>
                                      </p:cBhvr>
                                      <p:to>
                                        <p:strVal val="visible"/>
                                      </p:to>
                                    </p:set>
                                    <p:animEffect transition="in" filter="wipe(down)">
                                      <p:cBhvr>
                                        <p:cTn id="68" dur="500"/>
                                        <p:tgtEl>
                                          <p:spTgt spid="2">
                                            <p:txEl>
                                              <p:pRg st="1" end="1"/>
                                            </p:txEl>
                                          </p:spTgt>
                                        </p:tgtEl>
                                      </p:cBhvr>
                                    </p:animEffect>
                                  </p:childTnLst>
                                </p:cTn>
                              </p:par>
                              <p:par>
                                <p:cTn id="69" presetID="22" presetClass="entr" presetSubtype="4" fill="hold" grpId="1" nodeType="withEffect">
                                  <p:stCondLst>
                                    <p:cond delay="0"/>
                                  </p:stCondLst>
                                  <p:childTnLst>
                                    <p:set>
                                      <p:cBhvr>
                                        <p:cTn id="70" dur="1" fill="hold">
                                          <p:stCondLst>
                                            <p:cond delay="0"/>
                                          </p:stCondLst>
                                        </p:cTn>
                                        <p:tgtEl>
                                          <p:spTgt spid="2">
                                            <p:txEl>
                                              <p:pRg st="3" end="3"/>
                                            </p:txEl>
                                          </p:spTgt>
                                        </p:tgtEl>
                                        <p:attrNameLst>
                                          <p:attrName>style.visibility</p:attrName>
                                        </p:attrNameLst>
                                      </p:cBhvr>
                                      <p:to>
                                        <p:strVal val="visible"/>
                                      </p:to>
                                    </p:set>
                                    <p:animEffect transition="in" filter="wipe(down)">
                                      <p:cBhvr>
                                        <p:cTn id="71" dur="500"/>
                                        <p:tgtEl>
                                          <p:spTgt spid="2">
                                            <p:txEl>
                                              <p:pRg st="3" end="3"/>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fltVal val="0"/>
                                          </p:val>
                                        </p:tav>
                                        <p:tav tm="100000">
                                          <p:val>
                                            <p:strVal val="#ppt_w"/>
                                          </p:val>
                                        </p:tav>
                                      </p:tavLst>
                                    </p:anim>
                                    <p:anim calcmode="lin" valueType="num">
                                      <p:cBhvr>
                                        <p:cTn id="77" dur="500" fill="hold"/>
                                        <p:tgtEl>
                                          <p:spTgt spid="19"/>
                                        </p:tgtEl>
                                        <p:attrNameLst>
                                          <p:attrName>ppt_h</p:attrName>
                                        </p:attrNameLst>
                                      </p:cBhvr>
                                      <p:tavLst>
                                        <p:tav tm="0">
                                          <p:val>
                                            <p:fltVal val="0"/>
                                          </p:val>
                                        </p:tav>
                                        <p:tav tm="100000">
                                          <p:val>
                                            <p:strVal val="#ppt_h"/>
                                          </p:val>
                                        </p:tav>
                                      </p:tavLst>
                                    </p:anim>
                                    <p:animEffect transition="in" filter="fade">
                                      <p:cBhvr>
                                        <p:cTn id="78" dur="500"/>
                                        <p:tgtEl>
                                          <p:spTgt spid="19"/>
                                        </p:tgtEl>
                                      </p:cBhvr>
                                    </p:animEffect>
                                  </p:childTnLst>
                                </p:cTn>
                              </p:par>
                              <p:par>
                                <p:cTn id="79" presetID="53" presetClass="entr" presetSubtype="0" fill="hold" nodeType="withEffect">
                                  <p:stCondLst>
                                    <p:cond delay="0"/>
                                  </p:stCondLst>
                                  <p:childTnLst>
                                    <p:set>
                                      <p:cBhvr>
                                        <p:cTn id="80" dur="1" fill="hold">
                                          <p:stCondLst>
                                            <p:cond delay="0"/>
                                          </p:stCondLst>
                                        </p:cTn>
                                        <p:tgtEl>
                                          <p:spTgt spid="20"/>
                                        </p:tgtEl>
                                        <p:attrNameLst>
                                          <p:attrName>style.visibility</p:attrName>
                                        </p:attrNameLst>
                                      </p:cBhvr>
                                      <p:to>
                                        <p:strVal val="visible"/>
                                      </p:to>
                                    </p:set>
                                    <p:anim calcmode="lin" valueType="num">
                                      <p:cBhvr>
                                        <p:cTn id="81" dur="500" fill="hold"/>
                                        <p:tgtEl>
                                          <p:spTgt spid="20"/>
                                        </p:tgtEl>
                                        <p:attrNameLst>
                                          <p:attrName>ppt_w</p:attrName>
                                        </p:attrNameLst>
                                      </p:cBhvr>
                                      <p:tavLst>
                                        <p:tav tm="0">
                                          <p:val>
                                            <p:fltVal val="0"/>
                                          </p:val>
                                        </p:tav>
                                        <p:tav tm="100000">
                                          <p:val>
                                            <p:strVal val="#ppt_w"/>
                                          </p:val>
                                        </p:tav>
                                      </p:tavLst>
                                    </p:anim>
                                    <p:anim calcmode="lin" valueType="num">
                                      <p:cBhvr>
                                        <p:cTn id="82" dur="500" fill="hold"/>
                                        <p:tgtEl>
                                          <p:spTgt spid="20"/>
                                        </p:tgtEl>
                                        <p:attrNameLst>
                                          <p:attrName>ppt_h</p:attrName>
                                        </p:attrNameLst>
                                      </p:cBhvr>
                                      <p:tavLst>
                                        <p:tav tm="0">
                                          <p:val>
                                            <p:fltVal val="0"/>
                                          </p:val>
                                        </p:tav>
                                        <p:tav tm="100000">
                                          <p:val>
                                            <p:strVal val="#ppt_h"/>
                                          </p:val>
                                        </p:tav>
                                      </p:tavLst>
                                    </p:anim>
                                    <p:animEffect transition="in" filter="fade">
                                      <p:cBhvr>
                                        <p:cTn id="83" dur="500"/>
                                        <p:tgtEl>
                                          <p:spTgt spid="20"/>
                                        </p:tgtEl>
                                      </p:cBhvr>
                                    </p:animEffect>
                                  </p:childTnLst>
                                </p:cTn>
                              </p:par>
                              <p:par>
                                <p:cTn id="84" presetID="22" presetClass="entr" presetSubtype="4" fill="hold" grpId="1" nodeType="withEffect">
                                  <p:stCondLst>
                                    <p:cond delay="0"/>
                                  </p:stCondLst>
                                  <p:childTnLst>
                                    <p:set>
                                      <p:cBhvr>
                                        <p:cTn id="85" dur="1" fill="hold">
                                          <p:stCondLst>
                                            <p:cond delay="0"/>
                                          </p:stCondLst>
                                        </p:cTn>
                                        <p:tgtEl>
                                          <p:spTgt spid="2">
                                            <p:txEl>
                                              <p:pRg st="4" end="4"/>
                                            </p:txEl>
                                          </p:spTgt>
                                        </p:tgtEl>
                                        <p:attrNameLst>
                                          <p:attrName>style.visibility</p:attrName>
                                        </p:attrNameLst>
                                      </p:cBhvr>
                                      <p:to>
                                        <p:strVal val="visible"/>
                                      </p:to>
                                    </p:set>
                                    <p:animEffect transition="in" filter="wipe(down)">
                                      <p:cBhvr>
                                        <p:cTn id="86" dur="500"/>
                                        <p:tgtEl>
                                          <p:spTgt spid="2">
                                            <p:txEl>
                                              <p:pRg st="4" end="4"/>
                                            </p:txEl>
                                          </p:spTgt>
                                        </p:tgtEl>
                                      </p:cBhvr>
                                    </p:animEffect>
                                  </p:childTnLst>
                                </p:cTn>
                              </p:par>
                              <p:par>
                                <p:cTn id="87" presetID="22" presetClass="entr" presetSubtype="4" fill="hold" grpId="1" nodeType="withEffect">
                                  <p:stCondLst>
                                    <p:cond delay="0"/>
                                  </p:stCondLst>
                                  <p:childTnLst>
                                    <p:set>
                                      <p:cBhvr>
                                        <p:cTn id="88" dur="1" fill="hold">
                                          <p:stCondLst>
                                            <p:cond delay="0"/>
                                          </p:stCondLst>
                                        </p:cTn>
                                        <p:tgtEl>
                                          <p:spTgt spid="2">
                                            <p:txEl>
                                              <p:pRg st="5" end="5"/>
                                            </p:txEl>
                                          </p:spTgt>
                                        </p:tgtEl>
                                        <p:attrNameLst>
                                          <p:attrName>style.visibility</p:attrName>
                                        </p:attrNameLst>
                                      </p:cBhvr>
                                      <p:to>
                                        <p:strVal val="visible"/>
                                      </p:to>
                                    </p:set>
                                    <p:animEffect transition="in" filter="wipe(down)">
                                      <p:cBhvr>
                                        <p:cTn id="89"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1" uiExpand="1" build="p" animBg="1"/>
      <p:bldP spid="180247" grpId="0" animBg="1"/>
      <p:bldP spid="180249" grpId="0" animBg="1"/>
      <p:bldP spid="3" grpId="0" animBg="1"/>
      <p:bldP spid="1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8E1D64CF-7C75-4285-B610-255B926DCBD5}"/>
              </a:ext>
            </a:extLst>
          </p:cNvPr>
          <p:cNvSpPr>
            <a:spLocks noGrp="1" noChangeArrowheads="1"/>
          </p:cNvSpPr>
          <p:nvPr>
            <p:ph type="title"/>
          </p:nvPr>
        </p:nvSpPr>
        <p:spPr>
          <a:xfrm>
            <a:off x="755650" y="268288"/>
            <a:ext cx="7931150" cy="358775"/>
          </a:xfrm>
        </p:spPr>
        <p:txBody>
          <a:bodyPr/>
          <a:lstStyle/>
          <a:p>
            <a:pPr>
              <a:defRPr/>
            </a:pPr>
            <a:r>
              <a:rPr lang="zh-CN" altLang="en-US" spc="300" dirty="0">
                <a:cs typeface="Times New Roman" pitchFamily="18" charset="0"/>
              </a:rPr>
              <a:t>例</a:t>
            </a:r>
          </a:p>
        </p:txBody>
      </p:sp>
      <p:sp>
        <p:nvSpPr>
          <p:cNvPr id="175107" name="Rectangle 3">
            <a:extLst>
              <a:ext uri="{FF2B5EF4-FFF2-40B4-BE49-F238E27FC236}">
                <a16:creationId xmlns:a16="http://schemas.microsoft.com/office/drawing/2014/main" id="{4FC43CFF-018D-4F12-848E-B94A38BBC0BE}"/>
              </a:ext>
            </a:extLst>
          </p:cNvPr>
          <p:cNvSpPr txBox="1">
            <a:spLocks noChangeArrowheads="1"/>
          </p:cNvSpPr>
          <p:nvPr/>
        </p:nvSpPr>
        <p:spPr bwMode="auto">
          <a:xfrm>
            <a:off x="1383555" y="490538"/>
            <a:ext cx="6500813" cy="1473200"/>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lstStyle/>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2) </a:t>
            </a:r>
            <a:r>
              <a:rPr lang="en-US" altLang="zh-CN"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rPr>
              <a:t> </a:t>
            </a:r>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zh-CN" altLang="en-US" sz="2000" baseline="-25000" dirty="0">
                <a:solidFill>
                  <a:srgbClr val="0000FF"/>
                </a:solidFill>
                <a:latin typeface="Times New Roman" panose="02020603050405020304" pitchFamily="18" charset="0"/>
                <a:cs typeface="Times New Roman" panose="02020603050405020304" pitchFamily="18" charset="0"/>
              </a:rPr>
              <a:t>1</a:t>
            </a:r>
            <a:r>
              <a:rPr lang="en-US" altLang="zh-CN" sz="2000" i="1" dirty="0">
                <a:solidFill>
                  <a:srgbClr val="0000FF"/>
                </a:solidFill>
                <a:latin typeface="Times New Roman" panose="02020603050405020304" pitchFamily="18" charset="0"/>
                <a:ea typeface="楷体" panose="02010609060101010101" pitchFamily="49" charset="-122"/>
              </a:rPr>
              <a:t>′</a:t>
            </a:r>
            <a:r>
              <a:rPr lang="zh-CN" altLang="en-US" sz="2000" i="1" dirty="0">
                <a:solidFill>
                  <a:srgbClr val="0000FF"/>
                </a:solidFill>
                <a:latin typeface="Times New Roman" panose="02020603050405020304" pitchFamily="18" charset="0"/>
                <a:cs typeface="Times New Roman" panose="02020603050405020304" pitchFamily="18" charset="0"/>
              </a:rPr>
              <a:t>.inh </a:t>
            </a:r>
            <a:r>
              <a:rPr lang="zh-CN" altLang="en-US" sz="2000" dirty="0">
                <a:solidFill>
                  <a:srgbClr val="0000FF"/>
                </a:solidFill>
                <a:latin typeface="Times New Roman" panose="02020603050405020304" pitchFamily="18" charset="0"/>
                <a:cs typeface="Times New Roman" panose="02020603050405020304" pitchFamily="18" charset="0"/>
              </a:rPr>
              <a:t>= </a:t>
            </a:r>
            <a:r>
              <a:rPr lang="zh-CN" altLang="en-US" sz="2000" i="1" dirty="0">
                <a:solidFill>
                  <a:srgbClr val="0000FF"/>
                </a:solidFill>
                <a:latin typeface="Times New Roman" panose="02020603050405020304" pitchFamily="18" charset="0"/>
                <a:cs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zh-CN" altLang="en-US" sz="2000" i="1" dirty="0">
                <a:solidFill>
                  <a:srgbClr val="0000FF"/>
                </a:solidFill>
                <a:latin typeface="Times New Roman" panose="02020603050405020304" pitchFamily="18" charset="0"/>
                <a:cs typeface="Times New Roman" panose="02020603050405020304" pitchFamily="18" charset="0"/>
              </a:rPr>
              <a:t>.inh</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3)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inh</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digit { </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endParaRPr lang="en-US" altLang="zh-CN" sz="1500"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0DBBA4AA-7F75-4D30-BA48-93DA132FDE3A}"/>
              </a:ext>
            </a:extLst>
          </p:cNvPr>
          <p:cNvSpPr txBox="1">
            <a:spLocks noChangeArrowheads="1"/>
          </p:cNvSpPr>
          <p:nvPr/>
        </p:nvSpPr>
        <p:spPr bwMode="auto">
          <a:xfrm>
            <a:off x="1979712" y="2335212"/>
            <a:ext cx="3857625" cy="2643188"/>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a:defRPr b="1">
                <a:solidFill>
                  <a:schemeClr val="tx1"/>
                </a:solidFill>
                <a:latin typeface="Tahoma" panose="020B0604030504040204" pitchFamily="34" charset="0"/>
                <a:ea typeface="宋体" panose="02010600030101010101" pitchFamily="2" charset="-122"/>
              </a:defRPr>
            </a:lvl3pPr>
            <a:lvl4pPr>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defRPr/>
            </a:pPr>
            <a:r>
              <a:rPr lang="en-US" altLang="zh-CN" sz="2000" dirty="0">
                <a:latin typeface="Times New Roman" panose="02020603050405020304" pitchFamily="18" charset="0"/>
                <a:cs typeface="Times New Roman" panose="02020603050405020304" pitchFamily="18" charset="0"/>
              </a:rPr>
              <a:t>1) </a:t>
            </a:r>
            <a:r>
              <a:rPr lang="en-US" altLang="zh-CN" sz="2000" i="1" dirty="0">
                <a:latin typeface="Times New Roman" panose="02020603050405020304" pitchFamily="18" charset="0"/>
                <a:cs typeface="Times New Roman" panose="02020603050405020304" pitchFamily="18" charset="0"/>
              </a:rPr>
              <a:t>T</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F</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rPr>
              <a:t>M</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err="1">
                <a:latin typeface="Times New Roman" panose="02020603050405020304" pitchFamily="18" charset="0"/>
                <a:ea typeface="楷体" panose="02010609060101010101" pitchFamily="49" charset="-122"/>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	</a:t>
            </a:r>
          </a:p>
          <a:p>
            <a:pPr eaLnBrk="1" hangingPunct="1">
              <a:spcBef>
                <a:spcPct val="20000"/>
              </a:spcBef>
              <a:buClr>
                <a:schemeClr val="folHlink"/>
              </a:buClr>
              <a:buSzPct val="60000"/>
              <a:defRPr/>
            </a:pP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M</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rPr>
              <a:t>M</a:t>
            </a:r>
            <a:r>
              <a:rPr lang="zh-CN" altLang="en-US" sz="2000" i="1" dirty="0">
                <a:solidFill>
                  <a:srgbClr val="0000FF"/>
                </a:solidFill>
                <a:latin typeface="Times New Roman" panose="02020603050405020304" pitchFamily="18" charset="0"/>
                <a:cs typeface="Times New Roman" panose="02020603050405020304" pitchFamily="18" charset="0"/>
              </a:rPr>
              <a:t>.i</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M</a:t>
            </a:r>
            <a:r>
              <a:rPr lang="zh-CN" altLang="en-US" sz="2000" i="1" dirty="0">
                <a:solidFill>
                  <a:srgbClr val="0000FF"/>
                </a:solidFill>
                <a:latin typeface="Times New Roman" panose="02020603050405020304" pitchFamily="18" charset="0"/>
                <a:cs typeface="Times New Roman" panose="02020603050405020304" pitchFamily="18" charset="0"/>
              </a:rPr>
              <a:t>.</a:t>
            </a:r>
            <a:r>
              <a:rPr lang="en-US" altLang="zh-CN" sz="2000" i="1" dirty="0">
                <a:solidFill>
                  <a:srgbClr val="0000FF"/>
                </a:solidFill>
                <a:latin typeface="Times New Roman" panose="02020603050405020304" pitchFamily="18" charset="0"/>
                <a:cs typeface="Times New Roman" panose="02020603050405020304" pitchFamily="18" charset="0"/>
              </a:rPr>
              <a:t>s</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M</a:t>
            </a:r>
            <a:r>
              <a:rPr lang="zh-CN" altLang="en-US" sz="2000" i="1" dirty="0">
                <a:solidFill>
                  <a:srgbClr val="0000FF"/>
                </a:solidFill>
                <a:latin typeface="Times New Roman" panose="02020603050405020304" pitchFamily="18" charset="0"/>
                <a:cs typeface="Times New Roman" panose="02020603050405020304" pitchFamily="18" charset="0"/>
              </a:rPr>
              <a:t>.i</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chemeClr val="folHlink"/>
              </a:buClr>
              <a:buSzPct val="60000"/>
              <a:defRPr/>
            </a:pPr>
            <a:r>
              <a:rPr lang="en-US" altLang="zh-CN" sz="2000" dirty="0">
                <a:latin typeface="Times New Roman" panose="02020603050405020304" pitchFamily="18" charset="0"/>
                <a:cs typeface="Times New Roman" panose="02020603050405020304" pitchFamily="18" charset="0"/>
              </a:rPr>
              <a:t>2) </a:t>
            </a:r>
            <a:r>
              <a:rPr lang="en-US" altLang="zh-CN"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F</a:t>
            </a:r>
            <a:r>
              <a:rPr lang="zh-CN" altLang="en-US" sz="2000" i="1" dirty="0">
                <a:solidFill>
                  <a:srgbClr val="2D83F4"/>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en-US" altLang="zh-CN" sz="2000" i="1"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 }	</a:t>
            </a:r>
          </a:p>
          <a:p>
            <a:pPr eaLnBrk="1" hangingPunct="1">
              <a:defRPr/>
            </a:pPr>
            <a:r>
              <a:rPr lang="en-US" altLang="zh-CN" sz="2000" dirty="0">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zh-CN" altLang="en-US" sz="2000" dirty="0">
                <a:solidFill>
                  <a:srgbClr val="0000FF"/>
                </a:solidFill>
                <a:latin typeface="Times New Roman" panose="02020603050405020304" pitchFamily="18" charset="0"/>
                <a:cs typeface="Times New Roman" panose="02020603050405020304" pitchFamily="18"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N</a:t>
            </a:r>
            <a:r>
              <a:rPr lang="zh-CN" altLang="en-US" sz="2000" i="1" dirty="0">
                <a:solidFill>
                  <a:srgbClr val="0000FF"/>
                </a:solidFill>
                <a:latin typeface="Times New Roman" panose="02020603050405020304" pitchFamily="18" charset="0"/>
                <a:cs typeface="Times New Roman" panose="02020603050405020304" pitchFamily="18" charset="0"/>
              </a:rPr>
              <a:t>.i</a:t>
            </a:r>
            <a:r>
              <a:rPr lang="en-US" altLang="zh-CN" sz="2000" dirty="0">
                <a:solidFill>
                  <a:srgbClr val="0000FF"/>
                </a:solidFill>
                <a:latin typeface="Times New Roman" panose="02020603050405020304" pitchFamily="18" charset="0"/>
                <a:cs typeface="Times New Roman" panose="02020603050405020304" pitchFamily="18" charset="0"/>
              </a:rPr>
              <a:t>1</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zh-CN" altLang="en-US" sz="2000" i="1" dirty="0">
                <a:solidFill>
                  <a:srgbClr val="0000FF"/>
                </a:solidFill>
                <a:latin typeface="Times New Roman" panose="02020603050405020304" pitchFamily="18" charset="0"/>
                <a:cs typeface="Times New Roman" panose="02020603050405020304" pitchFamily="18" charset="0"/>
              </a:rPr>
              <a:t>T</a:t>
            </a:r>
            <a:r>
              <a:rPr lang="en-US" altLang="zh-CN" sz="2000" i="1" dirty="0">
                <a:solidFill>
                  <a:srgbClr val="0000FF"/>
                </a:solidFill>
                <a:latin typeface="Times New Roman" panose="02020603050405020304" pitchFamily="18" charset="0"/>
                <a:ea typeface="楷体" panose="02010609060101010101" pitchFamily="49" charset="-122"/>
              </a:rPr>
              <a:t>′</a:t>
            </a:r>
            <a:r>
              <a:rPr lang="zh-CN" altLang="en-US" sz="2000" i="1" dirty="0">
                <a:solidFill>
                  <a:srgbClr val="0000FF"/>
                </a:solidFill>
                <a:latin typeface="Times New Roman" panose="02020603050405020304" pitchFamily="18" charset="0"/>
                <a:cs typeface="Times New Roman" panose="02020603050405020304" pitchFamily="18" charset="0"/>
              </a:rPr>
              <a:t>.inh</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defRPr/>
            </a:pP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N</a:t>
            </a:r>
            <a:r>
              <a:rPr lang="zh-CN" altLang="en-US" sz="2000" i="1" dirty="0">
                <a:solidFill>
                  <a:srgbClr val="0000FF"/>
                </a:solidFill>
                <a:latin typeface="Times New Roman" panose="02020603050405020304" pitchFamily="18" charset="0"/>
                <a:cs typeface="Times New Roman" panose="02020603050405020304" pitchFamily="18" charset="0"/>
              </a:rPr>
              <a:t>.i</a:t>
            </a:r>
            <a:r>
              <a:rPr lang="en-US" altLang="zh-CN" sz="2000" dirty="0">
                <a:solidFill>
                  <a:srgbClr val="0000FF"/>
                </a:solidFill>
                <a:latin typeface="Times New Roman" panose="02020603050405020304" pitchFamily="18" charset="0"/>
                <a:cs typeface="Times New Roman" panose="02020603050405020304" pitchFamily="18" charset="0"/>
              </a:rPr>
              <a:t>2</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defRPr/>
            </a:pP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zh-CN" altLang="en-US" sz="2000" i="1" dirty="0">
                <a:solidFill>
                  <a:srgbClr val="0000FF"/>
                </a:solidFill>
                <a:latin typeface="Times New Roman" panose="02020603050405020304" pitchFamily="18" charset="0"/>
                <a:cs typeface="Times New Roman" panose="02020603050405020304" pitchFamily="18" charset="0"/>
              </a:rPr>
              <a:t>.</a:t>
            </a:r>
            <a:r>
              <a:rPr lang="en-US" altLang="zh-CN" sz="2000" i="1" dirty="0">
                <a:solidFill>
                  <a:srgbClr val="0000FF"/>
                </a:solidFill>
                <a:latin typeface="Times New Roman" panose="02020603050405020304" pitchFamily="18" charset="0"/>
                <a:cs typeface="Times New Roman" panose="02020603050405020304" pitchFamily="18" charset="0"/>
              </a:rPr>
              <a:t>s</a:t>
            </a:r>
            <a:r>
              <a:rPr lang="en-US" altLang="zh-CN" sz="20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zh-CN" altLang="en-US" sz="2000" i="1" dirty="0">
                <a:solidFill>
                  <a:srgbClr val="0000FF"/>
                </a:solidFill>
                <a:latin typeface="Times New Roman" panose="02020603050405020304" pitchFamily="18" charset="0"/>
                <a:cs typeface="Times New Roman" panose="02020603050405020304" pitchFamily="18" charset="0"/>
              </a:rPr>
              <a:t>.i</a:t>
            </a:r>
            <a:r>
              <a:rPr lang="en-US" altLang="zh-CN" sz="2000" dirty="0">
                <a:solidFill>
                  <a:srgbClr val="0000FF"/>
                </a:solidFill>
                <a:latin typeface="Times New Roman" panose="02020603050405020304" pitchFamily="18" charset="0"/>
                <a:cs typeface="Times New Roman" panose="02020603050405020304" pitchFamily="18" charset="0"/>
              </a:rPr>
              <a:t>1 </a:t>
            </a:r>
            <a:r>
              <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N</a:t>
            </a:r>
            <a:r>
              <a:rPr lang="zh-CN" altLang="en-US" sz="2000" i="1" dirty="0">
                <a:solidFill>
                  <a:srgbClr val="0000FF"/>
                </a:solidFill>
                <a:latin typeface="Times New Roman" panose="02020603050405020304" pitchFamily="18" charset="0"/>
                <a:cs typeface="Times New Roman" panose="02020603050405020304" pitchFamily="18" charset="0"/>
              </a:rPr>
              <a:t>.i</a:t>
            </a:r>
            <a:r>
              <a:rPr lang="en-US" altLang="zh-CN" sz="2000" dirty="0">
                <a:solidFill>
                  <a:srgbClr val="0000FF"/>
                </a:solidFill>
                <a:latin typeface="Times New Roman" panose="02020603050405020304" pitchFamily="18" charset="0"/>
                <a:cs typeface="Times New Roman" panose="02020603050405020304" pitchFamily="18" charset="0"/>
              </a:rPr>
              <a:t>2</a:t>
            </a:r>
            <a:r>
              <a:rPr lang="en-US" altLang="zh-CN"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endParaRPr lang="zh-CN" altLang="en-US" sz="20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defRPr/>
            </a:pPr>
            <a:r>
              <a:rPr lang="en-US" altLang="zh-CN" sz="2000" dirty="0">
                <a:latin typeface="Times New Roman" panose="02020603050405020304" pitchFamily="18" charset="0"/>
                <a:cs typeface="Times New Roman" panose="02020603050405020304" pitchFamily="18" charset="0"/>
              </a:rPr>
              <a:t>3)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dirty="0">
                <a:latin typeface="Times New Roman" panose="02020603050405020304" pitchFamily="18" charset="0"/>
                <a:sym typeface="Arial" panose="020B0604020202020204" pitchFamily="34" charset="0"/>
              </a:rPr>
              <a:t>→</a:t>
            </a:r>
            <a:r>
              <a:rPr lang="el-GR" altLang="zh-CN" sz="2000" i="1" dirty="0">
                <a:latin typeface="Times New Roman" panose="02020603050405020304" pitchFamily="18" charset="0"/>
                <a:sym typeface="Arial" panose="020B0604020202020204" pitchFamily="34" charset="0"/>
              </a:rPr>
              <a:t>ε</a:t>
            </a:r>
            <a:r>
              <a:rPr lang="en-US" altLang="zh-CN" sz="2000" dirty="0">
                <a:latin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rPr>
              <a:t>.</a:t>
            </a:r>
            <a:r>
              <a:rPr lang="en-US" altLang="zh-CN" sz="2000" i="1" dirty="0" err="1">
                <a:latin typeface="Times New Roman" panose="02020603050405020304" pitchFamily="18" charset="0"/>
              </a:rPr>
              <a:t>syn</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zh-CN" altLang="en-US" sz="2000" i="1" dirty="0">
                <a:latin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rPr>
              <a:t>.</a:t>
            </a:r>
            <a:r>
              <a:rPr lang="en-US" altLang="zh-CN" sz="2000" i="1" dirty="0" err="1">
                <a:latin typeface="Times New Roman" panose="02020603050405020304" pitchFamily="18" charset="0"/>
              </a:rPr>
              <a:t>inh</a:t>
            </a:r>
            <a:r>
              <a:rPr lang="en-US" altLang="zh-CN" sz="2000" dirty="0">
                <a:latin typeface="Times New Roman" panose="02020603050405020304" pitchFamily="18" charset="0"/>
              </a:rPr>
              <a:t> }</a:t>
            </a:r>
          </a:p>
          <a:p>
            <a:pPr eaLnBrk="1" hangingPunct="1">
              <a:defRPr/>
            </a:pPr>
            <a:r>
              <a:rPr lang="en-US" altLang="zh-CN" sz="2000" dirty="0">
                <a:latin typeface="Times New Roman" panose="02020603050405020304" pitchFamily="18" charset="0"/>
                <a:sym typeface="Times New Roman" panose="02020603050405020304" pitchFamily="18" charset="0"/>
              </a:rPr>
              <a:t>4) </a:t>
            </a:r>
            <a:r>
              <a:rPr lang="en-US" altLang="zh-CN" sz="2000" i="1" dirty="0">
                <a:latin typeface="Times New Roman" panose="02020603050405020304" pitchFamily="18" charset="0"/>
                <a:sym typeface="Times New Roman" panose="02020603050405020304" pitchFamily="18" charset="0"/>
              </a:rPr>
              <a:t>F</a:t>
            </a:r>
            <a:r>
              <a:rPr lang="zh-CN" altLang="en-US" sz="2000" i="1" dirty="0">
                <a:latin typeface="Times New Roman" panose="02020603050405020304" pitchFamily="18" charset="0"/>
                <a:sym typeface="Arial" panose="020B0604020202020204" pitchFamily="34" charset="0"/>
              </a:rPr>
              <a:t> </a:t>
            </a:r>
            <a:r>
              <a:rPr lang="zh-CN" altLang="en-US" sz="2000" dirty="0">
                <a:latin typeface="Times New Roman" panose="02020603050405020304" pitchFamily="18" charset="0"/>
                <a:sym typeface="Arial" panose="020B0604020202020204" pitchFamily="34" charset="0"/>
              </a:rPr>
              <a:t>→</a:t>
            </a:r>
            <a:r>
              <a:rPr lang="en-US" altLang="zh-CN" sz="2000" dirty="0">
                <a:latin typeface="Times New Roman" panose="02020603050405020304" pitchFamily="18" charset="0"/>
                <a:sym typeface="Arial" panose="020B0604020202020204" pitchFamily="34" charset="0"/>
              </a:rPr>
              <a:t>digit</a:t>
            </a:r>
            <a:r>
              <a:rPr lang="en-US" altLang="zh-CN" sz="2000" i="1" dirty="0">
                <a:latin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sym typeface="Arial" panose="020B0604020202020204" pitchFamily="34" charset="0"/>
              </a:rPr>
              <a:t>{ </a:t>
            </a:r>
            <a:r>
              <a:rPr lang="en-US" altLang="zh-CN" sz="2000" i="1" dirty="0" err="1">
                <a:latin typeface="Times New Roman" panose="02020603050405020304" pitchFamily="18" charset="0"/>
                <a:sym typeface="Arial" panose="020B0604020202020204" pitchFamily="34" charset="0"/>
              </a:rPr>
              <a:t>F.val</a:t>
            </a:r>
            <a:r>
              <a:rPr lang="en-US" altLang="zh-CN" sz="2000" dirty="0">
                <a:latin typeface="Times New Roman" panose="02020603050405020304" pitchFamily="18" charset="0"/>
                <a:sym typeface="Arial" panose="020B0604020202020204" pitchFamily="34" charset="0"/>
              </a:rPr>
              <a:t> = </a:t>
            </a:r>
            <a:r>
              <a:rPr lang="en-US" altLang="zh-CN" sz="2000" dirty="0" err="1">
                <a:latin typeface="Times New Roman" panose="02020603050405020304" pitchFamily="18" charset="0"/>
                <a:sym typeface="Arial" panose="020B0604020202020204" pitchFamily="34" charset="0"/>
              </a:rPr>
              <a:t>digit</a:t>
            </a:r>
            <a:r>
              <a:rPr lang="en-US" altLang="zh-CN" sz="2000" i="1" dirty="0" err="1">
                <a:latin typeface="Times New Roman" panose="02020603050405020304" pitchFamily="18" charset="0"/>
                <a:sym typeface="Arial" panose="020B0604020202020204" pitchFamily="34" charset="0"/>
              </a:rPr>
              <a:t>.lexval</a:t>
            </a:r>
            <a:r>
              <a:rPr lang="en-US" altLang="zh-CN" sz="2000" dirty="0">
                <a:latin typeface="Times New Roman" panose="02020603050405020304" pitchFamily="18" charset="0"/>
                <a:sym typeface="Arial" panose="020B0604020202020204" pitchFamily="34" charset="0"/>
              </a:rPr>
              <a:t> }</a:t>
            </a:r>
            <a:endParaRPr lang="zh-CN" altLang="en-US" sz="2000" dirty="0">
              <a:latin typeface="Times New Roman" panose="02020603050405020304" pitchFamily="18" charset="0"/>
            </a:endParaRPr>
          </a:p>
        </p:txBody>
      </p:sp>
      <p:sp>
        <p:nvSpPr>
          <p:cNvPr id="180247" name="AutoShape 23">
            <a:extLst>
              <a:ext uri="{FF2B5EF4-FFF2-40B4-BE49-F238E27FC236}">
                <a16:creationId xmlns:a16="http://schemas.microsoft.com/office/drawing/2014/main" id="{33337676-C861-4DBE-AB8D-5765CC8D468C}"/>
              </a:ext>
            </a:extLst>
          </p:cNvPr>
          <p:cNvSpPr>
            <a:spLocks noChangeArrowheads="1"/>
          </p:cNvSpPr>
          <p:nvPr/>
        </p:nvSpPr>
        <p:spPr bwMode="auto">
          <a:xfrm>
            <a:off x="4397375" y="2100263"/>
            <a:ext cx="323850" cy="212725"/>
          </a:xfrm>
          <a:prstGeom prst="downArrow">
            <a:avLst>
              <a:gd name="adj1" fmla="val 50000"/>
              <a:gd name="adj2" fmla="val 58097"/>
            </a:avLst>
          </a:prstGeom>
          <a:solidFill>
            <a:schemeClr val="tx2">
              <a:lumMod val="60000"/>
              <a:lumOff val="40000"/>
            </a:schemeClr>
          </a:solidFill>
          <a:ln w="12700">
            <a:solidFill>
              <a:schemeClr val="tx1"/>
            </a:solidFill>
            <a:miter lim="800000"/>
            <a:headEnd/>
            <a:tailEnd/>
          </a:ln>
          <a:effectLst/>
        </p:spPr>
        <p:txBody>
          <a:bodyPr vert="eaVert" wrap="none" lIns="68580" tIns="34290" rIns="68580" bIns="34290" anchor="ctr"/>
          <a:lstStyle/>
          <a:p>
            <a:pPr eaLnBrk="1" hangingPunct="1">
              <a:defRPr/>
            </a:pPr>
            <a:endParaRPr lang="zh-CN" altLang="en-US"/>
          </a:p>
        </p:txBody>
      </p:sp>
      <p:sp>
        <p:nvSpPr>
          <p:cNvPr id="4" name="矩形 3">
            <a:extLst>
              <a:ext uri="{FF2B5EF4-FFF2-40B4-BE49-F238E27FC236}">
                <a16:creationId xmlns:a16="http://schemas.microsoft.com/office/drawing/2014/main" id="{A2ED1884-D511-4CF1-8F43-7D1B28D256D2}"/>
              </a:ext>
            </a:extLst>
          </p:cNvPr>
          <p:cNvSpPr/>
          <p:nvPr/>
        </p:nvSpPr>
        <p:spPr>
          <a:xfrm>
            <a:off x="6012160" y="2112964"/>
            <a:ext cx="2677786" cy="646331"/>
          </a:xfrm>
          <a:prstGeom prst="rect">
            <a:avLst/>
          </a:prstGeom>
          <a:solidFill>
            <a:schemeClr val="accent2">
              <a:lumMod val="20000"/>
              <a:lumOff val="80000"/>
            </a:schemeClr>
          </a:solidFill>
          <a:ln>
            <a:solidFill>
              <a:schemeClr val="tx1"/>
            </a:solidFill>
          </a:ln>
        </p:spPr>
        <p:txBody>
          <a:bodyPr wrap="square">
            <a:spAutoFit/>
          </a:bodyPr>
          <a:lstStyle/>
          <a:p>
            <a:pPr marL="0" lvl="1" indent="0">
              <a:spcBef>
                <a:spcPct val="30000"/>
              </a:spcBef>
              <a:defRPr/>
            </a:pPr>
            <a:r>
              <a:rPr lang="zh-CN" altLang="en-US" dirty="0">
                <a:solidFill>
                  <a:srgbClr val="000000"/>
                </a:solidFill>
                <a:latin typeface="+mn-ea"/>
                <a:ea typeface="+mn-ea"/>
              </a:rPr>
              <a:t>修改后的</a:t>
            </a:r>
            <a:r>
              <a:rPr lang="en-US" altLang="zh-CN" i="1" dirty="0">
                <a:solidFill>
                  <a:srgbClr val="000000"/>
                </a:solidFill>
                <a:latin typeface="Times New Roman" panose="02020603050405020304" pitchFamily="18" charset="0"/>
                <a:ea typeface="+mn-ea"/>
                <a:cs typeface="Times New Roman" panose="02020603050405020304" pitchFamily="18" charset="0"/>
              </a:rPr>
              <a:t>SDT</a:t>
            </a:r>
            <a:r>
              <a:rPr lang="zh-CN" altLang="en-US" dirty="0">
                <a:solidFill>
                  <a:srgbClr val="000000"/>
                </a:solidFill>
                <a:latin typeface="+mn-ea"/>
                <a:ea typeface="+mn-ea"/>
              </a:rPr>
              <a:t>，所有语义动作都位于产生式末尾</a:t>
            </a:r>
            <a:endParaRPr lang="en-US" altLang="zh-CN" dirty="0">
              <a:solidFill>
                <a:srgbClr val="000000"/>
              </a:solidFill>
              <a:latin typeface="+mn-ea"/>
              <a:ea typeface="+mn-ea"/>
            </a:endParaRPr>
          </a:p>
        </p:txBody>
      </p:sp>
      <p:sp>
        <p:nvSpPr>
          <p:cNvPr id="5" name="对话气泡: 圆角矩形 4">
            <a:extLst>
              <a:ext uri="{FF2B5EF4-FFF2-40B4-BE49-F238E27FC236}">
                <a16:creationId xmlns:a16="http://schemas.microsoft.com/office/drawing/2014/main" id="{D70BC6C1-D7D3-49BC-86CA-49B1D4AE398C}"/>
              </a:ext>
            </a:extLst>
          </p:cNvPr>
          <p:cNvSpPr/>
          <p:nvPr/>
        </p:nvSpPr>
        <p:spPr>
          <a:xfrm>
            <a:off x="136480" y="2820343"/>
            <a:ext cx="1721166" cy="1551607"/>
          </a:xfrm>
          <a:prstGeom prst="wedgeRoundRectCallout">
            <a:avLst>
              <a:gd name="adj1" fmla="val 125675"/>
              <a:gd name="adj2" fmla="val 19530"/>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defRPr/>
            </a:pPr>
            <a:r>
              <a:rPr lang="zh-CN" altLang="en-US" dirty="0">
                <a:solidFill>
                  <a:srgbClr val="0070C0"/>
                </a:solidFill>
                <a:latin typeface="楷体" pitchFamily="49" charset="-122"/>
                <a:ea typeface="楷体" pitchFamily="49" charset="-122"/>
                <a:cs typeface="Times New Roman" pitchFamily="18" charset="0"/>
              </a:rPr>
              <a:t>思考：如何保证正确访问未出现在该产生式中的符号的属性？</a:t>
            </a:r>
          </a:p>
        </p:txBody>
      </p:sp>
      <p:sp>
        <p:nvSpPr>
          <p:cNvPr id="12" name="矩形 11">
            <a:extLst>
              <a:ext uri="{FF2B5EF4-FFF2-40B4-BE49-F238E27FC236}">
                <a16:creationId xmlns:a16="http://schemas.microsoft.com/office/drawing/2014/main" id="{35119BBC-F072-4309-86A7-CFE6EA2E4410}"/>
              </a:ext>
            </a:extLst>
          </p:cNvPr>
          <p:cNvSpPr/>
          <p:nvPr/>
        </p:nvSpPr>
        <p:spPr>
          <a:xfrm>
            <a:off x="5837337" y="2893924"/>
            <a:ext cx="3195108" cy="923330"/>
          </a:xfrm>
          <a:prstGeom prst="rect">
            <a:avLst/>
          </a:prstGeom>
          <a:solidFill>
            <a:schemeClr val="accent2">
              <a:lumMod val="20000"/>
              <a:lumOff val="80000"/>
            </a:schemeClr>
          </a:solidFill>
          <a:ln>
            <a:solidFill>
              <a:schemeClr val="tx1"/>
            </a:solidFill>
          </a:ln>
        </p:spPr>
        <p:txBody>
          <a:bodyPr wrap="square">
            <a:spAutoFit/>
          </a:bodyPr>
          <a:lstStyle/>
          <a:p>
            <a:pPr marL="0" lvl="1" indent="0">
              <a:spcBef>
                <a:spcPct val="30000"/>
              </a:spcBef>
              <a:defRPr/>
            </a:pPr>
            <a:r>
              <a:rPr lang="en-US" altLang="zh-CN" dirty="0">
                <a:solidFill>
                  <a:srgbClr val="000000"/>
                </a:solidFill>
                <a:latin typeface="Times New Roman" panose="02020603050405020304" pitchFamily="18" charset="0"/>
                <a:ea typeface="+mn-ea"/>
                <a:cs typeface="Times New Roman" panose="02020603050405020304" pitchFamily="18" charset="0"/>
              </a:rPr>
              <a:t>F</a:t>
            </a:r>
            <a:r>
              <a:rPr lang="zh-CN" altLang="en-US" dirty="0">
                <a:solidFill>
                  <a:srgbClr val="000000"/>
                </a:solidFill>
                <a:latin typeface="Times New Roman" panose="02020603050405020304" pitchFamily="18" charset="0"/>
                <a:ea typeface="+mn-ea"/>
                <a:cs typeface="Times New Roman" panose="02020603050405020304" pitchFamily="18" charset="0"/>
              </a:rPr>
              <a:t>和</a:t>
            </a:r>
            <a:r>
              <a:rPr lang="en-US" altLang="zh-CN" dirty="0">
                <a:solidFill>
                  <a:srgbClr val="000000"/>
                </a:solidFill>
                <a:latin typeface="Times New Roman" panose="02020603050405020304" pitchFamily="18" charset="0"/>
                <a:ea typeface="+mn-ea"/>
                <a:cs typeface="Times New Roman" panose="02020603050405020304" pitchFamily="18" charset="0"/>
              </a:rPr>
              <a:t>N</a:t>
            </a:r>
            <a:r>
              <a:rPr lang="zh-CN" altLang="en-US" dirty="0">
                <a:solidFill>
                  <a:srgbClr val="000000"/>
                </a:solidFill>
                <a:latin typeface="Times New Roman" panose="02020603050405020304" pitchFamily="18" charset="0"/>
                <a:ea typeface="+mn-ea"/>
                <a:cs typeface="Times New Roman" panose="02020603050405020304" pitchFamily="18" charset="0"/>
              </a:rPr>
              <a:t>在产生式体中的相对位置保证：归约出</a:t>
            </a:r>
            <a:r>
              <a:rPr lang="en-US" altLang="zh-CN" dirty="0">
                <a:solidFill>
                  <a:srgbClr val="000000"/>
                </a:solidFill>
                <a:latin typeface="Times New Roman" panose="02020603050405020304" pitchFamily="18" charset="0"/>
                <a:ea typeface="+mn-ea"/>
                <a:cs typeface="Times New Roman" panose="02020603050405020304" pitchFamily="18" charset="0"/>
              </a:rPr>
              <a:t>N</a:t>
            </a:r>
            <a:r>
              <a:rPr lang="zh-CN" altLang="en-US" dirty="0">
                <a:solidFill>
                  <a:srgbClr val="000000"/>
                </a:solidFill>
                <a:latin typeface="Times New Roman" panose="02020603050405020304" pitchFamily="18" charset="0"/>
                <a:ea typeface="+mn-ea"/>
                <a:cs typeface="Times New Roman" panose="02020603050405020304" pitchFamily="18" charset="0"/>
              </a:rPr>
              <a:t>时，栈底一定已归约出</a:t>
            </a:r>
            <a:r>
              <a:rPr lang="en-US" altLang="zh-CN" dirty="0">
                <a:solidFill>
                  <a:srgbClr val="000000"/>
                </a:solidFill>
                <a:latin typeface="Times New Roman" panose="02020603050405020304" pitchFamily="18" charset="0"/>
                <a:ea typeface="+mn-ea"/>
                <a:cs typeface="Times New Roman" panose="02020603050405020304" pitchFamily="18" charset="0"/>
              </a:rPr>
              <a:t>F</a:t>
            </a:r>
          </a:p>
        </p:txBody>
      </p:sp>
      <p:sp>
        <p:nvSpPr>
          <p:cNvPr id="3" name="灯片编号占位符 2">
            <a:extLst>
              <a:ext uri="{FF2B5EF4-FFF2-40B4-BE49-F238E27FC236}">
                <a16:creationId xmlns:a16="http://schemas.microsoft.com/office/drawing/2014/main" id="{61ADE92E-56B7-448C-B036-DF737B1DF552}"/>
              </a:ext>
            </a:extLst>
          </p:cNvPr>
          <p:cNvSpPr>
            <a:spLocks noGrp="1"/>
          </p:cNvSpPr>
          <p:nvPr>
            <p:ph type="sldNum" sz="quarter" idx="10"/>
          </p:nvPr>
        </p:nvSpPr>
        <p:spPr/>
        <p:txBody>
          <a:bodyPr/>
          <a:lstStyle/>
          <a:p>
            <a:pPr>
              <a:defRPr/>
            </a:pPr>
            <a:fld id="{8E104948-B687-4A74-87EB-9097C047E113}" type="slidenum">
              <a:rPr lang="zh-CN" altLang="en-US" smtClean="0"/>
              <a:pPr>
                <a:defRPr/>
              </a:pPr>
              <a:t>83</a:t>
            </a:fld>
            <a:endParaRPr lang="en-US" altLang="zh-CN"/>
          </a:p>
        </p:txBody>
      </p:sp>
      <p:sp>
        <p:nvSpPr>
          <p:cNvPr id="6" name="矩形 5">
            <a:extLst>
              <a:ext uri="{FF2B5EF4-FFF2-40B4-BE49-F238E27FC236}">
                <a16:creationId xmlns:a16="http://schemas.microsoft.com/office/drawing/2014/main" id="{91DDE53A-3238-4C46-B5A0-98BB8C588ED3}"/>
              </a:ext>
            </a:extLst>
          </p:cNvPr>
          <p:cNvSpPr/>
          <p:nvPr/>
        </p:nvSpPr>
        <p:spPr>
          <a:xfrm>
            <a:off x="5837337" y="3952676"/>
            <a:ext cx="3195108" cy="923330"/>
          </a:xfrm>
          <a:prstGeom prst="rect">
            <a:avLst/>
          </a:prstGeom>
          <a:solidFill>
            <a:schemeClr val="accent2">
              <a:lumMod val="20000"/>
              <a:lumOff val="80000"/>
            </a:schemeClr>
          </a:solidFill>
          <a:ln>
            <a:solidFill>
              <a:schemeClr val="tx1"/>
            </a:solidFill>
          </a:ln>
        </p:spPr>
        <p:txBody>
          <a:bodyPr wrap="square">
            <a:spAutoFit/>
          </a:bodyPr>
          <a:lstStyle/>
          <a:p>
            <a:r>
              <a:rPr lang="en-US" altLang="zh-CN" dirty="0">
                <a:latin typeface="Times New Roman" panose="02020603050405020304" pitchFamily="18" charset="0"/>
                <a:ea typeface="+mn-ea"/>
                <a:cs typeface="Times New Roman" panose="02020603050405020304" pitchFamily="18" charset="0"/>
              </a:rPr>
              <a:t>M</a:t>
            </a:r>
            <a:r>
              <a:rPr lang="zh-CN" altLang="en-US" dirty="0">
                <a:latin typeface="Times New Roman" panose="02020603050405020304" pitchFamily="18" charset="0"/>
                <a:ea typeface="+mn-ea"/>
                <a:cs typeface="Times New Roman" panose="02020603050405020304" pitchFamily="18" charset="0"/>
              </a:rPr>
              <a:t>和</a:t>
            </a:r>
            <a:r>
              <a:rPr lang="en-US" altLang="zh-CN" dirty="0">
                <a:latin typeface="Times New Roman" panose="02020603050405020304" pitchFamily="18" charset="0"/>
                <a:ea typeface="+mn-ea"/>
                <a:cs typeface="Times New Roman" panose="02020603050405020304" pitchFamily="18" charset="0"/>
              </a:rPr>
              <a:t>T’</a:t>
            </a:r>
            <a:r>
              <a:rPr lang="zh-CN" altLang="en-US" dirty="0">
                <a:latin typeface="Times New Roman" panose="02020603050405020304" pitchFamily="18" charset="0"/>
                <a:ea typeface="+mn-ea"/>
                <a:cs typeface="Times New Roman" panose="02020603050405020304" pitchFamily="18" charset="0"/>
              </a:rPr>
              <a:t>在产生式体中的相对位置保证在</a:t>
            </a:r>
            <a:r>
              <a:rPr lang="en-US" altLang="zh-CN" dirty="0">
                <a:latin typeface="Times New Roman" panose="02020603050405020304" pitchFamily="18" charset="0"/>
                <a:ea typeface="+mn-ea"/>
                <a:cs typeface="Times New Roman" panose="02020603050405020304" pitchFamily="18" charset="0"/>
              </a:rPr>
              <a:t>T’</a:t>
            </a:r>
            <a:r>
              <a:rPr lang="zh-CN" altLang="en-US" dirty="0">
                <a:latin typeface="Times New Roman" panose="02020603050405020304" pitchFamily="18" charset="0"/>
                <a:ea typeface="+mn-ea"/>
                <a:cs typeface="Times New Roman" panose="02020603050405020304" pitchFamily="18" charset="0"/>
              </a:rPr>
              <a:t>的右部入栈时，</a:t>
            </a:r>
            <a:r>
              <a:rPr lang="en-US" altLang="zh-CN" dirty="0">
                <a:latin typeface="Times New Roman" panose="02020603050405020304" pitchFamily="18" charset="0"/>
                <a:ea typeface="+mn-ea"/>
                <a:cs typeface="Times New Roman" panose="02020603050405020304" pitchFamily="18" charset="0"/>
              </a:rPr>
              <a:t>M</a:t>
            </a:r>
            <a:r>
              <a:rPr lang="zh-CN" altLang="en-US" dirty="0">
                <a:latin typeface="Times New Roman" panose="02020603050405020304" pitchFamily="18" charset="0"/>
                <a:ea typeface="+mn-ea"/>
                <a:cs typeface="Times New Roman" panose="02020603050405020304" pitchFamily="18" charset="0"/>
              </a:rPr>
              <a:t>已经在栈下面的某个位置了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p:cTn id="7" dur="500" fill="hold"/>
                                        <p:tgtEl>
                                          <p:spTgt spid="4">
                                            <p:bg/>
                                          </p:spTgt>
                                        </p:tgtEl>
                                        <p:attrNameLst>
                                          <p:attrName>ppt_w</p:attrName>
                                        </p:attrNameLst>
                                      </p:cBhvr>
                                      <p:tavLst>
                                        <p:tav tm="0">
                                          <p:val>
                                            <p:fltVal val="0"/>
                                          </p:val>
                                        </p:tav>
                                        <p:tav tm="100000">
                                          <p:val>
                                            <p:strVal val="#ppt_w"/>
                                          </p:val>
                                        </p:tav>
                                      </p:tavLst>
                                    </p:anim>
                                    <p:anim calcmode="lin" valueType="num">
                                      <p:cBhvr>
                                        <p:cTn id="8" dur="500" fill="hold"/>
                                        <p:tgtEl>
                                          <p:spTgt spid="4">
                                            <p:bg/>
                                          </p:spTgt>
                                        </p:tgtEl>
                                        <p:attrNameLst>
                                          <p:attrName>ppt_h</p:attrName>
                                        </p:attrNameLst>
                                      </p:cBhvr>
                                      <p:tavLst>
                                        <p:tav tm="0">
                                          <p:val>
                                            <p:fltVal val="0"/>
                                          </p:val>
                                        </p:tav>
                                        <p:tav tm="100000">
                                          <p:val>
                                            <p:strVal val="#ppt_h"/>
                                          </p:val>
                                        </p:tav>
                                      </p:tavLst>
                                    </p:anim>
                                    <p:animEffect transition="in" filter="fade">
                                      <p:cBhvr>
                                        <p:cTn id="9" dur="500"/>
                                        <p:tgtEl>
                                          <p:spTgt spid="4">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p:cTn id="12"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
                                            <p:bg/>
                                          </p:spTgt>
                                        </p:tgtEl>
                                        <p:attrNameLst>
                                          <p:attrName>style.visibility</p:attrName>
                                        </p:attrNameLst>
                                      </p:cBhvr>
                                      <p:to>
                                        <p:strVal val="visible"/>
                                      </p:to>
                                    </p:set>
                                    <p:anim calcmode="lin" valueType="num">
                                      <p:cBhvr>
                                        <p:cTn id="24" dur="500" fill="hold"/>
                                        <p:tgtEl>
                                          <p:spTgt spid="12">
                                            <p:bg/>
                                          </p:spTgt>
                                        </p:tgtEl>
                                        <p:attrNameLst>
                                          <p:attrName>ppt_w</p:attrName>
                                        </p:attrNameLst>
                                      </p:cBhvr>
                                      <p:tavLst>
                                        <p:tav tm="0">
                                          <p:val>
                                            <p:fltVal val="0"/>
                                          </p:val>
                                        </p:tav>
                                        <p:tav tm="100000">
                                          <p:val>
                                            <p:strVal val="#ppt_w"/>
                                          </p:val>
                                        </p:tav>
                                      </p:tavLst>
                                    </p:anim>
                                    <p:anim calcmode="lin" valueType="num">
                                      <p:cBhvr>
                                        <p:cTn id="25" dur="500" fill="hold"/>
                                        <p:tgtEl>
                                          <p:spTgt spid="12">
                                            <p:bg/>
                                          </p:spTgt>
                                        </p:tgtEl>
                                        <p:attrNameLst>
                                          <p:attrName>ppt_h</p:attrName>
                                        </p:attrNameLst>
                                      </p:cBhvr>
                                      <p:tavLst>
                                        <p:tav tm="0">
                                          <p:val>
                                            <p:fltVal val="0"/>
                                          </p:val>
                                        </p:tav>
                                        <p:tav tm="100000">
                                          <p:val>
                                            <p:strVal val="#ppt_h"/>
                                          </p:val>
                                        </p:tav>
                                      </p:tavLst>
                                    </p:anim>
                                    <p:animEffect transition="in" filter="fade">
                                      <p:cBhvr>
                                        <p:cTn id="26" dur="500"/>
                                        <p:tgtEl>
                                          <p:spTgt spid="12">
                                            <p:bg/>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anim calcmode="lin" valueType="num">
                                      <p:cBhvr>
                                        <p:cTn id="29"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30"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31" dur="500"/>
                                        <p:tgtEl>
                                          <p:spTgt spid="12">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animBg="1"/>
      <p:bldP spid="12" grpId="0" uiExpand="1" build="allAtOnce" animBg="1"/>
      <p:bldP spid="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200" name="Rectangle 56">
            <a:extLst>
              <a:ext uri="{FF2B5EF4-FFF2-40B4-BE49-F238E27FC236}">
                <a16:creationId xmlns:a16="http://schemas.microsoft.com/office/drawing/2014/main" id="{CD32CFBF-CE83-4C09-BD0F-CAA2D9CA85B5}"/>
              </a:ext>
            </a:extLst>
          </p:cNvPr>
          <p:cNvSpPr>
            <a:spLocks noChangeArrowheads="1"/>
          </p:cNvSpPr>
          <p:nvPr/>
        </p:nvSpPr>
        <p:spPr bwMode="auto">
          <a:xfrm>
            <a:off x="5562600" y="2651125"/>
            <a:ext cx="1746250" cy="369888"/>
          </a:xfrm>
          <a:prstGeom prst="rect">
            <a:avLst/>
          </a:prstGeom>
          <a:noFill/>
          <a:ln>
            <a:noFill/>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r>
              <a:rPr kumimoji="1" lang="zh-CN" altLang="en-US" sz="1800" dirty="0">
                <a:solidFill>
                  <a:schemeClr val="tx2">
                    <a:lumMod val="60000"/>
                    <a:lumOff val="40000"/>
                  </a:schemeClr>
                </a:solidFill>
                <a:latin typeface="+mn-ea"/>
                <a:ea typeface="+mn-ea"/>
                <a:cs typeface="Times New Roman" panose="02020603050405020304" pitchFamily="18" charset="0"/>
              </a:rPr>
              <a:t>输入：</a:t>
            </a:r>
            <a:r>
              <a:rPr kumimoji="1" lang="en-US" altLang="zh-CN" sz="18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 </a:t>
            </a:r>
            <a:r>
              <a:rPr kumimoji="1" lang="en-US" altLang="zh-CN"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rPr>
              <a:t>3 * 5 $</a:t>
            </a:r>
            <a:endParaRPr kumimoji="1" lang="zh-CN" altLang="en-US"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endParaRPr>
          </a:p>
        </p:txBody>
      </p:sp>
      <p:sp>
        <p:nvSpPr>
          <p:cNvPr id="182328" name="Line 56">
            <a:extLst>
              <a:ext uri="{FF2B5EF4-FFF2-40B4-BE49-F238E27FC236}">
                <a16:creationId xmlns:a16="http://schemas.microsoft.com/office/drawing/2014/main" id="{A9D87EB6-1163-4988-A8DD-BA225D4D3788}"/>
              </a:ext>
            </a:extLst>
          </p:cNvPr>
          <p:cNvSpPr>
            <a:spLocks noChangeShapeType="1"/>
          </p:cNvSpPr>
          <p:nvPr/>
        </p:nvSpPr>
        <p:spPr bwMode="auto">
          <a:xfrm flipV="1">
            <a:off x="6678613" y="2974975"/>
            <a:ext cx="0" cy="217488"/>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2329" name="Line 57">
            <a:extLst>
              <a:ext uri="{FF2B5EF4-FFF2-40B4-BE49-F238E27FC236}">
                <a16:creationId xmlns:a16="http://schemas.microsoft.com/office/drawing/2014/main" id="{0A8F6B15-0C08-4BB4-ABF5-0CC0A6B04B19}"/>
              </a:ext>
            </a:extLst>
          </p:cNvPr>
          <p:cNvSpPr>
            <a:spLocks noChangeShapeType="1"/>
          </p:cNvSpPr>
          <p:nvPr/>
        </p:nvSpPr>
        <p:spPr bwMode="auto">
          <a:xfrm flipV="1">
            <a:off x="6454775" y="2974975"/>
            <a:ext cx="0" cy="217488"/>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9141" name="标题 1">
            <a:extLst>
              <a:ext uri="{FF2B5EF4-FFF2-40B4-BE49-F238E27FC236}">
                <a16:creationId xmlns:a16="http://schemas.microsoft.com/office/drawing/2014/main" id="{A6F58E55-3F71-481E-9100-D04F1CA74954}"/>
              </a:ext>
            </a:extLst>
          </p:cNvPr>
          <p:cNvSpPr>
            <a:spLocks noGrp="1"/>
          </p:cNvSpPr>
          <p:nvPr>
            <p:ph type="title"/>
          </p:nvPr>
        </p:nvSpPr>
        <p:spPr>
          <a:xfrm>
            <a:off x="755650" y="268288"/>
            <a:ext cx="7931150" cy="358775"/>
          </a:xfrm>
        </p:spPr>
        <p:txBody>
          <a:bodyPr/>
          <a:lstStyle/>
          <a:p>
            <a:pPr>
              <a:defRPr/>
            </a:pPr>
            <a:r>
              <a:rPr lang="zh-CN" altLang="en-US" spc="300" dirty="0">
                <a:solidFill>
                  <a:prstClr val="black"/>
                </a:solidFill>
                <a:cs typeface="Times New Roman" pitchFamily="18" charset="0"/>
              </a:rPr>
              <a:t>例</a:t>
            </a:r>
            <a:endParaRPr lang="zh-CN" altLang="en-US" dirty="0"/>
          </a:p>
        </p:txBody>
      </p:sp>
      <p:grpSp>
        <p:nvGrpSpPr>
          <p:cNvPr id="191494" name="组合 11">
            <a:extLst>
              <a:ext uri="{FF2B5EF4-FFF2-40B4-BE49-F238E27FC236}">
                <a16:creationId xmlns:a16="http://schemas.microsoft.com/office/drawing/2014/main" id="{37087E0D-DDA9-4168-9059-F1038200287E}"/>
              </a:ext>
            </a:extLst>
          </p:cNvPr>
          <p:cNvGrpSpPr>
            <a:grpSpLocks/>
          </p:cNvGrpSpPr>
          <p:nvPr/>
        </p:nvGrpSpPr>
        <p:grpSpPr bwMode="auto">
          <a:xfrm>
            <a:off x="0" y="195263"/>
            <a:ext cx="755650" cy="431800"/>
            <a:chOff x="-786" y="195486"/>
            <a:chExt cx="756363" cy="432048"/>
          </a:xfrm>
        </p:grpSpPr>
        <p:sp>
          <p:nvSpPr>
            <p:cNvPr id="13" name="五边形 12">
              <a:extLst>
                <a:ext uri="{FF2B5EF4-FFF2-40B4-BE49-F238E27FC236}">
                  <a16:creationId xmlns:a16="http://schemas.microsoft.com/office/drawing/2014/main" id="{F89253D4-8F43-4555-A0AB-25899FDA6E20}"/>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91536" name="五边形 13">
              <a:extLst>
                <a:ext uri="{FF2B5EF4-FFF2-40B4-BE49-F238E27FC236}">
                  <a16:creationId xmlns:a16="http://schemas.microsoft.com/office/drawing/2014/main" id="{1EC6D1DF-B7C5-4014-8E11-7F5FCADD9596}"/>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16" name="Rectangle 17">
            <a:extLst>
              <a:ext uri="{FF2B5EF4-FFF2-40B4-BE49-F238E27FC236}">
                <a16:creationId xmlns:a16="http://schemas.microsoft.com/office/drawing/2014/main" id="{DA93D7AB-DB4C-4EE7-954A-57C27E9A23BD}"/>
              </a:ext>
            </a:extLst>
          </p:cNvPr>
          <p:cNvSpPr>
            <a:spLocks noChangeArrowheads="1"/>
          </p:cNvSpPr>
          <p:nvPr/>
        </p:nvSpPr>
        <p:spPr bwMode="auto">
          <a:xfrm>
            <a:off x="4895850" y="3856038"/>
            <a:ext cx="269875" cy="271462"/>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华文楷体" panose="02010600040101010101" pitchFamily="2" charset="-122"/>
                <a:ea typeface="华文楷体" panose="02010600040101010101" pitchFamily="2" charset="-122"/>
              </a:rPr>
              <a:t>$</a:t>
            </a:r>
          </a:p>
        </p:txBody>
      </p:sp>
      <p:sp>
        <p:nvSpPr>
          <p:cNvPr id="17" name="Rectangle 18">
            <a:extLst>
              <a:ext uri="{FF2B5EF4-FFF2-40B4-BE49-F238E27FC236}">
                <a16:creationId xmlns:a16="http://schemas.microsoft.com/office/drawing/2014/main" id="{2D0E93E8-6D8B-41AE-BF60-F975077745CA}"/>
              </a:ext>
            </a:extLst>
          </p:cNvPr>
          <p:cNvSpPr>
            <a:spLocks noChangeArrowheads="1"/>
          </p:cNvSpPr>
          <p:nvPr/>
        </p:nvSpPr>
        <p:spPr bwMode="auto">
          <a:xfrm>
            <a:off x="5165725" y="3856038"/>
            <a:ext cx="271463"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d</a:t>
            </a:r>
          </a:p>
        </p:txBody>
      </p:sp>
      <p:sp>
        <p:nvSpPr>
          <p:cNvPr id="18" name="Rectangle 19">
            <a:extLst>
              <a:ext uri="{FF2B5EF4-FFF2-40B4-BE49-F238E27FC236}">
                <a16:creationId xmlns:a16="http://schemas.microsoft.com/office/drawing/2014/main" id="{574A9A29-E7C1-45C9-82D2-B9C60AABDF52}"/>
              </a:ext>
            </a:extLst>
          </p:cNvPr>
          <p:cNvSpPr>
            <a:spLocks noChangeArrowheads="1"/>
          </p:cNvSpPr>
          <p:nvPr/>
        </p:nvSpPr>
        <p:spPr bwMode="auto">
          <a:xfrm>
            <a:off x="5165725" y="4125913"/>
            <a:ext cx="271463" cy="3540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a:solidFill>
                  <a:srgbClr val="000000"/>
                </a:solidFill>
                <a:latin typeface="Times New Roman" panose="02020603050405020304" pitchFamily="18" charset="0"/>
              </a:rPr>
              <a:t>3</a:t>
            </a:r>
            <a:endParaRPr lang="zh-CN" altLang="en-US" sz="1700">
              <a:solidFill>
                <a:srgbClr val="000000"/>
              </a:solidFill>
              <a:latin typeface="Times New Roman" panose="02020603050405020304" pitchFamily="18" charset="0"/>
            </a:endParaRPr>
          </a:p>
        </p:txBody>
      </p:sp>
      <p:sp>
        <p:nvSpPr>
          <p:cNvPr id="29" name="Rectangle 17">
            <a:extLst>
              <a:ext uri="{FF2B5EF4-FFF2-40B4-BE49-F238E27FC236}">
                <a16:creationId xmlns:a16="http://schemas.microsoft.com/office/drawing/2014/main" id="{C60C64B3-9D02-4844-9763-F70CB2D8DD52}"/>
              </a:ext>
            </a:extLst>
          </p:cNvPr>
          <p:cNvSpPr>
            <a:spLocks noChangeArrowheads="1"/>
          </p:cNvSpPr>
          <p:nvPr/>
        </p:nvSpPr>
        <p:spPr bwMode="auto">
          <a:xfrm>
            <a:off x="4895850" y="3598863"/>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0</a:t>
            </a:r>
          </a:p>
        </p:txBody>
      </p:sp>
      <p:sp>
        <p:nvSpPr>
          <p:cNvPr id="30" name="Rectangle 18">
            <a:extLst>
              <a:ext uri="{FF2B5EF4-FFF2-40B4-BE49-F238E27FC236}">
                <a16:creationId xmlns:a16="http://schemas.microsoft.com/office/drawing/2014/main" id="{DCD43F74-96B4-4ABA-9531-EE14756A8FEA}"/>
              </a:ext>
            </a:extLst>
          </p:cNvPr>
          <p:cNvSpPr>
            <a:spLocks noChangeArrowheads="1"/>
          </p:cNvSpPr>
          <p:nvPr/>
        </p:nvSpPr>
        <p:spPr bwMode="auto">
          <a:xfrm>
            <a:off x="5165725" y="3597275"/>
            <a:ext cx="271463"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3</a:t>
            </a:r>
          </a:p>
        </p:txBody>
      </p:sp>
      <p:sp>
        <p:nvSpPr>
          <p:cNvPr id="191500" name="矩形 34">
            <a:extLst>
              <a:ext uri="{FF2B5EF4-FFF2-40B4-BE49-F238E27FC236}">
                <a16:creationId xmlns:a16="http://schemas.microsoft.com/office/drawing/2014/main" id="{0010720C-35AD-4BAF-B143-0D6E0B348A49}"/>
              </a:ext>
            </a:extLst>
          </p:cNvPr>
          <p:cNvSpPr>
            <a:spLocks noChangeArrowheads="1"/>
          </p:cNvSpPr>
          <p:nvPr/>
        </p:nvSpPr>
        <p:spPr bwMode="auto">
          <a:xfrm>
            <a:off x="30163" y="4143375"/>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SLR</a:t>
            </a:r>
            <a:r>
              <a:rPr kumimoji="1"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自动机</a:t>
            </a:r>
            <a:endParaRPr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191501" name="组合 80">
            <a:extLst>
              <a:ext uri="{FF2B5EF4-FFF2-40B4-BE49-F238E27FC236}">
                <a16:creationId xmlns:a16="http://schemas.microsoft.com/office/drawing/2014/main" id="{529873C0-7976-442B-888B-A4B0D0FEEB7F}"/>
              </a:ext>
            </a:extLst>
          </p:cNvPr>
          <p:cNvGrpSpPr>
            <a:grpSpLocks/>
          </p:cNvGrpSpPr>
          <p:nvPr/>
        </p:nvGrpSpPr>
        <p:grpSpPr bwMode="auto">
          <a:xfrm>
            <a:off x="52388" y="1274763"/>
            <a:ext cx="4589462" cy="3762375"/>
            <a:chOff x="3431846" y="1052514"/>
            <a:chExt cx="6118556" cy="5015607"/>
          </a:xfrm>
        </p:grpSpPr>
        <p:sp>
          <p:nvSpPr>
            <p:cNvPr id="82" name="Text Box 2">
              <a:extLst>
                <a:ext uri="{FF2B5EF4-FFF2-40B4-BE49-F238E27FC236}">
                  <a16:creationId xmlns:a16="http://schemas.microsoft.com/office/drawing/2014/main" id="{FDF51BF9-94FC-4E14-827A-A6F08DB126E8}"/>
                </a:ext>
              </a:extLst>
            </p:cNvPr>
            <p:cNvSpPr txBox="1">
              <a:spLocks noChangeArrowheads="1"/>
            </p:cNvSpPr>
            <p:nvPr/>
          </p:nvSpPr>
          <p:spPr bwMode="auto">
            <a:xfrm>
              <a:off x="3575762" y="1412283"/>
              <a:ext cx="1439162" cy="114914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a:solidFill>
                    <a:srgbClr val="000000"/>
                  </a:solidFill>
                  <a:latin typeface="Times New Roman" panose="02020603050405020304" pitchFamily="18" charset="0"/>
                </a:rPr>
                <a:t>I</a:t>
              </a:r>
              <a:r>
                <a:rPr kumimoji="1" lang="en-US" altLang="zh-CN" sz="1400" i="1" baseline="-25000">
                  <a:solidFill>
                    <a:srgbClr val="000000"/>
                  </a:solidFill>
                  <a:latin typeface="Times New Roman" panose="02020603050405020304" pitchFamily="18" charset="0"/>
                </a:rPr>
                <a:t>0</a:t>
              </a:r>
              <a:r>
                <a:rPr kumimoji="1" lang="en-US" altLang="zh-CN" sz="1400" i="1">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S</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 · T</a:t>
              </a:r>
            </a:p>
            <a:p>
              <a:pPr>
                <a:spcBef>
                  <a:spcPct val="0"/>
                </a:spcBef>
                <a:buClrTx/>
                <a:buSzTx/>
                <a:buFontTx/>
                <a:buNone/>
                <a:defRPr/>
              </a:pPr>
              <a:r>
                <a:rPr kumimoji="1" lang="en-US" altLang="zh-CN" sz="1400" i="1">
                  <a:solidFill>
                    <a:srgbClr val="000000"/>
                  </a:solidFill>
                  <a:latin typeface="Times New Roman" panose="02020603050405020304" pitchFamily="18" charset="0"/>
                </a:rPr>
                <a:t>T→ · FMT</a:t>
              </a:r>
              <a:r>
                <a:rPr lang="en-US" altLang="zh-CN" sz="1400" b="0" i="1">
                  <a:solidFill>
                    <a:srgbClr val="000000"/>
                  </a:solidFill>
                  <a:latin typeface="Times New Roman" panose="02020603050405020304" pitchFamily="18" charset="0"/>
                  <a:sym typeface="Times New Roman" panose="02020603050405020304" pitchFamily="18" charset="0"/>
                </a:rPr>
                <a:t>΄</a:t>
              </a:r>
              <a:endParaRPr kumimoji="1" lang="en-US" altLang="zh-CN" sz="1400" i="1">
                <a:solidFill>
                  <a:srgbClr val="000000"/>
                </a:solidFill>
                <a:latin typeface="Times New Roman" panose="02020603050405020304" pitchFamily="18" charset="0"/>
              </a:endParaRPr>
            </a:p>
            <a:p>
              <a:pPr>
                <a:spcBef>
                  <a:spcPct val="0"/>
                </a:spcBef>
                <a:buClrTx/>
                <a:buSzTx/>
                <a:buFontTx/>
                <a:buNone/>
                <a:defRPr/>
              </a:pPr>
              <a:r>
                <a:rPr kumimoji="1" lang="en-US" altLang="zh-CN" sz="1400" i="1">
                  <a:solidFill>
                    <a:srgbClr val="000000"/>
                  </a:solidFill>
                  <a:latin typeface="Times New Roman" panose="02020603050405020304" pitchFamily="18" charset="0"/>
                </a:rPr>
                <a:t>F→ · </a:t>
              </a:r>
              <a:r>
                <a:rPr kumimoji="1" lang="en-US" altLang="zh-CN" sz="1400">
                  <a:solidFill>
                    <a:srgbClr val="000000"/>
                  </a:solidFill>
                  <a:latin typeface="Times New Roman" panose="02020603050405020304" pitchFamily="18" charset="0"/>
                </a:rPr>
                <a:t>d</a:t>
              </a:r>
            </a:p>
          </p:txBody>
        </p:sp>
        <p:sp>
          <p:nvSpPr>
            <p:cNvPr id="83" name="Text Box 3">
              <a:extLst>
                <a:ext uri="{FF2B5EF4-FFF2-40B4-BE49-F238E27FC236}">
                  <a16:creationId xmlns:a16="http://schemas.microsoft.com/office/drawing/2014/main" id="{047E2095-7850-4C94-BBD4-51EBE1069CC1}"/>
                </a:ext>
              </a:extLst>
            </p:cNvPr>
            <p:cNvSpPr txBox="1">
              <a:spLocks noChangeArrowheads="1"/>
            </p:cNvSpPr>
            <p:nvPr/>
          </p:nvSpPr>
          <p:spPr bwMode="auto">
            <a:xfrm>
              <a:off x="5520747" y="1052514"/>
              <a:ext cx="1223288"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a:solidFill>
                    <a:srgbClr val="000000"/>
                  </a:solidFill>
                  <a:latin typeface="Times New Roman" panose="02020603050405020304" pitchFamily="18" charset="0"/>
                </a:rPr>
                <a:t>I</a:t>
              </a:r>
              <a:r>
                <a:rPr kumimoji="1" lang="en-US" altLang="zh-CN" sz="1400" i="1" baseline="-25000">
                  <a:solidFill>
                    <a:srgbClr val="000000"/>
                  </a:solidFill>
                  <a:latin typeface="Times New Roman" panose="02020603050405020304" pitchFamily="18" charset="0"/>
                </a:rPr>
                <a:t>1</a:t>
              </a:r>
              <a:r>
                <a:rPr kumimoji="1" lang="en-US" altLang="zh-CN" sz="1400" i="1">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S</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→T ·</a:t>
              </a:r>
            </a:p>
          </p:txBody>
        </p:sp>
        <p:sp>
          <p:nvSpPr>
            <p:cNvPr id="191505" name="Line 4">
              <a:extLst>
                <a:ext uri="{FF2B5EF4-FFF2-40B4-BE49-F238E27FC236}">
                  <a16:creationId xmlns:a16="http://schemas.microsoft.com/office/drawing/2014/main" id="{0BB7CACD-6521-4B55-B276-194FD4337048}"/>
                </a:ext>
              </a:extLst>
            </p:cNvPr>
            <p:cNvSpPr>
              <a:spLocks noChangeShapeType="1"/>
            </p:cNvSpPr>
            <p:nvPr/>
          </p:nvSpPr>
          <p:spPr bwMode="auto">
            <a:xfrm flipV="1">
              <a:off x="5016500" y="1557339"/>
              <a:ext cx="503238" cy="142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Text Box 5">
              <a:extLst>
                <a:ext uri="{FF2B5EF4-FFF2-40B4-BE49-F238E27FC236}">
                  <a16:creationId xmlns:a16="http://schemas.microsoft.com/office/drawing/2014/main" id="{C37213C0-1E29-4F1D-A9CF-503286E5B839}"/>
                </a:ext>
              </a:extLst>
            </p:cNvPr>
            <p:cNvSpPr txBox="1">
              <a:spLocks noChangeArrowheads="1"/>
            </p:cNvSpPr>
            <p:nvPr/>
          </p:nvSpPr>
          <p:spPr bwMode="auto">
            <a:xfrm>
              <a:off x="5520747" y="1844006"/>
              <a:ext cx="1655037" cy="98407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2</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 · 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M→ ·</a:t>
              </a:r>
              <a:r>
                <a:rPr kumimoji="1" lang="en-US" altLang="zh-CN" sz="1400"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1507" name="Line 6">
              <a:extLst>
                <a:ext uri="{FF2B5EF4-FFF2-40B4-BE49-F238E27FC236}">
                  <a16:creationId xmlns:a16="http://schemas.microsoft.com/office/drawing/2014/main" id="{86A1D328-DB07-4249-886F-9DD60778051C}"/>
                </a:ext>
              </a:extLst>
            </p:cNvPr>
            <p:cNvSpPr>
              <a:spLocks noChangeShapeType="1"/>
            </p:cNvSpPr>
            <p:nvPr/>
          </p:nvSpPr>
          <p:spPr bwMode="auto">
            <a:xfrm>
              <a:off x="5011738" y="2370138"/>
              <a:ext cx="483093" cy="1157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1508" name="Text Box 7">
              <a:extLst>
                <a:ext uri="{FF2B5EF4-FFF2-40B4-BE49-F238E27FC236}">
                  <a16:creationId xmlns:a16="http://schemas.microsoft.com/office/drawing/2014/main" id="{0A523213-EBA1-4787-ADE1-F592AD4ED265}"/>
                </a:ext>
              </a:extLst>
            </p:cNvPr>
            <p:cNvSpPr txBox="1">
              <a:spLocks noChangeArrowheads="1"/>
            </p:cNvSpPr>
            <p:nvPr/>
          </p:nvSpPr>
          <p:spPr bwMode="auto">
            <a:xfrm>
              <a:off x="5084795" y="1987180"/>
              <a:ext cx="503237"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88" name="Text Box 8">
              <a:extLst>
                <a:ext uri="{FF2B5EF4-FFF2-40B4-BE49-F238E27FC236}">
                  <a16:creationId xmlns:a16="http://schemas.microsoft.com/office/drawing/2014/main" id="{60EA5C4D-239C-42DA-8BD8-E5E909B3A03A}"/>
                </a:ext>
              </a:extLst>
            </p:cNvPr>
            <p:cNvSpPr txBox="1">
              <a:spLocks noChangeArrowheads="1"/>
            </p:cNvSpPr>
            <p:nvPr/>
          </p:nvSpPr>
          <p:spPr bwMode="auto">
            <a:xfrm>
              <a:off x="3431846" y="3573015"/>
              <a:ext cx="1513236"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3</a:t>
              </a:r>
              <a:r>
                <a:rPr kumimoji="1" lang="en-US" altLang="zh-CN" sz="1400" i="1" dirty="0">
                  <a:solidFill>
                    <a:srgbClr val="000000"/>
                  </a:solidFill>
                  <a:latin typeface="Times New Roman" panose="02020603050405020304" pitchFamily="18" charset="0"/>
                </a:rPr>
                <a:t>:</a:t>
              </a:r>
            </a:p>
            <a:p>
              <a:pPr>
                <a:spcBef>
                  <a:spcPct val="0"/>
                </a:spcBef>
                <a:buClrTx/>
                <a:buSzTx/>
                <a:buFont typeface="Symbol" panose="05050102010706020507" pitchFamily="18" charset="2"/>
                <a:buNone/>
                <a:defRPr/>
              </a:pPr>
              <a:r>
                <a:rPr kumimoji="1" lang="en-US" altLang="zh-CN" sz="1400" i="1" dirty="0">
                  <a:solidFill>
                    <a:srgbClr val="000000"/>
                  </a:solidFill>
                  <a:latin typeface="Times New Roman" panose="02020603050405020304" pitchFamily="18" charset="0"/>
                </a:rPr>
                <a:t>F→ </a:t>
              </a:r>
              <a:r>
                <a:rPr kumimoji="1" lang="en-US" altLang="zh-CN" sz="1400" dirty="0">
                  <a:solidFill>
                    <a:srgbClr val="000000"/>
                  </a:solidFill>
                  <a:latin typeface="Times New Roman" panose="02020603050405020304" pitchFamily="18" charset="0"/>
                </a:rPr>
                <a:t>d</a:t>
              </a:r>
              <a:r>
                <a:rPr kumimoji="1" lang="en-US" altLang="zh-CN" sz="1400" i="1"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1510" name="Line 9">
              <a:extLst>
                <a:ext uri="{FF2B5EF4-FFF2-40B4-BE49-F238E27FC236}">
                  <a16:creationId xmlns:a16="http://schemas.microsoft.com/office/drawing/2014/main" id="{BFC697CB-9BCC-4C19-B7A1-6117BD16AB62}"/>
                </a:ext>
              </a:extLst>
            </p:cNvPr>
            <p:cNvSpPr>
              <a:spLocks noChangeShapeType="1"/>
            </p:cNvSpPr>
            <p:nvPr/>
          </p:nvSpPr>
          <p:spPr bwMode="auto">
            <a:xfrm>
              <a:off x="4367213" y="2651125"/>
              <a:ext cx="0" cy="92233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 name="Text Box 11">
              <a:extLst>
                <a:ext uri="{FF2B5EF4-FFF2-40B4-BE49-F238E27FC236}">
                  <a16:creationId xmlns:a16="http://schemas.microsoft.com/office/drawing/2014/main" id="{290B744E-4D18-4E1E-B8C3-D3A97BC280CF}"/>
                </a:ext>
              </a:extLst>
            </p:cNvPr>
            <p:cNvSpPr txBox="1">
              <a:spLocks noChangeArrowheads="1"/>
            </p:cNvSpPr>
            <p:nvPr/>
          </p:nvSpPr>
          <p:spPr bwMode="auto">
            <a:xfrm>
              <a:off x="5017040" y="3996273"/>
              <a:ext cx="182435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7</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 · NT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r>
                <a:rPr kumimoji="1" lang="en-US" altLang="zh-CN" sz="1400" i="1" dirty="0">
                  <a:solidFill>
                    <a:srgbClr val="000000"/>
                  </a:solidFill>
                  <a:latin typeface="Times New Roman" panose="02020603050405020304" pitchFamily="18" charset="0"/>
                </a:rPr>
                <a:t>N→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91" name="Text Box 12">
              <a:extLst>
                <a:ext uri="{FF2B5EF4-FFF2-40B4-BE49-F238E27FC236}">
                  <a16:creationId xmlns:a16="http://schemas.microsoft.com/office/drawing/2014/main" id="{26B03B5B-9DD5-4A99-A551-F0E9A9AEB7EC}"/>
                </a:ext>
              </a:extLst>
            </p:cNvPr>
            <p:cNvSpPr txBox="1">
              <a:spLocks noChangeArrowheads="1"/>
            </p:cNvSpPr>
            <p:nvPr/>
          </p:nvSpPr>
          <p:spPr bwMode="auto">
            <a:xfrm>
              <a:off x="7825524" y="4796230"/>
              <a:ext cx="1724878"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8</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 · 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1513" name="Text Box 13">
              <a:extLst>
                <a:ext uri="{FF2B5EF4-FFF2-40B4-BE49-F238E27FC236}">
                  <a16:creationId xmlns:a16="http://schemas.microsoft.com/office/drawing/2014/main" id="{1B08082C-92B4-48EB-9B5E-10B52EA7C0EA}"/>
                </a:ext>
              </a:extLst>
            </p:cNvPr>
            <p:cNvSpPr txBox="1">
              <a:spLocks noChangeArrowheads="1"/>
            </p:cNvSpPr>
            <p:nvPr/>
          </p:nvSpPr>
          <p:spPr bwMode="auto">
            <a:xfrm>
              <a:off x="7318377" y="52269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1514" name="Text Box 15">
              <a:extLst>
                <a:ext uri="{FF2B5EF4-FFF2-40B4-BE49-F238E27FC236}">
                  <a16:creationId xmlns:a16="http://schemas.microsoft.com/office/drawing/2014/main" id="{2FB5FB65-6226-4418-83CE-1820F10B4201}"/>
                </a:ext>
              </a:extLst>
            </p:cNvPr>
            <p:cNvSpPr txBox="1">
              <a:spLocks noChangeArrowheads="1"/>
            </p:cNvSpPr>
            <p:nvPr/>
          </p:nvSpPr>
          <p:spPr bwMode="auto">
            <a:xfrm>
              <a:off x="3792538" y="2852739"/>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94" name="Text Box 17">
              <a:extLst>
                <a:ext uri="{FF2B5EF4-FFF2-40B4-BE49-F238E27FC236}">
                  <a16:creationId xmlns:a16="http://schemas.microsoft.com/office/drawing/2014/main" id="{206A46DE-26AF-4BD5-9724-6C7899ED75CB}"/>
                </a:ext>
              </a:extLst>
            </p:cNvPr>
            <p:cNvSpPr txBox="1">
              <a:spLocks noChangeArrowheads="1"/>
            </p:cNvSpPr>
            <p:nvPr/>
          </p:nvSpPr>
          <p:spPr bwMode="auto">
            <a:xfrm>
              <a:off x="7594834" y="1473655"/>
              <a:ext cx="1767207"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4</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T→FM · 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1516" name="Line 18">
              <a:extLst>
                <a:ext uri="{FF2B5EF4-FFF2-40B4-BE49-F238E27FC236}">
                  <a16:creationId xmlns:a16="http://schemas.microsoft.com/office/drawing/2014/main" id="{89607705-96A6-4AEA-864F-3F0066272B2A}"/>
                </a:ext>
              </a:extLst>
            </p:cNvPr>
            <p:cNvSpPr>
              <a:spLocks noChangeShapeType="1"/>
            </p:cNvSpPr>
            <p:nvPr/>
          </p:nvSpPr>
          <p:spPr bwMode="auto">
            <a:xfrm flipV="1">
              <a:off x="7201264" y="2060600"/>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1517" name="Text Box 19">
              <a:extLst>
                <a:ext uri="{FF2B5EF4-FFF2-40B4-BE49-F238E27FC236}">
                  <a16:creationId xmlns:a16="http://schemas.microsoft.com/office/drawing/2014/main" id="{809ADC64-82A5-4252-86BB-FC39543D97DF}"/>
                </a:ext>
              </a:extLst>
            </p:cNvPr>
            <p:cNvSpPr txBox="1">
              <a:spLocks noChangeArrowheads="1"/>
            </p:cNvSpPr>
            <p:nvPr/>
          </p:nvSpPr>
          <p:spPr bwMode="auto">
            <a:xfrm>
              <a:off x="7162037" y="1628799"/>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M</a:t>
              </a:r>
            </a:p>
          </p:txBody>
        </p:sp>
        <p:sp>
          <p:nvSpPr>
            <p:cNvPr id="97" name="Text Box 20">
              <a:extLst>
                <a:ext uri="{FF2B5EF4-FFF2-40B4-BE49-F238E27FC236}">
                  <a16:creationId xmlns:a16="http://schemas.microsoft.com/office/drawing/2014/main" id="{45A15142-338A-4D55-8C07-70A6459ABF98}"/>
                </a:ext>
              </a:extLst>
            </p:cNvPr>
            <p:cNvSpPr txBox="1">
              <a:spLocks noChangeArrowheads="1"/>
            </p:cNvSpPr>
            <p:nvPr/>
          </p:nvSpPr>
          <p:spPr bwMode="auto">
            <a:xfrm>
              <a:off x="7391658" y="3346572"/>
              <a:ext cx="180107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6</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r>
                <a:rPr kumimoji="1" lang="en-US" altLang="zh-CN" sz="1400" i="1" dirty="0">
                  <a:solidFill>
                    <a:srgbClr val="000000"/>
                  </a:solidFill>
                  <a:latin typeface="Times New Roman" panose="02020603050405020304" pitchFamily="18" charset="0"/>
                </a:rPr>
                <a:t>F→ · </a:t>
              </a:r>
              <a:r>
                <a:rPr kumimoji="1" lang="en-US" altLang="zh-CN" sz="1400" dirty="0">
                  <a:solidFill>
                    <a:srgbClr val="000000"/>
                  </a:solidFill>
                  <a:latin typeface="Times New Roman" panose="02020603050405020304" pitchFamily="18" charset="0"/>
                </a:rPr>
                <a:t>d</a:t>
              </a:r>
            </a:p>
          </p:txBody>
        </p:sp>
        <p:sp>
          <p:nvSpPr>
            <p:cNvPr id="191519" name="Line 21">
              <a:extLst>
                <a:ext uri="{FF2B5EF4-FFF2-40B4-BE49-F238E27FC236}">
                  <a16:creationId xmlns:a16="http://schemas.microsoft.com/office/drawing/2014/main" id="{E70971F6-CC95-4480-A978-1E4D3C2519D7}"/>
                </a:ext>
              </a:extLst>
            </p:cNvPr>
            <p:cNvSpPr>
              <a:spLocks noChangeShapeType="1"/>
            </p:cNvSpPr>
            <p:nvPr/>
          </p:nvSpPr>
          <p:spPr bwMode="auto">
            <a:xfrm rot="10800000">
              <a:off x="4943476" y="3789041"/>
              <a:ext cx="2447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1520" name="Text Box 22">
              <a:extLst>
                <a:ext uri="{FF2B5EF4-FFF2-40B4-BE49-F238E27FC236}">
                  <a16:creationId xmlns:a16="http://schemas.microsoft.com/office/drawing/2014/main" id="{EDCAC64F-819C-442F-A9B6-85D9D3052AFF}"/>
                </a:ext>
              </a:extLst>
            </p:cNvPr>
            <p:cNvSpPr txBox="1">
              <a:spLocks noChangeArrowheads="1"/>
            </p:cNvSpPr>
            <p:nvPr/>
          </p:nvSpPr>
          <p:spPr bwMode="auto">
            <a:xfrm>
              <a:off x="6888163" y="3356993"/>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100" name="Text Box 23">
              <a:extLst>
                <a:ext uri="{FF2B5EF4-FFF2-40B4-BE49-F238E27FC236}">
                  <a16:creationId xmlns:a16="http://schemas.microsoft.com/office/drawing/2014/main" id="{6D0A935C-0B71-43D3-930E-E5AF1D44A7CC}"/>
                </a:ext>
              </a:extLst>
            </p:cNvPr>
            <p:cNvSpPr txBox="1">
              <a:spLocks noChangeArrowheads="1"/>
            </p:cNvSpPr>
            <p:nvPr/>
          </p:nvSpPr>
          <p:spPr bwMode="auto">
            <a:xfrm>
              <a:off x="5027623" y="5342233"/>
              <a:ext cx="2031759"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9</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1522" name="Line 24">
              <a:extLst>
                <a:ext uri="{FF2B5EF4-FFF2-40B4-BE49-F238E27FC236}">
                  <a16:creationId xmlns:a16="http://schemas.microsoft.com/office/drawing/2014/main" id="{5C11520E-3495-42A5-9404-828A7FC2B332}"/>
                </a:ext>
              </a:extLst>
            </p:cNvPr>
            <p:cNvSpPr>
              <a:spLocks noChangeShapeType="1"/>
            </p:cNvSpPr>
            <p:nvPr/>
          </p:nvSpPr>
          <p:spPr bwMode="auto">
            <a:xfrm rot="10800000">
              <a:off x="6743700" y="429309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1523" name="Text Box 25">
              <a:extLst>
                <a:ext uri="{FF2B5EF4-FFF2-40B4-BE49-F238E27FC236}">
                  <a16:creationId xmlns:a16="http://schemas.microsoft.com/office/drawing/2014/main" id="{4524134A-0356-444D-BE01-A5FF481F6232}"/>
                </a:ext>
              </a:extLst>
            </p:cNvPr>
            <p:cNvSpPr txBox="1">
              <a:spLocks noChangeArrowheads="1"/>
            </p:cNvSpPr>
            <p:nvPr/>
          </p:nvSpPr>
          <p:spPr bwMode="auto">
            <a:xfrm>
              <a:off x="6888163" y="3861048"/>
              <a:ext cx="3810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103" name="Text Box 26">
              <a:extLst>
                <a:ext uri="{FF2B5EF4-FFF2-40B4-BE49-F238E27FC236}">
                  <a16:creationId xmlns:a16="http://schemas.microsoft.com/office/drawing/2014/main" id="{055B24AF-5F52-4A35-A0C1-5EDEF2C364D5}"/>
                </a:ext>
              </a:extLst>
            </p:cNvPr>
            <p:cNvSpPr txBox="1">
              <a:spLocks noChangeArrowheads="1"/>
            </p:cNvSpPr>
            <p:nvPr/>
          </p:nvSpPr>
          <p:spPr bwMode="auto">
            <a:xfrm>
              <a:off x="5010692" y="2925430"/>
              <a:ext cx="1805302"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5</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1525" name="Line 27">
              <a:extLst>
                <a:ext uri="{FF2B5EF4-FFF2-40B4-BE49-F238E27FC236}">
                  <a16:creationId xmlns:a16="http://schemas.microsoft.com/office/drawing/2014/main" id="{3D8E1ECF-59D8-475B-86DB-806D573AE622}"/>
                </a:ext>
              </a:extLst>
            </p:cNvPr>
            <p:cNvSpPr>
              <a:spLocks noChangeShapeType="1"/>
            </p:cNvSpPr>
            <p:nvPr/>
          </p:nvSpPr>
          <p:spPr bwMode="auto">
            <a:xfrm>
              <a:off x="8112125" y="2769666"/>
              <a:ext cx="0" cy="57626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1526" name="Line 29">
              <a:extLst>
                <a:ext uri="{FF2B5EF4-FFF2-40B4-BE49-F238E27FC236}">
                  <a16:creationId xmlns:a16="http://schemas.microsoft.com/office/drawing/2014/main" id="{87931ADC-E7EE-4BE1-BFD7-5D370FB1B546}"/>
                </a:ext>
              </a:extLst>
            </p:cNvPr>
            <p:cNvSpPr>
              <a:spLocks noChangeShapeType="1"/>
            </p:cNvSpPr>
            <p:nvPr/>
          </p:nvSpPr>
          <p:spPr bwMode="auto">
            <a:xfrm flipH="1">
              <a:off x="6815138" y="2543218"/>
              <a:ext cx="792493" cy="72352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1527" name="Text Box 30">
              <a:extLst>
                <a:ext uri="{FF2B5EF4-FFF2-40B4-BE49-F238E27FC236}">
                  <a16:creationId xmlns:a16="http://schemas.microsoft.com/office/drawing/2014/main" id="{CFC71128-7234-476E-8203-294D69C1FCDB}"/>
                </a:ext>
              </a:extLst>
            </p:cNvPr>
            <p:cNvSpPr txBox="1">
              <a:spLocks noChangeArrowheads="1"/>
            </p:cNvSpPr>
            <p:nvPr/>
          </p:nvSpPr>
          <p:spPr bwMode="auto">
            <a:xfrm>
              <a:off x="6959599" y="299720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1528" name="Text Box 32">
              <a:extLst>
                <a:ext uri="{FF2B5EF4-FFF2-40B4-BE49-F238E27FC236}">
                  <a16:creationId xmlns:a16="http://schemas.microsoft.com/office/drawing/2014/main" id="{9DA69D26-E6A6-46A4-A3AF-19E32BFC62A7}"/>
                </a:ext>
              </a:extLst>
            </p:cNvPr>
            <p:cNvSpPr txBox="1">
              <a:spLocks noChangeArrowheads="1"/>
            </p:cNvSpPr>
            <p:nvPr/>
          </p:nvSpPr>
          <p:spPr bwMode="auto">
            <a:xfrm>
              <a:off x="8328024" y="4292500"/>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a:t>
              </a:r>
            </a:p>
          </p:txBody>
        </p:sp>
        <p:sp>
          <p:nvSpPr>
            <p:cNvPr id="191529" name="Text Box 35">
              <a:extLst>
                <a:ext uri="{FF2B5EF4-FFF2-40B4-BE49-F238E27FC236}">
                  <a16:creationId xmlns:a16="http://schemas.microsoft.com/office/drawing/2014/main" id="{AB8444C0-CC9B-4F26-9201-A6741F747C47}"/>
                </a:ext>
              </a:extLst>
            </p:cNvPr>
            <p:cNvSpPr txBox="1">
              <a:spLocks noChangeArrowheads="1"/>
            </p:cNvSpPr>
            <p:nvPr/>
          </p:nvSpPr>
          <p:spPr bwMode="auto">
            <a:xfrm>
              <a:off x="5087939" y="1066801"/>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1530" name="Line 38">
              <a:extLst>
                <a:ext uri="{FF2B5EF4-FFF2-40B4-BE49-F238E27FC236}">
                  <a16:creationId xmlns:a16="http://schemas.microsoft.com/office/drawing/2014/main" id="{B40AA2C3-647E-428A-A2A8-8F318CCBE36F}"/>
                </a:ext>
              </a:extLst>
            </p:cNvPr>
            <p:cNvSpPr>
              <a:spLocks noChangeShapeType="1"/>
            </p:cNvSpPr>
            <p:nvPr/>
          </p:nvSpPr>
          <p:spPr bwMode="auto">
            <a:xfrm>
              <a:off x="6743700" y="4869482"/>
              <a:ext cx="1079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1531" name="Text Box 39">
              <a:extLst>
                <a:ext uri="{FF2B5EF4-FFF2-40B4-BE49-F238E27FC236}">
                  <a16:creationId xmlns:a16="http://schemas.microsoft.com/office/drawing/2014/main" id="{30A3CC85-3FAE-488F-AB70-8C3038BC9E11}"/>
                </a:ext>
              </a:extLst>
            </p:cNvPr>
            <p:cNvSpPr txBox="1">
              <a:spLocks noChangeArrowheads="1"/>
            </p:cNvSpPr>
            <p:nvPr/>
          </p:nvSpPr>
          <p:spPr bwMode="auto">
            <a:xfrm>
              <a:off x="6888163" y="450912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N</a:t>
              </a:r>
            </a:p>
          </p:txBody>
        </p:sp>
        <p:sp>
          <p:nvSpPr>
            <p:cNvPr id="191532" name="Text Box 43">
              <a:extLst>
                <a:ext uri="{FF2B5EF4-FFF2-40B4-BE49-F238E27FC236}">
                  <a16:creationId xmlns:a16="http://schemas.microsoft.com/office/drawing/2014/main" id="{31EFF19A-363B-4377-A38B-7A27AAE8831E}"/>
                </a:ext>
              </a:extLst>
            </p:cNvPr>
            <p:cNvSpPr txBox="1">
              <a:spLocks noChangeArrowheads="1"/>
            </p:cNvSpPr>
            <p:nvPr/>
          </p:nvSpPr>
          <p:spPr bwMode="auto">
            <a:xfrm>
              <a:off x="8183563" y="28426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1400" i="1">
                  <a:solidFill>
                    <a:srgbClr val="000000"/>
                  </a:solidFill>
                  <a:latin typeface="Times New Roman" panose="02020603050405020304" pitchFamily="18" charset="0"/>
                </a:rPr>
                <a:t>*</a:t>
              </a:r>
            </a:p>
          </p:txBody>
        </p:sp>
        <p:sp>
          <p:nvSpPr>
            <p:cNvPr id="191533" name="Line 27">
              <a:extLst>
                <a:ext uri="{FF2B5EF4-FFF2-40B4-BE49-F238E27FC236}">
                  <a16:creationId xmlns:a16="http://schemas.microsoft.com/office/drawing/2014/main" id="{5D5F598A-2440-45AA-9659-424DDD34EE38}"/>
                </a:ext>
              </a:extLst>
            </p:cNvPr>
            <p:cNvSpPr>
              <a:spLocks noChangeShapeType="1"/>
            </p:cNvSpPr>
            <p:nvPr/>
          </p:nvSpPr>
          <p:spPr bwMode="auto">
            <a:xfrm flipH="1">
              <a:off x="7059587" y="5661000"/>
              <a:ext cx="765203" cy="228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1534" name="Line 27">
              <a:extLst>
                <a:ext uri="{FF2B5EF4-FFF2-40B4-BE49-F238E27FC236}">
                  <a16:creationId xmlns:a16="http://schemas.microsoft.com/office/drawing/2014/main" id="{E332F165-9965-460B-8614-F17C8A5A20E5}"/>
                </a:ext>
              </a:extLst>
            </p:cNvPr>
            <p:cNvSpPr>
              <a:spLocks noChangeShapeType="1"/>
            </p:cNvSpPr>
            <p:nvPr/>
          </p:nvSpPr>
          <p:spPr bwMode="auto">
            <a:xfrm flipH="1" flipV="1">
              <a:off x="8183563" y="4365103"/>
              <a:ext cx="0" cy="38459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0" name="Rectangle 3">
            <a:extLst>
              <a:ext uri="{FF2B5EF4-FFF2-40B4-BE49-F238E27FC236}">
                <a16:creationId xmlns:a16="http://schemas.microsoft.com/office/drawing/2014/main" id="{82517145-1C1C-45B5-9915-AD660244139F}"/>
              </a:ext>
            </a:extLst>
          </p:cNvPr>
          <p:cNvSpPr txBox="1">
            <a:spLocks noChangeArrowheads="1"/>
          </p:cNvSpPr>
          <p:nvPr/>
        </p:nvSpPr>
        <p:spPr bwMode="auto">
          <a:xfrm>
            <a:off x="4830763" y="119063"/>
            <a:ext cx="3884612" cy="2452687"/>
          </a:xfrm>
          <a:prstGeom prst="rect">
            <a:avLst/>
          </a:prstGeom>
          <a:solidFill>
            <a:schemeClr val="accent5">
              <a:lumMod val="60000"/>
              <a:lumOff val="40000"/>
            </a:schemeClr>
          </a:solidFill>
          <a:ln w="9525">
            <a:solidFill>
              <a:schemeClr val="tx1"/>
            </a:solidFill>
            <a:miter lim="800000"/>
            <a:headEnd/>
            <a:tailEnd/>
          </a:ln>
        </p:spPr>
        <p:txBody>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1)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	</a:t>
            </a:r>
          </a:p>
          <a:p>
            <a:pPr eaLnBrk="1" hangingPunct="1">
              <a:buClr>
                <a:srgbClr val="5EAEFF"/>
              </a:buClr>
              <a:buSzPct val="60000"/>
              <a:buFont typeface="Wingdings" panose="05000000000000000000" pitchFamily="2" charset="2"/>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8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2)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i="1" dirty="0">
                <a:solidFill>
                  <a:srgbClr val="000000"/>
                </a:solidFill>
                <a:latin typeface="Times New Roman" panose="02020603050405020304" pitchFamily="18" charset="0"/>
                <a:cs typeface="Times New Roman" panose="02020603050405020304" pitchFamily="18" charset="0"/>
              </a:rPr>
              <a:t>F </a:t>
            </a:r>
            <a:r>
              <a:rPr lang="en-US" altLang="zh-CN" sz="1800" i="1" dirty="0">
                <a:solidFill>
                  <a:srgbClr val="0000FF"/>
                </a:solidFill>
                <a:latin typeface="Times New Roman" panose="02020603050405020304" pitchFamily="18" charset="0"/>
                <a:cs typeface="Times New Roman" panose="02020603050405020304" pitchFamily="18" charset="0"/>
              </a:rPr>
              <a:t>N</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 }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dirty="0">
                <a:solidFill>
                  <a:srgbClr val="0000FF"/>
                </a:solidFill>
                <a:latin typeface="Times New Roman" panose="02020603050405020304" pitchFamily="18" charset="0"/>
                <a:cs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zh-CN" altLang="en-US" sz="1800" i="1" dirty="0">
                <a:solidFill>
                  <a:srgbClr val="0000FF"/>
                </a:solidFill>
                <a:latin typeface="Times New Roman" panose="02020603050405020304" pitchFamily="18" charset="0"/>
                <a:cs typeface="Times New Roman" panose="02020603050405020304" pitchFamily="18" charset="0"/>
              </a:rPr>
              <a:t>T</a:t>
            </a:r>
            <a:r>
              <a:rPr lang="en-US" altLang="zh-CN" sz="1800" i="1" dirty="0">
                <a:solidFill>
                  <a:srgbClr val="0000FF"/>
                </a:solidFill>
                <a:latin typeface="Times New Roman" panose="02020603050405020304" pitchFamily="18" charset="0"/>
                <a:ea typeface="楷体" panose="02010609060101010101" pitchFamily="49" charset="-122"/>
              </a:rPr>
              <a:t>′</a:t>
            </a:r>
            <a:r>
              <a:rPr lang="zh-CN" altLang="en-US" sz="1800" i="1" dirty="0">
                <a:solidFill>
                  <a:srgbClr val="0000FF"/>
                </a:solidFill>
                <a:latin typeface="Times New Roman" panose="02020603050405020304" pitchFamily="18" charset="0"/>
                <a:cs typeface="Times New Roman" panose="02020603050405020304" pitchFamily="18" charset="0"/>
              </a:rPr>
              <a:t>.inh</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rPr>
              <a:t> </a:t>
            </a:r>
            <a:r>
              <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endPar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rPr>
              <a:t>3)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l-GR"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inh</a:t>
            </a:r>
            <a:r>
              <a:rPr lang="en-US" altLang="zh-CN" sz="1800" dirty="0">
                <a:solidFill>
                  <a:srgbClr val="000000"/>
                </a:solidFill>
                <a:latin typeface="Times New Roman" panose="02020603050405020304" pitchFamily="18" charset="0"/>
                <a:cs typeface="Times New Roman" panose="02020603050405020304" pitchFamily="18" charset="0"/>
              </a:rPr>
              <a:t> }</a:t>
            </a: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18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800" dirty="0">
              <a:solidFill>
                <a:srgbClr val="000000"/>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8F50F594-47AE-412B-AAA7-336BC84A29F9}"/>
              </a:ext>
            </a:extLst>
          </p:cNvPr>
          <p:cNvSpPr>
            <a:spLocks noGrp="1"/>
          </p:cNvSpPr>
          <p:nvPr>
            <p:ph type="sldNum" sz="quarter" idx="10"/>
          </p:nvPr>
        </p:nvSpPr>
        <p:spPr/>
        <p:txBody>
          <a:bodyPr/>
          <a:lstStyle/>
          <a:p>
            <a:pPr>
              <a:defRPr/>
            </a:pPr>
            <a:fld id="{8E104948-B687-4A74-87EB-9097C047E113}" type="slidenum">
              <a:rPr lang="zh-CN" altLang="en-US" smtClean="0"/>
              <a:pPr>
                <a:defRPr/>
              </a:pPr>
              <a:t>84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46200"/>
                                        </p:tgtEl>
                                        <p:attrNameLst>
                                          <p:attrName>style.visibility</p:attrName>
                                        </p:attrNameLst>
                                      </p:cBhvr>
                                      <p:to>
                                        <p:strVal val="visible"/>
                                      </p:to>
                                    </p:set>
                                    <p:anim calcmode="lin" valueType="num">
                                      <p:cBhvr>
                                        <p:cTn id="7" dur="500" fill="hold"/>
                                        <p:tgtEl>
                                          <p:spTgt spid="646200"/>
                                        </p:tgtEl>
                                        <p:attrNameLst>
                                          <p:attrName>ppt_w</p:attrName>
                                        </p:attrNameLst>
                                      </p:cBhvr>
                                      <p:tavLst>
                                        <p:tav tm="0">
                                          <p:val>
                                            <p:fltVal val="0"/>
                                          </p:val>
                                        </p:tav>
                                        <p:tav tm="100000">
                                          <p:val>
                                            <p:strVal val="#ppt_w"/>
                                          </p:val>
                                        </p:tav>
                                      </p:tavLst>
                                    </p:anim>
                                    <p:anim calcmode="lin" valueType="num">
                                      <p:cBhvr>
                                        <p:cTn id="8" dur="500" fill="hold"/>
                                        <p:tgtEl>
                                          <p:spTgt spid="646200"/>
                                        </p:tgtEl>
                                        <p:attrNameLst>
                                          <p:attrName>ppt_h</p:attrName>
                                        </p:attrNameLst>
                                      </p:cBhvr>
                                      <p:tavLst>
                                        <p:tav tm="0">
                                          <p:val>
                                            <p:fltVal val="0"/>
                                          </p:val>
                                        </p:tav>
                                        <p:tav tm="100000">
                                          <p:val>
                                            <p:strVal val="#ppt_h"/>
                                          </p:val>
                                        </p:tav>
                                      </p:tavLst>
                                    </p:anim>
                                    <p:animEffect transition="in" filter="fade">
                                      <p:cBhvr>
                                        <p:cTn id="9" dur="500"/>
                                        <p:tgtEl>
                                          <p:spTgt spid="64620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82329"/>
                                        </p:tgtEl>
                                        <p:attrNameLst>
                                          <p:attrName>style.visibility</p:attrName>
                                        </p:attrNameLst>
                                      </p:cBhvr>
                                      <p:to>
                                        <p:strVal val="visible"/>
                                      </p:to>
                                    </p:set>
                                    <p:anim calcmode="lin" valueType="num">
                                      <p:cBhvr>
                                        <p:cTn id="14" dur="500" fill="hold"/>
                                        <p:tgtEl>
                                          <p:spTgt spid="182329"/>
                                        </p:tgtEl>
                                        <p:attrNameLst>
                                          <p:attrName>ppt_w</p:attrName>
                                        </p:attrNameLst>
                                      </p:cBhvr>
                                      <p:tavLst>
                                        <p:tav tm="0">
                                          <p:val>
                                            <p:fltVal val="0"/>
                                          </p:val>
                                        </p:tav>
                                        <p:tav tm="100000">
                                          <p:val>
                                            <p:strVal val="#ppt_w"/>
                                          </p:val>
                                        </p:tav>
                                      </p:tavLst>
                                    </p:anim>
                                    <p:anim calcmode="lin" valueType="num">
                                      <p:cBhvr>
                                        <p:cTn id="15" dur="500" fill="hold"/>
                                        <p:tgtEl>
                                          <p:spTgt spid="182329"/>
                                        </p:tgtEl>
                                        <p:attrNameLst>
                                          <p:attrName>ppt_h</p:attrName>
                                        </p:attrNameLst>
                                      </p:cBhvr>
                                      <p:tavLst>
                                        <p:tav tm="0">
                                          <p:val>
                                            <p:fltVal val="0"/>
                                          </p:val>
                                        </p:tav>
                                        <p:tav tm="100000">
                                          <p:val>
                                            <p:strVal val="#ppt_h"/>
                                          </p:val>
                                        </p:tav>
                                      </p:tavLst>
                                    </p:anim>
                                    <p:animEffect transition="in" filter="fade">
                                      <p:cBhvr>
                                        <p:cTn id="16" dur="500"/>
                                        <p:tgtEl>
                                          <p:spTgt spid="182329"/>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p:cTn id="19" dur="500" fill="hold"/>
                                        <p:tgtEl>
                                          <p:spTgt spid="29"/>
                                        </p:tgtEl>
                                        <p:attrNameLst>
                                          <p:attrName>ppt_w</p:attrName>
                                        </p:attrNameLst>
                                      </p:cBhvr>
                                      <p:tavLst>
                                        <p:tav tm="0">
                                          <p:val>
                                            <p:fltVal val="0"/>
                                          </p:val>
                                        </p:tav>
                                        <p:tav tm="100000">
                                          <p:val>
                                            <p:strVal val="#ppt_w"/>
                                          </p:val>
                                        </p:tav>
                                      </p:tavLst>
                                    </p:anim>
                                    <p:anim calcmode="lin" valueType="num">
                                      <p:cBhvr>
                                        <p:cTn id="20" dur="500" fill="hold"/>
                                        <p:tgtEl>
                                          <p:spTgt spid="29"/>
                                        </p:tgtEl>
                                        <p:attrNameLst>
                                          <p:attrName>ppt_h</p:attrName>
                                        </p:attrNameLst>
                                      </p:cBhvr>
                                      <p:tavLst>
                                        <p:tav tm="0">
                                          <p:val>
                                            <p:fltVal val="0"/>
                                          </p:val>
                                        </p:tav>
                                        <p:tav tm="100000">
                                          <p:val>
                                            <p:strVal val="#ppt_h"/>
                                          </p:val>
                                        </p:tav>
                                      </p:tavLst>
                                    </p:anim>
                                    <p:animEffect transition="in" filter="fade">
                                      <p:cBhvr>
                                        <p:cTn id="21" dur="500"/>
                                        <p:tgtEl>
                                          <p:spTgt spid="2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500" fill="hold"/>
                                        <p:tgtEl>
                                          <p:spTgt spid="18"/>
                                        </p:tgtEl>
                                        <p:attrNameLst>
                                          <p:attrName>ppt_w</p:attrName>
                                        </p:attrNameLst>
                                      </p:cBhvr>
                                      <p:tavLst>
                                        <p:tav tm="0">
                                          <p:val>
                                            <p:fltVal val="0"/>
                                          </p:val>
                                        </p:tav>
                                        <p:tav tm="100000">
                                          <p:val>
                                            <p:strVal val="#ppt_w"/>
                                          </p:val>
                                        </p:tav>
                                      </p:tavLst>
                                    </p:anim>
                                    <p:anim calcmode="lin" valueType="num">
                                      <p:cBhvr>
                                        <p:cTn id="37" dur="500" fill="hold"/>
                                        <p:tgtEl>
                                          <p:spTgt spid="18"/>
                                        </p:tgtEl>
                                        <p:attrNameLst>
                                          <p:attrName>ppt_h</p:attrName>
                                        </p:attrNameLst>
                                      </p:cBhvr>
                                      <p:tavLst>
                                        <p:tav tm="0">
                                          <p:val>
                                            <p:fltVal val="0"/>
                                          </p:val>
                                        </p:tav>
                                        <p:tav tm="100000">
                                          <p:val>
                                            <p:strVal val="#ppt_h"/>
                                          </p:val>
                                        </p:tav>
                                      </p:tavLst>
                                    </p:anim>
                                    <p:animEffect transition="in" filter="fade">
                                      <p:cBhvr>
                                        <p:cTn id="38" dur="500"/>
                                        <p:tgtEl>
                                          <p:spTgt spid="1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3" presetClass="entr" presetSubtype="16" fill="hold" nodeType="clickEffect">
                                  <p:stCondLst>
                                    <p:cond delay="0"/>
                                  </p:stCondLst>
                                  <p:childTnLst>
                                    <p:set>
                                      <p:cBhvr>
                                        <p:cTn id="47" dur="1" fill="hold">
                                          <p:stCondLst>
                                            <p:cond delay="0"/>
                                          </p:stCondLst>
                                        </p:cTn>
                                        <p:tgtEl>
                                          <p:spTgt spid="182328"/>
                                        </p:tgtEl>
                                        <p:attrNameLst>
                                          <p:attrName>style.visibility</p:attrName>
                                        </p:attrNameLst>
                                      </p:cBhvr>
                                      <p:to>
                                        <p:strVal val="visible"/>
                                      </p:to>
                                    </p:set>
                                    <p:anim calcmode="lin" valueType="num">
                                      <p:cBhvr>
                                        <p:cTn id="48" dur="500" fill="hold"/>
                                        <p:tgtEl>
                                          <p:spTgt spid="182328"/>
                                        </p:tgtEl>
                                        <p:attrNameLst>
                                          <p:attrName>ppt_w</p:attrName>
                                        </p:attrNameLst>
                                      </p:cBhvr>
                                      <p:tavLst>
                                        <p:tav tm="0">
                                          <p:val>
                                            <p:fltVal val="0"/>
                                          </p:val>
                                        </p:tav>
                                        <p:tav tm="100000">
                                          <p:val>
                                            <p:strVal val="#ppt_w"/>
                                          </p:val>
                                        </p:tav>
                                      </p:tavLst>
                                    </p:anim>
                                    <p:anim calcmode="lin" valueType="num">
                                      <p:cBhvr>
                                        <p:cTn id="49" dur="500" fill="hold"/>
                                        <p:tgtEl>
                                          <p:spTgt spid="182328"/>
                                        </p:tgtEl>
                                        <p:attrNameLst>
                                          <p:attrName>ppt_h</p:attrName>
                                        </p:attrNameLst>
                                      </p:cBhvr>
                                      <p:tavLst>
                                        <p:tav tm="0">
                                          <p:val>
                                            <p:fltVal val="0"/>
                                          </p:val>
                                        </p:tav>
                                        <p:tav tm="100000">
                                          <p:val>
                                            <p:strVal val="#ppt_h"/>
                                          </p:val>
                                        </p:tav>
                                      </p:tavLst>
                                    </p:anim>
                                    <p:animEffect transition="in" filter="fade">
                                      <p:cBhvr>
                                        <p:cTn id="50" dur="500"/>
                                        <p:tgtEl>
                                          <p:spTgt spid="18232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53" presetClass="exit" presetSubtype="32" fill="hold" grpId="1" nodeType="clickEffect">
                                  <p:stCondLst>
                                    <p:cond delay="0"/>
                                  </p:stCondLst>
                                  <p:childTnLst>
                                    <p:anim calcmode="lin" valueType="num">
                                      <p:cBhvr>
                                        <p:cTn id="54" dur="500"/>
                                        <p:tgtEl>
                                          <p:spTgt spid="17"/>
                                        </p:tgtEl>
                                        <p:attrNameLst>
                                          <p:attrName>ppt_w</p:attrName>
                                        </p:attrNameLst>
                                      </p:cBhvr>
                                      <p:tavLst>
                                        <p:tav tm="0">
                                          <p:val>
                                            <p:strVal val="ppt_w"/>
                                          </p:val>
                                        </p:tav>
                                        <p:tav tm="100000">
                                          <p:val>
                                            <p:fltVal val="0"/>
                                          </p:val>
                                        </p:tav>
                                      </p:tavLst>
                                    </p:anim>
                                    <p:anim calcmode="lin" valueType="num">
                                      <p:cBhvr>
                                        <p:cTn id="55" dur="500"/>
                                        <p:tgtEl>
                                          <p:spTgt spid="17"/>
                                        </p:tgtEl>
                                        <p:attrNameLst>
                                          <p:attrName>ppt_h</p:attrName>
                                        </p:attrNameLst>
                                      </p:cBhvr>
                                      <p:tavLst>
                                        <p:tav tm="0">
                                          <p:val>
                                            <p:strVal val="ppt_h"/>
                                          </p:val>
                                        </p:tav>
                                        <p:tav tm="100000">
                                          <p:val>
                                            <p:fltVal val="0"/>
                                          </p:val>
                                        </p:tav>
                                      </p:tavLst>
                                    </p:anim>
                                    <p:animEffect transition="out" filter="fade">
                                      <p:cBhvr>
                                        <p:cTn id="56" dur="500"/>
                                        <p:tgtEl>
                                          <p:spTgt spid="17"/>
                                        </p:tgtEl>
                                      </p:cBhvr>
                                    </p:animEffect>
                                    <p:set>
                                      <p:cBhvr>
                                        <p:cTn id="57" dur="1" fill="hold">
                                          <p:stCondLst>
                                            <p:cond delay="499"/>
                                          </p:stCondLst>
                                        </p:cTn>
                                        <p:tgtEl>
                                          <p:spTgt spid="17"/>
                                        </p:tgtEl>
                                        <p:attrNameLst>
                                          <p:attrName>style.visibility</p:attrName>
                                        </p:attrNameLst>
                                      </p:cBhvr>
                                      <p:to>
                                        <p:strVal val="hidden"/>
                                      </p:to>
                                    </p:set>
                                  </p:childTnLst>
                                </p:cTn>
                              </p:par>
                              <p:par>
                                <p:cTn id="58" presetID="53" presetClass="exit" presetSubtype="32" fill="hold" grpId="1" nodeType="withEffect">
                                  <p:stCondLst>
                                    <p:cond delay="0"/>
                                  </p:stCondLst>
                                  <p:childTnLst>
                                    <p:anim calcmode="lin" valueType="num">
                                      <p:cBhvr>
                                        <p:cTn id="59" dur="500"/>
                                        <p:tgtEl>
                                          <p:spTgt spid="30"/>
                                        </p:tgtEl>
                                        <p:attrNameLst>
                                          <p:attrName>ppt_w</p:attrName>
                                        </p:attrNameLst>
                                      </p:cBhvr>
                                      <p:tavLst>
                                        <p:tav tm="0">
                                          <p:val>
                                            <p:strVal val="ppt_w"/>
                                          </p:val>
                                        </p:tav>
                                        <p:tav tm="100000">
                                          <p:val>
                                            <p:fltVal val="0"/>
                                          </p:val>
                                        </p:tav>
                                      </p:tavLst>
                                    </p:anim>
                                    <p:anim calcmode="lin" valueType="num">
                                      <p:cBhvr>
                                        <p:cTn id="60" dur="500"/>
                                        <p:tgtEl>
                                          <p:spTgt spid="30"/>
                                        </p:tgtEl>
                                        <p:attrNameLst>
                                          <p:attrName>ppt_h</p:attrName>
                                        </p:attrNameLst>
                                      </p:cBhvr>
                                      <p:tavLst>
                                        <p:tav tm="0">
                                          <p:val>
                                            <p:strVal val="ppt_h"/>
                                          </p:val>
                                        </p:tav>
                                        <p:tav tm="100000">
                                          <p:val>
                                            <p:fltVal val="0"/>
                                          </p:val>
                                        </p:tav>
                                      </p:tavLst>
                                    </p:anim>
                                    <p:animEffect transition="out" filter="fade">
                                      <p:cBhvr>
                                        <p:cTn id="61" dur="500"/>
                                        <p:tgtEl>
                                          <p:spTgt spid="30"/>
                                        </p:tgtEl>
                                      </p:cBhvr>
                                    </p:animEffect>
                                    <p:set>
                                      <p:cBhvr>
                                        <p:cTn id="62"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200" grpId="0"/>
      <p:bldP spid="16" grpId="0" animBg="1"/>
      <p:bldP spid="17" grpId="0" animBg="1"/>
      <p:bldP spid="17" grpId="1" animBg="1"/>
      <p:bldP spid="18" grpId="0" animBg="1"/>
      <p:bldP spid="29" grpId="0" animBg="1"/>
      <p:bldP spid="30" grpId="0" animBg="1"/>
      <p:bldP spid="30" grpId="1"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Line 56">
            <a:extLst>
              <a:ext uri="{FF2B5EF4-FFF2-40B4-BE49-F238E27FC236}">
                <a16:creationId xmlns:a16="http://schemas.microsoft.com/office/drawing/2014/main" id="{9B2D4A99-A182-4B9B-ABCB-7B1613035806}"/>
              </a:ext>
            </a:extLst>
          </p:cNvPr>
          <p:cNvSpPr>
            <a:spLocks noChangeShapeType="1"/>
          </p:cNvSpPr>
          <p:nvPr/>
        </p:nvSpPr>
        <p:spPr bwMode="auto">
          <a:xfrm flipV="1">
            <a:off x="6678613" y="2974975"/>
            <a:ext cx="0" cy="217488"/>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1188" name="标题 1">
            <a:extLst>
              <a:ext uri="{FF2B5EF4-FFF2-40B4-BE49-F238E27FC236}">
                <a16:creationId xmlns:a16="http://schemas.microsoft.com/office/drawing/2014/main" id="{C5A03D2A-1BCA-4A5A-9B08-37E384EDAC91}"/>
              </a:ext>
            </a:extLst>
          </p:cNvPr>
          <p:cNvSpPr>
            <a:spLocks noGrp="1"/>
          </p:cNvSpPr>
          <p:nvPr>
            <p:ph type="title"/>
          </p:nvPr>
        </p:nvSpPr>
        <p:spPr>
          <a:xfrm>
            <a:off x="755650" y="268288"/>
            <a:ext cx="7931150" cy="358775"/>
          </a:xfrm>
        </p:spPr>
        <p:txBody>
          <a:bodyPr/>
          <a:lstStyle/>
          <a:p>
            <a:pPr>
              <a:defRPr/>
            </a:pPr>
            <a:r>
              <a:rPr lang="zh-CN" altLang="en-US" spc="300" dirty="0">
                <a:solidFill>
                  <a:prstClr val="black"/>
                </a:solidFill>
                <a:cs typeface="Times New Roman" pitchFamily="18" charset="0"/>
              </a:rPr>
              <a:t>例</a:t>
            </a:r>
            <a:endParaRPr lang="zh-CN" altLang="en-US" dirty="0"/>
          </a:p>
        </p:txBody>
      </p:sp>
      <p:grpSp>
        <p:nvGrpSpPr>
          <p:cNvPr id="193541" name="组合 11">
            <a:extLst>
              <a:ext uri="{FF2B5EF4-FFF2-40B4-BE49-F238E27FC236}">
                <a16:creationId xmlns:a16="http://schemas.microsoft.com/office/drawing/2014/main" id="{259952D0-56BD-4FD5-BAC2-17D0462ADB87}"/>
              </a:ext>
            </a:extLst>
          </p:cNvPr>
          <p:cNvGrpSpPr>
            <a:grpSpLocks/>
          </p:cNvGrpSpPr>
          <p:nvPr/>
        </p:nvGrpSpPr>
        <p:grpSpPr bwMode="auto">
          <a:xfrm>
            <a:off x="0" y="195263"/>
            <a:ext cx="755650" cy="431800"/>
            <a:chOff x="-786" y="195486"/>
            <a:chExt cx="756363" cy="432048"/>
          </a:xfrm>
        </p:grpSpPr>
        <p:sp>
          <p:nvSpPr>
            <p:cNvPr id="13" name="五边形 12">
              <a:extLst>
                <a:ext uri="{FF2B5EF4-FFF2-40B4-BE49-F238E27FC236}">
                  <a16:creationId xmlns:a16="http://schemas.microsoft.com/office/drawing/2014/main" id="{8569EACF-A226-450B-8729-2004EDA47576}"/>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93594" name="五边形 13">
              <a:extLst>
                <a:ext uri="{FF2B5EF4-FFF2-40B4-BE49-F238E27FC236}">
                  <a16:creationId xmlns:a16="http://schemas.microsoft.com/office/drawing/2014/main" id="{6901A741-FDD7-4858-AE03-82426C637DAD}"/>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16" name="Rectangle 17">
            <a:extLst>
              <a:ext uri="{FF2B5EF4-FFF2-40B4-BE49-F238E27FC236}">
                <a16:creationId xmlns:a16="http://schemas.microsoft.com/office/drawing/2014/main" id="{CB64B083-32FA-4F8C-A049-1957EDB186B3}"/>
              </a:ext>
            </a:extLst>
          </p:cNvPr>
          <p:cNvSpPr>
            <a:spLocks noChangeArrowheads="1"/>
          </p:cNvSpPr>
          <p:nvPr/>
        </p:nvSpPr>
        <p:spPr bwMode="auto">
          <a:xfrm>
            <a:off x="4895850" y="3856038"/>
            <a:ext cx="269875" cy="271462"/>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华文楷体" panose="02010600040101010101" pitchFamily="2" charset="-122"/>
              </a:rPr>
              <a:t>$</a:t>
            </a:r>
          </a:p>
        </p:txBody>
      </p:sp>
      <p:sp>
        <p:nvSpPr>
          <p:cNvPr id="17" name="Rectangle 18">
            <a:extLst>
              <a:ext uri="{FF2B5EF4-FFF2-40B4-BE49-F238E27FC236}">
                <a16:creationId xmlns:a16="http://schemas.microsoft.com/office/drawing/2014/main" id="{CB61CE2E-4914-4BC8-9104-0F438BDFD782}"/>
              </a:ext>
            </a:extLst>
          </p:cNvPr>
          <p:cNvSpPr>
            <a:spLocks noChangeArrowheads="1"/>
          </p:cNvSpPr>
          <p:nvPr/>
        </p:nvSpPr>
        <p:spPr bwMode="auto">
          <a:xfrm>
            <a:off x="5165725" y="3856038"/>
            <a:ext cx="271463"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i="1">
                <a:solidFill>
                  <a:srgbClr val="000000"/>
                </a:solidFill>
                <a:latin typeface="Times New Roman" panose="02020603050405020304" pitchFamily="18" charset="0"/>
              </a:rPr>
              <a:t>F</a:t>
            </a:r>
          </a:p>
        </p:txBody>
      </p:sp>
      <p:sp>
        <p:nvSpPr>
          <p:cNvPr id="18" name="Rectangle 19">
            <a:extLst>
              <a:ext uri="{FF2B5EF4-FFF2-40B4-BE49-F238E27FC236}">
                <a16:creationId xmlns:a16="http://schemas.microsoft.com/office/drawing/2014/main" id="{7B205864-A273-4AF3-A577-BA0632F05BAF}"/>
              </a:ext>
            </a:extLst>
          </p:cNvPr>
          <p:cNvSpPr>
            <a:spLocks noChangeArrowheads="1"/>
          </p:cNvSpPr>
          <p:nvPr/>
        </p:nvSpPr>
        <p:spPr bwMode="auto">
          <a:xfrm>
            <a:off x="5165725" y="4125913"/>
            <a:ext cx="271463" cy="3540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a:solidFill>
                  <a:srgbClr val="000000"/>
                </a:solidFill>
                <a:latin typeface="Times New Roman" panose="02020603050405020304" pitchFamily="18" charset="0"/>
              </a:rPr>
              <a:t>3</a:t>
            </a:r>
            <a:endParaRPr lang="zh-CN" altLang="en-US" sz="1700">
              <a:solidFill>
                <a:srgbClr val="000000"/>
              </a:solidFill>
              <a:latin typeface="Times New Roman" panose="02020603050405020304" pitchFamily="18" charset="0"/>
            </a:endParaRPr>
          </a:p>
        </p:txBody>
      </p:sp>
      <p:sp>
        <p:nvSpPr>
          <p:cNvPr id="29" name="Rectangle 17">
            <a:extLst>
              <a:ext uri="{FF2B5EF4-FFF2-40B4-BE49-F238E27FC236}">
                <a16:creationId xmlns:a16="http://schemas.microsoft.com/office/drawing/2014/main" id="{7888CC0D-9F5D-489A-9AC2-5B84B2A28448}"/>
              </a:ext>
            </a:extLst>
          </p:cNvPr>
          <p:cNvSpPr>
            <a:spLocks noChangeArrowheads="1"/>
          </p:cNvSpPr>
          <p:nvPr/>
        </p:nvSpPr>
        <p:spPr bwMode="auto">
          <a:xfrm>
            <a:off x="4895850" y="3598863"/>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0</a:t>
            </a:r>
          </a:p>
        </p:txBody>
      </p:sp>
      <p:sp>
        <p:nvSpPr>
          <p:cNvPr id="30" name="Rectangle 18">
            <a:extLst>
              <a:ext uri="{FF2B5EF4-FFF2-40B4-BE49-F238E27FC236}">
                <a16:creationId xmlns:a16="http://schemas.microsoft.com/office/drawing/2014/main" id="{5EAD07DF-4D66-44DE-A78C-FCEAB916A337}"/>
              </a:ext>
            </a:extLst>
          </p:cNvPr>
          <p:cNvSpPr>
            <a:spLocks noChangeArrowheads="1"/>
          </p:cNvSpPr>
          <p:nvPr/>
        </p:nvSpPr>
        <p:spPr bwMode="auto">
          <a:xfrm>
            <a:off x="5165725" y="3597275"/>
            <a:ext cx="271463"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2</a:t>
            </a:r>
          </a:p>
        </p:txBody>
      </p:sp>
      <p:sp>
        <p:nvSpPr>
          <p:cNvPr id="20" name="Rectangle 15">
            <a:extLst>
              <a:ext uri="{FF2B5EF4-FFF2-40B4-BE49-F238E27FC236}">
                <a16:creationId xmlns:a16="http://schemas.microsoft.com/office/drawing/2014/main" id="{EAFF250D-CA40-4C9C-90C9-417F4D2C303D}"/>
              </a:ext>
            </a:extLst>
          </p:cNvPr>
          <p:cNvSpPr>
            <a:spLocks noChangeArrowheads="1"/>
          </p:cNvSpPr>
          <p:nvPr/>
        </p:nvSpPr>
        <p:spPr bwMode="auto">
          <a:xfrm>
            <a:off x="5437188" y="3870643"/>
            <a:ext cx="971550" cy="2520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i="1" dirty="0">
                <a:solidFill>
                  <a:srgbClr val="000000"/>
                </a:solidFill>
                <a:latin typeface="Times New Roman" panose="02020603050405020304" pitchFamily="18" charset="0"/>
              </a:rPr>
              <a:t>M</a:t>
            </a:r>
          </a:p>
        </p:txBody>
      </p:sp>
      <p:sp>
        <p:nvSpPr>
          <p:cNvPr id="21" name="Rectangle 16">
            <a:extLst>
              <a:ext uri="{FF2B5EF4-FFF2-40B4-BE49-F238E27FC236}">
                <a16:creationId xmlns:a16="http://schemas.microsoft.com/office/drawing/2014/main" id="{D02EEEDB-DD89-421A-9C4A-248A65096308}"/>
              </a:ext>
            </a:extLst>
          </p:cNvPr>
          <p:cNvSpPr>
            <a:spLocks noChangeArrowheads="1"/>
          </p:cNvSpPr>
          <p:nvPr/>
        </p:nvSpPr>
        <p:spPr bwMode="auto">
          <a:xfrm>
            <a:off x="5437188" y="4124643"/>
            <a:ext cx="971550" cy="3540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i="1" dirty="0" err="1">
                <a:solidFill>
                  <a:srgbClr val="000000"/>
                </a:solidFill>
                <a:latin typeface="Times New Roman" panose="02020603050405020304" pitchFamily="18" charset="0"/>
                <a:sym typeface="Arial" panose="020B0604020202020204" pitchFamily="34" charset="0"/>
              </a:rPr>
              <a:t>T</a:t>
            </a:r>
            <a:r>
              <a:rPr lang="en-US" altLang="zh-CN" sz="1600" i="1" dirty="0" err="1">
                <a:solidFill>
                  <a:schemeClr val="tx1"/>
                </a:solidFill>
                <a:latin typeface="Times New Roman" panose="02020603050405020304" pitchFamily="18" charset="0"/>
                <a:ea typeface="楷体" panose="02010609060101010101" pitchFamily="49" charset="-122"/>
              </a:rPr>
              <a:t>′</a:t>
            </a:r>
            <a:r>
              <a:rPr lang="en-US" altLang="zh-CN" sz="1700" i="1" dirty="0" err="1">
                <a:solidFill>
                  <a:srgbClr val="000000"/>
                </a:solidFill>
                <a:latin typeface="Times New Roman" panose="02020603050405020304" pitchFamily="18" charset="0"/>
                <a:sym typeface="Times New Roman" panose="02020603050405020304" pitchFamily="18" charset="0"/>
              </a:rPr>
              <a:t>inh</a:t>
            </a:r>
            <a:r>
              <a:rPr lang="en-US" altLang="zh-CN" sz="1700" dirty="0">
                <a:solidFill>
                  <a:srgbClr val="000000"/>
                </a:solidFill>
                <a:latin typeface="Times New Roman" panose="02020603050405020304" pitchFamily="18" charset="0"/>
                <a:sym typeface="Times New Roman" panose="02020603050405020304" pitchFamily="18" charset="0"/>
              </a:rPr>
              <a:t>=3</a:t>
            </a:r>
            <a:endParaRPr lang="zh-CN" altLang="en-US" sz="1700" dirty="0">
              <a:solidFill>
                <a:srgbClr val="000000"/>
              </a:solidFill>
              <a:latin typeface="Times New Roman" panose="02020603050405020304" pitchFamily="18" charset="0"/>
              <a:sym typeface="Times New Roman" panose="02020603050405020304" pitchFamily="18" charset="0"/>
            </a:endParaRPr>
          </a:p>
        </p:txBody>
      </p:sp>
      <p:sp>
        <p:nvSpPr>
          <p:cNvPr id="22" name="Rectangle 15">
            <a:extLst>
              <a:ext uri="{FF2B5EF4-FFF2-40B4-BE49-F238E27FC236}">
                <a16:creationId xmlns:a16="http://schemas.microsoft.com/office/drawing/2014/main" id="{1BFBCE4F-7B41-4F08-9360-FB6E3A5569B1}"/>
              </a:ext>
            </a:extLst>
          </p:cNvPr>
          <p:cNvSpPr>
            <a:spLocks noChangeArrowheads="1"/>
          </p:cNvSpPr>
          <p:nvPr/>
        </p:nvSpPr>
        <p:spPr bwMode="auto">
          <a:xfrm>
            <a:off x="5437188" y="3598862"/>
            <a:ext cx="971550" cy="2700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4</a:t>
            </a:r>
          </a:p>
        </p:txBody>
      </p:sp>
      <p:sp>
        <p:nvSpPr>
          <p:cNvPr id="23" name="Rectangle 20">
            <a:extLst>
              <a:ext uri="{FF2B5EF4-FFF2-40B4-BE49-F238E27FC236}">
                <a16:creationId xmlns:a16="http://schemas.microsoft.com/office/drawing/2014/main" id="{106F1591-1F40-4337-9B56-DB2CC524BCBA}"/>
              </a:ext>
            </a:extLst>
          </p:cNvPr>
          <p:cNvSpPr>
            <a:spLocks noChangeArrowheads="1"/>
          </p:cNvSpPr>
          <p:nvPr/>
        </p:nvSpPr>
        <p:spPr bwMode="auto">
          <a:xfrm>
            <a:off x="6408738" y="3863340"/>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a:t>
            </a:r>
          </a:p>
        </p:txBody>
      </p:sp>
      <p:sp>
        <p:nvSpPr>
          <p:cNvPr id="24" name="Rectangle 20">
            <a:extLst>
              <a:ext uri="{FF2B5EF4-FFF2-40B4-BE49-F238E27FC236}">
                <a16:creationId xmlns:a16="http://schemas.microsoft.com/office/drawing/2014/main" id="{7954AE2A-2D96-4577-8D03-19A71C1E7B9D}"/>
              </a:ext>
            </a:extLst>
          </p:cNvPr>
          <p:cNvSpPr>
            <a:spLocks noChangeArrowheads="1"/>
          </p:cNvSpPr>
          <p:nvPr/>
        </p:nvSpPr>
        <p:spPr bwMode="auto">
          <a:xfrm>
            <a:off x="6408738" y="3598863"/>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6</a:t>
            </a:r>
          </a:p>
        </p:txBody>
      </p:sp>
      <p:sp>
        <p:nvSpPr>
          <p:cNvPr id="28" name="Line 56">
            <a:extLst>
              <a:ext uri="{FF2B5EF4-FFF2-40B4-BE49-F238E27FC236}">
                <a16:creationId xmlns:a16="http://schemas.microsoft.com/office/drawing/2014/main" id="{4809631F-91AB-48AC-8771-EE6F8CDC97B5}"/>
              </a:ext>
            </a:extLst>
          </p:cNvPr>
          <p:cNvSpPr>
            <a:spLocks noChangeShapeType="1"/>
          </p:cNvSpPr>
          <p:nvPr/>
        </p:nvSpPr>
        <p:spPr bwMode="auto">
          <a:xfrm flipV="1">
            <a:off x="6894513" y="2979738"/>
            <a:ext cx="0" cy="215900"/>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Rectangle 18">
            <a:extLst>
              <a:ext uri="{FF2B5EF4-FFF2-40B4-BE49-F238E27FC236}">
                <a16:creationId xmlns:a16="http://schemas.microsoft.com/office/drawing/2014/main" id="{7FD589C7-06B7-4F28-8150-9D72F275D119}"/>
              </a:ext>
            </a:extLst>
          </p:cNvPr>
          <p:cNvSpPr>
            <a:spLocks noChangeArrowheads="1"/>
          </p:cNvSpPr>
          <p:nvPr/>
        </p:nvSpPr>
        <p:spPr bwMode="auto">
          <a:xfrm>
            <a:off x="6678613" y="3856038"/>
            <a:ext cx="269875" cy="271462"/>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d</a:t>
            </a:r>
          </a:p>
        </p:txBody>
      </p:sp>
      <p:sp>
        <p:nvSpPr>
          <p:cNvPr id="32" name="Rectangle 19">
            <a:extLst>
              <a:ext uri="{FF2B5EF4-FFF2-40B4-BE49-F238E27FC236}">
                <a16:creationId xmlns:a16="http://schemas.microsoft.com/office/drawing/2014/main" id="{E938DAA3-1D75-4B11-A8A9-7D094DA95D3F}"/>
              </a:ext>
            </a:extLst>
          </p:cNvPr>
          <p:cNvSpPr>
            <a:spLocks noChangeArrowheads="1"/>
          </p:cNvSpPr>
          <p:nvPr/>
        </p:nvSpPr>
        <p:spPr bwMode="auto">
          <a:xfrm>
            <a:off x="6678613" y="4125913"/>
            <a:ext cx="269875" cy="3540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a:solidFill>
                  <a:srgbClr val="000000"/>
                </a:solidFill>
                <a:latin typeface="Times New Roman" panose="02020603050405020304" pitchFamily="18" charset="0"/>
              </a:rPr>
              <a:t>5</a:t>
            </a:r>
            <a:endParaRPr lang="zh-CN" altLang="en-US" sz="1700">
              <a:solidFill>
                <a:srgbClr val="000000"/>
              </a:solidFill>
              <a:latin typeface="Times New Roman" panose="02020603050405020304" pitchFamily="18" charset="0"/>
            </a:endParaRPr>
          </a:p>
        </p:txBody>
      </p:sp>
      <p:sp>
        <p:nvSpPr>
          <p:cNvPr id="33" name="Rectangle 18">
            <a:extLst>
              <a:ext uri="{FF2B5EF4-FFF2-40B4-BE49-F238E27FC236}">
                <a16:creationId xmlns:a16="http://schemas.microsoft.com/office/drawing/2014/main" id="{714249E8-2AAE-47A4-8D24-50ACCF4554EF}"/>
              </a:ext>
            </a:extLst>
          </p:cNvPr>
          <p:cNvSpPr>
            <a:spLocks noChangeArrowheads="1"/>
          </p:cNvSpPr>
          <p:nvPr/>
        </p:nvSpPr>
        <p:spPr bwMode="auto">
          <a:xfrm>
            <a:off x="6678613" y="3598863"/>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3</a:t>
            </a:r>
          </a:p>
        </p:txBody>
      </p:sp>
      <p:sp>
        <p:nvSpPr>
          <p:cNvPr id="34" name="Line 56">
            <a:extLst>
              <a:ext uri="{FF2B5EF4-FFF2-40B4-BE49-F238E27FC236}">
                <a16:creationId xmlns:a16="http://schemas.microsoft.com/office/drawing/2014/main" id="{2017A0A0-D111-49EB-9B97-8B420A96FA29}"/>
              </a:ext>
            </a:extLst>
          </p:cNvPr>
          <p:cNvSpPr>
            <a:spLocks noChangeShapeType="1"/>
          </p:cNvSpPr>
          <p:nvPr/>
        </p:nvSpPr>
        <p:spPr bwMode="auto">
          <a:xfrm flipV="1">
            <a:off x="7056438" y="2979738"/>
            <a:ext cx="0" cy="217487"/>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3557" name="矩形 34">
            <a:extLst>
              <a:ext uri="{FF2B5EF4-FFF2-40B4-BE49-F238E27FC236}">
                <a16:creationId xmlns:a16="http://schemas.microsoft.com/office/drawing/2014/main" id="{CCD0A2EB-15FA-4FBC-80BA-0E20DC24D0DF}"/>
              </a:ext>
            </a:extLst>
          </p:cNvPr>
          <p:cNvSpPr>
            <a:spLocks noChangeArrowheads="1"/>
          </p:cNvSpPr>
          <p:nvPr/>
        </p:nvSpPr>
        <p:spPr bwMode="auto">
          <a:xfrm>
            <a:off x="30163" y="4143375"/>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SLR</a:t>
            </a:r>
            <a:r>
              <a:rPr kumimoji="1"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自动机</a:t>
            </a:r>
            <a:endParaRPr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1" name="Rectangle 56">
            <a:extLst>
              <a:ext uri="{FF2B5EF4-FFF2-40B4-BE49-F238E27FC236}">
                <a16:creationId xmlns:a16="http://schemas.microsoft.com/office/drawing/2014/main" id="{8E42ED49-534B-47F0-97B6-216698782FB1}"/>
              </a:ext>
            </a:extLst>
          </p:cNvPr>
          <p:cNvSpPr>
            <a:spLocks noChangeArrowheads="1"/>
          </p:cNvSpPr>
          <p:nvPr/>
        </p:nvSpPr>
        <p:spPr bwMode="auto">
          <a:xfrm>
            <a:off x="5562600" y="2651125"/>
            <a:ext cx="1746250" cy="369888"/>
          </a:xfrm>
          <a:prstGeom prst="rect">
            <a:avLst/>
          </a:prstGeom>
          <a:noFill/>
          <a:ln>
            <a:noFill/>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r>
              <a:rPr kumimoji="1" lang="zh-CN" altLang="en-US" sz="1800" dirty="0">
                <a:solidFill>
                  <a:schemeClr val="tx2">
                    <a:lumMod val="60000"/>
                    <a:lumOff val="40000"/>
                  </a:schemeClr>
                </a:solidFill>
                <a:latin typeface="+mn-ea"/>
                <a:ea typeface="+mn-ea"/>
                <a:cs typeface="Times New Roman" panose="02020603050405020304" pitchFamily="18" charset="0"/>
              </a:rPr>
              <a:t>输入：</a:t>
            </a:r>
            <a:r>
              <a:rPr kumimoji="1" lang="en-US" altLang="zh-CN" sz="18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 </a:t>
            </a:r>
            <a:r>
              <a:rPr kumimoji="1" lang="en-US" altLang="zh-CN"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rPr>
              <a:t>3 * 5 $</a:t>
            </a:r>
            <a:endParaRPr kumimoji="1" lang="zh-CN" altLang="en-US"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endParaRPr>
          </a:p>
        </p:txBody>
      </p:sp>
      <p:grpSp>
        <p:nvGrpSpPr>
          <p:cNvPr id="193559" name="组合 80">
            <a:extLst>
              <a:ext uri="{FF2B5EF4-FFF2-40B4-BE49-F238E27FC236}">
                <a16:creationId xmlns:a16="http://schemas.microsoft.com/office/drawing/2014/main" id="{A62F5AAB-5E02-419B-B22F-F73335B1A0FD}"/>
              </a:ext>
            </a:extLst>
          </p:cNvPr>
          <p:cNvGrpSpPr>
            <a:grpSpLocks/>
          </p:cNvGrpSpPr>
          <p:nvPr/>
        </p:nvGrpSpPr>
        <p:grpSpPr bwMode="auto">
          <a:xfrm>
            <a:off x="52388" y="1274763"/>
            <a:ext cx="4589462" cy="3762375"/>
            <a:chOff x="3431846" y="1052514"/>
            <a:chExt cx="6118556" cy="5015607"/>
          </a:xfrm>
        </p:grpSpPr>
        <p:sp>
          <p:nvSpPr>
            <p:cNvPr id="172" name="Text Box 2">
              <a:extLst>
                <a:ext uri="{FF2B5EF4-FFF2-40B4-BE49-F238E27FC236}">
                  <a16:creationId xmlns:a16="http://schemas.microsoft.com/office/drawing/2014/main" id="{EB2F8303-8F05-4610-B209-97C97E519916}"/>
                </a:ext>
              </a:extLst>
            </p:cNvPr>
            <p:cNvSpPr txBox="1">
              <a:spLocks noChangeArrowheads="1"/>
            </p:cNvSpPr>
            <p:nvPr/>
          </p:nvSpPr>
          <p:spPr bwMode="auto">
            <a:xfrm>
              <a:off x="3575762" y="1412283"/>
              <a:ext cx="1439162" cy="114914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a:solidFill>
                    <a:srgbClr val="000000"/>
                  </a:solidFill>
                  <a:latin typeface="Times New Roman" panose="02020603050405020304" pitchFamily="18" charset="0"/>
                </a:rPr>
                <a:t>I</a:t>
              </a:r>
              <a:r>
                <a:rPr kumimoji="1" lang="en-US" altLang="zh-CN" sz="1400" i="1" baseline="-25000">
                  <a:solidFill>
                    <a:srgbClr val="000000"/>
                  </a:solidFill>
                  <a:latin typeface="Times New Roman" panose="02020603050405020304" pitchFamily="18" charset="0"/>
                </a:rPr>
                <a:t>0</a:t>
              </a:r>
              <a:r>
                <a:rPr kumimoji="1" lang="en-US" altLang="zh-CN" sz="1400" i="1">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S</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 · T</a:t>
              </a:r>
            </a:p>
            <a:p>
              <a:pPr>
                <a:spcBef>
                  <a:spcPct val="0"/>
                </a:spcBef>
                <a:buClrTx/>
                <a:buSzTx/>
                <a:buFontTx/>
                <a:buNone/>
                <a:defRPr/>
              </a:pPr>
              <a:r>
                <a:rPr kumimoji="1" lang="en-US" altLang="zh-CN" sz="1400" i="1">
                  <a:solidFill>
                    <a:srgbClr val="000000"/>
                  </a:solidFill>
                  <a:latin typeface="Times New Roman" panose="02020603050405020304" pitchFamily="18" charset="0"/>
                </a:rPr>
                <a:t>T→ · FMT</a:t>
              </a:r>
              <a:r>
                <a:rPr lang="en-US" altLang="zh-CN" sz="1400" b="0" i="1">
                  <a:solidFill>
                    <a:srgbClr val="000000"/>
                  </a:solidFill>
                  <a:latin typeface="Times New Roman" panose="02020603050405020304" pitchFamily="18" charset="0"/>
                  <a:sym typeface="Times New Roman" panose="02020603050405020304" pitchFamily="18" charset="0"/>
                </a:rPr>
                <a:t>΄</a:t>
              </a:r>
              <a:endParaRPr kumimoji="1" lang="en-US" altLang="zh-CN" sz="1400" i="1">
                <a:solidFill>
                  <a:srgbClr val="000000"/>
                </a:solidFill>
                <a:latin typeface="Times New Roman" panose="02020603050405020304" pitchFamily="18" charset="0"/>
              </a:endParaRPr>
            </a:p>
            <a:p>
              <a:pPr>
                <a:spcBef>
                  <a:spcPct val="0"/>
                </a:spcBef>
                <a:buClrTx/>
                <a:buSzTx/>
                <a:buFontTx/>
                <a:buNone/>
                <a:defRPr/>
              </a:pPr>
              <a:r>
                <a:rPr kumimoji="1" lang="en-US" altLang="zh-CN" sz="1400" i="1">
                  <a:solidFill>
                    <a:srgbClr val="000000"/>
                  </a:solidFill>
                  <a:latin typeface="Times New Roman" panose="02020603050405020304" pitchFamily="18" charset="0"/>
                </a:rPr>
                <a:t>F→ · </a:t>
              </a:r>
              <a:r>
                <a:rPr kumimoji="1" lang="en-US" altLang="zh-CN" sz="1400">
                  <a:solidFill>
                    <a:srgbClr val="000000"/>
                  </a:solidFill>
                  <a:latin typeface="Times New Roman" panose="02020603050405020304" pitchFamily="18" charset="0"/>
                </a:rPr>
                <a:t>d</a:t>
              </a:r>
            </a:p>
          </p:txBody>
        </p:sp>
        <p:sp>
          <p:nvSpPr>
            <p:cNvPr id="173" name="Text Box 3">
              <a:extLst>
                <a:ext uri="{FF2B5EF4-FFF2-40B4-BE49-F238E27FC236}">
                  <a16:creationId xmlns:a16="http://schemas.microsoft.com/office/drawing/2014/main" id="{3ED3C717-CABE-4362-ADEF-9C2B676B10BE}"/>
                </a:ext>
              </a:extLst>
            </p:cNvPr>
            <p:cNvSpPr txBox="1">
              <a:spLocks noChangeArrowheads="1"/>
            </p:cNvSpPr>
            <p:nvPr/>
          </p:nvSpPr>
          <p:spPr bwMode="auto">
            <a:xfrm>
              <a:off x="5520747" y="1052514"/>
              <a:ext cx="1223288"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a:solidFill>
                    <a:srgbClr val="000000"/>
                  </a:solidFill>
                  <a:latin typeface="Times New Roman" panose="02020603050405020304" pitchFamily="18" charset="0"/>
                </a:rPr>
                <a:t>I</a:t>
              </a:r>
              <a:r>
                <a:rPr kumimoji="1" lang="en-US" altLang="zh-CN" sz="1400" i="1" baseline="-25000">
                  <a:solidFill>
                    <a:srgbClr val="000000"/>
                  </a:solidFill>
                  <a:latin typeface="Times New Roman" panose="02020603050405020304" pitchFamily="18" charset="0"/>
                </a:rPr>
                <a:t>1</a:t>
              </a:r>
              <a:r>
                <a:rPr kumimoji="1" lang="en-US" altLang="zh-CN" sz="1400" i="1">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S</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→T ·</a:t>
              </a:r>
            </a:p>
          </p:txBody>
        </p:sp>
        <p:sp>
          <p:nvSpPr>
            <p:cNvPr id="193563" name="Line 4">
              <a:extLst>
                <a:ext uri="{FF2B5EF4-FFF2-40B4-BE49-F238E27FC236}">
                  <a16:creationId xmlns:a16="http://schemas.microsoft.com/office/drawing/2014/main" id="{59163A37-3553-4B1D-8ED3-99879D537004}"/>
                </a:ext>
              </a:extLst>
            </p:cNvPr>
            <p:cNvSpPr>
              <a:spLocks noChangeShapeType="1"/>
            </p:cNvSpPr>
            <p:nvPr/>
          </p:nvSpPr>
          <p:spPr bwMode="auto">
            <a:xfrm flipV="1">
              <a:off x="5016500" y="1557339"/>
              <a:ext cx="503238" cy="142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 name="Text Box 5">
              <a:extLst>
                <a:ext uri="{FF2B5EF4-FFF2-40B4-BE49-F238E27FC236}">
                  <a16:creationId xmlns:a16="http://schemas.microsoft.com/office/drawing/2014/main" id="{76B6DE12-DE15-40A1-AB1B-7C22B956FD9A}"/>
                </a:ext>
              </a:extLst>
            </p:cNvPr>
            <p:cNvSpPr txBox="1">
              <a:spLocks noChangeArrowheads="1"/>
            </p:cNvSpPr>
            <p:nvPr/>
          </p:nvSpPr>
          <p:spPr bwMode="auto">
            <a:xfrm>
              <a:off x="5520747" y="1844006"/>
              <a:ext cx="1655037" cy="98407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2</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 · 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M→ ·</a:t>
              </a:r>
              <a:r>
                <a:rPr kumimoji="1" lang="en-US" altLang="zh-CN" sz="1400"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3565" name="Line 6">
              <a:extLst>
                <a:ext uri="{FF2B5EF4-FFF2-40B4-BE49-F238E27FC236}">
                  <a16:creationId xmlns:a16="http://schemas.microsoft.com/office/drawing/2014/main" id="{407ABAC1-3E4F-4AE2-B9B2-5A2C8DBC628D}"/>
                </a:ext>
              </a:extLst>
            </p:cNvPr>
            <p:cNvSpPr>
              <a:spLocks noChangeShapeType="1"/>
            </p:cNvSpPr>
            <p:nvPr/>
          </p:nvSpPr>
          <p:spPr bwMode="auto">
            <a:xfrm>
              <a:off x="5011738" y="2370138"/>
              <a:ext cx="483093" cy="1157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3566" name="Text Box 7">
              <a:extLst>
                <a:ext uri="{FF2B5EF4-FFF2-40B4-BE49-F238E27FC236}">
                  <a16:creationId xmlns:a16="http://schemas.microsoft.com/office/drawing/2014/main" id="{5F4904BD-14AC-4C70-8A09-5C6FBAF28879}"/>
                </a:ext>
              </a:extLst>
            </p:cNvPr>
            <p:cNvSpPr txBox="1">
              <a:spLocks noChangeArrowheads="1"/>
            </p:cNvSpPr>
            <p:nvPr/>
          </p:nvSpPr>
          <p:spPr bwMode="auto">
            <a:xfrm>
              <a:off x="5084795" y="1987180"/>
              <a:ext cx="503237"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178" name="Text Box 8">
              <a:extLst>
                <a:ext uri="{FF2B5EF4-FFF2-40B4-BE49-F238E27FC236}">
                  <a16:creationId xmlns:a16="http://schemas.microsoft.com/office/drawing/2014/main" id="{CC525DCF-1CFC-409D-AB9C-18B4BC72000A}"/>
                </a:ext>
              </a:extLst>
            </p:cNvPr>
            <p:cNvSpPr txBox="1">
              <a:spLocks noChangeArrowheads="1"/>
            </p:cNvSpPr>
            <p:nvPr/>
          </p:nvSpPr>
          <p:spPr bwMode="auto">
            <a:xfrm>
              <a:off x="3431846" y="3484336"/>
              <a:ext cx="1513236"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3</a:t>
              </a:r>
              <a:r>
                <a:rPr kumimoji="1" lang="en-US" altLang="zh-CN" sz="1400" i="1" dirty="0">
                  <a:solidFill>
                    <a:srgbClr val="000000"/>
                  </a:solidFill>
                  <a:latin typeface="Times New Roman" panose="02020603050405020304" pitchFamily="18" charset="0"/>
                </a:rPr>
                <a:t>:</a:t>
              </a:r>
            </a:p>
            <a:p>
              <a:pPr>
                <a:spcBef>
                  <a:spcPct val="0"/>
                </a:spcBef>
                <a:buClrTx/>
                <a:buSzTx/>
                <a:buFont typeface="Symbol" panose="05050102010706020507" pitchFamily="18" charset="2"/>
                <a:buNone/>
                <a:defRPr/>
              </a:pPr>
              <a:r>
                <a:rPr kumimoji="1" lang="en-US" altLang="zh-CN" sz="1400" i="1" dirty="0">
                  <a:solidFill>
                    <a:srgbClr val="000000"/>
                  </a:solidFill>
                  <a:latin typeface="Times New Roman" panose="02020603050405020304" pitchFamily="18" charset="0"/>
                </a:rPr>
                <a:t>F→ </a:t>
              </a:r>
              <a:r>
                <a:rPr kumimoji="1" lang="en-US" altLang="zh-CN" sz="1400" dirty="0">
                  <a:solidFill>
                    <a:srgbClr val="000000"/>
                  </a:solidFill>
                  <a:latin typeface="Times New Roman" panose="02020603050405020304" pitchFamily="18" charset="0"/>
                </a:rPr>
                <a:t>d</a:t>
              </a:r>
              <a:r>
                <a:rPr kumimoji="1" lang="en-US" altLang="zh-CN" sz="1400" i="1"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3568" name="Line 9">
              <a:extLst>
                <a:ext uri="{FF2B5EF4-FFF2-40B4-BE49-F238E27FC236}">
                  <a16:creationId xmlns:a16="http://schemas.microsoft.com/office/drawing/2014/main" id="{0511B0F5-32ED-4479-9112-4CE68E6CBAFC}"/>
                </a:ext>
              </a:extLst>
            </p:cNvPr>
            <p:cNvSpPr>
              <a:spLocks noChangeShapeType="1"/>
            </p:cNvSpPr>
            <p:nvPr/>
          </p:nvSpPr>
          <p:spPr bwMode="auto">
            <a:xfrm>
              <a:off x="4367214" y="2562446"/>
              <a:ext cx="0" cy="92233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0" name="Text Box 11">
              <a:extLst>
                <a:ext uri="{FF2B5EF4-FFF2-40B4-BE49-F238E27FC236}">
                  <a16:creationId xmlns:a16="http://schemas.microsoft.com/office/drawing/2014/main" id="{4EA9CE11-A0FB-4A64-AA84-463A417632B6}"/>
                </a:ext>
              </a:extLst>
            </p:cNvPr>
            <p:cNvSpPr txBox="1">
              <a:spLocks noChangeArrowheads="1"/>
            </p:cNvSpPr>
            <p:nvPr/>
          </p:nvSpPr>
          <p:spPr bwMode="auto">
            <a:xfrm>
              <a:off x="5017040" y="3996273"/>
              <a:ext cx="182435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7</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 · NT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r>
                <a:rPr kumimoji="1" lang="en-US" altLang="zh-CN" sz="1400" i="1" dirty="0">
                  <a:solidFill>
                    <a:srgbClr val="000000"/>
                  </a:solidFill>
                  <a:latin typeface="Times New Roman" panose="02020603050405020304" pitchFamily="18" charset="0"/>
                </a:rPr>
                <a:t>N→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81" name="Text Box 12">
              <a:extLst>
                <a:ext uri="{FF2B5EF4-FFF2-40B4-BE49-F238E27FC236}">
                  <a16:creationId xmlns:a16="http://schemas.microsoft.com/office/drawing/2014/main" id="{DC5D5788-F895-414D-AE5C-12926A703C11}"/>
                </a:ext>
              </a:extLst>
            </p:cNvPr>
            <p:cNvSpPr txBox="1">
              <a:spLocks noChangeArrowheads="1"/>
            </p:cNvSpPr>
            <p:nvPr/>
          </p:nvSpPr>
          <p:spPr bwMode="auto">
            <a:xfrm>
              <a:off x="7825524" y="4796230"/>
              <a:ext cx="1724878"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8</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 · 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3571" name="Text Box 13">
              <a:extLst>
                <a:ext uri="{FF2B5EF4-FFF2-40B4-BE49-F238E27FC236}">
                  <a16:creationId xmlns:a16="http://schemas.microsoft.com/office/drawing/2014/main" id="{413B0E6A-B22B-4831-AF4C-062A181145AE}"/>
                </a:ext>
              </a:extLst>
            </p:cNvPr>
            <p:cNvSpPr txBox="1">
              <a:spLocks noChangeArrowheads="1"/>
            </p:cNvSpPr>
            <p:nvPr/>
          </p:nvSpPr>
          <p:spPr bwMode="auto">
            <a:xfrm>
              <a:off x="7318377" y="52269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3572" name="Text Box 15">
              <a:extLst>
                <a:ext uri="{FF2B5EF4-FFF2-40B4-BE49-F238E27FC236}">
                  <a16:creationId xmlns:a16="http://schemas.microsoft.com/office/drawing/2014/main" id="{4F98B182-F10B-43E7-A0E5-C8F7785F54BE}"/>
                </a:ext>
              </a:extLst>
            </p:cNvPr>
            <p:cNvSpPr txBox="1">
              <a:spLocks noChangeArrowheads="1"/>
            </p:cNvSpPr>
            <p:nvPr/>
          </p:nvSpPr>
          <p:spPr bwMode="auto">
            <a:xfrm>
              <a:off x="3792538" y="2852739"/>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184" name="Text Box 17">
              <a:extLst>
                <a:ext uri="{FF2B5EF4-FFF2-40B4-BE49-F238E27FC236}">
                  <a16:creationId xmlns:a16="http://schemas.microsoft.com/office/drawing/2014/main" id="{EC625A1D-7775-4B18-90E1-E1E0BC46F2B3}"/>
                </a:ext>
              </a:extLst>
            </p:cNvPr>
            <p:cNvSpPr txBox="1">
              <a:spLocks noChangeArrowheads="1"/>
            </p:cNvSpPr>
            <p:nvPr/>
          </p:nvSpPr>
          <p:spPr bwMode="auto">
            <a:xfrm>
              <a:off x="7594834" y="1473655"/>
              <a:ext cx="1767207"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4</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T→FM · 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3574" name="Line 18">
              <a:extLst>
                <a:ext uri="{FF2B5EF4-FFF2-40B4-BE49-F238E27FC236}">
                  <a16:creationId xmlns:a16="http://schemas.microsoft.com/office/drawing/2014/main" id="{3D347BAE-1349-4411-BE3F-3D3DA271D917}"/>
                </a:ext>
              </a:extLst>
            </p:cNvPr>
            <p:cNvSpPr>
              <a:spLocks noChangeShapeType="1"/>
            </p:cNvSpPr>
            <p:nvPr/>
          </p:nvSpPr>
          <p:spPr bwMode="auto">
            <a:xfrm flipV="1">
              <a:off x="7201264" y="2060600"/>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3575" name="Text Box 19">
              <a:extLst>
                <a:ext uri="{FF2B5EF4-FFF2-40B4-BE49-F238E27FC236}">
                  <a16:creationId xmlns:a16="http://schemas.microsoft.com/office/drawing/2014/main" id="{26D4EB01-C1DE-42F4-B7BD-C6FE83F1E881}"/>
                </a:ext>
              </a:extLst>
            </p:cNvPr>
            <p:cNvSpPr txBox="1">
              <a:spLocks noChangeArrowheads="1"/>
            </p:cNvSpPr>
            <p:nvPr/>
          </p:nvSpPr>
          <p:spPr bwMode="auto">
            <a:xfrm>
              <a:off x="7162037" y="1628799"/>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M</a:t>
              </a:r>
            </a:p>
          </p:txBody>
        </p:sp>
        <p:sp>
          <p:nvSpPr>
            <p:cNvPr id="187" name="Text Box 20">
              <a:extLst>
                <a:ext uri="{FF2B5EF4-FFF2-40B4-BE49-F238E27FC236}">
                  <a16:creationId xmlns:a16="http://schemas.microsoft.com/office/drawing/2014/main" id="{EEEF54C8-B0AC-4E94-A212-3AE1C2FBBF9F}"/>
                </a:ext>
              </a:extLst>
            </p:cNvPr>
            <p:cNvSpPr txBox="1">
              <a:spLocks noChangeArrowheads="1"/>
            </p:cNvSpPr>
            <p:nvPr/>
          </p:nvSpPr>
          <p:spPr bwMode="auto">
            <a:xfrm>
              <a:off x="7391658" y="3346572"/>
              <a:ext cx="180107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6</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r>
                <a:rPr kumimoji="1" lang="en-US" altLang="zh-CN" sz="1400" i="1" dirty="0">
                  <a:solidFill>
                    <a:srgbClr val="000000"/>
                  </a:solidFill>
                  <a:latin typeface="Times New Roman" panose="02020603050405020304" pitchFamily="18" charset="0"/>
                </a:rPr>
                <a:t>F→ · </a:t>
              </a:r>
              <a:r>
                <a:rPr kumimoji="1" lang="en-US" altLang="zh-CN" sz="1400" dirty="0">
                  <a:solidFill>
                    <a:srgbClr val="000000"/>
                  </a:solidFill>
                  <a:latin typeface="Times New Roman" panose="02020603050405020304" pitchFamily="18" charset="0"/>
                </a:rPr>
                <a:t>d</a:t>
              </a:r>
            </a:p>
          </p:txBody>
        </p:sp>
        <p:sp>
          <p:nvSpPr>
            <p:cNvPr id="193577" name="Line 21">
              <a:extLst>
                <a:ext uri="{FF2B5EF4-FFF2-40B4-BE49-F238E27FC236}">
                  <a16:creationId xmlns:a16="http://schemas.microsoft.com/office/drawing/2014/main" id="{26486EC1-A525-49D6-A710-C3B274993180}"/>
                </a:ext>
              </a:extLst>
            </p:cNvPr>
            <p:cNvSpPr>
              <a:spLocks noChangeShapeType="1"/>
            </p:cNvSpPr>
            <p:nvPr/>
          </p:nvSpPr>
          <p:spPr bwMode="auto">
            <a:xfrm rot="10800000">
              <a:off x="4943476" y="3789041"/>
              <a:ext cx="2447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3578" name="Text Box 22">
              <a:extLst>
                <a:ext uri="{FF2B5EF4-FFF2-40B4-BE49-F238E27FC236}">
                  <a16:creationId xmlns:a16="http://schemas.microsoft.com/office/drawing/2014/main" id="{E76B0059-410B-48B9-8795-BD5C102E03A5}"/>
                </a:ext>
              </a:extLst>
            </p:cNvPr>
            <p:cNvSpPr txBox="1">
              <a:spLocks noChangeArrowheads="1"/>
            </p:cNvSpPr>
            <p:nvPr/>
          </p:nvSpPr>
          <p:spPr bwMode="auto">
            <a:xfrm>
              <a:off x="6888163" y="3356993"/>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190" name="Text Box 23">
              <a:extLst>
                <a:ext uri="{FF2B5EF4-FFF2-40B4-BE49-F238E27FC236}">
                  <a16:creationId xmlns:a16="http://schemas.microsoft.com/office/drawing/2014/main" id="{AB6FA9CB-424B-440C-9463-E6FAD0C2033A}"/>
                </a:ext>
              </a:extLst>
            </p:cNvPr>
            <p:cNvSpPr txBox="1">
              <a:spLocks noChangeArrowheads="1"/>
            </p:cNvSpPr>
            <p:nvPr/>
          </p:nvSpPr>
          <p:spPr bwMode="auto">
            <a:xfrm>
              <a:off x="5027623" y="5342233"/>
              <a:ext cx="2031759"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9</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3580" name="Line 24">
              <a:extLst>
                <a:ext uri="{FF2B5EF4-FFF2-40B4-BE49-F238E27FC236}">
                  <a16:creationId xmlns:a16="http://schemas.microsoft.com/office/drawing/2014/main" id="{9004EA4D-70B4-4CD2-AB02-18140430C0B8}"/>
                </a:ext>
              </a:extLst>
            </p:cNvPr>
            <p:cNvSpPr>
              <a:spLocks noChangeShapeType="1"/>
            </p:cNvSpPr>
            <p:nvPr/>
          </p:nvSpPr>
          <p:spPr bwMode="auto">
            <a:xfrm rot="10800000">
              <a:off x="6770789" y="4293094"/>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dirty="0"/>
            </a:p>
          </p:txBody>
        </p:sp>
        <p:sp>
          <p:nvSpPr>
            <p:cNvPr id="193581" name="Text Box 25">
              <a:extLst>
                <a:ext uri="{FF2B5EF4-FFF2-40B4-BE49-F238E27FC236}">
                  <a16:creationId xmlns:a16="http://schemas.microsoft.com/office/drawing/2014/main" id="{D99C827F-3806-486D-863E-97F8A75A037B}"/>
                </a:ext>
              </a:extLst>
            </p:cNvPr>
            <p:cNvSpPr txBox="1">
              <a:spLocks noChangeArrowheads="1"/>
            </p:cNvSpPr>
            <p:nvPr/>
          </p:nvSpPr>
          <p:spPr bwMode="auto">
            <a:xfrm>
              <a:off x="6888163" y="3861048"/>
              <a:ext cx="3810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193" name="Text Box 26">
              <a:extLst>
                <a:ext uri="{FF2B5EF4-FFF2-40B4-BE49-F238E27FC236}">
                  <a16:creationId xmlns:a16="http://schemas.microsoft.com/office/drawing/2014/main" id="{4AF1F067-8367-46DD-BA0E-B69C484FBC5B}"/>
                </a:ext>
              </a:extLst>
            </p:cNvPr>
            <p:cNvSpPr txBox="1">
              <a:spLocks noChangeArrowheads="1"/>
            </p:cNvSpPr>
            <p:nvPr/>
          </p:nvSpPr>
          <p:spPr bwMode="auto">
            <a:xfrm>
              <a:off x="5010692" y="2925430"/>
              <a:ext cx="1805302"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5</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3583" name="Line 27">
              <a:extLst>
                <a:ext uri="{FF2B5EF4-FFF2-40B4-BE49-F238E27FC236}">
                  <a16:creationId xmlns:a16="http://schemas.microsoft.com/office/drawing/2014/main" id="{8C24B109-F78E-4836-A64A-719E2F7FAA9E}"/>
                </a:ext>
              </a:extLst>
            </p:cNvPr>
            <p:cNvSpPr>
              <a:spLocks noChangeShapeType="1"/>
            </p:cNvSpPr>
            <p:nvPr/>
          </p:nvSpPr>
          <p:spPr bwMode="auto">
            <a:xfrm>
              <a:off x="8112125" y="2769666"/>
              <a:ext cx="0" cy="57626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3584" name="Line 29">
              <a:extLst>
                <a:ext uri="{FF2B5EF4-FFF2-40B4-BE49-F238E27FC236}">
                  <a16:creationId xmlns:a16="http://schemas.microsoft.com/office/drawing/2014/main" id="{9AF0AD52-4BE6-486E-8252-002B451FBC61}"/>
                </a:ext>
              </a:extLst>
            </p:cNvPr>
            <p:cNvSpPr>
              <a:spLocks noChangeShapeType="1"/>
            </p:cNvSpPr>
            <p:nvPr/>
          </p:nvSpPr>
          <p:spPr bwMode="auto">
            <a:xfrm flipH="1">
              <a:off x="6815138" y="2543218"/>
              <a:ext cx="792493" cy="72352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3585" name="Text Box 30">
              <a:extLst>
                <a:ext uri="{FF2B5EF4-FFF2-40B4-BE49-F238E27FC236}">
                  <a16:creationId xmlns:a16="http://schemas.microsoft.com/office/drawing/2014/main" id="{86D31F46-FC4D-41BE-9AC0-198D608DE24D}"/>
                </a:ext>
              </a:extLst>
            </p:cNvPr>
            <p:cNvSpPr txBox="1">
              <a:spLocks noChangeArrowheads="1"/>
            </p:cNvSpPr>
            <p:nvPr/>
          </p:nvSpPr>
          <p:spPr bwMode="auto">
            <a:xfrm>
              <a:off x="6959599" y="299720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3586" name="Text Box 32">
              <a:extLst>
                <a:ext uri="{FF2B5EF4-FFF2-40B4-BE49-F238E27FC236}">
                  <a16:creationId xmlns:a16="http://schemas.microsoft.com/office/drawing/2014/main" id="{86179E60-1C4A-41D6-BC90-017674AB4411}"/>
                </a:ext>
              </a:extLst>
            </p:cNvPr>
            <p:cNvSpPr txBox="1">
              <a:spLocks noChangeArrowheads="1"/>
            </p:cNvSpPr>
            <p:nvPr/>
          </p:nvSpPr>
          <p:spPr bwMode="auto">
            <a:xfrm>
              <a:off x="8328024" y="4292500"/>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a:t>
              </a:r>
            </a:p>
          </p:txBody>
        </p:sp>
        <p:sp>
          <p:nvSpPr>
            <p:cNvPr id="193587" name="Text Box 35">
              <a:extLst>
                <a:ext uri="{FF2B5EF4-FFF2-40B4-BE49-F238E27FC236}">
                  <a16:creationId xmlns:a16="http://schemas.microsoft.com/office/drawing/2014/main" id="{D08859D6-5946-4EA0-BB86-6D634260818B}"/>
                </a:ext>
              </a:extLst>
            </p:cNvPr>
            <p:cNvSpPr txBox="1">
              <a:spLocks noChangeArrowheads="1"/>
            </p:cNvSpPr>
            <p:nvPr/>
          </p:nvSpPr>
          <p:spPr bwMode="auto">
            <a:xfrm>
              <a:off x="5087939" y="1066801"/>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3588" name="Line 38">
              <a:extLst>
                <a:ext uri="{FF2B5EF4-FFF2-40B4-BE49-F238E27FC236}">
                  <a16:creationId xmlns:a16="http://schemas.microsoft.com/office/drawing/2014/main" id="{C4ECDCC8-8AAD-48A8-9280-A43BEB5FAA21}"/>
                </a:ext>
              </a:extLst>
            </p:cNvPr>
            <p:cNvSpPr>
              <a:spLocks noChangeShapeType="1"/>
            </p:cNvSpPr>
            <p:nvPr/>
          </p:nvSpPr>
          <p:spPr bwMode="auto">
            <a:xfrm>
              <a:off x="6770789" y="4869482"/>
              <a:ext cx="1079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3589" name="Text Box 39">
              <a:extLst>
                <a:ext uri="{FF2B5EF4-FFF2-40B4-BE49-F238E27FC236}">
                  <a16:creationId xmlns:a16="http://schemas.microsoft.com/office/drawing/2014/main" id="{DAAAF3D5-EC7B-4FFF-B981-6CAF0192BA54}"/>
                </a:ext>
              </a:extLst>
            </p:cNvPr>
            <p:cNvSpPr txBox="1">
              <a:spLocks noChangeArrowheads="1"/>
            </p:cNvSpPr>
            <p:nvPr/>
          </p:nvSpPr>
          <p:spPr bwMode="auto">
            <a:xfrm>
              <a:off x="6888163" y="450912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N</a:t>
              </a:r>
            </a:p>
          </p:txBody>
        </p:sp>
        <p:sp>
          <p:nvSpPr>
            <p:cNvPr id="193590" name="Text Box 43">
              <a:extLst>
                <a:ext uri="{FF2B5EF4-FFF2-40B4-BE49-F238E27FC236}">
                  <a16:creationId xmlns:a16="http://schemas.microsoft.com/office/drawing/2014/main" id="{25551375-ADE1-45AB-80E8-28723591A6E8}"/>
                </a:ext>
              </a:extLst>
            </p:cNvPr>
            <p:cNvSpPr txBox="1">
              <a:spLocks noChangeArrowheads="1"/>
            </p:cNvSpPr>
            <p:nvPr/>
          </p:nvSpPr>
          <p:spPr bwMode="auto">
            <a:xfrm>
              <a:off x="8183563" y="28426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1400" i="1">
                  <a:solidFill>
                    <a:srgbClr val="000000"/>
                  </a:solidFill>
                  <a:latin typeface="Times New Roman" panose="02020603050405020304" pitchFamily="18" charset="0"/>
                </a:rPr>
                <a:t>*</a:t>
              </a:r>
            </a:p>
          </p:txBody>
        </p:sp>
        <p:sp>
          <p:nvSpPr>
            <p:cNvPr id="193591" name="Line 27">
              <a:extLst>
                <a:ext uri="{FF2B5EF4-FFF2-40B4-BE49-F238E27FC236}">
                  <a16:creationId xmlns:a16="http://schemas.microsoft.com/office/drawing/2014/main" id="{02F96E4A-F691-4789-84CC-D31FBDF44BCD}"/>
                </a:ext>
              </a:extLst>
            </p:cNvPr>
            <p:cNvSpPr>
              <a:spLocks noChangeShapeType="1"/>
            </p:cNvSpPr>
            <p:nvPr/>
          </p:nvSpPr>
          <p:spPr bwMode="auto">
            <a:xfrm flipH="1">
              <a:off x="7059587" y="5661000"/>
              <a:ext cx="765203" cy="228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3592" name="Line 27">
              <a:extLst>
                <a:ext uri="{FF2B5EF4-FFF2-40B4-BE49-F238E27FC236}">
                  <a16:creationId xmlns:a16="http://schemas.microsoft.com/office/drawing/2014/main" id="{75DE0195-965D-46FA-B2AD-6D31DC719579}"/>
                </a:ext>
              </a:extLst>
            </p:cNvPr>
            <p:cNvSpPr>
              <a:spLocks noChangeShapeType="1"/>
            </p:cNvSpPr>
            <p:nvPr/>
          </p:nvSpPr>
          <p:spPr bwMode="auto">
            <a:xfrm flipH="1" flipV="1">
              <a:off x="8183563" y="4365103"/>
              <a:ext cx="0" cy="38459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0" name="Rectangle 3">
            <a:extLst>
              <a:ext uri="{FF2B5EF4-FFF2-40B4-BE49-F238E27FC236}">
                <a16:creationId xmlns:a16="http://schemas.microsoft.com/office/drawing/2014/main" id="{26AD6D25-93F0-42B8-BD94-19767E1921EF}"/>
              </a:ext>
            </a:extLst>
          </p:cNvPr>
          <p:cNvSpPr txBox="1">
            <a:spLocks noChangeArrowheads="1"/>
          </p:cNvSpPr>
          <p:nvPr/>
        </p:nvSpPr>
        <p:spPr bwMode="auto">
          <a:xfrm>
            <a:off x="4830763" y="119063"/>
            <a:ext cx="3884612" cy="2452687"/>
          </a:xfrm>
          <a:prstGeom prst="rect">
            <a:avLst/>
          </a:prstGeom>
          <a:solidFill>
            <a:schemeClr val="accent5">
              <a:lumMod val="60000"/>
              <a:lumOff val="40000"/>
            </a:schemeClr>
          </a:solidFill>
          <a:ln w="9525">
            <a:solidFill>
              <a:schemeClr val="tx1"/>
            </a:solidFill>
            <a:miter lim="800000"/>
            <a:headEnd/>
            <a:tailEnd/>
          </a:ln>
        </p:spPr>
        <p:txBody>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1)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	</a:t>
            </a:r>
          </a:p>
          <a:p>
            <a:pPr eaLnBrk="1" hangingPunct="1">
              <a:buClr>
                <a:srgbClr val="5EAEFF"/>
              </a:buClr>
              <a:buSzPct val="60000"/>
              <a:buFont typeface="Wingdings" panose="05000000000000000000" pitchFamily="2" charset="2"/>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8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2)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i="1" dirty="0">
                <a:solidFill>
                  <a:srgbClr val="000000"/>
                </a:solidFill>
                <a:latin typeface="Times New Roman" panose="02020603050405020304" pitchFamily="18" charset="0"/>
                <a:cs typeface="Times New Roman" panose="02020603050405020304" pitchFamily="18" charset="0"/>
              </a:rPr>
              <a:t>F </a:t>
            </a:r>
            <a:r>
              <a:rPr lang="en-US" altLang="zh-CN" sz="1800" i="1" dirty="0">
                <a:solidFill>
                  <a:srgbClr val="0000FF"/>
                </a:solidFill>
                <a:latin typeface="Times New Roman" panose="02020603050405020304" pitchFamily="18" charset="0"/>
                <a:cs typeface="Times New Roman" panose="02020603050405020304" pitchFamily="18" charset="0"/>
              </a:rPr>
              <a:t>N</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 }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dirty="0">
                <a:solidFill>
                  <a:srgbClr val="0000FF"/>
                </a:solidFill>
                <a:latin typeface="Times New Roman" panose="02020603050405020304" pitchFamily="18" charset="0"/>
                <a:cs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zh-CN" altLang="en-US" sz="1800" i="1" dirty="0">
                <a:solidFill>
                  <a:srgbClr val="0000FF"/>
                </a:solidFill>
                <a:latin typeface="Times New Roman" panose="02020603050405020304" pitchFamily="18" charset="0"/>
                <a:cs typeface="Times New Roman" panose="02020603050405020304" pitchFamily="18" charset="0"/>
              </a:rPr>
              <a:t>T</a:t>
            </a:r>
            <a:r>
              <a:rPr lang="en-US" altLang="zh-CN" sz="1800" i="1" dirty="0">
                <a:solidFill>
                  <a:srgbClr val="0000FF"/>
                </a:solidFill>
                <a:latin typeface="Times New Roman" panose="02020603050405020304" pitchFamily="18" charset="0"/>
                <a:ea typeface="楷体" panose="02010609060101010101" pitchFamily="49" charset="-122"/>
              </a:rPr>
              <a:t>′</a:t>
            </a:r>
            <a:r>
              <a:rPr lang="zh-CN" altLang="en-US" sz="1800" i="1" dirty="0">
                <a:solidFill>
                  <a:srgbClr val="0000FF"/>
                </a:solidFill>
                <a:latin typeface="Times New Roman" panose="02020603050405020304" pitchFamily="18" charset="0"/>
                <a:cs typeface="Times New Roman" panose="02020603050405020304" pitchFamily="18" charset="0"/>
              </a:rPr>
              <a:t>.inh</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rPr>
              <a:t> </a:t>
            </a:r>
            <a:r>
              <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endPar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rPr>
              <a:t>3)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l-GR"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inh</a:t>
            </a:r>
            <a:r>
              <a:rPr lang="en-US" altLang="zh-CN" sz="1800" dirty="0">
                <a:solidFill>
                  <a:srgbClr val="000000"/>
                </a:solidFill>
                <a:latin typeface="Times New Roman" panose="02020603050405020304" pitchFamily="18" charset="0"/>
                <a:cs typeface="Times New Roman" panose="02020603050405020304" pitchFamily="18" charset="0"/>
              </a:rPr>
              <a:t> }</a:t>
            </a: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18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800" dirty="0">
              <a:solidFill>
                <a:srgbClr val="000000"/>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CEBBF28A-1941-4806-8371-6DD98C12B69B}"/>
              </a:ext>
            </a:extLst>
          </p:cNvPr>
          <p:cNvSpPr>
            <a:spLocks noGrp="1"/>
          </p:cNvSpPr>
          <p:nvPr>
            <p:ph type="sldNum" sz="quarter" idx="10"/>
          </p:nvPr>
        </p:nvSpPr>
        <p:spPr/>
        <p:txBody>
          <a:bodyPr/>
          <a:lstStyle/>
          <a:p>
            <a:pPr>
              <a:defRPr/>
            </a:pPr>
            <a:fld id="{8E104948-B687-4A74-87EB-9097C047E113}" type="slidenum">
              <a:rPr lang="zh-CN" altLang="en-US" smtClean="0"/>
              <a:pPr>
                <a:defRPr/>
              </a:pPr>
              <a:t>85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0"/>
                                        </p:tgtEl>
                                        <p:attrNameLst>
                                          <p:attrName>style.visibility</p:attrName>
                                        </p:attrNameLst>
                                      </p:cBhvr>
                                      <p:to>
                                        <p:strVal val="visible"/>
                                      </p:to>
                                    </p:set>
                                    <p:anim calcmode="lin" valueType="num">
                                      <p:cBhvr>
                                        <p:cTn id="14" dur="500" fill="hold"/>
                                        <p:tgtEl>
                                          <p:spTgt spid="30"/>
                                        </p:tgtEl>
                                        <p:attrNameLst>
                                          <p:attrName>ppt_w</p:attrName>
                                        </p:attrNameLst>
                                      </p:cBhvr>
                                      <p:tavLst>
                                        <p:tav tm="0">
                                          <p:val>
                                            <p:fltVal val="0"/>
                                          </p:val>
                                        </p:tav>
                                        <p:tav tm="100000">
                                          <p:val>
                                            <p:strVal val="#ppt_w"/>
                                          </p:val>
                                        </p:tav>
                                      </p:tavLst>
                                    </p:anim>
                                    <p:anim calcmode="lin" valueType="num">
                                      <p:cBhvr>
                                        <p:cTn id="15" dur="500" fill="hold"/>
                                        <p:tgtEl>
                                          <p:spTgt spid="30"/>
                                        </p:tgtEl>
                                        <p:attrNameLst>
                                          <p:attrName>ppt_h</p:attrName>
                                        </p:attrNameLst>
                                      </p:cBhvr>
                                      <p:tavLst>
                                        <p:tav tm="0">
                                          <p:val>
                                            <p:fltVal val="0"/>
                                          </p:val>
                                        </p:tav>
                                        <p:tav tm="100000">
                                          <p:val>
                                            <p:strVal val="#ppt_h"/>
                                          </p:val>
                                        </p:tav>
                                      </p:tavLst>
                                    </p:anim>
                                    <p:animEffect transition="in" filter="fade">
                                      <p:cBhvr>
                                        <p:cTn id="16" dur="500"/>
                                        <p:tgtEl>
                                          <p:spTgt spid="3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animEffect transition="in" filter="fade">
                                      <p:cBhvr>
                                        <p:cTn id="23" dur="500"/>
                                        <p:tgtEl>
                                          <p:spTgt spid="2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p:cTn id="28" dur="500" fill="hold"/>
                                        <p:tgtEl>
                                          <p:spTgt spid="21"/>
                                        </p:tgtEl>
                                        <p:attrNameLst>
                                          <p:attrName>ppt_w</p:attrName>
                                        </p:attrNameLst>
                                      </p:cBhvr>
                                      <p:tavLst>
                                        <p:tav tm="0">
                                          <p:val>
                                            <p:fltVal val="0"/>
                                          </p:val>
                                        </p:tav>
                                        <p:tav tm="100000">
                                          <p:val>
                                            <p:strVal val="#ppt_w"/>
                                          </p:val>
                                        </p:tav>
                                      </p:tavLst>
                                    </p:anim>
                                    <p:anim calcmode="lin" valueType="num">
                                      <p:cBhvr>
                                        <p:cTn id="29" dur="500" fill="hold"/>
                                        <p:tgtEl>
                                          <p:spTgt spid="21"/>
                                        </p:tgtEl>
                                        <p:attrNameLst>
                                          <p:attrName>ppt_h</p:attrName>
                                        </p:attrNameLst>
                                      </p:cBhvr>
                                      <p:tavLst>
                                        <p:tav tm="0">
                                          <p:val>
                                            <p:fltVal val="0"/>
                                          </p:val>
                                        </p:tav>
                                        <p:tav tm="100000">
                                          <p:val>
                                            <p:strVal val="#ppt_h"/>
                                          </p:val>
                                        </p:tav>
                                      </p:tavLst>
                                    </p:anim>
                                    <p:animEffect transition="in" filter="fade">
                                      <p:cBhvr>
                                        <p:cTn id="30" dur="500"/>
                                        <p:tgtEl>
                                          <p:spTgt spid="2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p:cTn id="35" dur="500" fill="hold"/>
                                        <p:tgtEl>
                                          <p:spTgt spid="22"/>
                                        </p:tgtEl>
                                        <p:attrNameLst>
                                          <p:attrName>ppt_w</p:attrName>
                                        </p:attrNameLst>
                                      </p:cBhvr>
                                      <p:tavLst>
                                        <p:tav tm="0">
                                          <p:val>
                                            <p:fltVal val="0"/>
                                          </p:val>
                                        </p:tav>
                                        <p:tav tm="100000">
                                          <p:val>
                                            <p:strVal val="#ppt_w"/>
                                          </p:val>
                                        </p:tav>
                                      </p:tavLst>
                                    </p:anim>
                                    <p:anim calcmode="lin" valueType="num">
                                      <p:cBhvr>
                                        <p:cTn id="36" dur="500" fill="hold"/>
                                        <p:tgtEl>
                                          <p:spTgt spid="22"/>
                                        </p:tgtEl>
                                        <p:attrNameLst>
                                          <p:attrName>ppt_h</p:attrName>
                                        </p:attrNameLst>
                                      </p:cBhvr>
                                      <p:tavLst>
                                        <p:tav tm="0">
                                          <p:val>
                                            <p:fltVal val="0"/>
                                          </p:val>
                                        </p:tav>
                                        <p:tav tm="100000">
                                          <p:val>
                                            <p:strVal val="#ppt_h"/>
                                          </p:val>
                                        </p:tav>
                                      </p:tavLst>
                                    </p:anim>
                                    <p:animEffect transition="in" filter="fade">
                                      <p:cBhvr>
                                        <p:cTn id="37" dur="500"/>
                                        <p:tgtEl>
                                          <p:spTgt spid="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p:cTn id="47" dur="500" fill="hold"/>
                                        <p:tgtEl>
                                          <p:spTgt spid="24"/>
                                        </p:tgtEl>
                                        <p:attrNameLst>
                                          <p:attrName>ppt_w</p:attrName>
                                        </p:attrNameLst>
                                      </p:cBhvr>
                                      <p:tavLst>
                                        <p:tav tm="0">
                                          <p:val>
                                            <p:fltVal val="0"/>
                                          </p:val>
                                        </p:tav>
                                        <p:tav tm="100000">
                                          <p:val>
                                            <p:strVal val="#ppt_w"/>
                                          </p:val>
                                        </p:tav>
                                      </p:tavLst>
                                    </p:anim>
                                    <p:anim calcmode="lin" valueType="num">
                                      <p:cBhvr>
                                        <p:cTn id="48" dur="500" fill="hold"/>
                                        <p:tgtEl>
                                          <p:spTgt spid="24"/>
                                        </p:tgtEl>
                                        <p:attrNameLst>
                                          <p:attrName>ppt_h</p:attrName>
                                        </p:attrNameLst>
                                      </p:cBhvr>
                                      <p:tavLst>
                                        <p:tav tm="0">
                                          <p:val>
                                            <p:fltVal val="0"/>
                                          </p:val>
                                        </p:tav>
                                        <p:tav tm="100000">
                                          <p:val>
                                            <p:strVal val="#ppt_h"/>
                                          </p:val>
                                        </p:tav>
                                      </p:tavLst>
                                    </p:anim>
                                    <p:animEffect transition="in" filter="fade">
                                      <p:cBhvr>
                                        <p:cTn id="49" dur="500"/>
                                        <p:tgtEl>
                                          <p:spTgt spid="2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16" fill="hold" nodeType="click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animEffect transition="in" filter="fade">
                                      <p:cBhvr>
                                        <p:cTn id="56" dur="500"/>
                                        <p:tgtEl>
                                          <p:spTgt spid="28"/>
                                        </p:tgtEl>
                                      </p:cBhvr>
                                    </p:animEffect>
                                  </p:childTnLst>
                                </p:cTn>
                              </p:par>
                              <p:par>
                                <p:cTn id="57" presetID="22" presetClass="exit" presetSubtype="4" fill="hold" grpId="0" nodeType="withEffect">
                                  <p:stCondLst>
                                    <p:cond delay="0"/>
                                  </p:stCondLst>
                                  <p:childTnLst>
                                    <p:animEffect transition="out" filter="wipe(down)">
                                      <p:cBhvr>
                                        <p:cTn id="58" dur="500"/>
                                        <p:tgtEl>
                                          <p:spTgt spid="193538"/>
                                        </p:tgtEl>
                                      </p:cBhvr>
                                    </p:animEffect>
                                    <p:set>
                                      <p:cBhvr>
                                        <p:cTn id="59" dur="1" fill="hold">
                                          <p:stCondLst>
                                            <p:cond delay="499"/>
                                          </p:stCondLst>
                                        </p:cTn>
                                        <p:tgtEl>
                                          <p:spTgt spid="193538"/>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31"/>
                                        </p:tgtEl>
                                        <p:attrNameLst>
                                          <p:attrName>style.visibility</p:attrName>
                                        </p:attrNameLst>
                                      </p:cBhvr>
                                      <p:to>
                                        <p:strVal val="visible"/>
                                      </p:to>
                                    </p:set>
                                    <p:anim calcmode="lin" valueType="num">
                                      <p:cBhvr>
                                        <p:cTn id="64" dur="500" fill="hold"/>
                                        <p:tgtEl>
                                          <p:spTgt spid="31"/>
                                        </p:tgtEl>
                                        <p:attrNameLst>
                                          <p:attrName>ppt_w</p:attrName>
                                        </p:attrNameLst>
                                      </p:cBhvr>
                                      <p:tavLst>
                                        <p:tav tm="0">
                                          <p:val>
                                            <p:fltVal val="0"/>
                                          </p:val>
                                        </p:tav>
                                        <p:tav tm="100000">
                                          <p:val>
                                            <p:strVal val="#ppt_w"/>
                                          </p:val>
                                        </p:tav>
                                      </p:tavLst>
                                    </p:anim>
                                    <p:anim calcmode="lin" valueType="num">
                                      <p:cBhvr>
                                        <p:cTn id="65" dur="500" fill="hold"/>
                                        <p:tgtEl>
                                          <p:spTgt spid="31"/>
                                        </p:tgtEl>
                                        <p:attrNameLst>
                                          <p:attrName>ppt_h</p:attrName>
                                        </p:attrNameLst>
                                      </p:cBhvr>
                                      <p:tavLst>
                                        <p:tav tm="0">
                                          <p:val>
                                            <p:fltVal val="0"/>
                                          </p:val>
                                        </p:tav>
                                        <p:tav tm="100000">
                                          <p:val>
                                            <p:strVal val="#ppt_h"/>
                                          </p:val>
                                        </p:tav>
                                      </p:tavLst>
                                    </p:anim>
                                    <p:animEffect transition="in" filter="fade">
                                      <p:cBhvr>
                                        <p:cTn id="66" dur="500"/>
                                        <p:tgtEl>
                                          <p:spTgt spid="31"/>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 calcmode="lin" valueType="num">
                                      <p:cBhvr>
                                        <p:cTn id="69" dur="500" fill="hold"/>
                                        <p:tgtEl>
                                          <p:spTgt spid="32"/>
                                        </p:tgtEl>
                                        <p:attrNameLst>
                                          <p:attrName>ppt_w</p:attrName>
                                        </p:attrNameLst>
                                      </p:cBhvr>
                                      <p:tavLst>
                                        <p:tav tm="0">
                                          <p:val>
                                            <p:fltVal val="0"/>
                                          </p:val>
                                        </p:tav>
                                        <p:tav tm="100000">
                                          <p:val>
                                            <p:strVal val="#ppt_w"/>
                                          </p:val>
                                        </p:tav>
                                      </p:tavLst>
                                    </p:anim>
                                    <p:anim calcmode="lin" valueType="num">
                                      <p:cBhvr>
                                        <p:cTn id="70" dur="500" fill="hold"/>
                                        <p:tgtEl>
                                          <p:spTgt spid="32"/>
                                        </p:tgtEl>
                                        <p:attrNameLst>
                                          <p:attrName>ppt_h</p:attrName>
                                        </p:attrNameLst>
                                      </p:cBhvr>
                                      <p:tavLst>
                                        <p:tav tm="0">
                                          <p:val>
                                            <p:fltVal val="0"/>
                                          </p:val>
                                        </p:tav>
                                        <p:tav tm="100000">
                                          <p:val>
                                            <p:strVal val="#ppt_h"/>
                                          </p:val>
                                        </p:tav>
                                      </p:tavLst>
                                    </p:anim>
                                    <p:animEffect transition="in" filter="fade">
                                      <p:cBhvr>
                                        <p:cTn id="71" dur="500"/>
                                        <p:tgtEl>
                                          <p:spTgt spid="32"/>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Effect transition="in" filter="fade">
                                      <p:cBhvr>
                                        <p:cTn id="76" dur="500"/>
                                        <p:tgtEl>
                                          <p:spTgt spid="3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53" presetClass="entr" presetSubtype="16" fill="hold" nodeType="clickEffect">
                                  <p:stCondLst>
                                    <p:cond delay="0"/>
                                  </p:stCondLst>
                                  <p:childTnLst>
                                    <p:set>
                                      <p:cBhvr>
                                        <p:cTn id="80" dur="1" fill="hold">
                                          <p:stCondLst>
                                            <p:cond delay="0"/>
                                          </p:stCondLst>
                                        </p:cTn>
                                        <p:tgtEl>
                                          <p:spTgt spid="34"/>
                                        </p:tgtEl>
                                        <p:attrNameLst>
                                          <p:attrName>style.visibility</p:attrName>
                                        </p:attrNameLst>
                                      </p:cBhvr>
                                      <p:to>
                                        <p:strVal val="visible"/>
                                      </p:to>
                                    </p:set>
                                    <p:anim calcmode="lin" valueType="num">
                                      <p:cBhvr>
                                        <p:cTn id="81" dur="500" fill="hold"/>
                                        <p:tgtEl>
                                          <p:spTgt spid="34"/>
                                        </p:tgtEl>
                                        <p:attrNameLst>
                                          <p:attrName>ppt_w</p:attrName>
                                        </p:attrNameLst>
                                      </p:cBhvr>
                                      <p:tavLst>
                                        <p:tav tm="0">
                                          <p:val>
                                            <p:fltVal val="0"/>
                                          </p:val>
                                        </p:tav>
                                        <p:tav tm="100000">
                                          <p:val>
                                            <p:strVal val="#ppt_w"/>
                                          </p:val>
                                        </p:tav>
                                      </p:tavLst>
                                    </p:anim>
                                    <p:anim calcmode="lin" valueType="num">
                                      <p:cBhvr>
                                        <p:cTn id="82" dur="500" fill="hold"/>
                                        <p:tgtEl>
                                          <p:spTgt spid="34"/>
                                        </p:tgtEl>
                                        <p:attrNameLst>
                                          <p:attrName>ppt_h</p:attrName>
                                        </p:attrNameLst>
                                      </p:cBhvr>
                                      <p:tavLst>
                                        <p:tav tm="0">
                                          <p:val>
                                            <p:fltVal val="0"/>
                                          </p:val>
                                        </p:tav>
                                        <p:tav tm="100000">
                                          <p:val>
                                            <p:strVal val="#ppt_h"/>
                                          </p:val>
                                        </p:tav>
                                      </p:tavLst>
                                    </p:anim>
                                    <p:animEffect transition="in" filter="fade">
                                      <p:cBhvr>
                                        <p:cTn id="83" dur="500"/>
                                        <p:tgtEl>
                                          <p:spTgt spid="34"/>
                                        </p:tgtEl>
                                      </p:cBhvr>
                                    </p:animEffect>
                                  </p:childTnLst>
                                </p:cTn>
                              </p:par>
                              <p:par>
                                <p:cTn id="84" presetID="22" presetClass="exit" presetSubtype="4" fill="hold" grpId="0" nodeType="withEffect">
                                  <p:stCondLst>
                                    <p:cond delay="0"/>
                                  </p:stCondLst>
                                  <p:childTnLst>
                                    <p:animEffect transition="out" filter="wipe(down)">
                                      <p:cBhvr>
                                        <p:cTn id="85" dur="500"/>
                                        <p:tgtEl>
                                          <p:spTgt spid="28"/>
                                        </p:tgtEl>
                                      </p:cBhvr>
                                    </p:animEffect>
                                    <p:set>
                                      <p:cBhvr>
                                        <p:cTn id="86" dur="1" fill="hold">
                                          <p:stCondLst>
                                            <p:cond delay="499"/>
                                          </p:stCondLst>
                                        </p:cTn>
                                        <p:tgtEl>
                                          <p:spTgt spid="28"/>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53" presetClass="exit" presetSubtype="32" fill="hold" grpId="1" nodeType="clickEffect">
                                  <p:stCondLst>
                                    <p:cond delay="0"/>
                                  </p:stCondLst>
                                  <p:childTnLst>
                                    <p:anim calcmode="lin" valueType="num">
                                      <p:cBhvr>
                                        <p:cTn id="90" dur="500"/>
                                        <p:tgtEl>
                                          <p:spTgt spid="31"/>
                                        </p:tgtEl>
                                        <p:attrNameLst>
                                          <p:attrName>ppt_w</p:attrName>
                                        </p:attrNameLst>
                                      </p:cBhvr>
                                      <p:tavLst>
                                        <p:tav tm="0">
                                          <p:val>
                                            <p:strVal val="ppt_w"/>
                                          </p:val>
                                        </p:tav>
                                        <p:tav tm="100000">
                                          <p:val>
                                            <p:fltVal val="0"/>
                                          </p:val>
                                        </p:tav>
                                      </p:tavLst>
                                    </p:anim>
                                    <p:anim calcmode="lin" valueType="num">
                                      <p:cBhvr>
                                        <p:cTn id="91" dur="500"/>
                                        <p:tgtEl>
                                          <p:spTgt spid="31"/>
                                        </p:tgtEl>
                                        <p:attrNameLst>
                                          <p:attrName>ppt_h</p:attrName>
                                        </p:attrNameLst>
                                      </p:cBhvr>
                                      <p:tavLst>
                                        <p:tav tm="0">
                                          <p:val>
                                            <p:strVal val="ppt_h"/>
                                          </p:val>
                                        </p:tav>
                                        <p:tav tm="100000">
                                          <p:val>
                                            <p:fltVal val="0"/>
                                          </p:val>
                                        </p:tav>
                                      </p:tavLst>
                                    </p:anim>
                                    <p:animEffect transition="out" filter="fade">
                                      <p:cBhvr>
                                        <p:cTn id="92" dur="500"/>
                                        <p:tgtEl>
                                          <p:spTgt spid="31"/>
                                        </p:tgtEl>
                                      </p:cBhvr>
                                    </p:animEffect>
                                    <p:set>
                                      <p:cBhvr>
                                        <p:cTn id="93" dur="1" fill="hold">
                                          <p:stCondLst>
                                            <p:cond delay="499"/>
                                          </p:stCondLst>
                                        </p:cTn>
                                        <p:tgtEl>
                                          <p:spTgt spid="31"/>
                                        </p:tgtEl>
                                        <p:attrNameLst>
                                          <p:attrName>style.visibility</p:attrName>
                                        </p:attrNameLst>
                                      </p:cBhvr>
                                      <p:to>
                                        <p:strVal val="hidden"/>
                                      </p:to>
                                    </p:set>
                                  </p:childTnLst>
                                </p:cTn>
                              </p:par>
                              <p:par>
                                <p:cTn id="94" presetID="53" presetClass="exit" presetSubtype="32" fill="hold" grpId="1" nodeType="withEffect">
                                  <p:stCondLst>
                                    <p:cond delay="0"/>
                                  </p:stCondLst>
                                  <p:childTnLst>
                                    <p:anim calcmode="lin" valueType="num">
                                      <p:cBhvr>
                                        <p:cTn id="95" dur="500"/>
                                        <p:tgtEl>
                                          <p:spTgt spid="33"/>
                                        </p:tgtEl>
                                        <p:attrNameLst>
                                          <p:attrName>ppt_w</p:attrName>
                                        </p:attrNameLst>
                                      </p:cBhvr>
                                      <p:tavLst>
                                        <p:tav tm="0">
                                          <p:val>
                                            <p:strVal val="ppt_w"/>
                                          </p:val>
                                        </p:tav>
                                        <p:tav tm="100000">
                                          <p:val>
                                            <p:fltVal val="0"/>
                                          </p:val>
                                        </p:tav>
                                      </p:tavLst>
                                    </p:anim>
                                    <p:anim calcmode="lin" valueType="num">
                                      <p:cBhvr>
                                        <p:cTn id="96" dur="500"/>
                                        <p:tgtEl>
                                          <p:spTgt spid="33"/>
                                        </p:tgtEl>
                                        <p:attrNameLst>
                                          <p:attrName>ppt_h</p:attrName>
                                        </p:attrNameLst>
                                      </p:cBhvr>
                                      <p:tavLst>
                                        <p:tav tm="0">
                                          <p:val>
                                            <p:strVal val="ppt_h"/>
                                          </p:val>
                                        </p:tav>
                                        <p:tav tm="100000">
                                          <p:val>
                                            <p:fltVal val="0"/>
                                          </p:val>
                                        </p:tav>
                                      </p:tavLst>
                                    </p:anim>
                                    <p:animEffect transition="out" filter="fade">
                                      <p:cBhvr>
                                        <p:cTn id="97" dur="500"/>
                                        <p:tgtEl>
                                          <p:spTgt spid="33"/>
                                        </p:tgtEl>
                                      </p:cBhvr>
                                    </p:animEffect>
                                    <p:set>
                                      <p:cBhvr>
                                        <p:cTn id="98" dur="1" fill="hold">
                                          <p:stCondLst>
                                            <p:cond delay="4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8" grpId="0" animBg="1"/>
      <p:bldP spid="17" grpId="0" animBg="1"/>
      <p:bldP spid="30" grpId="0" animBg="1"/>
      <p:bldP spid="20" grpId="0" animBg="1"/>
      <p:bldP spid="21" grpId="0" animBg="1"/>
      <p:bldP spid="22" grpId="0" animBg="1"/>
      <p:bldP spid="23" grpId="0" animBg="1"/>
      <p:bldP spid="24" grpId="0" animBg="1"/>
      <p:bldP spid="28" grpId="0" animBg="1"/>
      <p:bldP spid="31" grpId="0" animBg="1"/>
      <p:bldP spid="31" grpId="1" animBg="1"/>
      <p:bldP spid="32" grpId="0" animBg="1"/>
      <p:bldP spid="33" grpId="0" animBg="1"/>
      <p:bldP spid="33" grpId="1"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6" name="标题 1">
            <a:extLst>
              <a:ext uri="{FF2B5EF4-FFF2-40B4-BE49-F238E27FC236}">
                <a16:creationId xmlns:a16="http://schemas.microsoft.com/office/drawing/2014/main" id="{68D78219-4756-440D-81F2-42DB9EBD5F92}"/>
              </a:ext>
            </a:extLst>
          </p:cNvPr>
          <p:cNvSpPr>
            <a:spLocks noGrp="1"/>
          </p:cNvSpPr>
          <p:nvPr>
            <p:ph type="title"/>
          </p:nvPr>
        </p:nvSpPr>
        <p:spPr>
          <a:xfrm>
            <a:off x="755650" y="268288"/>
            <a:ext cx="7931150" cy="358775"/>
          </a:xfrm>
        </p:spPr>
        <p:txBody>
          <a:bodyPr/>
          <a:lstStyle/>
          <a:p>
            <a:pPr>
              <a:defRPr/>
            </a:pPr>
            <a:r>
              <a:rPr lang="zh-CN" altLang="en-US" spc="300" dirty="0">
                <a:solidFill>
                  <a:prstClr val="black"/>
                </a:solidFill>
                <a:cs typeface="Times New Roman" pitchFamily="18" charset="0"/>
              </a:rPr>
              <a:t>例</a:t>
            </a:r>
            <a:endParaRPr lang="zh-CN" altLang="en-US" dirty="0"/>
          </a:p>
        </p:txBody>
      </p:sp>
      <p:grpSp>
        <p:nvGrpSpPr>
          <p:cNvPr id="195589" name="组合 11">
            <a:extLst>
              <a:ext uri="{FF2B5EF4-FFF2-40B4-BE49-F238E27FC236}">
                <a16:creationId xmlns:a16="http://schemas.microsoft.com/office/drawing/2014/main" id="{BC5B8602-3119-4B4E-B0DA-02F5EB638F7B}"/>
              </a:ext>
            </a:extLst>
          </p:cNvPr>
          <p:cNvGrpSpPr>
            <a:grpSpLocks/>
          </p:cNvGrpSpPr>
          <p:nvPr/>
        </p:nvGrpSpPr>
        <p:grpSpPr bwMode="auto">
          <a:xfrm>
            <a:off x="0" y="195263"/>
            <a:ext cx="755650" cy="431800"/>
            <a:chOff x="-786" y="195486"/>
            <a:chExt cx="756363" cy="432048"/>
          </a:xfrm>
        </p:grpSpPr>
        <p:sp>
          <p:nvSpPr>
            <p:cNvPr id="13" name="五边形 12">
              <a:extLst>
                <a:ext uri="{FF2B5EF4-FFF2-40B4-BE49-F238E27FC236}">
                  <a16:creationId xmlns:a16="http://schemas.microsoft.com/office/drawing/2014/main" id="{4AEA4020-86B8-4C00-9D4B-C9FAE782A400}"/>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95648" name="五边形 13">
              <a:extLst>
                <a:ext uri="{FF2B5EF4-FFF2-40B4-BE49-F238E27FC236}">
                  <a16:creationId xmlns:a16="http://schemas.microsoft.com/office/drawing/2014/main" id="{1E1C49D6-FF61-4A1A-94FB-CDDBDC50241C}"/>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16" name="Rectangle 17">
            <a:extLst>
              <a:ext uri="{FF2B5EF4-FFF2-40B4-BE49-F238E27FC236}">
                <a16:creationId xmlns:a16="http://schemas.microsoft.com/office/drawing/2014/main" id="{D41146ED-4AD2-4C4C-81A4-70916A39DEAA}"/>
              </a:ext>
            </a:extLst>
          </p:cNvPr>
          <p:cNvSpPr>
            <a:spLocks noChangeArrowheads="1"/>
          </p:cNvSpPr>
          <p:nvPr/>
        </p:nvSpPr>
        <p:spPr bwMode="auto">
          <a:xfrm>
            <a:off x="4895850" y="3867468"/>
            <a:ext cx="269875" cy="271462"/>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华文楷体" panose="02010600040101010101" pitchFamily="2" charset="-122"/>
              </a:rPr>
              <a:t>$</a:t>
            </a:r>
          </a:p>
        </p:txBody>
      </p:sp>
      <p:sp>
        <p:nvSpPr>
          <p:cNvPr id="17" name="Rectangle 18">
            <a:extLst>
              <a:ext uri="{FF2B5EF4-FFF2-40B4-BE49-F238E27FC236}">
                <a16:creationId xmlns:a16="http://schemas.microsoft.com/office/drawing/2014/main" id="{653B687A-89D8-4BF2-87D4-ACFFD30A50A1}"/>
              </a:ext>
            </a:extLst>
          </p:cNvPr>
          <p:cNvSpPr>
            <a:spLocks noChangeArrowheads="1"/>
          </p:cNvSpPr>
          <p:nvPr/>
        </p:nvSpPr>
        <p:spPr bwMode="auto">
          <a:xfrm>
            <a:off x="5165725" y="3867468"/>
            <a:ext cx="271463"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i="1">
                <a:solidFill>
                  <a:srgbClr val="000000"/>
                </a:solidFill>
                <a:latin typeface="Times New Roman" panose="02020603050405020304" pitchFamily="18" charset="0"/>
              </a:rPr>
              <a:t>F</a:t>
            </a:r>
          </a:p>
        </p:txBody>
      </p:sp>
      <p:sp>
        <p:nvSpPr>
          <p:cNvPr id="18" name="Rectangle 19">
            <a:extLst>
              <a:ext uri="{FF2B5EF4-FFF2-40B4-BE49-F238E27FC236}">
                <a16:creationId xmlns:a16="http://schemas.microsoft.com/office/drawing/2014/main" id="{B0CFEAB2-DFD5-46F7-A1D7-DE735C7056D8}"/>
              </a:ext>
            </a:extLst>
          </p:cNvPr>
          <p:cNvSpPr>
            <a:spLocks noChangeArrowheads="1"/>
          </p:cNvSpPr>
          <p:nvPr/>
        </p:nvSpPr>
        <p:spPr bwMode="auto">
          <a:xfrm>
            <a:off x="5165725" y="4137343"/>
            <a:ext cx="271463" cy="3540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a:solidFill>
                  <a:srgbClr val="000000"/>
                </a:solidFill>
                <a:latin typeface="Times New Roman" panose="02020603050405020304" pitchFamily="18" charset="0"/>
              </a:rPr>
              <a:t>3</a:t>
            </a:r>
            <a:endParaRPr lang="zh-CN" altLang="en-US" sz="1700">
              <a:solidFill>
                <a:srgbClr val="000000"/>
              </a:solidFill>
              <a:latin typeface="Times New Roman" panose="02020603050405020304" pitchFamily="18" charset="0"/>
            </a:endParaRPr>
          </a:p>
        </p:txBody>
      </p:sp>
      <p:sp>
        <p:nvSpPr>
          <p:cNvPr id="29" name="Rectangle 17">
            <a:extLst>
              <a:ext uri="{FF2B5EF4-FFF2-40B4-BE49-F238E27FC236}">
                <a16:creationId xmlns:a16="http://schemas.microsoft.com/office/drawing/2014/main" id="{41B005A8-CA33-4653-84CF-A295EB029520}"/>
              </a:ext>
            </a:extLst>
          </p:cNvPr>
          <p:cNvSpPr>
            <a:spLocks noChangeArrowheads="1"/>
          </p:cNvSpPr>
          <p:nvPr/>
        </p:nvSpPr>
        <p:spPr bwMode="auto">
          <a:xfrm>
            <a:off x="4895850" y="3598863"/>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0</a:t>
            </a:r>
          </a:p>
        </p:txBody>
      </p:sp>
      <p:sp>
        <p:nvSpPr>
          <p:cNvPr id="30" name="Rectangle 18">
            <a:extLst>
              <a:ext uri="{FF2B5EF4-FFF2-40B4-BE49-F238E27FC236}">
                <a16:creationId xmlns:a16="http://schemas.microsoft.com/office/drawing/2014/main" id="{9DB81E32-176D-44EC-B2A1-EFFD22E53247}"/>
              </a:ext>
            </a:extLst>
          </p:cNvPr>
          <p:cNvSpPr>
            <a:spLocks noChangeArrowheads="1"/>
          </p:cNvSpPr>
          <p:nvPr/>
        </p:nvSpPr>
        <p:spPr bwMode="auto">
          <a:xfrm>
            <a:off x="5165725" y="3597275"/>
            <a:ext cx="271463"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2</a:t>
            </a:r>
          </a:p>
        </p:txBody>
      </p:sp>
      <p:sp>
        <p:nvSpPr>
          <p:cNvPr id="20" name="Rectangle 15">
            <a:extLst>
              <a:ext uri="{FF2B5EF4-FFF2-40B4-BE49-F238E27FC236}">
                <a16:creationId xmlns:a16="http://schemas.microsoft.com/office/drawing/2014/main" id="{5E85280F-47A6-407B-8568-24AE497854C6}"/>
              </a:ext>
            </a:extLst>
          </p:cNvPr>
          <p:cNvSpPr>
            <a:spLocks noChangeArrowheads="1"/>
          </p:cNvSpPr>
          <p:nvPr/>
        </p:nvSpPr>
        <p:spPr bwMode="auto">
          <a:xfrm>
            <a:off x="5437188" y="3864293"/>
            <a:ext cx="971550" cy="2736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i="1" dirty="0">
                <a:solidFill>
                  <a:srgbClr val="000000"/>
                </a:solidFill>
                <a:latin typeface="Times New Roman" panose="02020603050405020304" pitchFamily="18" charset="0"/>
              </a:rPr>
              <a:t>M</a:t>
            </a:r>
          </a:p>
        </p:txBody>
      </p:sp>
      <p:sp>
        <p:nvSpPr>
          <p:cNvPr id="21" name="Rectangle 16">
            <a:extLst>
              <a:ext uri="{FF2B5EF4-FFF2-40B4-BE49-F238E27FC236}">
                <a16:creationId xmlns:a16="http://schemas.microsoft.com/office/drawing/2014/main" id="{3EABCC22-FE5D-4684-B43E-D0DBB1FF6DBA}"/>
              </a:ext>
            </a:extLst>
          </p:cNvPr>
          <p:cNvSpPr>
            <a:spLocks noChangeArrowheads="1"/>
          </p:cNvSpPr>
          <p:nvPr/>
        </p:nvSpPr>
        <p:spPr bwMode="auto">
          <a:xfrm>
            <a:off x="5437188" y="4138613"/>
            <a:ext cx="971550" cy="3540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i="1" dirty="0" err="1">
                <a:solidFill>
                  <a:srgbClr val="000000"/>
                </a:solidFill>
                <a:latin typeface="Times New Roman" panose="02020603050405020304" pitchFamily="18" charset="0"/>
                <a:sym typeface="Arial" panose="020B0604020202020204" pitchFamily="34" charset="0"/>
              </a:rPr>
              <a:t>T</a:t>
            </a:r>
            <a:r>
              <a:rPr lang="en-US" altLang="zh-CN" sz="1600" i="1" dirty="0" err="1">
                <a:solidFill>
                  <a:schemeClr val="tx1"/>
                </a:solidFill>
                <a:latin typeface="Times New Roman" panose="02020603050405020304" pitchFamily="18" charset="0"/>
                <a:ea typeface="楷体" panose="02010609060101010101" pitchFamily="49" charset="-122"/>
              </a:rPr>
              <a:t>′</a:t>
            </a:r>
            <a:r>
              <a:rPr lang="en-US" altLang="zh-CN" sz="1700" i="1" dirty="0" err="1">
                <a:solidFill>
                  <a:srgbClr val="000000"/>
                </a:solidFill>
                <a:latin typeface="Times New Roman" panose="02020603050405020304" pitchFamily="18" charset="0"/>
                <a:sym typeface="Times New Roman" panose="02020603050405020304" pitchFamily="18" charset="0"/>
              </a:rPr>
              <a:t>inh</a:t>
            </a:r>
            <a:r>
              <a:rPr lang="en-US" altLang="zh-CN" sz="1700" dirty="0">
                <a:solidFill>
                  <a:srgbClr val="000000"/>
                </a:solidFill>
                <a:latin typeface="Times New Roman" panose="02020603050405020304" pitchFamily="18" charset="0"/>
                <a:sym typeface="Times New Roman" panose="02020603050405020304" pitchFamily="18" charset="0"/>
              </a:rPr>
              <a:t>=3</a:t>
            </a:r>
            <a:endParaRPr lang="zh-CN" altLang="en-US" sz="1700" dirty="0">
              <a:solidFill>
                <a:srgbClr val="000000"/>
              </a:solidFill>
              <a:latin typeface="Times New Roman" panose="02020603050405020304" pitchFamily="18" charset="0"/>
              <a:sym typeface="Times New Roman" panose="02020603050405020304" pitchFamily="18" charset="0"/>
            </a:endParaRPr>
          </a:p>
        </p:txBody>
      </p:sp>
      <p:sp>
        <p:nvSpPr>
          <p:cNvPr id="22" name="Rectangle 15">
            <a:extLst>
              <a:ext uri="{FF2B5EF4-FFF2-40B4-BE49-F238E27FC236}">
                <a16:creationId xmlns:a16="http://schemas.microsoft.com/office/drawing/2014/main" id="{8246A577-991A-48F3-8DCE-4B8D105BAE77}"/>
              </a:ext>
            </a:extLst>
          </p:cNvPr>
          <p:cNvSpPr>
            <a:spLocks noChangeArrowheads="1"/>
          </p:cNvSpPr>
          <p:nvPr/>
        </p:nvSpPr>
        <p:spPr bwMode="auto">
          <a:xfrm>
            <a:off x="5437188" y="3598862"/>
            <a:ext cx="971550" cy="2664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dirty="0">
                <a:solidFill>
                  <a:srgbClr val="000000"/>
                </a:solidFill>
                <a:latin typeface="Times New Roman" panose="02020603050405020304" pitchFamily="18" charset="0"/>
              </a:rPr>
              <a:t>4</a:t>
            </a:r>
          </a:p>
        </p:txBody>
      </p:sp>
      <p:sp>
        <p:nvSpPr>
          <p:cNvPr id="23" name="Rectangle 20">
            <a:extLst>
              <a:ext uri="{FF2B5EF4-FFF2-40B4-BE49-F238E27FC236}">
                <a16:creationId xmlns:a16="http://schemas.microsoft.com/office/drawing/2014/main" id="{D06A6382-A381-4646-907B-A9199F2F56C6}"/>
              </a:ext>
            </a:extLst>
          </p:cNvPr>
          <p:cNvSpPr>
            <a:spLocks noChangeArrowheads="1"/>
          </p:cNvSpPr>
          <p:nvPr/>
        </p:nvSpPr>
        <p:spPr bwMode="auto">
          <a:xfrm>
            <a:off x="6408738" y="3867150"/>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a:t>
            </a:r>
          </a:p>
        </p:txBody>
      </p:sp>
      <p:sp>
        <p:nvSpPr>
          <p:cNvPr id="24" name="Rectangle 20">
            <a:extLst>
              <a:ext uri="{FF2B5EF4-FFF2-40B4-BE49-F238E27FC236}">
                <a16:creationId xmlns:a16="http://schemas.microsoft.com/office/drawing/2014/main" id="{628BDBA4-5892-429C-A6AB-F05484749325}"/>
              </a:ext>
            </a:extLst>
          </p:cNvPr>
          <p:cNvSpPr>
            <a:spLocks noChangeArrowheads="1"/>
          </p:cNvSpPr>
          <p:nvPr/>
        </p:nvSpPr>
        <p:spPr bwMode="auto">
          <a:xfrm>
            <a:off x="6408738" y="3598863"/>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6</a:t>
            </a:r>
          </a:p>
        </p:txBody>
      </p:sp>
      <p:sp>
        <p:nvSpPr>
          <p:cNvPr id="31" name="Rectangle 18">
            <a:extLst>
              <a:ext uri="{FF2B5EF4-FFF2-40B4-BE49-F238E27FC236}">
                <a16:creationId xmlns:a16="http://schemas.microsoft.com/office/drawing/2014/main" id="{A209D938-0F47-4B15-B124-FDA3A6B00B52}"/>
              </a:ext>
            </a:extLst>
          </p:cNvPr>
          <p:cNvSpPr>
            <a:spLocks noChangeArrowheads="1"/>
          </p:cNvSpPr>
          <p:nvPr/>
        </p:nvSpPr>
        <p:spPr bwMode="auto">
          <a:xfrm>
            <a:off x="6678613" y="3866198"/>
            <a:ext cx="269875" cy="271462"/>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i="1" dirty="0">
                <a:solidFill>
                  <a:srgbClr val="000000"/>
                </a:solidFill>
                <a:latin typeface="Times New Roman" panose="02020603050405020304" pitchFamily="18" charset="0"/>
              </a:rPr>
              <a:t>F</a:t>
            </a:r>
          </a:p>
        </p:txBody>
      </p:sp>
      <p:sp>
        <p:nvSpPr>
          <p:cNvPr id="32" name="Rectangle 19">
            <a:extLst>
              <a:ext uri="{FF2B5EF4-FFF2-40B4-BE49-F238E27FC236}">
                <a16:creationId xmlns:a16="http://schemas.microsoft.com/office/drawing/2014/main" id="{FCA61E0A-0901-4CC9-B9C9-8E9FC8BB06E8}"/>
              </a:ext>
            </a:extLst>
          </p:cNvPr>
          <p:cNvSpPr>
            <a:spLocks noChangeArrowheads="1"/>
          </p:cNvSpPr>
          <p:nvPr/>
        </p:nvSpPr>
        <p:spPr bwMode="auto">
          <a:xfrm>
            <a:off x="6678613" y="4136073"/>
            <a:ext cx="269875" cy="352800"/>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dirty="0">
                <a:solidFill>
                  <a:srgbClr val="000000"/>
                </a:solidFill>
                <a:latin typeface="Times New Roman" panose="02020603050405020304" pitchFamily="18" charset="0"/>
              </a:rPr>
              <a:t>5</a:t>
            </a:r>
            <a:endParaRPr lang="zh-CN" altLang="en-US" sz="1700" dirty="0">
              <a:solidFill>
                <a:srgbClr val="000000"/>
              </a:solidFill>
              <a:latin typeface="Times New Roman" panose="02020603050405020304" pitchFamily="18" charset="0"/>
            </a:endParaRPr>
          </a:p>
        </p:txBody>
      </p:sp>
      <p:sp>
        <p:nvSpPr>
          <p:cNvPr id="33" name="Rectangle 18">
            <a:extLst>
              <a:ext uri="{FF2B5EF4-FFF2-40B4-BE49-F238E27FC236}">
                <a16:creationId xmlns:a16="http://schemas.microsoft.com/office/drawing/2014/main" id="{C426D96B-41C7-44DC-B3CE-EE082BF046EC}"/>
              </a:ext>
            </a:extLst>
          </p:cNvPr>
          <p:cNvSpPr>
            <a:spLocks noChangeArrowheads="1"/>
          </p:cNvSpPr>
          <p:nvPr/>
        </p:nvSpPr>
        <p:spPr bwMode="auto">
          <a:xfrm>
            <a:off x="6678613" y="3598863"/>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7</a:t>
            </a:r>
          </a:p>
        </p:txBody>
      </p:sp>
      <p:sp>
        <p:nvSpPr>
          <p:cNvPr id="195604" name="Line 56">
            <a:extLst>
              <a:ext uri="{FF2B5EF4-FFF2-40B4-BE49-F238E27FC236}">
                <a16:creationId xmlns:a16="http://schemas.microsoft.com/office/drawing/2014/main" id="{152BE943-83E8-4BFF-90C6-7763A66EF89D}"/>
              </a:ext>
            </a:extLst>
          </p:cNvPr>
          <p:cNvSpPr>
            <a:spLocks noChangeShapeType="1"/>
          </p:cNvSpPr>
          <p:nvPr/>
        </p:nvSpPr>
        <p:spPr bwMode="auto">
          <a:xfrm flipV="1">
            <a:off x="7056438" y="2979738"/>
            <a:ext cx="0" cy="217487"/>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Rectangle 23">
            <a:extLst>
              <a:ext uri="{FF2B5EF4-FFF2-40B4-BE49-F238E27FC236}">
                <a16:creationId xmlns:a16="http://schemas.microsoft.com/office/drawing/2014/main" id="{93F3CD47-5BD7-47B5-A3BF-9F82D4BE0107}"/>
              </a:ext>
            </a:extLst>
          </p:cNvPr>
          <p:cNvSpPr>
            <a:spLocks noChangeArrowheads="1"/>
          </p:cNvSpPr>
          <p:nvPr/>
        </p:nvSpPr>
        <p:spPr bwMode="auto">
          <a:xfrm>
            <a:off x="6948489" y="3862705"/>
            <a:ext cx="1137600" cy="2700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i="1">
                <a:solidFill>
                  <a:srgbClr val="000000"/>
                </a:solidFill>
                <a:latin typeface="Times New Roman" panose="02020603050405020304" pitchFamily="18" charset="0"/>
              </a:rPr>
              <a:t>N</a:t>
            </a:r>
          </a:p>
        </p:txBody>
      </p:sp>
      <p:sp>
        <p:nvSpPr>
          <p:cNvPr id="36" name="Rectangle 24">
            <a:extLst>
              <a:ext uri="{FF2B5EF4-FFF2-40B4-BE49-F238E27FC236}">
                <a16:creationId xmlns:a16="http://schemas.microsoft.com/office/drawing/2014/main" id="{9341BE1D-2E74-42B0-BD70-586EC19820F1}"/>
              </a:ext>
            </a:extLst>
          </p:cNvPr>
          <p:cNvSpPr>
            <a:spLocks noChangeArrowheads="1"/>
          </p:cNvSpPr>
          <p:nvPr/>
        </p:nvSpPr>
        <p:spPr bwMode="auto">
          <a:xfrm>
            <a:off x="6948488" y="4133215"/>
            <a:ext cx="1195387" cy="354013"/>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i="1" dirty="0">
                <a:solidFill>
                  <a:srgbClr val="000000"/>
                </a:solidFill>
                <a:latin typeface="Times New Roman" panose="02020603050405020304" pitchFamily="18" charset="0"/>
                <a:sym typeface="Arial" panose="020B0604020202020204" pitchFamily="34" charset="0"/>
              </a:rPr>
              <a:t>T</a:t>
            </a:r>
            <a:r>
              <a:rPr lang="en-US" altLang="zh-CN" sz="1700" i="1" baseline="-25000" dirty="0">
                <a:solidFill>
                  <a:srgbClr val="000000"/>
                </a:solidFill>
                <a:latin typeface="Times New Roman" panose="02020603050405020304" pitchFamily="18" charset="0"/>
                <a:sym typeface="Arial" panose="020B0604020202020204" pitchFamily="34" charset="0"/>
              </a:rPr>
              <a:t>1</a:t>
            </a:r>
            <a:r>
              <a:rPr lang="en-US" altLang="zh-CN" sz="1600" i="1" dirty="0">
                <a:solidFill>
                  <a:schemeClr val="tx1"/>
                </a:solidFill>
                <a:latin typeface="Times New Roman" panose="02020603050405020304" pitchFamily="18" charset="0"/>
                <a:ea typeface="楷体" panose="02010609060101010101" pitchFamily="49" charset="-122"/>
              </a:rPr>
              <a:t>′</a:t>
            </a:r>
            <a:r>
              <a:rPr lang="en-US" altLang="zh-CN" sz="1700" i="1" dirty="0">
                <a:solidFill>
                  <a:srgbClr val="000000"/>
                </a:solidFill>
                <a:latin typeface="Times New Roman" panose="02020603050405020304" pitchFamily="18" charset="0"/>
                <a:sym typeface="Times New Roman" panose="02020603050405020304" pitchFamily="18" charset="0"/>
              </a:rPr>
              <a:t>inh</a:t>
            </a:r>
            <a:r>
              <a:rPr lang="en-US" altLang="zh-CN" sz="1700" dirty="0">
                <a:solidFill>
                  <a:srgbClr val="000000"/>
                </a:solidFill>
                <a:latin typeface="Times New Roman" panose="02020603050405020304" pitchFamily="18" charset="0"/>
                <a:sym typeface="Times New Roman" panose="02020603050405020304" pitchFamily="18" charset="0"/>
              </a:rPr>
              <a:t>=15</a:t>
            </a:r>
            <a:endParaRPr lang="zh-CN" altLang="en-US" sz="1700" dirty="0">
              <a:solidFill>
                <a:srgbClr val="000000"/>
              </a:solidFill>
              <a:latin typeface="Times New Roman" panose="02020603050405020304" pitchFamily="18" charset="0"/>
              <a:sym typeface="Times New Roman" panose="02020603050405020304" pitchFamily="18" charset="0"/>
            </a:endParaRPr>
          </a:p>
        </p:txBody>
      </p:sp>
      <p:sp>
        <p:nvSpPr>
          <p:cNvPr id="37" name="Rectangle 23">
            <a:extLst>
              <a:ext uri="{FF2B5EF4-FFF2-40B4-BE49-F238E27FC236}">
                <a16:creationId xmlns:a16="http://schemas.microsoft.com/office/drawing/2014/main" id="{BE345101-9D02-45BB-B201-8F4C88FDE2A8}"/>
              </a:ext>
            </a:extLst>
          </p:cNvPr>
          <p:cNvSpPr>
            <a:spLocks noChangeArrowheads="1"/>
          </p:cNvSpPr>
          <p:nvPr/>
        </p:nvSpPr>
        <p:spPr bwMode="auto">
          <a:xfrm>
            <a:off x="6948488" y="3598863"/>
            <a:ext cx="11334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8</a:t>
            </a:r>
          </a:p>
        </p:txBody>
      </p:sp>
      <p:sp>
        <p:nvSpPr>
          <p:cNvPr id="38" name="Rectangle 25">
            <a:extLst>
              <a:ext uri="{FF2B5EF4-FFF2-40B4-BE49-F238E27FC236}">
                <a16:creationId xmlns:a16="http://schemas.microsoft.com/office/drawing/2014/main" id="{28E87B23-154A-4BDE-A9BD-DE10428CF73C}"/>
              </a:ext>
            </a:extLst>
          </p:cNvPr>
          <p:cNvSpPr>
            <a:spLocks noChangeArrowheads="1"/>
          </p:cNvSpPr>
          <p:nvPr/>
        </p:nvSpPr>
        <p:spPr bwMode="auto">
          <a:xfrm>
            <a:off x="8083550" y="3868738"/>
            <a:ext cx="971550" cy="2664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i="1" dirty="0">
                <a:solidFill>
                  <a:srgbClr val="000000"/>
                </a:solidFill>
                <a:latin typeface="Times New Roman" panose="02020603050405020304" pitchFamily="18" charset="0"/>
                <a:sym typeface="Arial" panose="020B0604020202020204" pitchFamily="34" charset="0"/>
              </a:rPr>
              <a:t>T</a:t>
            </a:r>
            <a:r>
              <a:rPr lang="en-US" altLang="zh-CN" sz="1600" i="1" dirty="0">
                <a:solidFill>
                  <a:schemeClr val="tx1"/>
                </a:solidFill>
                <a:latin typeface="Times New Roman" panose="02020603050405020304" pitchFamily="18" charset="0"/>
                <a:ea typeface="楷体" panose="02010609060101010101" pitchFamily="49" charset="-122"/>
              </a:rPr>
              <a:t>′</a:t>
            </a:r>
            <a:endParaRPr lang="en-US" altLang="zh-CN" sz="1600" i="1" dirty="0">
              <a:solidFill>
                <a:srgbClr val="000000"/>
              </a:solidFill>
              <a:latin typeface="Times New Roman" panose="02020603050405020304" pitchFamily="18" charset="0"/>
              <a:sym typeface="Times New Roman" panose="02020603050405020304" pitchFamily="18" charset="0"/>
            </a:endParaRPr>
          </a:p>
        </p:txBody>
      </p:sp>
      <p:sp>
        <p:nvSpPr>
          <p:cNvPr id="39" name="Rectangle 26">
            <a:extLst>
              <a:ext uri="{FF2B5EF4-FFF2-40B4-BE49-F238E27FC236}">
                <a16:creationId xmlns:a16="http://schemas.microsoft.com/office/drawing/2014/main" id="{2175EB2A-E598-4783-8003-723AB9A62D6A}"/>
              </a:ext>
            </a:extLst>
          </p:cNvPr>
          <p:cNvSpPr>
            <a:spLocks noChangeArrowheads="1"/>
          </p:cNvSpPr>
          <p:nvPr/>
        </p:nvSpPr>
        <p:spPr bwMode="auto">
          <a:xfrm>
            <a:off x="8083550" y="4134168"/>
            <a:ext cx="971550" cy="3540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i="1" dirty="0" err="1">
                <a:solidFill>
                  <a:srgbClr val="000000"/>
                </a:solidFill>
                <a:latin typeface="Times New Roman" panose="02020603050405020304" pitchFamily="18" charset="0"/>
                <a:sym typeface="Times New Roman" panose="02020603050405020304" pitchFamily="18" charset="0"/>
              </a:rPr>
              <a:t>syn</a:t>
            </a:r>
            <a:r>
              <a:rPr lang="en-US" altLang="zh-CN" sz="1700" dirty="0">
                <a:solidFill>
                  <a:srgbClr val="000000"/>
                </a:solidFill>
                <a:latin typeface="Times New Roman" panose="02020603050405020304" pitchFamily="18" charset="0"/>
                <a:sym typeface="Times New Roman" panose="02020603050405020304" pitchFamily="18" charset="0"/>
              </a:rPr>
              <a:t>=15</a:t>
            </a:r>
            <a:endParaRPr lang="zh-CN" altLang="en-US" sz="1700" dirty="0">
              <a:solidFill>
                <a:srgbClr val="000000"/>
              </a:solidFill>
              <a:latin typeface="Times New Roman" panose="02020603050405020304" pitchFamily="18" charset="0"/>
              <a:sym typeface="Times New Roman" panose="02020603050405020304" pitchFamily="18" charset="0"/>
            </a:endParaRPr>
          </a:p>
        </p:txBody>
      </p:sp>
      <p:sp>
        <p:nvSpPr>
          <p:cNvPr id="40" name="Rectangle 25">
            <a:extLst>
              <a:ext uri="{FF2B5EF4-FFF2-40B4-BE49-F238E27FC236}">
                <a16:creationId xmlns:a16="http://schemas.microsoft.com/office/drawing/2014/main" id="{A5C80A6E-D645-4FC4-A64D-846BCDE6A0C8}"/>
              </a:ext>
            </a:extLst>
          </p:cNvPr>
          <p:cNvSpPr>
            <a:spLocks noChangeArrowheads="1"/>
          </p:cNvSpPr>
          <p:nvPr/>
        </p:nvSpPr>
        <p:spPr bwMode="auto">
          <a:xfrm>
            <a:off x="8081963" y="3598863"/>
            <a:ext cx="971550"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a:solidFill>
                  <a:srgbClr val="000000"/>
                </a:solidFill>
                <a:latin typeface="Times New Roman" panose="02020603050405020304" pitchFamily="18" charset="0"/>
                <a:sym typeface="Arial" panose="020B0604020202020204" pitchFamily="34" charset="0"/>
              </a:rPr>
              <a:t>9</a:t>
            </a:r>
            <a:endParaRPr lang="en-US" altLang="zh-CN" sz="1700">
              <a:solidFill>
                <a:srgbClr val="000000"/>
              </a:solidFill>
              <a:latin typeface="Times New Roman" panose="02020603050405020304" pitchFamily="18" charset="0"/>
              <a:sym typeface="Times New Roman" panose="02020603050405020304" pitchFamily="18" charset="0"/>
            </a:endParaRPr>
          </a:p>
        </p:txBody>
      </p:sp>
      <p:sp>
        <p:nvSpPr>
          <p:cNvPr id="195611" name="矩形 40">
            <a:extLst>
              <a:ext uri="{FF2B5EF4-FFF2-40B4-BE49-F238E27FC236}">
                <a16:creationId xmlns:a16="http://schemas.microsoft.com/office/drawing/2014/main" id="{C0944680-1148-4D4A-8761-1B68FA9C055D}"/>
              </a:ext>
            </a:extLst>
          </p:cNvPr>
          <p:cNvSpPr>
            <a:spLocks noChangeArrowheads="1"/>
          </p:cNvSpPr>
          <p:nvPr/>
        </p:nvSpPr>
        <p:spPr bwMode="auto">
          <a:xfrm>
            <a:off x="30163" y="4143375"/>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SLR</a:t>
            </a:r>
            <a:r>
              <a:rPr kumimoji="1"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自动机</a:t>
            </a:r>
            <a:endParaRPr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6" name="Rectangle 56">
            <a:extLst>
              <a:ext uri="{FF2B5EF4-FFF2-40B4-BE49-F238E27FC236}">
                <a16:creationId xmlns:a16="http://schemas.microsoft.com/office/drawing/2014/main" id="{DD436256-CC6C-4C7D-A7E3-5AA3958CEF87}"/>
              </a:ext>
            </a:extLst>
          </p:cNvPr>
          <p:cNvSpPr>
            <a:spLocks noChangeArrowheads="1"/>
          </p:cNvSpPr>
          <p:nvPr/>
        </p:nvSpPr>
        <p:spPr bwMode="auto">
          <a:xfrm>
            <a:off x="5562600" y="2651125"/>
            <a:ext cx="1746250" cy="369888"/>
          </a:xfrm>
          <a:prstGeom prst="rect">
            <a:avLst/>
          </a:prstGeom>
          <a:noFill/>
          <a:ln>
            <a:noFill/>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r>
              <a:rPr kumimoji="1" lang="zh-CN" altLang="en-US" sz="1800" dirty="0">
                <a:solidFill>
                  <a:schemeClr val="tx2">
                    <a:lumMod val="60000"/>
                    <a:lumOff val="40000"/>
                  </a:schemeClr>
                </a:solidFill>
                <a:latin typeface="+mn-ea"/>
                <a:ea typeface="+mn-ea"/>
                <a:cs typeface="Times New Roman" panose="02020603050405020304" pitchFamily="18" charset="0"/>
              </a:rPr>
              <a:t>输入：</a:t>
            </a:r>
            <a:r>
              <a:rPr kumimoji="1" lang="en-US" altLang="zh-CN" sz="18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 </a:t>
            </a:r>
            <a:r>
              <a:rPr kumimoji="1" lang="en-US" altLang="zh-CN"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rPr>
              <a:t>3 * 5 $</a:t>
            </a:r>
            <a:endParaRPr kumimoji="1" lang="zh-CN" altLang="en-US"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endParaRPr>
          </a:p>
        </p:txBody>
      </p:sp>
      <p:grpSp>
        <p:nvGrpSpPr>
          <p:cNvPr id="195613" name="组合 80">
            <a:extLst>
              <a:ext uri="{FF2B5EF4-FFF2-40B4-BE49-F238E27FC236}">
                <a16:creationId xmlns:a16="http://schemas.microsoft.com/office/drawing/2014/main" id="{01F2B10C-0C7C-4D2E-9744-3EFB3B110B9C}"/>
              </a:ext>
            </a:extLst>
          </p:cNvPr>
          <p:cNvGrpSpPr>
            <a:grpSpLocks/>
          </p:cNvGrpSpPr>
          <p:nvPr/>
        </p:nvGrpSpPr>
        <p:grpSpPr bwMode="auto">
          <a:xfrm>
            <a:off x="52388" y="1274763"/>
            <a:ext cx="4589462" cy="3762375"/>
            <a:chOff x="3431846" y="1052514"/>
            <a:chExt cx="6118556" cy="5015607"/>
          </a:xfrm>
        </p:grpSpPr>
        <p:sp>
          <p:nvSpPr>
            <p:cNvPr id="168" name="Text Box 2">
              <a:extLst>
                <a:ext uri="{FF2B5EF4-FFF2-40B4-BE49-F238E27FC236}">
                  <a16:creationId xmlns:a16="http://schemas.microsoft.com/office/drawing/2014/main" id="{982AB38C-7436-491E-A4D9-1D987402B672}"/>
                </a:ext>
              </a:extLst>
            </p:cNvPr>
            <p:cNvSpPr txBox="1">
              <a:spLocks noChangeArrowheads="1"/>
            </p:cNvSpPr>
            <p:nvPr/>
          </p:nvSpPr>
          <p:spPr bwMode="auto">
            <a:xfrm>
              <a:off x="3575762" y="1412283"/>
              <a:ext cx="1439162" cy="114914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a:solidFill>
                    <a:srgbClr val="000000"/>
                  </a:solidFill>
                  <a:latin typeface="Times New Roman" panose="02020603050405020304" pitchFamily="18" charset="0"/>
                </a:rPr>
                <a:t>I</a:t>
              </a:r>
              <a:r>
                <a:rPr kumimoji="1" lang="en-US" altLang="zh-CN" sz="1400" i="1" baseline="-25000">
                  <a:solidFill>
                    <a:srgbClr val="000000"/>
                  </a:solidFill>
                  <a:latin typeface="Times New Roman" panose="02020603050405020304" pitchFamily="18" charset="0"/>
                </a:rPr>
                <a:t>0</a:t>
              </a:r>
              <a:r>
                <a:rPr kumimoji="1" lang="en-US" altLang="zh-CN" sz="1400" i="1">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S</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 · T</a:t>
              </a:r>
            </a:p>
            <a:p>
              <a:pPr>
                <a:spcBef>
                  <a:spcPct val="0"/>
                </a:spcBef>
                <a:buClrTx/>
                <a:buSzTx/>
                <a:buFontTx/>
                <a:buNone/>
                <a:defRPr/>
              </a:pPr>
              <a:r>
                <a:rPr kumimoji="1" lang="en-US" altLang="zh-CN" sz="1400" i="1">
                  <a:solidFill>
                    <a:srgbClr val="000000"/>
                  </a:solidFill>
                  <a:latin typeface="Times New Roman" panose="02020603050405020304" pitchFamily="18" charset="0"/>
                </a:rPr>
                <a:t>T→ · FMT</a:t>
              </a:r>
              <a:r>
                <a:rPr lang="en-US" altLang="zh-CN" sz="1400" b="0" i="1">
                  <a:solidFill>
                    <a:srgbClr val="000000"/>
                  </a:solidFill>
                  <a:latin typeface="Times New Roman" panose="02020603050405020304" pitchFamily="18" charset="0"/>
                  <a:sym typeface="Times New Roman" panose="02020603050405020304" pitchFamily="18" charset="0"/>
                </a:rPr>
                <a:t>΄</a:t>
              </a:r>
              <a:endParaRPr kumimoji="1" lang="en-US" altLang="zh-CN" sz="1400" i="1">
                <a:solidFill>
                  <a:srgbClr val="000000"/>
                </a:solidFill>
                <a:latin typeface="Times New Roman" panose="02020603050405020304" pitchFamily="18" charset="0"/>
              </a:endParaRPr>
            </a:p>
            <a:p>
              <a:pPr>
                <a:spcBef>
                  <a:spcPct val="0"/>
                </a:spcBef>
                <a:buClrTx/>
                <a:buSzTx/>
                <a:buFontTx/>
                <a:buNone/>
                <a:defRPr/>
              </a:pPr>
              <a:r>
                <a:rPr kumimoji="1" lang="en-US" altLang="zh-CN" sz="1400" i="1">
                  <a:solidFill>
                    <a:srgbClr val="000000"/>
                  </a:solidFill>
                  <a:latin typeface="Times New Roman" panose="02020603050405020304" pitchFamily="18" charset="0"/>
                </a:rPr>
                <a:t>F→ · </a:t>
              </a:r>
              <a:r>
                <a:rPr kumimoji="1" lang="en-US" altLang="zh-CN" sz="1400">
                  <a:solidFill>
                    <a:srgbClr val="000000"/>
                  </a:solidFill>
                  <a:latin typeface="Times New Roman" panose="02020603050405020304" pitchFamily="18" charset="0"/>
                </a:rPr>
                <a:t>d</a:t>
              </a:r>
            </a:p>
          </p:txBody>
        </p:sp>
        <p:sp>
          <p:nvSpPr>
            <p:cNvPr id="169" name="Text Box 3">
              <a:extLst>
                <a:ext uri="{FF2B5EF4-FFF2-40B4-BE49-F238E27FC236}">
                  <a16:creationId xmlns:a16="http://schemas.microsoft.com/office/drawing/2014/main" id="{F5919F5B-7184-49AA-B862-1260C5564106}"/>
                </a:ext>
              </a:extLst>
            </p:cNvPr>
            <p:cNvSpPr txBox="1">
              <a:spLocks noChangeArrowheads="1"/>
            </p:cNvSpPr>
            <p:nvPr/>
          </p:nvSpPr>
          <p:spPr bwMode="auto">
            <a:xfrm>
              <a:off x="5520747" y="1052514"/>
              <a:ext cx="1223288"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a:solidFill>
                    <a:srgbClr val="000000"/>
                  </a:solidFill>
                  <a:latin typeface="Times New Roman" panose="02020603050405020304" pitchFamily="18" charset="0"/>
                </a:rPr>
                <a:t>I</a:t>
              </a:r>
              <a:r>
                <a:rPr kumimoji="1" lang="en-US" altLang="zh-CN" sz="1400" i="1" baseline="-25000">
                  <a:solidFill>
                    <a:srgbClr val="000000"/>
                  </a:solidFill>
                  <a:latin typeface="Times New Roman" panose="02020603050405020304" pitchFamily="18" charset="0"/>
                </a:rPr>
                <a:t>1</a:t>
              </a:r>
              <a:r>
                <a:rPr kumimoji="1" lang="en-US" altLang="zh-CN" sz="1400" i="1">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S</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→T ·</a:t>
              </a:r>
            </a:p>
          </p:txBody>
        </p:sp>
        <p:sp>
          <p:nvSpPr>
            <p:cNvPr id="195617" name="Line 4">
              <a:extLst>
                <a:ext uri="{FF2B5EF4-FFF2-40B4-BE49-F238E27FC236}">
                  <a16:creationId xmlns:a16="http://schemas.microsoft.com/office/drawing/2014/main" id="{A32C05A9-6239-4E91-8CFB-DA7DFD79F7A7}"/>
                </a:ext>
              </a:extLst>
            </p:cNvPr>
            <p:cNvSpPr>
              <a:spLocks noChangeShapeType="1"/>
            </p:cNvSpPr>
            <p:nvPr/>
          </p:nvSpPr>
          <p:spPr bwMode="auto">
            <a:xfrm flipV="1">
              <a:off x="5016500" y="1557339"/>
              <a:ext cx="503238" cy="142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1" name="Text Box 5">
              <a:extLst>
                <a:ext uri="{FF2B5EF4-FFF2-40B4-BE49-F238E27FC236}">
                  <a16:creationId xmlns:a16="http://schemas.microsoft.com/office/drawing/2014/main" id="{62106030-70DC-4995-B812-2FDA3F6DFE87}"/>
                </a:ext>
              </a:extLst>
            </p:cNvPr>
            <p:cNvSpPr txBox="1">
              <a:spLocks noChangeArrowheads="1"/>
            </p:cNvSpPr>
            <p:nvPr/>
          </p:nvSpPr>
          <p:spPr bwMode="auto">
            <a:xfrm>
              <a:off x="5520747" y="1844006"/>
              <a:ext cx="1655037" cy="98407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2</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 · 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M→ ·</a:t>
              </a:r>
              <a:r>
                <a:rPr kumimoji="1" lang="en-US" altLang="zh-CN" sz="1400"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5619" name="Line 6">
              <a:extLst>
                <a:ext uri="{FF2B5EF4-FFF2-40B4-BE49-F238E27FC236}">
                  <a16:creationId xmlns:a16="http://schemas.microsoft.com/office/drawing/2014/main" id="{AA9991B9-EEC7-4482-B7CA-13C36EE83270}"/>
                </a:ext>
              </a:extLst>
            </p:cNvPr>
            <p:cNvSpPr>
              <a:spLocks noChangeShapeType="1"/>
            </p:cNvSpPr>
            <p:nvPr/>
          </p:nvSpPr>
          <p:spPr bwMode="auto">
            <a:xfrm>
              <a:off x="5011738" y="2370138"/>
              <a:ext cx="483093" cy="1157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20" name="Text Box 7">
              <a:extLst>
                <a:ext uri="{FF2B5EF4-FFF2-40B4-BE49-F238E27FC236}">
                  <a16:creationId xmlns:a16="http://schemas.microsoft.com/office/drawing/2014/main" id="{48E144ED-4469-4A38-8E48-1D77C51740A3}"/>
                </a:ext>
              </a:extLst>
            </p:cNvPr>
            <p:cNvSpPr txBox="1">
              <a:spLocks noChangeArrowheads="1"/>
            </p:cNvSpPr>
            <p:nvPr/>
          </p:nvSpPr>
          <p:spPr bwMode="auto">
            <a:xfrm>
              <a:off x="5084795" y="1987180"/>
              <a:ext cx="503237"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174" name="Text Box 8">
              <a:extLst>
                <a:ext uri="{FF2B5EF4-FFF2-40B4-BE49-F238E27FC236}">
                  <a16:creationId xmlns:a16="http://schemas.microsoft.com/office/drawing/2014/main" id="{B0CD1B89-85A5-4D60-AF0A-127CFB9B6811}"/>
                </a:ext>
              </a:extLst>
            </p:cNvPr>
            <p:cNvSpPr txBox="1">
              <a:spLocks noChangeArrowheads="1"/>
            </p:cNvSpPr>
            <p:nvPr/>
          </p:nvSpPr>
          <p:spPr bwMode="auto">
            <a:xfrm>
              <a:off x="3431846" y="3573015"/>
              <a:ext cx="1513236"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3</a:t>
              </a:r>
              <a:r>
                <a:rPr kumimoji="1" lang="en-US" altLang="zh-CN" sz="1400" i="1" dirty="0">
                  <a:solidFill>
                    <a:srgbClr val="000000"/>
                  </a:solidFill>
                  <a:latin typeface="Times New Roman" panose="02020603050405020304" pitchFamily="18" charset="0"/>
                </a:rPr>
                <a:t>:</a:t>
              </a:r>
            </a:p>
            <a:p>
              <a:pPr>
                <a:spcBef>
                  <a:spcPct val="0"/>
                </a:spcBef>
                <a:buClrTx/>
                <a:buSzTx/>
                <a:buFont typeface="Symbol" panose="05050102010706020507" pitchFamily="18" charset="2"/>
                <a:buNone/>
                <a:defRPr/>
              </a:pPr>
              <a:r>
                <a:rPr kumimoji="1" lang="en-US" altLang="zh-CN" sz="1400" i="1" dirty="0">
                  <a:solidFill>
                    <a:srgbClr val="000000"/>
                  </a:solidFill>
                  <a:latin typeface="Times New Roman" panose="02020603050405020304" pitchFamily="18" charset="0"/>
                </a:rPr>
                <a:t>F→ </a:t>
              </a:r>
              <a:r>
                <a:rPr kumimoji="1" lang="en-US" altLang="zh-CN" sz="1400" dirty="0">
                  <a:solidFill>
                    <a:srgbClr val="000000"/>
                  </a:solidFill>
                  <a:latin typeface="Times New Roman" panose="02020603050405020304" pitchFamily="18" charset="0"/>
                </a:rPr>
                <a:t>d</a:t>
              </a:r>
              <a:r>
                <a:rPr kumimoji="1" lang="en-US" altLang="zh-CN" sz="1400" i="1"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5622" name="Line 9">
              <a:extLst>
                <a:ext uri="{FF2B5EF4-FFF2-40B4-BE49-F238E27FC236}">
                  <a16:creationId xmlns:a16="http://schemas.microsoft.com/office/drawing/2014/main" id="{955A57F9-7271-49AB-99E0-A1503DBBEF94}"/>
                </a:ext>
              </a:extLst>
            </p:cNvPr>
            <p:cNvSpPr>
              <a:spLocks noChangeShapeType="1"/>
            </p:cNvSpPr>
            <p:nvPr/>
          </p:nvSpPr>
          <p:spPr bwMode="auto">
            <a:xfrm>
              <a:off x="4367213" y="2651125"/>
              <a:ext cx="0" cy="92233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 name="Text Box 11">
              <a:extLst>
                <a:ext uri="{FF2B5EF4-FFF2-40B4-BE49-F238E27FC236}">
                  <a16:creationId xmlns:a16="http://schemas.microsoft.com/office/drawing/2014/main" id="{4C9D9C7D-FBAC-4690-A67D-24822093978A}"/>
                </a:ext>
              </a:extLst>
            </p:cNvPr>
            <p:cNvSpPr txBox="1">
              <a:spLocks noChangeArrowheads="1"/>
            </p:cNvSpPr>
            <p:nvPr/>
          </p:nvSpPr>
          <p:spPr bwMode="auto">
            <a:xfrm>
              <a:off x="5017040" y="3996273"/>
              <a:ext cx="182435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7</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 · NT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r>
                <a:rPr kumimoji="1" lang="en-US" altLang="zh-CN" sz="1400" i="1" dirty="0">
                  <a:solidFill>
                    <a:srgbClr val="000000"/>
                  </a:solidFill>
                  <a:latin typeface="Times New Roman" panose="02020603050405020304" pitchFamily="18" charset="0"/>
                </a:rPr>
                <a:t>N→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77" name="Text Box 12">
              <a:extLst>
                <a:ext uri="{FF2B5EF4-FFF2-40B4-BE49-F238E27FC236}">
                  <a16:creationId xmlns:a16="http://schemas.microsoft.com/office/drawing/2014/main" id="{0C29A635-FEDC-4FF2-911D-4420B8D5123A}"/>
                </a:ext>
              </a:extLst>
            </p:cNvPr>
            <p:cNvSpPr txBox="1">
              <a:spLocks noChangeArrowheads="1"/>
            </p:cNvSpPr>
            <p:nvPr/>
          </p:nvSpPr>
          <p:spPr bwMode="auto">
            <a:xfrm>
              <a:off x="7825524" y="4796230"/>
              <a:ext cx="1724878"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8</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 · 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5625" name="Text Box 13">
              <a:extLst>
                <a:ext uri="{FF2B5EF4-FFF2-40B4-BE49-F238E27FC236}">
                  <a16:creationId xmlns:a16="http://schemas.microsoft.com/office/drawing/2014/main" id="{4ED56D48-3282-4B2D-A92C-9DE0197B1108}"/>
                </a:ext>
              </a:extLst>
            </p:cNvPr>
            <p:cNvSpPr txBox="1">
              <a:spLocks noChangeArrowheads="1"/>
            </p:cNvSpPr>
            <p:nvPr/>
          </p:nvSpPr>
          <p:spPr bwMode="auto">
            <a:xfrm>
              <a:off x="7318377" y="52269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5626" name="Text Box 15">
              <a:extLst>
                <a:ext uri="{FF2B5EF4-FFF2-40B4-BE49-F238E27FC236}">
                  <a16:creationId xmlns:a16="http://schemas.microsoft.com/office/drawing/2014/main" id="{6D220622-27AD-4E22-87D2-2CB5F7F16E53}"/>
                </a:ext>
              </a:extLst>
            </p:cNvPr>
            <p:cNvSpPr txBox="1">
              <a:spLocks noChangeArrowheads="1"/>
            </p:cNvSpPr>
            <p:nvPr/>
          </p:nvSpPr>
          <p:spPr bwMode="auto">
            <a:xfrm>
              <a:off x="3792538" y="2852739"/>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180" name="Text Box 17">
              <a:extLst>
                <a:ext uri="{FF2B5EF4-FFF2-40B4-BE49-F238E27FC236}">
                  <a16:creationId xmlns:a16="http://schemas.microsoft.com/office/drawing/2014/main" id="{F3A7DA37-1133-4441-B48A-7236FE7B7C47}"/>
                </a:ext>
              </a:extLst>
            </p:cNvPr>
            <p:cNvSpPr txBox="1">
              <a:spLocks noChangeArrowheads="1"/>
            </p:cNvSpPr>
            <p:nvPr/>
          </p:nvSpPr>
          <p:spPr bwMode="auto">
            <a:xfrm>
              <a:off x="7594834" y="1473655"/>
              <a:ext cx="1767207"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4</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T→FM · 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5628" name="Line 18">
              <a:extLst>
                <a:ext uri="{FF2B5EF4-FFF2-40B4-BE49-F238E27FC236}">
                  <a16:creationId xmlns:a16="http://schemas.microsoft.com/office/drawing/2014/main" id="{AFABEA48-753C-4B39-AB76-D6FC47E0089D}"/>
                </a:ext>
              </a:extLst>
            </p:cNvPr>
            <p:cNvSpPr>
              <a:spLocks noChangeShapeType="1"/>
            </p:cNvSpPr>
            <p:nvPr/>
          </p:nvSpPr>
          <p:spPr bwMode="auto">
            <a:xfrm flipV="1">
              <a:off x="7201264" y="2060600"/>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29" name="Text Box 19">
              <a:extLst>
                <a:ext uri="{FF2B5EF4-FFF2-40B4-BE49-F238E27FC236}">
                  <a16:creationId xmlns:a16="http://schemas.microsoft.com/office/drawing/2014/main" id="{B880AEE6-6E33-4C75-B6CC-3BFA2DC8656E}"/>
                </a:ext>
              </a:extLst>
            </p:cNvPr>
            <p:cNvSpPr txBox="1">
              <a:spLocks noChangeArrowheads="1"/>
            </p:cNvSpPr>
            <p:nvPr/>
          </p:nvSpPr>
          <p:spPr bwMode="auto">
            <a:xfrm>
              <a:off x="7162037" y="1628799"/>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M</a:t>
              </a:r>
            </a:p>
          </p:txBody>
        </p:sp>
        <p:sp>
          <p:nvSpPr>
            <p:cNvPr id="183" name="Text Box 20">
              <a:extLst>
                <a:ext uri="{FF2B5EF4-FFF2-40B4-BE49-F238E27FC236}">
                  <a16:creationId xmlns:a16="http://schemas.microsoft.com/office/drawing/2014/main" id="{C1147E8D-E631-4B3B-97C2-739558438B2C}"/>
                </a:ext>
              </a:extLst>
            </p:cNvPr>
            <p:cNvSpPr txBox="1">
              <a:spLocks noChangeArrowheads="1"/>
            </p:cNvSpPr>
            <p:nvPr/>
          </p:nvSpPr>
          <p:spPr bwMode="auto">
            <a:xfrm>
              <a:off x="7391658" y="3346572"/>
              <a:ext cx="180107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6</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r>
                <a:rPr kumimoji="1" lang="en-US" altLang="zh-CN" sz="1400" i="1" dirty="0">
                  <a:solidFill>
                    <a:srgbClr val="000000"/>
                  </a:solidFill>
                  <a:latin typeface="Times New Roman" panose="02020603050405020304" pitchFamily="18" charset="0"/>
                </a:rPr>
                <a:t>F→ · </a:t>
              </a:r>
              <a:r>
                <a:rPr kumimoji="1" lang="en-US" altLang="zh-CN" sz="1400" dirty="0">
                  <a:solidFill>
                    <a:srgbClr val="000000"/>
                  </a:solidFill>
                  <a:latin typeface="Times New Roman" panose="02020603050405020304" pitchFamily="18" charset="0"/>
                </a:rPr>
                <a:t>d</a:t>
              </a:r>
            </a:p>
          </p:txBody>
        </p:sp>
        <p:sp>
          <p:nvSpPr>
            <p:cNvPr id="195631" name="Line 21">
              <a:extLst>
                <a:ext uri="{FF2B5EF4-FFF2-40B4-BE49-F238E27FC236}">
                  <a16:creationId xmlns:a16="http://schemas.microsoft.com/office/drawing/2014/main" id="{2D4C28C0-6538-43AB-9D9A-88DD58051BF8}"/>
                </a:ext>
              </a:extLst>
            </p:cNvPr>
            <p:cNvSpPr>
              <a:spLocks noChangeShapeType="1"/>
            </p:cNvSpPr>
            <p:nvPr/>
          </p:nvSpPr>
          <p:spPr bwMode="auto">
            <a:xfrm rot="10800000">
              <a:off x="4943476" y="3789041"/>
              <a:ext cx="2447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32" name="Text Box 22">
              <a:extLst>
                <a:ext uri="{FF2B5EF4-FFF2-40B4-BE49-F238E27FC236}">
                  <a16:creationId xmlns:a16="http://schemas.microsoft.com/office/drawing/2014/main" id="{8D8C7068-D0BC-4CBE-9684-796C0D3223DF}"/>
                </a:ext>
              </a:extLst>
            </p:cNvPr>
            <p:cNvSpPr txBox="1">
              <a:spLocks noChangeArrowheads="1"/>
            </p:cNvSpPr>
            <p:nvPr/>
          </p:nvSpPr>
          <p:spPr bwMode="auto">
            <a:xfrm>
              <a:off x="6888163" y="3356993"/>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186" name="Text Box 23">
              <a:extLst>
                <a:ext uri="{FF2B5EF4-FFF2-40B4-BE49-F238E27FC236}">
                  <a16:creationId xmlns:a16="http://schemas.microsoft.com/office/drawing/2014/main" id="{4CFF257D-1AC7-4A7E-894E-874025C28F3E}"/>
                </a:ext>
              </a:extLst>
            </p:cNvPr>
            <p:cNvSpPr txBox="1">
              <a:spLocks noChangeArrowheads="1"/>
            </p:cNvSpPr>
            <p:nvPr/>
          </p:nvSpPr>
          <p:spPr bwMode="auto">
            <a:xfrm>
              <a:off x="5027623" y="5342233"/>
              <a:ext cx="2031759"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9</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5634" name="Line 24">
              <a:extLst>
                <a:ext uri="{FF2B5EF4-FFF2-40B4-BE49-F238E27FC236}">
                  <a16:creationId xmlns:a16="http://schemas.microsoft.com/office/drawing/2014/main" id="{4CF7CA55-FA72-420D-AAD1-B1CD6F69CC40}"/>
                </a:ext>
              </a:extLst>
            </p:cNvPr>
            <p:cNvSpPr>
              <a:spLocks noChangeShapeType="1"/>
            </p:cNvSpPr>
            <p:nvPr/>
          </p:nvSpPr>
          <p:spPr bwMode="auto">
            <a:xfrm rot="10800000">
              <a:off x="6743700" y="429309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35" name="Text Box 25">
              <a:extLst>
                <a:ext uri="{FF2B5EF4-FFF2-40B4-BE49-F238E27FC236}">
                  <a16:creationId xmlns:a16="http://schemas.microsoft.com/office/drawing/2014/main" id="{E8D84568-9791-4420-9E53-D46111CE5791}"/>
                </a:ext>
              </a:extLst>
            </p:cNvPr>
            <p:cNvSpPr txBox="1">
              <a:spLocks noChangeArrowheads="1"/>
            </p:cNvSpPr>
            <p:nvPr/>
          </p:nvSpPr>
          <p:spPr bwMode="auto">
            <a:xfrm>
              <a:off x="6888163" y="3861048"/>
              <a:ext cx="3810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189" name="Text Box 26">
              <a:extLst>
                <a:ext uri="{FF2B5EF4-FFF2-40B4-BE49-F238E27FC236}">
                  <a16:creationId xmlns:a16="http://schemas.microsoft.com/office/drawing/2014/main" id="{F818F796-9151-481D-8C02-00276B1C5B62}"/>
                </a:ext>
              </a:extLst>
            </p:cNvPr>
            <p:cNvSpPr txBox="1">
              <a:spLocks noChangeArrowheads="1"/>
            </p:cNvSpPr>
            <p:nvPr/>
          </p:nvSpPr>
          <p:spPr bwMode="auto">
            <a:xfrm>
              <a:off x="5010692" y="2925430"/>
              <a:ext cx="1805302"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5</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5637" name="Line 27">
              <a:extLst>
                <a:ext uri="{FF2B5EF4-FFF2-40B4-BE49-F238E27FC236}">
                  <a16:creationId xmlns:a16="http://schemas.microsoft.com/office/drawing/2014/main" id="{92D14F82-86D3-49C0-B9C4-EC73AF9DCC54}"/>
                </a:ext>
              </a:extLst>
            </p:cNvPr>
            <p:cNvSpPr>
              <a:spLocks noChangeShapeType="1"/>
            </p:cNvSpPr>
            <p:nvPr/>
          </p:nvSpPr>
          <p:spPr bwMode="auto">
            <a:xfrm>
              <a:off x="8112125" y="2769666"/>
              <a:ext cx="0" cy="57626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38" name="Line 29">
              <a:extLst>
                <a:ext uri="{FF2B5EF4-FFF2-40B4-BE49-F238E27FC236}">
                  <a16:creationId xmlns:a16="http://schemas.microsoft.com/office/drawing/2014/main" id="{1DAFC9E5-FFAB-470A-8F4D-E926F2C71350}"/>
                </a:ext>
              </a:extLst>
            </p:cNvPr>
            <p:cNvSpPr>
              <a:spLocks noChangeShapeType="1"/>
            </p:cNvSpPr>
            <p:nvPr/>
          </p:nvSpPr>
          <p:spPr bwMode="auto">
            <a:xfrm flipH="1">
              <a:off x="6815138" y="2543218"/>
              <a:ext cx="792493" cy="72352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39" name="Text Box 30">
              <a:extLst>
                <a:ext uri="{FF2B5EF4-FFF2-40B4-BE49-F238E27FC236}">
                  <a16:creationId xmlns:a16="http://schemas.microsoft.com/office/drawing/2014/main" id="{CF56EB1B-699C-43F9-9DF3-94CB6C1B058E}"/>
                </a:ext>
              </a:extLst>
            </p:cNvPr>
            <p:cNvSpPr txBox="1">
              <a:spLocks noChangeArrowheads="1"/>
            </p:cNvSpPr>
            <p:nvPr/>
          </p:nvSpPr>
          <p:spPr bwMode="auto">
            <a:xfrm>
              <a:off x="6959599" y="299720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5640" name="Text Box 32">
              <a:extLst>
                <a:ext uri="{FF2B5EF4-FFF2-40B4-BE49-F238E27FC236}">
                  <a16:creationId xmlns:a16="http://schemas.microsoft.com/office/drawing/2014/main" id="{76A11019-54FD-4071-B78E-FDEAD81F2C5F}"/>
                </a:ext>
              </a:extLst>
            </p:cNvPr>
            <p:cNvSpPr txBox="1">
              <a:spLocks noChangeArrowheads="1"/>
            </p:cNvSpPr>
            <p:nvPr/>
          </p:nvSpPr>
          <p:spPr bwMode="auto">
            <a:xfrm>
              <a:off x="8328024" y="4292500"/>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a:t>
              </a:r>
            </a:p>
          </p:txBody>
        </p:sp>
        <p:sp>
          <p:nvSpPr>
            <p:cNvPr id="195641" name="Text Box 35">
              <a:extLst>
                <a:ext uri="{FF2B5EF4-FFF2-40B4-BE49-F238E27FC236}">
                  <a16:creationId xmlns:a16="http://schemas.microsoft.com/office/drawing/2014/main" id="{A6200B62-30F2-4BA4-B3FD-68E7AA372F04}"/>
                </a:ext>
              </a:extLst>
            </p:cNvPr>
            <p:cNvSpPr txBox="1">
              <a:spLocks noChangeArrowheads="1"/>
            </p:cNvSpPr>
            <p:nvPr/>
          </p:nvSpPr>
          <p:spPr bwMode="auto">
            <a:xfrm>
              <a:off x="5087939" y="1066801"/>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5642" name="Line 38">
              <a:extLst>
                <a:ext uri="{FF2B5EF4-FFF2-40B4-BE49-F238E27FC236}">
                  <a16:creationId xmlns:a16="http://schemas.microsoft.com/office/drawing/2014/main" id="{6C951933-15A5-42C1-95D4-643761F013F3}"/>
                </a:ext>
              </a:extLst>
            </p:cNvPr>
            <p:cNvSpPr>
              <a:spLocks noChangeShapeType="1"/>
            </p:cNvSpPr>
            <p:nvPr/>
          </p:nvSpPr>
          <p:spPr bwMode="auto">
            <a:xfrm>
              <a:off x="6743700" y="4869482"/>
              <a:ext cx="1079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43" name="Text Box 39">
              <a:extLst>
                <a:ext uri="{FF2B5EF4-FFF2-40B4-BE49-F238E27FC236}">
                  <a16:creationId xmlns:a16="http://schemas.microsoft.com/office/drawing/2014/main" id="{C277806A-0B71-4CAD-A0EF-6016857514EC}"/>
                </a:ext>
              </a:extLst>
            </p:cNvPr>
            <p:cNvSpPr txBox="1">
              <a:spLocks noChangeArrowheads="1"/>
            </p:cNvSpPr>
            <p:nvPr/>
          </p:nvSpPr>
          <p:spPr bwMode="auto">
            <a:xfrm>
              <a:off x="6888163" y="450912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N</a:t>
              </a:r>
            </a:p>
          </p:txBody>
        </p:sp>
        <p:sp>
          <p:nvSpPr>
            <p:cNvPr id="195644" name="Text Box 43">
              <a:extLst>
                <a:ext uri="{FF2B5EF4-FFF2-40B4-BE49-F238E27FC236}">
                  <a16:creationId xmlns:a16="http://schemas.microsoft.com/office/drawing/2014/main" id="{2EDBF703-EADC-414D-AC15-52F8D6727DB1}"/>
                </a:ext>
              </a:extLst>
            </p:cNvPr>
            <p:cNvSpPr txBox="1">
              <a:spLocks noChangeArrowheads="1"/>
            </p:cNvSpPr>
            <p:nvPr/>
          </p:nvSpPr>
          <p:spPr bwMode="auto">
            <a:xfrm>
              <a:off x="8183563" y="28426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1400" i="1">
                  <a:solidFill>
                    <a:srgbClr val="000000"/>
                  </a:solidFill>
                  <a:latin typeface="Times New Roman" panose="02020603050405020304" pitchFamily="18" charset="0"/>
                </a:rPr>
                <a:t>*</a:t>
              </a:r>
            </a:p>
          </p:txBody>
        </p:sp>
        <p:sp>
          <p:nvSpPr>
            <p:cNvPr id="195645" name="Line 27">
              <a:extLst>
                <a:ext uri="{FF2B5EF4-FFF2-40B4-BE49-F238E27FC236}">
                  <a16:creationId xmlns:a16="http://schemas.microsoft.com/office/drawing/2014/main" id="{A0DBB7F7-DA24-4D8F-BFF4-0722DF0ADDEB}"/>
                </a:ext>
              </a:extLst>
            </p:cNvPr>
            <p:cNvSpPr>
              <a:spLocks noChangeShapeType="1"/>
            </p:cNvSpPr>
            <p:nvPr/>
          </p:nvSpPr>
          <p:spPr bwMode="auto">
            <a:xfrm flipH="1">
              <a:off x="7059587" y="5661000"/>
              <a:ext cx="765203" cy="228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46" name="Line 27">
              <a:extLst>
                <a:ext uri="{FF2B5EF4-FFF2-40B4-BE49-F238E27FC236}">
                  <a16:creationId xmlns:a16="http://schemas.microsoft.com/office/drawing/2014/main" id="{4E4CF043-8747-4701-96C1-917A438741C0}"/>
                </a:ext>
              </a:extLst>
            </p:cNvPr>
            <p:cNvSpPr>
              <a:spLocks noChangeShapeType="1"/>
            </p:cNvSpPr>
            <p:nvPr/>
          </p:nvSpPr>
          <p:spPr bwMode="auto">
            <a:xfrm flipH="1" flipV="1">
              <a:off x="8183563" y="4365103"/>
              <a:ext cx="0" cy="38459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7" name="Rectangle 3">
            <a:extLst>
              <a:ext uri="{FF2B5EF4-FFF2-40B4-BE49-F238E27FC236}">
                <a16:creationId xmlns:a16="http://schemas.microsoft.com/office/drawing/2014/main" id="{36759D74-66E6-474A-A039-4AAA7825B1ED}"/>
              </a:ext>
            </a:extLst>
          </p:cNvPr>
          <p:cNvSpPr txBox="1">
            <a:spLocks noChangeArrowheads="1"/>
          </p:cNvSpPr>
          <p:nvPr/>
        </p:nvSpPr>
        <p:spPr bwMode="auto">
          <a:xfrm>
            <a:off x="4830763" y="119063"/>
            <a:ext cx="3884612" cy="2452687"/>
          </a:xfrm>
          <a:prstGeom prst="rect">
            <a:avLst/>
          </a:prstGeom>
          <a:solidFill>
            <a:schemeClr val="accent5">
              <a:lumMod val="60000"/>
              <a:lumOff val="40000"/>
            </a:schemeClr>
          </a:solidFill>
          <a:ln w="9525">
            <a:solidFill>
              <a:schemeClr val="tx1"/>
            </a:solidFill>
            <a:miter lim="800000"/>
            <a:headEnd/>
            <a:tailEnd/>
          </a:ln>
        </p:spPr>
        <p:txBody>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1)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	</a:t>
            </a:r>
          </a:p>
          <a:p>
            <a:pPr eaLnBrk="1" hangingPunct="1">
              <a:buClr>
                <a:srgbClr val="5EAEFF"/>
              </a:buClr>
              <a:buSzPct val="60000"/>
              <a:buFont typeface="Wingdings" panose="05000000000000000000" pitchFamily="2" charset="2"/>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8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2)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i="1" dirty="0">
                <a:solidFill>
                  <a:srgbClr val="000000"/>
                </a:solidFill>
                <a:latin typeface="Times New Roman" panose="02020603050405020304" pitchFamily="18" charset="0"/>
                <a:cs typeface="Times New Roman" panose="02020603050405020304" pitchFamily="18" charset="0"/>
              </a:rPr>
              <a:t>F </a:t>
            </a:r>
            <a:r>
              <a:rPr lang="en-US" altLang="zh-CN" sz="1800" i="1" dirty="0">
                <a:solidFill>
                  <a:srgbClr val="0000FF"/>
                </a:solidFill>
                <a:latin typeface="Times New Roman" panose="02020603050405020304" pitchFamily="18" charset="0"/>
                <a:cs typeface="Times New Roman" panose="02020603050405020304" pitchFamily="18" charset="0"/>
              </a:rPr>
              <a:t>N</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 }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dirty="0">
                <a:solidFill>
                  <a:srgbClr val="0000FF"/>
                </a:solidFill>
                <a:latin typeface="Times New Roman" panose="02020603050405020304" pitchFamily="18" charset="0"/>
                <a:cs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zh-CN" altLang="en-US" sz="1800" i="1" dirty="0">
                <a:solidFill>
                  <a:srgbClr val="0000FF"/>
                </a:solidFill>
                <a:latin typeface="Times New Roman" panose="02020603050405020304" pitchFamily="18" charset="0"/>
                <a:cs typeface="Times New Roman" panose="02020603050405020304" pitchFamily="18" charset="0"/>
              </a:rPr>
              <a:t>T</a:t>
            </a:r>
            <a:r>
              <a:rPr lang="en-US" altLang="zh-CN" sz="1800" i="1" dirty="0">
                <a:solidFill>
                  <a:srgbClr val="0000FF"/>
                </a:solidFill>
                <a:latin typeface="Times New Roman" panose="02020603050405020304" pitchFamily="18" charset="0"/>
                <a:ea typeface="楷体" panose="02010609060101010101" pitchFamily="49" charset="-122"/>
              </a:rPr>
              <a:t>′</a:t>
            </a:r>
            <a:r>
              <a:rPr lang="zh-CN" altLang="en-US" sz="1800" i="1" dirty="0">
                <a:solidFill>
                  <a:srgbClr val="0000FF"/>
                </a:solidFill>
                <a:latin typeface="Times New Roman" panose="02020603050405020304" pitchFamily="18" charset="0"/>
                <a:cs typeface="Times New Roman" panose="02020603050405020304" pitchFamily="18" charset="0"/>
              </a:rPr>
              <a:t>.inh</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rPr>
              <a:t> </a:t>
            </a:r>
            <a:r>
              <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endPar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rPr>
              <a:t>3)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l-GR"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inh</a:t>
            </a:r>
            <a:r>
              <a:rPr lang="en-US" altLang="zh-CN" sz="1800" dirty="0">
                <a:solidFill>
                  <a:srgbClr val="000000"/>
                </a:solidFill>
                <a:latin typeface="Times New Roman" panose="02020603050405020304" pitchFamily="18" charset="0"/>
                <a:cs typeface="Times New Roman" panose="02020603050405020304" pitchFamily="18" charset="0"/>
              </a:rPr>
              <a:t> }</a:t>
            </a: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18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800" dirty="0">
              <a:solidFill>
                <a:srgbClr val="000000"/>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BF74C5DF-3B1E-4884-B442-2944FD130230}"/>
              </a:ext>
            </a:extLst>
          </p:cNvPr>
          <p:cNvSpPr>
            <a:spLocks noGrp="1"/>
          </p:cNvSpPr>
          <p:nvPr>
            <p:ph type="sldNum" sz="quarter" idx="10"/>
          </p:nvPr>
        </p:nvSpPr>
        <p:spPr/>
        <p:txBody>
          <a:bodyPr/>
          <a:lstStyle/>
          <a:p>
            <a:pPr>
              <a:defRPr/>
            </a:pPr>
            <a:fld id="{8E104948-B687-4A74-87EB-9097C047E113}" type="slidenum">
              <a:rPr lang="zh-CN" altLang="en-US" smtClean="0"/>
              <a:pPr>
                <a:defRPr/>
              </a:pPr>
              <a:t>86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3"/>
                                        </p:tgtEl>
                                        <p:attrNameLst>
                                          <p:attrName>style.visibility</p:attrName>
                                        </p:attrNameLst>
                                      </p:cBhvr>
                                      <p:to>
                                        <p:strVal val="visible"/>
                                      </p:to>
                                    </p:set>
                                    <p:anim calcmode="lin" valueType="num">
                                      <p:cBhvr>
                                        <p:cTn id="14" dur="500" fill="hold"/>
                                        <p:tgtEl>
                                          <p:spTgt spid="33"/>
                                        </p:tgtEl>
                                        <p:attrNameLst>
                                          <p:attrName>ppt_w</p:attrName>
                                        </p:attrNameLst>
                                      </p:cBhvr>
                                      <p:tavLst>
                                        <p:tav tm="0">
                                          <p:val>
                                            <p:fltVal val="0"/>
                                          </p:val>
                                        </p:tav>
                                        <p:tav tm="100000">
                                          <p:val>
                                            <p:strVal val="#ppt_w"/>
                                          </p:val>
                                        </p:tav>
                                      </p:tavLst>
                                    </p:anim>
                                    <p:anim calcmode="lin" valueType="num">
                                      <p:cBhvr>
                                        <p:cTn id="15" dur="500" fill="hold"/>
                                        <p:tgtEl>
                                          <p:spTgt spid="33"/>
                                        </p:tgtEl>
                                        <p:attrNameLst>
                                          <p:attrName>ppt_h</p:attrName>
                                        </p:attrNameLst>
                                      </p:cBhvr>
                                      <p:tavLst>
                                        <p:tav tm="0">
                                          <p:val>
                                            <p:fltVal val="0"/>
                                          </p:val>
                                        </p:tav>
                                        <p:tav tm="100000">
                                          <p:val>
                                            <p:strVal val="#ppt_h"/>
                                          </p:val>
                                        </p:tav>
                                      </p:tavLst>
                                    </p:anim>
                                    <p:animEffect transition="in" filter="fade">
                                      <p:cBhvr>
                                        <p:cTn id="16" dur="500"/>
                                        <p:tgtEl>
                                          <p:spTgt spid="3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 calcmode="lin" valueType="num">
                                      <p:cBhvr>
                                        <p:cTn id="28" dur="500" fill="hold"/>
                                        <p:tgtEl>
                                          <p:spTgt spid="36"/>
                                        </p:tgtEl>
                                        <p:attrNameLst>
                                          <p:attrName>ppt_w</p:attrName>
                                        </p:attrNameLst>
                                      </p:cBhvr>
                                      <p:tavLst>
                                        <p:tav tm="0">
                                          <p:val>
                                            <p:fltVal val="0"/>
                                          </p:val>
                                        </p:tav>
                                        <p:tav tm="100000">
                                          <p:val>
                                            <p:strVal val="#ppt_w"/>
                                          </p:val>
                                        </p:tav>
                                      </p:tavLst>
                                    </p:anim>
                                    <p:anim calcmode="lin" valueType="num">
                                      <p:cBhvr>
                                        <p:cTn id="29" dur="500" fill="hold"/>
                                        <p:tgtEl>
                                          <p:spTgt spid="36"/>
                                        </p:tgtEl>
                                        <p:attrNameLst>
                                          <p:attrName>ppt_h</p:attrName>
                                        </p:attrNameLst>
                                      </p:cBhvr>
                                      <p:tavLst>
                                        <p:tav tm="0">
                                          <p:val>
                                            <p:fltVal val="0"/>
                                          </p:val>
                                        </p:tav>
                                        <p:tav tm="100000">
                                          <p:val>
                                            <p:strVal val="#ppt_h"/>
                                          </p:val>
                                        </p:tav>
                                      </p:tavLst>
                                    </p:anim>
                                    <p:animEffect transition="in" filter="fade">
                                      <p:cBhvr>
                                        <p:cTn id="30" dur="500"/>
                                        <p:tgtEl>
                                          <p:spTgt spid="3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anim calcmode="lin" valueType="num">
                                      <p:cBhvr>
                                        <p:cTn id="35" dur="500" fill="hold"/>
                                        <p:tgtEl>
                                          <p:spTgt spid="37"/>
                                        </p:tgtEl>
                                        <p:attrNameLst>
                                          <p:attrName>ppt_w</p:attrName>
                                        </p:attrNameLst>
                                      </p:cBhvr>
                                      <p:tavLst>
                                        <p:tav tm="0">
                                          <p:val>
                                            <p:fltVal val="0"/>
                                          </p:val>
                                        </p:tav>
                                        <p:tav tm="100000">
                                          <p:val>
                                            <p:strVal val="#ppt_w"/>
                                          </p:val>
                                        </p:tav>
                                      </p:tavLst>
                                    </p:anim>
                                    <p:anim calcmode="lin" valueType="num">
                                      <p:cBhvr>
                                        <p:cTn id="36" dur="500" fill="hold"/>
                                        <p:tgtEl>
                                          <p:spTgt spid="37"/>
                                        </p:tgtEl>
                                        <p:attrNameLst>
                                          <p:attrName>ppt_h</p:attrName>
                                        </p:attrNameLst>
                                      </p:cBhvr>
                                      <p:tavLst>
                                        <p:tav tm="0">
                                          <p:val>
                                            <p:fltVal val="0"/>
                                          </p:val>
                                        </p:tav>
                                        <p:tav tm="100000">
                                          <p:val>
                                            <p:strVal val="#ppt_h"/>
                                          </p:val>
                                        </p:tav>
                                      </p:tavLst>
                                    </p:anim>
                                    <p:animEffect transition="in" filter="fade">
                                      <p:cBhvr>
                                        <p:cTn id="37" dur="500"/>
                                        <p:tgtEl>
                                          <p:spTgt spid="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38"/>
                                        </p:tgtEl>
                                        <p:attrNameLst>
                                          <p:attrName>style.visibility</p:attrName>
                                        </p:attrNameLst>
                                      </p:cBhvr>
                                      <p:to>
                                        <p:strVal val="visible"/>
                                      </p:to>
                                    </p:set>
                                    <p:anim calcmode="lin" valueType="num">
                                      <p:cBhvr>
                                        <p:cTn id="42" dur="500" fill="hold"/>
                                        <p:tgtEl>
                                          <p:spTgt spid="38"/>
                                        </p:tgtEl>
                                        <p:attrNameLst>
                                          <p:attrName>ppt_w</p:attrName>
                                        </p:attrNameLst>
                                      </p:cBhvr>
                                      <p:tavLst>
                                        <p:tav tm="0">
                                          <p:val>
                                            <p:fltVal val="0"/>
                                          </p:val>
                                        </p:tav>
                                        <p:tav tm="100000">
                                          <p:val>
                                            <p:strVal val="#ppt_w"/>
                                          </p:val>
                                        </p:tav>
                                      </p:tavLst>
                                    </p:anim>
                                    <p:anim calcmode="lin" valueType="num">
                                      <p:cBhvr>
                                        <p:cTn id="43" dur="500" fill="hold"/>
                                        <p:tgtEl>
                                          <p:spTgt spid="38"/>
                                        </p:tgtEl>
                                        <p:attrNameLst>
                                          <p:attrName>ppt_h</p:attrName>
                                        </p:attrNameLst>
                                      </p:cBhvr>
                                      <p:tavLst>
                                        <p:tav tm="0">
                                          <p:val>
                                            <p:fltVal val="0"/>
                                          </p:val>
                                        </p:tav>
                                        <p:tav tm="100000">
                                          <p:val>
                                            <p:strVal val="#ppt_h"/>
                                          </p:val>
                                        </p:tav>
                                      </p:tavLst>
                                    </p:anim>
                                    <p:animEffect transition="in" filter="fade">
                                      <p:cBhvr>
                                        <p:cTn id="44" dur="500"/>
                                        <p:tgtEl>
                                          <p:spTgt spid="3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 calcmode="lin" valueType="num">
                                      <p:cBhvr>
                                        <p:cTn id="49" dur="500" fill="hold"/>
                                        <p:tgtEl>
                                          <p:spTgt spid="39"/>
                                        </p:tgtEl>
                                        <p:attrNameLst>
                                          <p:attrName>ppt_w</p:attrName>
                                        </p:attrNameLst>
                                      </p:cBhvr>
                                      <p:tavLst>
                                        <p:tav tm="0">
                                          <p:val>
                                            <p:fltVal val="0"/>
                                          </p:val>
                                        </p:tav>
                                        <p:tav tm="100000">
                                          <p:val>
                                            <p:strVal val="#ppt_w"/>
                                          </p:val>
                                        </p:tav>
                                      </p:tavLst>
                                    </p:anim>
                                    <p:anim calcmode="lin" valueType="num">
                                      <p:cBhvr>
                                        <p:cTn id="50" dur="500" fill="hold"/>
                                        <p:tgtEl>
                                          <p:spTgt spid="39"/>
                                        </p:tgtEl>
                                        <p:attrNameLst>
                                          <p:attrName>ppt_h</p:attrName>
                                        </p:attrNameLst>
                                      </p:cBhvr>
                                      <p:tavLst>
                                        <p:tav tm="0">
                                          <p:val>
                                            <p:fltVal val="0"/>
                                          </p:val>
                                        </p:tav>
                                        <p:tav tm="100000">
                                          <p:val>
                                            <p:strVal val="#ppt_h"/>
                                          </p:val>
                                        </p:tav>
                                      </p:tavLst>
                                    </p:anim>
                                    <p:animEffect transition="in" filter="fade">
                                      <p:cBhvr>
                                        <p:cTn id="51" dur="500"/>
                                        <p:tgtEl>
                                          <p:spTgt spid="3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40"/>
                                        </p:tgtEl>
                                        <p:attrNameLst>
                                          <p:attrName>style.visibility</p:attrName>
                                        </p:attrNameLst>
                                      </p:cBhvr>
                                      <p:to>
                                        <p:strVal val="visible"/>
                                      </p:to>
                                    </p:set>
                                    <p:anim calcmode="lin" valueType="num">
                                      <p:cBhvr>
                                        <p:cTn id="56" dur="500" fill="hold"/>
                                        <p:tgtEl>
                                          <p:spTgt spid="40"/>
                                        </p:tgtEl>
                                        <p:attrNameLst>
                                          <p:attrName>ppt_w</p:attrName>
                                        </p:attrNameLst>
                                      </p:cBhvr>
                                      <p:tavLst>
                                        <p:tav tm="0">
                                          <p:val>
                                            <p:fltVal val="0"/>
                                          </p:val>
                                        </p:tav>
                                        <p:tav tm="100000">
                                          <p:val>
                                            <p:strVal val="#ppt_w"/>
                                          </p:val>
                                        </p:tav>
                                      </p:tavLst>
                                    </p:anim>
                                    <p:anim calcmode="lin" valueType="num">
                                      <p:cBhvr>
                                        <p:cTn id="57" dur="500" fill="hold"/>
                                        <p:tgtEl>
                                          <p:spTgt spid="40"/>
                                        </p:tgtEl>
                                        <p:attrNameLst>
                                          <p:attrName>ppt_h</p:attrName>
                                        </p:attrNameLst>
                                      </p:cBhvr>
                                      <p:tavLst>
                                        <p:tav tm="0">
                                          <p:val>
                                            <p:fltVal val="0"/>
                                          </p:val>
                                        </p:tav>
                                        <p:tav tm="100000">
                                          <p:val>
                                            <p:strVal val="#ppt_h"/>
                                          </p:val>
                                        </p:tav>
                                      </p:tavLst>
                                    </p:anim>
                                    <p:animEffect transition="in" filter="fade">
                                      <p:cBhvr>
                                        <p:cTn id="58" dur="500"/>
                                        <p:tgtEl>
                                          <p:spTgt spid="4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xit" presetSubtype="32" fill="hold" grpId="1" nodeType="clickEffect">
                                  <p:stCondLst>
                                    <p:cond delay="0"/>
                                  </p:stCondLst>
                                  <p:childTnLst>
                                    <p:anim calcmode="lin" valueType="num">
                                      <p:cBhvr>
                                        <p:cTn id="62" dur="500"/>
                                        <p:tgtEl>
                                          <p:spTgt spid="31"/>
                                        </p:tgtEl>
                                        <p:attrNameLst>
                                          <p:attrName>ppt_w</p:attrName>
                                        </p:attrNameLst>
                                      </p:cBhvr>
                                      <p:tavLst>
                                        <p:tav tm="0">
                                          <p:val>
                                            <p:strVal val="ppt_w"/>
                                          </p:val>
                                        </p:tav>
                                        <p:tav tm="100000">
                                          <p:val>
                                            <p:fltVal val="0"/>
                                          </p:val>
                                        </p:tav>
                                      </p:tavLst>
                                    </p:anim>
                                    <p:anim calcmode="lin" valueType="num">
                                      <p:cBhvr>
                                        <p:cTn id="63" dur="500"/>
                                        <p:tgtEl>
                                          <p:spTgt spid="31"/>
                                        </p:tgtEl>
                                        <p:attrNameLst>
                                          <p:attrName>ppt_h</p:attrName>
                                        </p:attrNameLst>
                                      </p:cBhvr>
                                      <p:tavLst>
                                        <p:tav tm="0">
                                          <p:val>
                                            <p:strVal val="ppt_h"/>
                                          </p:val>
                                        </p:tav>
                                        <p:tav tm="100000">
                                          <p:val>
                                            <p:fltVal val="0"/>
                                          </p:val>
                                        </p:tav>
                                      </p:tavLst>
                                    </p:anim>
                                    <p:animEffect transition="out" filter="fade">
                                      <p:cBhvr>
                                        <p:cTn id="64" dur="500"/>
                                        <p:tgtEl>
                                          <p:spTgt spid="31"/>
                                        </p:tgtEl>
                                      </p:cBhvr>
                                    </p:animEffect>
                                    <p:set>
                                      <p:cBhvr>
                                        <p:cTn id="65" dur="1" fill="hold">
                                          <p:stCondLst>
                                            <p:cond delay="499"/>
                                          </p:stCondLst>
                                        </p:cTn>
                                        <p:tgtEl>
                                          <p:spTgt spid="31"/>
                                        </p:tgtEl>
                                        <p:attrNameLst>
                                          <p:attrName>style.visibility</p:attrName>
                                        </p:attrNameLst>
                                      </p:cBhvr>
                                      <p:to>
                                        <p:strVal val="hidden"/>
                                      </p:to>
                                    </p:set>
                                  </p:childTnLst>
                                </p:cTn>
                              </p:par>
                              <p:par>
                                <p:cTn id="66" presetID="53" presetClass="exit" presetSubtype="32" fill="hold" grpId="1" nodeType="withEffect">
                                  <p:stCondLst>
                                    <p:cond delay="0"/>
                                  </p:stCondLst>
                                  <p:childTnLst>
                                    <p:anim calcmode="lin" valueType="num">
                                      <p:cBhvr>
                                        <p:cTn id="67" dur="500"/>
                                        <p:tgtEl>
                                          <p:spTgt spid="33"/>
                                        </p:tgtEl>
                                        <p:attrNameLst>
                                          <p:attrName>ppt_w</p:attrName>
                                        </p:attrNameLst>
                                      </p:cBhvr>
                                      <p:tavLst>
                                        <p:tav tm="0">
                                          <p:val>
                                            <p:strVal val="ppt_w"/>
                                          </p:val>
                                        </p:tav>
                                        <p:tav tm="100000">
                                          <p:val>
                                            <p:fltVal val="0"/>
                                          </p:val>
                                        </p:tav>
                                      </p:tavLst>
                                    </p:anim>
                                    <p:anim calcmode="lin" valueType="num">
                                      <p:cBhvr>
                                        <p:cTn id="68" dur="500"/>
                                        <p:tgtEl>
                                          <p:spTgt spid="33"/>
                                        </p:tgtEl>
                                        <p:attrNameLst>
                                          <p:attrName>ppt_h</p:attrName>
                                        </p:attrNameLst>
                                      </p:cBhvr>
                                      <p:tavLst>
                                        <p:tav tm="0">
                                          <p:val>
                                            <p:strVal val="ppt_h"/>
                                          </p:val>
                                        </p:tav>
                                        <p:tav tm="100000">
                                          <p:val>
                                            <p:fltVal val="0"/>
                                          </p:val>
                                        </p:tav>
                                      </p:tavLst>
                                    </p:anim>
                                    <p:animEffect transition="out" filter="fade">
                                      <p:cBhvr>
                                        <p:cTn id="69" dur="500"/>
                                        <p:tgtEl>
                                          <p:spTgt spid="33"/>
                                        </p:tgtEl>
                                      </p:cBhvr>
                                    </p:animEffect>
                                    <p:set>
                                      <p:cBhvr>
                                        <p:cTn id="70" dur="1" fill="hold">
                                          <p:stCondLst>
                                            <p:cond delay="499"/>
                                          </p:stCondLst>
                                        </p:cTn>
                                        <p:tgtEl>
                                          <p:spTgt spid="33"/>
                                        </p:tgtEl>
                                        <p:attrNameLst>
                                          <p:attrName>style.visibility</p:attrName>
                                        </p:attrNameLst>
                                      </p:cBhvr>
                                      <p:to>
                                        <p:strVal val="hidden"/>
                                      </p:to>
                                    </p:set>
                                  </p:childTnLst>
                                </p:cTn>
                              </p:par>
                              <p:par>
                                <p:cTn id="71" presetID="53" presetClass="exit" presetSubtype="32" fill="hold" grpId="1" nodeType="withEffect">
                                  <p:stCondLst>
                                    <p:cond delay="0"/>
                                  </p:stCondLst>
                                  <p:childTnLst>
                                    <p:anim calcmode="lin" valueType="num">
                                      <p:cBhvr>
                                        <p:cTn id="72" dur="500"/>
                                        <p:tgtEl>
                                          <p:spTgt spid="35"/>
                                        </p:tgtEl>
                                        <p:attrNameLst>
                                          <p:attrName>ppt_w</p:attrName>
                                        </p:attrNameLst>
                                      </p:cBhvr>
                                      <p:tavLst>
                                        <p:tav tm="0">
                                          <p:val>
                                            <p:strVal val="ppt_w"/>
                                          </p:val>
                                        </p:tav>
                                        <p:tav tm="100000">
                                          <p:val>
                                            <p:fltVal val="0"/>
                                          </p:val>
                                        </p:tav>
                                      </p:tavLst>
                                    </p:anim>
                                    <p:anim calcmode="lin" valueType="num">
                                      <p:cBhvr>
                                        <p:cTn id="73" dur="500"/>
                                        <p:tgtEl>
                                          <p:spTgt spid="35"/>
                                        </p:tgtEl>
                                        <p:attrNameLst>
                                          <p:attrName>ppt_h</p:attrName>
                                        </p:attrNameLst>
                                      </p:cBhvr>
                                      <p:tavLst>
                                        <p:tav tm="0">
                                          <p:val>
                                            <p:strVal val="ppt_h"/>
                                          </p:val>
                                        </p:tav>
                                        <p:tav tm="100000">
                                          <p:val>
                                            <p:fltVal val="0"/>
                                          </p:val>
                                        </p:tav>
                                      </p:tavLst>
                                    </p:anim>
                                    <p:animEffect transition="out" filter="fade">
                                      <p:cBhvr>
                                        <p:cTn id="74" dur="500"/>
                                        <p:tgtEl>
                                          <p:spTgt spid="35"/>
                                        </p:tgtEl>
                                      </p:cBhvr>
                                    </p:animEffect>
                                    <p:set>
                                      <p:cBhvr>
                                        <p:cTn id="75" dur="1" fill="hold">
                                          <p:stCondLst>
                                            <p:cond delay="499"/>
                                          </p:stCondLst>
                                        </p:cTn>
                                        <p:tgtEl>
                                          <p:spTgt spid="35"/>
                                        </p:tgtEl>
                                        <p:attrNameLst>
                                          <p:attrName>style.visibility</p:attrName>
                                        </p:attrNameLst>
                                      </p:cBhvr>
                                      <p:to>
                                        <p:strVal val="hidden"/>
                                      </p:to>
                                    </p:set>
                                  </p:childTnLst>
                                </p:cTn>
                              </p:par>
                              <p:par>
                                <p:cTn id="76" presetID="53" presetClass="exit" presetSubtype="32" fill="hold" grpId="1" nodeType="withEffect">
                                  <p:stCondLst>
                                    <p:cond delay="0"/>
                                  </p:stCondLst>
                                  <p:childTnLst>
                                    <p:anim calcmode="lin" valueType="num">
                                      <p:cBhvr>
                                        <p:cTn id="77" dur="500"/>
                                        <p:tgtEl>
                                          <p:spTgt spid="36"/>
                                        </p:tgtEl>
                                        <p:attrNameLst>
                                          <p:attrName>ppt_w</p:attrName>
                                        </p:attrNameLst>
                                      </p:cBhvr>
                                      <p:tavLst>
                                        <p:tav tm="0">
                                          <p:val>
                                            <p:strVal val="ppt_w"/>
                                          </p:val>
                                        </p:tav>
                                        <p:tav tm="100000">
                                          <p:val>
                                            <p:fltVal val="0"/>
                                          </p:val>
                                        </p:tav>
                                      </p:tavLst>
                                    </p:anim>
                                    <p:anim calcmode="lin" valueType="num">
                                      <p:cBhvr>
                                        <p:cTn id="78" dur="500"/>
                                        <p:tgtEl>
                                          <p:spTgt spid="36"/>
                                        </p:tgtEl>
                                        <p:attrNameLst>
                                          <p:attrName>ppt_h</p:attrName>
                                        </p:attrNameLst>
                                      </p:cBhvr>
                                      <p:tavLst>
                                        <p:tav tm="0">
                                          <p:val>
                                            <p:strVal val="ppt_h"/>
                                          </p:val>
                                        </p:tav>
                                        <p:tav tm="100000">
                                          <p:val>
                                            <p:fltVal val="0"/>
                                          </p:val>
                                        </p:tav>
                                      </p:tavLst>
                                    </p:anim>
                                    <p:animEffect transition="out" filter="fade">
                                      <p:cBhvr>
                                        <p:cTn id="79" dur="500"/>
                                        <p:tgtEl>
                                          <p:spTgt spid="36"/>
                                        </p:tgtEl>
                                      </p:cBhvr>
                                    </p:animEffect>
                                    <p:set>
                                      <p:cBhvr>
                                        <p:cTn id="80" dur="1" fill="hold">
                                          <p:stCondLst>
                                            <p:cond delay="499"/>
                                          </p:stCondLst>
                                        </p:cTn>
                                        <p:tgtEl>
                                          <p:spTgt spid="36"/>
                                        </p:tgtEl>
                                        <p:attrNameLst>
                                          <p:attrName>style.visibility</p:attrName>
                                        </p:attrNameLst>
                                      </p:cBhvr>
                                      <p:to>
                                        <p:strVal val="hidden"/>
                                      </p:to>
                                    </p:set>
                                  </p:childTnLst>
                                </p:cTn>
                              </p:par>
                              <p:par>
                                <p:cTn id="81" presetID="53" presetClass="exit" presetSubtype="32" fill="hold" grpId="1" nodeType="withEffect">
                                  <p:stCondLst>
                                    <p:cond delay="0"/>
                                  </p:stCondLst>
                                  <p:childTnLst>
                                    <p:anim calcmode="lin" valueType="num">
                                      <p:cBhvr>
                                        <p:cTn id="82" dur="500"/>
                                        <p:tgtEl>
                                          <p:spTgt spid="37"/>
                                        </p:tgtEl>
                                        <p:attrNameLst>
                                          <p:attrName>ppt_w</p:attrName>
                                        </p:attrNameLst>
                                      </p:cBhvr>
                                      <p:tavLst>
                                        <p:tav tm="0">
                                          <p:val>
                                            <p:strVal val="ppt_w"/>
                                          </p:val>
                                        </p:tav>
                                        <p:tav tm="100000">
                                          <p:val>
                                            <p:fltVal val="0"/>
                                          </p:val>
                                        </p:tav>
                                      </p:tavLst>
                                    </p:anim>
                                    <p:anim calcmode="lin" valueType="num">
                                      <p:cBhvr>
                                        <p:cTn id="83" dur="500"/>
                                        <p:tgtEl>
                                          <p:spTgt spid="37"/>
                                        </p:tgtEl>
                                        <p:attrNameLst>
                                          <p:attrName>ppt_h</p:attrName>
                                        </p:attrNameLst>
                                      </p:cBhvr>
                                      <p:tavLst>
                                        <p:tav tm="0">
                                          <p:val>
                                            <p:strVal val="ppt_h"/>
                                          </p:val>
                                        </p:tav>
                                        <p:tav tm="100000">
                                          <p:val>
                                            <p:fltVal val="0"/>
                                          </p:val>
                                        </p:tav>
                                      </p:tavLst>
                                    </p:anim>
                                    <p:animEffect transition="out" filter="fade">
                                      <p:cBhvr>
                                        <p:cTn id="84" dur="500"/>
                                        <p:tgtEl>
                                          <p:spTgt spid="37"/>
                                        </p:tgtEl>
                                      </p:cBhvr>
                                    </p:animEffect>
                                    <p:set>
                                      <p:cBhvr>
                                        <p:cTn id="85" dur="1" fill="hold">
                                          <p:stCondLst>
                                            <p:cond delay="499"/>
                                          </p:stCondLst>
                                        </p:cTn>
                                        <p:tgtEl>
                                          <p:spTgt spid="37"/>
                                        </p:tgtEl>
                                        <p:attrNameLst>
                                          <p:attrName>style.visibility</p:attrName>
                                        </p:attrNameLst>
                                      </p:cBhvr>
                                      <p:to>
                                        <p:strVal val="hidden"/>
                                      </p:to>
                                    </p:set>
                                  </p:childTnLst>
                                </p:cTn>
                              </p:par>
                              <p:par>
                                <p:cTn id="86" presetID="53" presetClass="exit" presetSubtype="32" fill="hold" grpId="1" nodeType="withEffect">
                                  <p:stCondLst>
                                    <p:cond delay="0"/>
                                  </p:stCondLst>
                                  <p:childTnLst>
                                    <p:anim calcmode="lin" valueType="num">
                                      <p:cBhvr>
                                        <p:cTn id="87" dur="500"/>
                                        <p:tgtEl>
                                          <p:spTgt spid="38"/>
                                        </p:tgtEl>
                                        <p:attrNameLst>
                                          <p:attrName>ppt_w</p:attrName>
                                        </p:attrNameLst>
                                      </p:cBhvr>
                                      <p:tavLst>
                                        <p:tav tm="0">
                                          <p:val>
                                            <p:strVal val="ppt_w"/>
                                          </p:val>
                                        </p:tav>
                                        <p:tav tm="100000">
                                          <p:val>
                                            <p:fltVal val="0"/>
                                          </p:val>
                                        </p:tav>
                                      </p:tavLst>
                                    </p:anim>
                                    <p:anim calcmode="lin" valueType="num">
                                      <p:cBhvr>
                                        <p:cTn id="88" dur="500"/>
                                        <p:tgtEl>
                                          <p:spTgt spid="38"/>
                                        </p:tgtEl>
                                        <p:attrNameLst>
                                          <p:attrName>ppt_h</p:attrName>
                                        </p:attrNameLst>
                                      </p:cBhvr>
                                      <p:tavLst>
                                        <p:tav tm="0">
                                          <p:val>
                                            <p:strVal val="ppt_h"/>
                                          </p:val>
                                        </p:tav>
                                        <p:tav tm="100000">
                                          <p:val>
                                            <p:fltVal val="0"/>
                                          </p:val>
                                        </p:tav>
                                      </p:tavLst>
                                    </p:anim>
                                    <p:animEffect transition="out" filter="fade">
                                      <p:cBhvr>
                                        <p:cTn id="89" dur="500"/>
                                        <p:tgtEl>
                                          <p:spTgt spid="38"/>
                                        </p:tgtEl>
                                      </p:cBhvr>
                                    </p:animEffect>
                                    <p:set>
                                      <p:cBhvr>
                                        <p:cTn id="90" dur="1" fill="hold">
                                          <p:stCondLst>
                                            <p:cond delay="499"/>
                                          </p:stCondLst>
                                        </p:cTn>
                                        <p:tgtEl>
                                          <p:spTgt spid="38"/>
                                        </p:tgtEl>
                                        <p:attrNameLst>
                                          <p:attrName>style.visibility</p:attrName>
                                        </p:attrNameLst>
                                      </p:cBhvr>
                                      <p:to>
                                        <p:strVal val="hidden"/>
                                      </p:to>
                                    </p:set>
                                  </p:childTnLst>
                                </p:cTn>
                              </p:par>
                              <p:par>
                                <p:cTn id="91" presetID="53" presetClass="exit" presetSubtype="32" fill="hold" grpId="1" nodeType="withEffect">
                                  <p:stCondLst>
                                    <p:cond delay="0"/>
                                  </p:stCondLst>
                                  <p:childTnLst>
                                    <p:anim calcmode="lin" valueType="num">
                                      <p:cBhvr>
                                        <p:cTn id="92" dur="500"/>
                                        <p:tgtEl>
                                          <p:spTgt spid="39"/>
                                        </p:tgtEl>
                                        <p:attrNameLst>
                                          <p:attrName>ppt_w</p:attrName>
                                        </p:attrNameLst>
                                      </p:cBhvr>
                                      <p:tavLst>
                                        <p:tav tm="0">
                                          <p:val>
                                            <p:strVal val="ppt_w"/>
                                          </p:val>
                                        </p:tav>
                                        <p:tav tm="100000">
                                          <p:val>
                                            <p:fltVal val="0"/>
                                          </p:val>
                                        </p:tav>
                                      </p:tavLst>
                                    </p:anim>
                                    <p:anim calcmode="lin" valueType="num">
                                      <p:cBhvr>
                                        <p:cTn id="93" dur="500"/>
                                        <p:tgtEl>
                                          <p:spTgt spid="39"/>
                                        </p:tgtEl>
                                        <p:attrNameLst>
                                          <p:attrName>ppt_h</p:attrName>
                                        </p:attrNameLst>
                                      </p:cBhvr>
                                      <p:tavLst>
                                        <p:tav tm="0">
                                          <p:val>
                                            <p:strVal val="ppt_h"/>
                                          </p:val>
                                        </p:tav>
                                        <p:tav tm="100000">
                                          <p:val>
                                            <p:fltVal val="0"/>
                                          </p:val>
                                        </p:tav>
                                      </p:tavLst>
                                    </p:anim>
                                    <p:animEffect transition="out" filter="fade">
                                      <p:cBhvr>
                                        <p:cTn id="94" dur="500"/>
                                        <p:tgtEl>
                                          <p:spTgt spid="39"/>
                                        </p:tgtEl>
                                      </p:cBhvr>
                                    </p:animEffect>
                                    <p:set>
                                      <p:cBhvr>
                                        <p:cTn id="95" dur="1" fill="hold">
                                          <p:stCondLst>
                                            <p:cond delay="499"/>
                                          </p:stCondLst>
                                        </p:cTn>
                                        <p:tgtEl>
                                          <p:spTgt spid="39"/>
                                        </p:tgtEl>
                                        <p:attrNameLst>
                                          <p:attrName>style.visibility</p:attrName>
                                        </p:attrNameLst>
                                      </p:cBhvr>
                                      <p:to>
                                        <p:strVal val="hidden"/>
                                      </p:to>
                                    </p:set>
                                  </p:childTnLst>
                                </p:cTn>
                              </p:par>
                              <p:par>
                                <p:cTn id="96" presetID="53" presetClass="exit" presetSubtype="32" fill="hold" grpId="1" nodeType="withEffect">
                                  <p:stCondLst>
                                    <p:cond delay="0"/>
                                  </p:stCondLst>
                                  <p:childTnLst>
                                    <p:anim calcmode="lin" valueType="num">
                                      <p:cBhvr>
                                        <p:cTn id="97" dur="500"/>
                                        <p:tgtEl>
                                          <p:spTgt spid="40"/>
                                        </p:tgtEl>
                                        <p:attrNameLst>
                                          <p:attrName>ppt_w</p:attrName>
                                        </p:attrNameLst>
                                      </p:cBhvr>
                                      <p:tavLst>
                                        <p:tav tm="0">
                                          <p:val>
                                            <p:strVal val="ppt_w"/>
                                          </p:val>
                                        </p:tav>
                                        <p:tav tm="100000">
                                          <p:val>
                                            <p:fltVal val="0"/>
                                          </p:val>
                                        </p:tav>
                                      </p:tavLst>
                                    </p:anim>
                                    <p:anim calcmode="lin" valueType="num">
                                      <p:cBhvr>
                                        <p:cTn id="98" dur="500"/>
                                        <p:tgtEl>
                                          <p:spTgt spid="40"/>
                                        </p:tgtEl>
                                        <p:attrNameLst>
                                          <p:attrName>ppt_h</p:attrName>
                                        </p:attrNameLst>
                                      </p:cBhvr>
                                      <p:tavLst>
                                        <p:tav tm="0">
                                          <p:val>
                                            <p:strVal val="ppt_h"/>
                                          </p:val>
                                        </p:tav>
                                        <p:tav tm="100000">
                                          <p:val>
                                            <p:fltVal val="0"/>
                                          </p:val>
                                        </p:tav>
                                      </p:tavLst>
                                    </p:anim>
                                    <p:animEffect transition="out" filter="fade">
                                      <p:cBhvr>
                                        <p:cTn id="99" dur="500"/>
                                        <p:tgtEl>
                                          <p:spTgt spid="40"/>
                                        </p:tgtEl>
                                      </p:cBhvr>
                                    </p:animEffect>
                                    <p:set>
                                      <p:cBhvr>
                                        <p:cTn id="100" dur="1" fill="hold">
                                          <p:stCondLst>
                                            <p:cond delay="499"/>
                                          </p:stCondLst>
                                        </p:cTn>
                                        <p:tgtEl>
                                          <p:spTgt spid="40"/>
                                        </p:tgtEl>
                                        <p:attrNameLst>
                                          <p:attrName>style.visibility</p:attrName>
                                        </p:attrNameLst>
                                      </p:cBhvr>
                                      <p:to>
                                        <p:strVal val="hidden"/>
                                      </p:to>
                                    </p:set>
                                  </p:childTnLst>
                                </p:cTn>
                              </p:par>
                              <p:par>
                                <p:cTn id="101" presetID="53" presetClass="exit" presetSubtype="32" fill="hold" grpId="0" nodeType="withEffect">
                                  <p:stCondLst>
                                    <p:cond delay="0"/>
                                  </p:stCondLst>
                                  <p:childTnLst>
                                    <p:anim calcmode="lin" valueType="num">
                                      <p:cBhvr>
                                        <p:cTn id="102" dur="500"/>
                                        <p:tgtEl>
                                          <p:spTgt spid="23"/>
                                        </p:tgtEl>
                                        <p:attrNameLst>
                                          <p:attrName>ppt_w</p:attrName>
                                        </p:attrNameLst>
                                      </p:cBhvr>
                                      <p:tavLst>
                                        <p:tav tm="0">
                                          <p:val>
                                            <p:strVal val="ppt_w"/>
                                          </p:val>
                                        </p:tav>
                                        <p:tav tm="100000">
                                          <p:val>
                                            <p:fltVal val="0"/>
                                          </p:val>
                                        </p:tav>
                                      </p:tavLst>
                                    </p:anim>
                                    <p:anim calcmode="lin" valueType="num">
                                      <p:cBhvr>
                                        <p:cTn id="103" dur="500"/>
                                        <p:tgtEl>
                                          <p:spTgt spid="23"/>
                                        </p:tgtEl>
                                        <p:attrNameLst>
                                          <p:attrName>ppt_h</p:attrName>
                                        </p:attrNameLst>
                                      </p:cBhvr>
                                      <p:tavLst>
                                        <p:tav tm="0">
                                          <p:val>
                                            <p:strVal val="ppt_h"/>
                                          </p:val>
                                        </p:tav>
                                        <p:tav tm="100000">
                                          <p:val>
                                            <p:fltVal val="0"/>
                                          </p:val>
                                        </p:tav>
                                      </p:tavLst>
                                    </p:anim>
                                    <p:animEffect transition="out" filter="fade">
                                      <p:cBhvr>
                                        <p:cTn id="104" dur="500"/>
                                        <p:tgtEl>
                                          <p:spTgt spid="23"/>
                                        </p:tgtEl>
                                      </p:cBhvr>
                                    </p:animEffect>
                                    <p:set>
                                      <p:cBhvr>
                                        <p:cTn id="105" dur="1" fill="hold">
                                          <p:stCondLst>
                                            <p:cond delay="499"/>
                                          </p:stCondLst>
                                        </p:cTn>
                                        <p:tgtEl>
                                          <p:spTgt spid="23"/>
                                        </p:tgtEl>
                                        <p:attrNameLst>
                                          <p:attrName>style.visibility</p:attrName>
                                        </p:attrNameLst>
                                      </p:cBhvr>
                                      <p:to>
                                        <p:strVal val="hidden"/>
                                      </p:to>
                                    </p:set>
                                  </p:childTnLst>
                                </p:cTn>
                              </p:par>
                              <p:par>
                                <p:cTn id="106" presetID="53" presetClass="exit" presetSubtype="32" fill="hold" grpId="0" nodeType="withEffect">
                                  <p:stCondLst>
                                    <p:cond delay="0"/>
                                  </p:stCondLst>
                                  <p:childTnLst>
                                    <p:anim calcmode="lin" valueType="num">
                                      <p:cBhvr>
                                        <p:cTn id="107" dur="500"/>
                                        <p:tgtEl>
                                          <p:spTgt spid="24"/>
                                        </p:tgtEl>
                                        <p:attrNameLst>
                                          <p:attrName>ppt_w</p:attrName>
                                        </p:attrNameLst>
                                      </p:cBhvr>
                                      <p:tavLst>
                                        <p:tav tm="0">
                                          <p:val>
                                            <p:strVal val="ppt_w"/>
                                          </p:val>
                                        </p:tav>
                                        <p:tav tm="100000">
                                          <p:val>
                                            <p:fltVal val="0"/>
                                          </p:val>
                                        </p:tav>
                                      </p:tavLst>
                                    </p:anim>
                                    <p:anim calcmode="lin" valueType="num">
                                      <p:cBhvr>
                                        <p:cTn id="108" dur="500"/>
                                        <p:tgtEl>
                                          <p:spTgt spid="24"/>
                                        </p:tgtEl>
                                        <p:attrNameLst>
                                          <p:attrName>ppt_h</p:attrName>
                                        </p:attrNameLst>
                                      </p:cBhvr>
                                      <p:tavLst>
                                        <p:tav tm="0">
                                          <p:val>
                                            <p:strVal val="ppt_h"/>
                                          </p:val>
                                        </p:tav>
                                        <p:tav tm="100000">
                                          <p:val>
                                            <p:fltVal val="0"/>
                                          </p:val>
                                        </p:tav>
                                      </p:tavLst>
                                    </p:anim>
                                    <p:animEffect transition="out" filter="fade">
                                      <p:cBhvr>
                                        <p:cTn id="109" dur="500"/>
                                        <p:tgtEl>
                                          <p:spTgt spid="24"/>
                                        </p:tgtEl>
                                      </p:cBhvr>
                                    </p:animEffect>
                                    <p:set>
                                      <p:cBhvr>
                                        <p:cTn id="110" dur="1" fill="hold">
                                          <p:stCondLst>
                                            <p:cond delay="499"/>
                                          </p:stCondLst>
                                        </p:cTn>
                                        <p:tgtEl>
                                          <p:spTgt spid="24"/>
                                        </p:tgtEl>
                                        <p:attrNameLst>
                                          <p:attrName>style.visibility</p:attrName>
                                        </p:attrNameLst>
                                      </p:cBhvr>
                                      <p:to>
                                        <p:strVal val="hidden"/>
                                      </p:to>
                                    </p:set>
                                  </p:childTnLst>
                                </p:cTn>
                              </p:par>
                              <p:par>
                                <p:cTn id="111" presetID="53" presetClass="exit" presetSubtype="32" fill="hold" grpId="0" nodeType="withEffect">
                                  <p:stCondLst>
                                    <p:cond delay="0"/>
                                  </p:stCondLst>
                                  <p:childTnLst>
                                    <p:anim calcmode="lin" valueType="num">
                                      <p:cBhvr>
                                        <p:cTn id="112" dur="500"/>
                                        <p:tgtEl>
                                          <p:spTgt spid="32"/>
                                        </p:tgtEl>
                                        <p:attrNameLst>
                                          <p:attrName>ppt_w</p:attrName>
                                        </p:attrNameLst>
                                      </p:cBhvr>
                                      <p:tavLst>
                                        <p:tav tm="0">
                                          <p:val>
                                            <p:strVal val="ppt_w"/>
                                          </p:val>
                                        </p:tav>
                                        <p:tav tm="100000">
                                          <p:val>
                                            <p:fltVal val="0"/>
                                          </p:val>
                                        </p:tav>
                                      </p:tavLst>
                                    </p:anim>
                                    <p:anim calcmode="lin" valueType="num">
                                      <p:cBhvr>
                                        <p:cTn id="113" dur="500"/>
                                        <p:tgtEl>
                                          <p:spTgt spid="32"/>
                                        </p:tgtEl>
                                        <p:attrNameLst>
                                          <p:attrName>ppt_h</p:attrName>
                                        </p:attrNameLst>
                                      </p:cBhvr>
                                      <p:tavLst>
                                        <p:tav tm="0">
                                          <p:val>
                                            <p:strVal val="ppt_h"/>
                                          </p:val>
                                        </p:tav>
                                        <p:tav tm="100000">
                                          <p:val>
                                            <p:fltVal val="0"/>
                                          </p:val>
                                        </p:tav>
                                      </p:tavLst>
                                    </p:anim>
                                    <p:animEffect transition="out" filter="fade">
                                      <p:cBhvr>
                                        <p:cTn id="114" dur="500"/>
                                        <p:tgtEl>
                                          <p:spTgt spid="32"/>
                                        </p:tgtEl>
                                      </p:cBhvr>
                                    </p:animEffect>
                                    <p:set>
                                      <p:cBhvr>
                                        <p:cTn id="115"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31" grpId="0" animBg="1"/>
      <p:bldP spid="31" grpId="1" animBg="1"/>
      <p:bldP spid="32" grpId="0" animBg="1"/>
      <p:bldP spid="33" grpId="0" animBg="1"/>
      <p:bldP spid="33"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4" name="标题 1">
            <a:extLst>
              <a:ext uri="{FF2B5EF4-FFF2-40B4-BE49-F238E27FC236}">
                <a16:creationId xmlns:a16="http://schemas.microsoft.com/office/drawing/2014/main" id="{39A54B8C-2C5F-4ED2-840B-07827440464C}"/>
              </a:ext>
            </a:extLst>
          </p:cNvPr>
          <p:cNvSpPr>
            <a:spLocks noGrp="1"/>
          </p:cNvSpPr>
          <p:nvPr>
            <p:ph type="title"/>
          </p:nvPr>
        </p:nvSpPr>
        <p:spPr>
          <a:xfrm>
            <a:off x="755650" y="268288"/>
            <a:ext cx="7931150" cy="358775"/>
          </a:xfrm>
        </p:spPr>
        <p:txBody>
          <a:bodyPr/>
          <a:lstStyle/>
          <a:p>
            <a:pPr>
              <a:defRPr/>
            </a:pPr>
            <a:r>
              <a:rPr lang="zh-CN" altLang="en-US" spc="300" dirty="0">
                <a:solidFill>
                  <a:prstClr val="black"/>
                </a:solidFill>
                <a:cs typeface="Times New Roman" pitchFamily="18" charset="0"/>
              </a:rPr>
              <a:t>例</a:t>
            </a:r>
            <a:endParaRPr lang="zh-CN" altLang="en-US" dirty="0"/>
          </a:p>
        </p:txBody>
      </p:sp>
      <p:grpSp>
        <p:nvGrpSpPr>
          <p:cNvPr id="197637" name="组合 11">
            <a:extLst>
              <a:ext uri="{FF2B5EF4-FFF2-40B4-BE49-F238E27FC236}">
                <a16:creationId xmlns:a16="http://schemas.microsoft.com/office/drawing/2014/main" id="{56BFA01A-0CE3-450D-B4E5-A790BBF699F2}"/>
              </a:ext>
            </a:extLst>
          </p:cNvPr>
          <p:cNvGrpSpPr>
            <a:grpSpLocks/>
          </p:cNvGrpSpPr>
          <p:nvPr/>
        </p:nvGrpSpPr>
        <p:grpSpPr bwMode="auto">
          <a:xfrm>
            <a:off x="0" y="195263"/>
            <a:ext cx="755650" cy="431800"/>
            <a:chOff x="-786" y="195486"/>
            <a:chExt cx="756363" cy="432048"/>
          </a:xfrm>
        </p:grpSpPr>
        <p:sp>
          <p:nvSpPr>
            <p:cNvPr id="13" name="五边形 12">
              <a:extLst>
                <a:ext uri="{FF2B5EF4-FFF2-40B4-BE49-F238E27FC236}">
                  <a16:creationId xmlns:a16="http://schemas.microsoft.com/office/drawing/2014/main" id="{B448364A-DC5B-419C-9AB7-03655DA506E6}"/>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97688" name="五边形 13">
              <a:extLst>
                <a:ext uri="{FF2B5EF4-FFF2-40B4-BE49-F238E27FC236}">
                  <a16:creationId xmlns:a16="http://schemas.microsoft.com/office/drawing/2014/main" id="{E9A42906-AF2F-4CD2-981C-819AA46129E6}"/>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16" name="Rectangle 17">
            <a:extLst>
              <a:ext uri="{FF2B5EF4-FFF2-40B4-BE49-F238E27FC236}">
                <a16:creationId xmlns:a16="http://schemas.microsoft.com/office/drawing/2014/main" id="{1D552544-81AF-4959-A868-152484E740C1}"/>
              </a:ext>
            </a:extLst>
          </p:cNvPr>
          <p:cNvSpPr>
            <a:spLocks noChangeArrowheads="1"/>
          </p:cNvSpPr>
          <p:nvPr/>
        </p:nvSpPr>
        <p:spPr bwMode="auto">
          <a:xfrm>
            <a:off x="4895850" y="3861118"/>
            <a:ext cx="269875" cy="271462"/>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华文楷体" panose="02010600040101010101" pitchFamily="2" charset="-122"/>
              </a:rPr>
              <a:t>$</a:t>
            </a:r>
          </a:p>
        </p:txBody>
      </p:sp>
      <p:sp>
        <p:nvSpPr>
          <p:cNvPr id="17" name="Rectangle 18">
            <a:extLst>
              <a:ext uri="{FF2B5EF4-FFF2-40B4-BE49-F238E27FC236}">
                <a16:creationId xmlns:a16="http://schemas.microsoft.com/office/drawing/2014/main" id="{73C8950A-9E46-498D-9116-188AB35F0D5F}"/>
              </a:ext>
            </a:extLst>
          </p:cNvPr>
          <p:cNvSpPr>
            <a:spLocks noChangeArrowheads="1"/>
          </p:cNvSpPr>
          <p:nvPr/>
        </p:nvSpPr>
        <p:spPr bwMode="auto">
          <a:xfrm>
            <a:off x="5165725" y="3868738"/>
            <a:ext cx="271463"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i="1" dirty="0">
                <a:solidFill>
                  <a:srgbClr val="000000"/>
                </a:solidFill>
                <a:latin typeface="Times New Roman" panose="02020603050405020304" pitchFamily="18" charset="0"/>
              </a:rPr>
              <a:t>F</a:t>
            </a:r>
          </a:p>
        </p:txBody>
      </p:sp>
      <p:sp>
        <p:nvSpPr>
          <p:cNvPr id="18" name="Rectangle 19">
            <a:extLst>
              <a:ext uri="{FF2B5EF4-FFF2-40B4-BE49-F238E27FC236}">
                <a16:creationId xmlns:a16="http://schemas.microsoft.com/office/drawing/2014/main" id="{AB45F3DD-2B50-405E-8A0C-2E7CB8419B1F}"/>
              </a:ext>
            </a:extLst>
          </p:cNvPr>
          <p:cNvSpPr>
            <a:spLocks noChangeArrowheads="1"/>
          </p:cNvSpPr>
          <p:nvPr/>
        </p:nvSpPr>
        <p:spPr bwMode="auto">
          <a:xfrm>
            <a:off x="5165725" y="4138613"/>
            <a:ext cx="271463" cy="3540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a:solidFill>
                  <a:srgbClr val="000000"/>
                </a:solidFill>
                <a:latin typeface="Times New Roman" panose="02020603050405020304" pitchFamily="18" charset="0"/>
              </a:rPr>
              <a:t>3</a:t>
            </a:r>
            <a:endParaRPr lang="zh-CN" altLang="en-US" sz="1700">
              <a:solidFill>
                <a:srgbClr val="000000"/>
              </a:solidFill>
              <a:latin typeface="Times New Roman" panose="02020603050405020304" pitchFamily="18" charset="0"/>
            </a:endParaRPr>
          </a:p>
        </p:txBody>
      </p:sp>
      <p:sp>
        <p:nvSpPr>
          <p:cNvPr id="29" name="Rectangle 17">
            <a:extLst>
              <a:ext uri="{FF2B5EF4-FFF2-40B4-BE49-F238E27FC236}">
                <a16:creationId xmlns:a16="http://schemas.microsoft.com/office/drawing/2014/main" id="{99B084E1-E716-4932-A29D-9335AC33A52B}"/>
              </a:ext>
            </a:extLst>
          </p:cNvPr>
          <p:cNvSpPr>
            <a:spLocks noChangeArrowheads="1"/>
          </p:cNvSpPr>
          <p:nvPr/>
        </p:nvSpPr>
        <p:spPr bwMode="auto">
          <a:xfrm>
            <a:off x="4895850" y="3598863"/>
            <a:ext cx="2698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0</a:t>
            </a:r>
          </a:p>
        </p:txBody>
      </p:sp>
      <p:sp>
        <p:nvSpPr>
          <p:cNvPr id="30" name="Rectangle 18">
            <a:extLst>
              <a:ext uri="{FF2B5EF4-FFF2-40B4-BE49-F238E27FC236}">
                <a16:creationId xmlns:a16="http://schemas.microsoft.com/office/drawing/2014/main" id="{36C83D6E-ED13-4D66-BC4B-152AB25338F3}"/>
              </a:ext>
            </a:extLst>
          </p:cNvPr>
          <p:cNvSpPr>
            <a:spLocks noChangeArrowheads="1"/>
          </p:cNvSpPr>
          <p:nvPr/>
        </p:nvSpPr>
        <p:spPr bwMode="auto">
          <a:xfrm>
            <a:off x="5165725" y="3599814"/>
            <a:ext cx="271463" cy="2664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2</a:t>
            </a:r>
          </a:p>
        </p:txBody>
      </p:sp>
      <p:sp>
        <p:nvSpPr>
          <p:cNvPr id="20" name="Rectangle 15">
            <a:extLst>
              <a:ext uri="{FF2B5EF4-FFF2-40B4-BE49-F238E27FC236}">
                <a16:creationId xmlns:a16="http://schemas.microsoft.com/office/drawing/2014/main" id="{3FA9B9D8-9FDB-4432-9C26-63C7067B1D2A}"/>
              </a:ext>
            </a:extLst>
          </p:cNvPr>
          <p:cNvSpPr>
            <a:spLocks noChangeArrowheads="1"/>
          </p:cNvSpPr>
          <p:nvPr/>
        </p:nvSpPr>
        <p:spPr bwMode="auto">
          <a:xfrm>
            <a:off x="5437188" y="3833813"/>
            <a:ext cx="971550" cy="33972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i="1">
                <a:solidFill>
                  <a:srgbClr val="000000"/>
                </a:solidFill>
                <a:latin typeface="Times New Roman" panose="02020603050405020304" pitchFamily="18" charset="0"/>
              </a:rPr>
              <a:t>M</a:t>
            </a:r>
          </a:p>
        </p:txBody>
      </p:sp>
      <p:sp>
        <p:nvSpPr>
          <p:cNvPr id="21" name="Rectangle 16">
            <a:extLst>
              <a:ext uri="{FF2B5EF4-FFF2-40B4-BE49-F238E27FC236}">
                <a16:creationId xmlns:a16="http://schemas.microsoft.com/office/drawing/2014/main" id="{A73EC696-79A5-4DD0-882E-F39698EBAF29}"/>
              </a:ext>
            </a:extLst>
          </p:cNvPr>
          <p:cNvSpPr>
            <a:spLocks noChangeArrowheads="1"/>
          </p:cNvSpPr>
          <p:nvPr/>
        </p:nvSpPr>
        <p:spPr bwMode="auto">
          <a:xfrm>
            <a:off x="5437188" y="4138613"/>
            <a:ext cx="971550" cy="354012"/>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i="1" dirty="0" err="1">
                <a:solidFill>
                  <a:srgbClr val="000000"/>
                </a:solidFill>
                <a:latin typeface="Times New Roman" panose="02020603050405020304" pitchFamily="18" charset="0"/>
                <a:sym typeface="Arial" panose="020B0604020202020204" pitchFamily="34" charset="0"/>
              </a:rPr>
              <a:t>T</a:t>
            </a:r>
            <a:r>
              <a:rPr lang="en-US" altLang="zh-CN" sz="1600" i="1" dirty="0" err="1">
                <a:solidFill>
                  <a:schemeClr val="tx1"/>
                </a:solidFill>
                <a:latin typeface="Times New Roman" panose="02020603050405020304" pitchFamily="18" charset="0"/>
                <a:ea typeface="楷体" panose="02010609060101010101" pitchFamily="49" charset="-122"/>
              </a:rPr>
              <a:t>′</a:t>
            </a:r>
            <a:r>
              <a:rPr lang="en-US" altLang="zh-CN" sz="1700" i="1" dirty="0" err="1">
                <a:solidFill>
                  <a:srgbClr val="000000"/>
                </a:solidFill>
                <a:latin typeface="Times New Roman" panose="02020603050405020304" pitchFamily="18" charset="0"/>
                <a:sym typeface="Times New Roman" panose="02020603050405020304" pitchFamily="18" charset="0"/>
              </a:rPr>
              <a:t>inh</a:t>
            </a:r>
            <a:r>
              <a:rPr lang="en-US" altLang="zh-CN" sz="1700" dirty="0">
                <a:solidFill>
                  <a:srgbClr val="000000"/>
                </a:solidFill>
                <a:latin typeface="Times New Roman" panose="02020603050405020304" pitchFamily="18" charset="0"/>
                <a:sym typeface="Times New Roman" panose="02020603050405020304" pitchFamily="18" charset="0"/>
              </a:rPr>
              <a:t>=3</a:t>
            </a:r>
            <a:endParaRPr lang="zh-CN" altLang="en-US" sz="1700" dirty="0">
              <a:solidFill>
                <a:srgbClr val="000000"/>
              </a:solidFill>
              <a:latin typeface="Times New Roman" panose="02020603050405020304" pitchFamily="18" charset="0"/>
              <a:sym typeface="Times New Roman" panose="02020603050405020304" pitchFamily="18" charset="0"/>
            </a:endParaRPr>
          </a:p>
        </p:txBody>
      </p:sp>
      <p:sp>
        <p:nvSpPr>
          <p:cNvPr id="22" name="Rectangle 15">
            <a:extLst>
              <a:ext uri="{FF2B5EF4-FFF2-40B4-BE49-F238E27FC236}">
                <a16:creationId xmlns:a16="http://schemas.microsoft.com/office/drawing/2014/main" id="{7005FCF3-7CBD-4B64-BD70-407FD44BC9AF}"/>
              </a:ext>
            </a:extLst>
          </p:cNvPr>
          <p:cNvSpPr>
            <a:spLocks noChangeArrowheads="1"/>
          </p:cNvSpPr>
          <p:nvPr/>
        </p:nvSpPr>
        <p:spPr bwMode="auto">
          <a:xfrm>
            <a:off x="5437188" y="3598862"/>
            <a:ext cx="971550" cy="2664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4</a:t>
            </a:r>
          </a:p>
        </p:txBody>
      </p:sp>
      <p:sp>
        <p:nvSpPr>
          <p:cNvPr id="197647" name="Line 56">
            <a:extLst>
              <a:ext uri="{FF2B5EF4-FFF2-40B4-BE49-F238E27FC236}">
                <a16:creationId xmlns:a16="http://schemas.microsoft.com/office/drawing/2014/main" id="{E8CDFC32-0847-48D6-A711-9801BBB8835C}"/>
              </a:ext>
            </a:extLst>
          </p:cNvPr>
          <p:cNvSpPr>
            <a:spLocks noChangeShapeType="1"/>
          </p:cNvSpPr>
          <p:nvPr/>
        </p:nvSpPr>
        <p:spPr bwMode="auto">
          <a:xfrm flipV="1">
            <a:off x="7056438" y="2979738"/>
            <a:ext cx="0" cy="217487"/>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Rectangle 32">
            <a:extLst>
              <a:ext uri="{FF2B5EF4-FFF2-40B4-BE49-F238E27FC236}">
                <a16:creationId xmlns:a16="http://schemas.microsoft.com/office/drawing/2014/main" id="{57DFAA5C-CD62-42FF-804B-0486A849B5BF}"/>
              </a:ext>
            </a:extLst>
          </p:cNvPr>
          <p:cNvSpPr>
            <a:spLocks noChangeArrowheads="1"/>
          </p:cNvSpPr>
          <p:nvPr/>
        </p:nvSpPr>
        <p:spPr bwMode="auto">
          <a:xfrm>
            <a:off x="6408738" y="3868738"/>
            <a:ext cx="9175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i="1" dirty="0">
                <a:solidFill>
                  <a:srgbClr val="000000"/>
                </a:solidFill>
                <a:latin typeface="Times New Roman" panose="02020603050405020304" pitchFamily="18" charset="0"/>
              </a:rPr>
              <a:t>T</a:t>
            </a:r>
            <a:r>
              <a:rPr lang="en-US" altLang="zh-CN" sz="1600" i="1" dirty="0">
                <a:solidFill>
                  <a:schemeClr val="tx1"/>
                </a:solidFill>
                <a:latin typeface="Times New Roman" panose="02020603050405020304" pitchFamily="18" charset="0"/>
                <a:ea typeface="楷体" panose="02010609060101010101" pitchFamily="49" charset="-122"/>
              </a:rPr>
              <a:t>′</a:t>
            </a:r>
            <a:endParaRPr lang="en-US" altLang="zh-CN" sz="1600" i="1" dirty="0">
              <a:solidFill>
                <a:srgbClr val="000000"/>
              </a:solidFill>
              <a:latin typeface="Times New Roman" panose="02020603050405020304" pitchFamily="18" charset="0"/>
            </a:endParaRPr>
          </a:p>
        </p:txBody>
      </p:sp>
      <p:sp>
        <p:nvSpPr>
          <p:cNvPr id="42" name="Rectangle 33">
            <a:extLst>
              <a:ext uri="{FF2B5EF4-FFF2-40B4-BE49-F238E27FC236}">
                <a16:creationId xmlns:a16="http://schemas.microsoft.com/office/drawing/2014/main" id="{878EF240-8BFD-4FEA-AE4A-864565FA692E}"/>
              </a:ext>
            </a:extLst>
          </p:cNvPr>
          <p:cNvSpPr>
            <a:spLocks noChangeArrowheads="1"/>
          </p:cNvSpPr>
          <p:nvPr/>
        </p:nvSpPr>
        <p:spPr bwMode="auto">
          <a:xfrm>
            <a:off x="6408738" y="4137025"/>
            <a:ext cx="917575" cy="354013"/>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700" i="1">
                <a:solidFill>
                  <a:srgbClr val="000000"/>
                </a:solidFill>
                <a:latin typeface="Times New Roman" panose="02020603050405020304" pitchFamily="18" charset="0"/>
                <a:sym typeface="Times New Roman" panose="02020603050405020304" pitchFamily="18" charset="0"/>
              </a:rPr>
              <a:t>syn</a:t>
            </a:r>
            <a:r>
              <a:rPr lang="en-US" altLang="zh-CN" sz="1700">
                <a:solidFill>
                  <a:srgbClr val="000000"/>
                </a:solidFill>
                <a:latin typeface="Times New Roman" panose="02020603050405020304" pitchFamily="18" charset="0"/>
                <a:sym typeface="Times New Roman" panose="02020603050405020304" pitchFamily="18" charset="0"/>
              </a:rPr>
              <a:t>=15</a:t>
            </a:r>
            <a:endParaRPr lang="zh-CN" altLang="en-US" sz="1700">
              <a:solidFill>
                <a:srgbClr val="000000"/>
              </a:solidFill>
              <a:latin typeface="Times New Roman" panose="02020603050405020304" pitchFamily="18" charset="0"/>
              <a:sym typeface="Times New Roman" panose="02020603050405020304" pitchFamily="18" charset="0"/>
            </a:endParaRPr>
          </a:p>
        </p:txBody>
      </p:sp>
      <p:sp>
        <p:nvSpPr>
          <p:cNvPr id="43" name="Rectangle 32">
            <a:extLst>
              <a:ext uri="{FF2B5EF4-FFF2-40B4-BE49-F238E27FC236}">
                <a16:creationId xmlns:a16="http://schemas.microsoft.com/office/drawing/2014/main" id="{2F82F8E9-72BC-4BFF-9D95-4E9D943DA7B6}"/>
              </a:ext>
            </a:extLst>
          </p:cNvPr>
          <p:cNvSpPr>
            <a:spLocks noChangeArrowheads="1"/>
          </p:cNvSpPr>
          <p:nvPr/>
        </p:nvSpPr>
        <p:spPr bwMode="auto">
          <a:xfrm>
            <a:off x="6408738" y="3598863"/>
            <a:ext cx="917575" cy="2698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1700">
                <a:solidFill>
                  <a:srgbClr val="000000"/>
                </a:solidFill>
                <a:latin typeface="Times New Roman" panose="02020603050405020304" pitchFamily="18" charset="0"/>
              </a:rPr>
              <a:t>5</a:t>
            </a:r>
          </a:p>
        </p:txBody>
      </p:sp>
      <p:sp>
        <p:nvSpPr>
          <p:cNvPr id="197651" name="矩形 43">
            <a:extLst>
              <a:ext uri="{FF2B5EF4-FFF2-40B4-BE49-F238E27FC236}">
                <a16:creationId xmlns:a16="http://schemas.microsoft.com/office/drawing/2014/main" id="{BF3FD8A7-6413-45BD-A0DF-A9157ED933DF}"/>
              </a:ext>
            </a:extLst>
          </p:cNvPr>
          <p:cNvSpPr>
            <a:spLocks noChangeArrowheads="1"/>
          </p:cNvSpPr>
          <p:nvPr/>
        </p:nvSpPr>
        <p:spPr bwMode="auto">
          <a:xfrm>
            <a:off x="30163" y="4143375"/>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SLR</a:t>
            </a:r>
            <a:r>
              <a:rPr kumimoji="1"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自动机</a:t>
            </a:r>
            <a:endParaRPr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8" name="Rectangle 56">
            <a:extLst>
              <a:ext uri="{FF2B5EF4-FFF2-40B4-BE49-F238E27FC236}">
                <a16:creationId xmlns:a16="http://schemas.microsoft.com/office/drawing/2014/main" id="{A363D33A-9551-472B-8D18-F9C59D5F212E}"/>
              </a:ext>
            </a:extLst>
          </p:cNvPr>
          <p:cNvSpPr>
            <a:spLocks noChangeArrowheads="1"/>
          </p:cNvSpPr>
          <p:nvPr/>
        </p:nvSpPr>
        <p:spPr bwMode="auto">
          <a:xfrm>
            <a:off x="5562600" y="2651125"/>
            <a:ext cx="1746250" cy="369888"/>
          </a:xfrm>
          <a:prstGeom prst="rect">
            <a:avLst/>
          </a:prstGeom>
          <a:noFill/>
          <a:ln>
            <a:noFill/>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r>
              <a:rPr kumimoji="1" lang="zh-CN" altLang="en-US" sz="1800" dirty="0">
                <a:solidFill>
                  <a:schemeClr val="tx2">
                    <a:lumMod val="60000"/>
                    <a:lumOff val="40000"/>
                  </a:schemeClr>
                </a:solidFill>
                <a:latin typeface="+mn-ea"/>
                <a:ea typeface="+mn-ea"/>
                <a:cs typeface="Times New Roman" panose="02020603050405020304" pitchFamily="18" charset="0"/>
              </a:rPr>
              <a:t>输入：</a:t>
            </a:r>
            <a:r>
              <a:rPr kumimoji="1" lang="en-US" altLang="zh-CN" sz="18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 </a:t>
            </a:r>
            <a:r>
              <a:rPr kumimoji="1" lang="en-US" altLang="zh-CN"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rPr>
              <a:t>3 * 5 $</a:t>
            </a:r>
            <a:endParaRPr kumimoji="1" lang="zh-CN" altLang="en-US"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endParaRPr>
          </a:p>
        </p:txBody>
      </p:sp>
      <p:grpSp>
        <p:nvGrpSpPr>
          <p:cNvPr id="197653" name="组合 80">
            <a:extLst>
              <a:ext uri="{FF2B5EF4-FFF2-40B4-BE49-F238E27FC236}">
                <a16:creationId xmlns:a16="http://schemas.microsoft.com/office/drawing/2014/main" id="{4C5BBCFF-50B3-4DF8-B5DA-72B46AC57062}"/>
              </a:ext>
            </a:extLst>
          </p:cNvPr>
          <p:cNvGrpSpPr>
            <a:grpSpLocks/>
          </p:cNvGrpSpPr>
          <p:nvPr/>
        </p:nvGrpSpPr>
        <p:grpSpPr bwMode="auto">
          <a:xfrm>
            <a:off x="52388" y="1274763"/>
            <a:ext cx="4589462" cy="3762375"/>
            <a:chOff x="3431846" y="1052514"/>
            <a:chExt cx="6118556" cy="5015607"/>
          </a:xfrm>
        </p:grpSpPr>
        <p:sp>
          <p:nvSpPr>
            <p:cNvPr id="170" name="Text Box 2">
              <a:extLst>
                <a:ext uri="{FF2B5EF4-FFF2-40B4-BE49-F238E27FC236}">
                  <a16:creationId xmlns:a16="http://schemas.microsoft.com/office/drawing/2014/main" id="{88DFD624-4BA1-4DDE-BAC4-11683F56DC55}"/>
                </a:ext>
              </a:extLst>
            </p:cNvPr>
            <p:cNvSpPr txBox="1">
              <a:spLocks noChangeArrowheads="1"/>
            </p:cNvSpPr>
            <p:nvPr/>
          </p:nvSpPr>
          <p:spPr bwMode="auto">
            <a:xfrm>
              <a:off x="3575762" y="1412283"/>
              <a:ext cx="1439162" cy="114914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a:solidFill>
                    <a:srgbClr val="000000"/>
                  </a:solidFill>
                  <a:latin typeface="Times New Roman" panose="02020603050405020304" pitchFamily="18" charset="0"/>
                </a:rPr>
                <a:t>I</a:t>
              </a:r>
              <a:r>
                <a:rPr kumimoji="1" lang="en-US" altLang="zh-CN" sz="1400" i="1" baseline="-25000">
                  <a:solidFill>
                    <a:srgbClr val="000000"/>
                  </a:solidFill>
                  <a:latin typeface="Times New Roman" panose="02020603050405020304" pitchFamily="18" charset="0"/>
                </a:rPr>
                <a:t>0</a:t>
              </a:r>
              <a:r>
                <a:rPr kumimoji="1" lang="en-US" altLang="zh-CN" sz="1400" i="1">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S</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 · T</a:t>
              </a:r>
            </a:p>
            <a:p>
              <a:pPr>
                <a:spcBef>
                  <a:spcPct val="0"/>
                </a:spcBef>
                <a:buClrTx/>
                <a:buSzTx/>
                <a:buFontTx/>
                <a:buNone/>
                <a:defRPr/>
              </a:pPr>
              <a:r>
                <a:rPr kumimoji="1" lang="en-US" altLang="zh-CN" sz="1400" i="1">
                  <a:solidFill>
                    <a:srgbClr val="000000"/>
                  </a:solidFill>
                  <a:latin typeface="Times New Roman" panose="02020603050405020304" pitchFamily="18" charset="0"/>
                </a:rPr>
                <a:t>T→ · FMT</a:t>
              </a:r>
              <a:r>
                <a:rPr lang="en-US" altLang="zh-CN" sz="1400" b="0" i="1">
                  <a:solidFill>
                    <a:srgbClr val="000000"/>
                  </a:solidFill>
                  <a:latin typeface="Times New Roman" panose="02020603050405020304" pitchFamily="18" charset="0"/>
                  <a:sym typeface="Times New Roman" panose="02020603050405020304" pitchFamily="18" charset="0"/>
                </a:rPr>
                <a:t>΄</a:t>
              </a:r>
              <a:endParaRPr kumimoji="1" lang="en-US" altLang="zh-CN" sz="1400" i="1">
                <a:solidFill>
                  <a:srgbClr val="000000"/>
                </a:solidFill>
                <a:latin typeface="Times New Roman" panose="02020603050405020304" pitchFamily="18" charset="0"/>
              </a:endParaRPr>
            </a:p>
            <a:p>
              <a:pPr>
                <a:spcBef>
                  <a:spcPct val="0"/>
                </a:spcBef>
                <a:buClrTx/>
                <a:buSzTx/>
                <a:buFontTx/>
                <a:buNone/>
                <a:defRPr/>
              </a:pPr>
              <a:r>
                <a:rPr kumimoji="1" lang="en-US" altLang="zh-CN" sz="1400" i="1">
                  <a:solidFill>
                    <a:srgbClr val="000000"/>
                  </a:solidFill>
                  <a:latin typeface="Times New Roman" panose="02020603050405020304" pitchFamily="18" charset="0"/>
                </a:rPr>
                <a:t>F→ · </a:t>
              </a:r>
              <a:r>
                <a:rPr kumimoji="1" lang="en-US" altLang="zh-CN" sz="1400">
                  <a:solidFill>
                    <a:srgbClr val="000000"/>
                  </a:solidFill>
                  <a:latin typeface="Times New Roman" panose="02020603050405020304" pitchFamily="18" charset="0"/>
                </a:rPr>
                <a:t>d</a:t>
              </a:r>
            </a:p>
          </p:txBody>
        </p:sp>
        <p:sp>
          <p:nvSpPr>
            <p:cNvPr id="171" name="Text Box 3">
              <a:extLst>
                <a:ext uri="{FF2B5EF4-FFF2-40B4-BE49-F238E27FC236}">
                  <a16:creationId xmlns:a16="http://schemas.microsoft.com/office/drawing/2014/main" id="{C27BC5CA-42EC-4B1D-A743-01DED67E933B}"/>
                </a:ext>
              </a:extLst>
            </p:cNvPr>
            <p:cNvSpPr txBox="1">
              <a:spLocks noChangeArrowheads="1"/>
            </p:cNvSpPr>
            <p:nvPr/>
          </p:nvSpPr>
          <p:spPr bwMode="auto">
            <a:xfrm>
              <a:off x="5520747" y="1052514"/>
              <a:ext cx="1223288"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a:solidFill>
                    <a:srgbClr val="000000"/>
                  </a:solidFill>
                  <a:latin typeface="Times New Roman" panose="02020603050405020304" pitchFamily="18" charset="0"/>
                </a:rPr>
                <a:t>I</a:t>
              </a:r>
              <a:r>
                <a:rPr kumimoji="1" lang="en-US" altLang="zh-CN" sz="1400" i="1" baseline="-25000">
                  <a:solidFill>
                    <a:srgbClr val="000000"/>
                  </a:solidFill>
                  <a:latin typeface="Times New Roman" panose="02020603050405020304" pitchFamily="18" charset="0"/>
                </a:rPr>
                <a:t>1</a:t>
              </a:r>
              <a:r>
                <a:rPr kumimoji="1" lang="en-US" altLang="zh-CN" sz="1400" i="1">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S</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→T ·</a:t>
              </a:r>
            </a:p>
          </p:txBody>
        </p:sp>
        <p:sp>
          <p:nvSpPr>
            <p:cNvPr id="197657" name="Line 4">
              <a:extLst>
                <a:ext uri="{FF2B5EF4-FFF2-40B4-BE49-F238E27FC236}">
                  <a16:creationId xmlns:a16="http://schemas.microsoft.com/office/drawing/2014/main" id="{C06E34DB-D390-4F5E-8AD6-691BD44D2393}"/>
                </a:ext>
              </a:extLst>
            </p:cNvPr>
            <p:cNvSpPr>
              <a:spLocks noChangeShapeType="1"/>
            </p:cNvSpPr>
            <p:nvPr/>
          </p:nvSpPr>
          <p:spPr bwMode="auto">
            <a:xfrm flipV="1">
              <a:off x="5016500" y="1557339"/>
              <a:ext cx="503238" cy="142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3" name="Text Box 5">
              <a:extLst>
                <a:ext uri="{FF2B5EF4-FFF2-40B4-BE49-F238E27FC236}">
                  <a16:creationId xmlns:a16="http://schemas.microsoft.com/office/drawing/2014/main" id="{756286B9-32DD-49A2-873B-F4F335813C49}"/>
                </a:ext>
              </a:extLst>
            </p:cNvPr>
            <p:cNvSpPr txBox="1">
              <a:spLocks noChangeArrowheads="1"/>
            </p:cNvSpPr>
            <p:nvPr/>
          </p:nvSpPr>
          <p:spPr bwMode="auto">
            <a:xfrm>
              <a:off x="5520747" y="1844006"/>
              <a:ext cx="1655037" cy="98407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2</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 · 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M→ ·</a:t>
              </a:r>
              <a:r>
                <a:rPr kumimoji="1" lang="en-US" altLang="zh-CN" sz="1400"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7659" name="Line 6">
              <a:extLst>
                <a:ext uri="{FF2B5EF4-FFF2-40B4-BE49-F238E27FC236}">
                  <a16:creationId xmlns:a16="http://schemas.microsoft.com/office/drawing/2014/main" id="{026AD1F7-C704-4F07-BCF6-4507CC9556CE}"/>
                </a:ext>
              </a:extLst>
            </p:cNvPr>
            <p:cNvSpPr>
              <a:spLocks noChangeShapeType="1"/>
            </p:cNvSpPr>
            <p:nvPr/>
          </p:nvSpPr>
          <p:spPr bwMode="auto">
            <a:xfrm>
              <a:off x="5011738" y="2370138"/>
              <a:ext cx="483093" cy="1157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7660" name="Text Box 7">
              <a:extLst>
                <a:ext uri="{FF2B5EF4-FFF2-40B4-BE49-F238E27FC236}">
                  <a16:creationId xmlns:a16="http://schemas.microsoft.com/office/drawing/2014/main" id="{C3819CEA-80A1-4EAC-9ACB-F96D7E4DF19D}"/>
                </a:ext>
              </a:extLst>
            </p:cNvPr>
            <p:cNvSpPr txBox="1">
              <a:spLocks noChangeArrowheads="1"/>
            </p:cNvSpPr>
            <p:nvPr/>
          </p:nvSpPr>
          <p:spPr bwMode="auto">
            <a:xfrm>
              <a:off x="5084795" y="1987180"/>
              <a:ext cx="503237"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176" name="Text Box 8">
              <a:extLst>
                <a:ext uri="{FF2B5EF4-FFF2-40B4-BE49-F238E27FC236}">
                  <a16:creationId xmlns:a16="http://schemas.microsoft.com/office/drawing/2014/main" id="{D2AFC8B2-D759-497A-9B6A-AA8FF2A84A13}"/>
                </a:ext>
              </a:extLst>
            </p:cNvPr>
            <p:cNvSpPr txBox="1">
              <a:spLocks noChangeArrowheads="1"/>
            </p:cNvSpPr>
            <p:nvPr/>
          </p:nvSpPr>
          <p:spPr bwMode="auto">
            <a:xfrm>
              <a:off x="3431846" y="3573015"/>
              <a:ext cx="1513236"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3</a:t>
              </a:r>
              <a:r>
                <a:rPr kumimoji="1" lang="en-US" altLang="zh-CN" sz="1400" i="1" dirty="0">
                  <a:solidFill>
                    <a:srgbClr val="000000"/>
                  </a:solidFill>
                  <a:latin typeface="Times New Roman" panose="02020603050405020304" pitchFamily="18" charset="0"/>
                </a:rPr>
                <a:t>:</a:t>
              </a:r>
            </a:p>
            <a:p>
              <a:pPr>
                <a:spcBef>
                  <a:spcPct val="0"/>
                </a:spcBef>
                <a:buClrTx/>
                <a:buSzTx/>
                <a:buFont typeface="Symbol" panose="05050102010706020507" pitchFamily="18" charset="2"/>
                <a:buNone/>
                <a:defRPr/>
              </a:pPr>
              <a:r>
                <a:rPr kumimoji="1" lang="en-US" altLang="zh-CN" sz="1400" i="1" dirty="0">
                  <a:solidFill>
                    <a:srgbClr val="000000"/>
                  </a:solidFill>
                  <a:latin typeface="Times New Roman" panose="02020603050405020304" pitchFamily="18" charset="0"/>
                </a:rPr>
                <a:t>F→ </a:t>
              </a:r>
              <a:r>
                <a:rPr kumimoji="1" lang="en-US" altLang="zh-CN" sz="1400" dirty="0">
                  <a:solidFill>
                    <a:srgbClr val="000000"/>
                  </a:solidFill>
                  <a:latin typeface="Times New Roman" panose="02020603050405020304" pitchFamily="18" charset="0"/>
                </a:rPr>
                <a:t>d</a:t>
              </a:r>
              <a:r>
                <a:rPr kumimoji="1" lang="en-US" altLang="zh-CN" sz="1400" i="1"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7662" name="Line 9">
              <a:extLst>
                <a:ext uri="{FF2B5EF4-FFF2-40B4-BE49-F238E27FC236}">
                  <a16:creationId xmlns:a16="http://schemas.microsoft.com/office/drawing/2014/main" id="{2AEA7470-C56D-480F-946F-DF3A06DEE97A}"/>
                </a:ext>
              </a:extLst>
            </p:cNvPr>
            <p:cNvSpPr>
              <a:spLocks noChangeShapeType="1"/>
            </p:cNvSpPr>
            <p:nvPr/>
          </p:nvSpPr>
          <p:spPr bwMode="auto">
            <a:xfrm>
              <a:off x="4367213" y="2651125"/>
              <a:ext cx="0" cy="92233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8" name="Text Box 11">
              <a:extLst>
                <a:ext uri="{FF2B5EF4-FFF2-40B4-BE49-F238E27FC236}">
                  <a16:creationId xmlns:a16="http://schemas.microsoft.com/office/drawing/2014/main" id="{C0D2A72D-52BF-49F2-8C1C-3708425BEC5A}"/>
                </a:ext>
              </a:extLst>
            </p:cNvPr>
            <p:cNvSpPr txBox="1">
              <a:spLocks noChangeArrowheads="1"/>
            </p:cNvSpPr>
            <p:nvPr/>
          </p:nvSpPr>
          <p:spPr bwMode="auto">
            <a:xfrm>
              <a:off x="5017040" y="3996273"/>
              <a:ext cx="182435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7</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 · NT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r>
                <a:rPr kumimoji="1" lang="en-US" altLang="zh-CN" sz="1400" i="1" dirty="0">
                  <a:solidFill>
                    <a:srgbClr val="000000"/>
                  </a:solidFill>
                  <a:latin typeface="Times New Roman" panose="02020603050405020304" pitchFamily="18" charset="0"/>
                </a:rPr>
                <a:t>N→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79" name="Text Box 12">
              <a:extLst>
                <a:ext uri="{FF2B5EF4-FFF2-40B4-BE49-F238E27FC236}">
                  <a16:creationId xmlns:a16="http://schemas.microsoft.com/office/drawing/2014/main" id="{C192A936-8AF4-4DD9-8A35-5A88AF188E74}"/>
                </a:ext>
              </a:extLst>
            </p:cNvPr>
            <p:cNvSpPr txBox="1">
              <a:spLocks noChangeArrowheads="1"/>
            </p:cNvSpPr>
            <p:nvPr/>
          </p:nvSpPr>
          <p:spPr bwMode="auto">
            <a:xfrm>
              <a:off x="7825524" y="4796230"/>
              <a:ext cx="1724878"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8</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 · 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7665" name="Text Box 13">
              <a:extLst>
                <a:ext uri="{FF2B5EF4-FFF2-40B4-BE49-F238E27FC236}">
                  <a16:creationId xmlns:a16="http://schemas.microsoft.com/office/drawing/2014/main" id="{BDBF561C-5126-4014-AACA-9B90373050B9}"/>
                </a:ext>
              </a:extLst>
            </p:cNvPr>
            <p:cNvSpPr txBox="1">
              <a:spLocks noChangeArrowheads="1"/>
            </p:cNvSpPr>
            <p:nvPr/>
          </p:nvSpPr>
          <p:spPr bwMode="auto">
            <a:xfrm>
              <a:off x="7318377" y="52269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7666" name="Text Box 15">
              <a:extLst>
                <a:ext uri="{FF2B5EF4-FFF2-40B4-BE49-F238E27FC236}">
                  <a16:creationId xmlns:a16="http://schemas.microsoft.com/office/drawing/2014/main" id="{7E30893F-A8DD-4FED-86F7-7A6696BB3EBF}"/>
                </a:ext>
              </a:extLst>
            </p:cNvPr>
            <p:cNvSpPr txBox="1">
              <a:spLocks noChangeArrowheads="1"/>
            </p:cNvSpPr>
            <p:nvPr/>
          </p:nvSpPr>
          <p:spPr bwMode="auto">
            <a:xfrm>
              <a:off x="3792538" y="2852739"/>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182" name="Text Box 17">
              <a:extLst>
                <a:ext uri="{FF2B5EF4-FFF2-40B4-BE49-F238E27FC236}">
                  <a16:creationId xmlns:a16="http://schemas.microsoft.com/office/drawing/2014/main" id="{B788C750-A0AD-447F-A271-AD619C78D168}"/>
                </a:ext>
              </a:extLst>
            </p:cNvPr>
            <p:cNvSpPr txBox="1">
              <a:spLocks noChangeArrowheads="1"/>
            </p:cNvSpPr>
            <p:nvPr/>
          </p:nvSpPr>
          <p:spPr bwMode="auto">
            <a:xfrm>
              <a:off x="7594834" y="1473655"/>
              <a:ext cx="1767207"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4</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T→FM · 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7668" name="Line 18">
              <a:extLst>
                <a:ext uri="{FF2B5EF4-FFF2-40B4-BE49-F238E27FC236}">
                  <a16:creationId xmlns:a16="http://schemas.microsoft.com/office/drawing/2014/main" id="{6F8970F8-4354-462C-9BA5-B8F05E6E4C85}"/>
                </a:ext>
              </a:extLst>
            </p:cNvPr>
            <p:cNvSpPr>
              <a:spLocks noChangeShapeType="1"/>
            </p:cNvSpPr>
            <p:nvPr/>
          </p:nvSpPr>
          <p:spPr bwMode="auto">
            <a:xfrm flipV="1">
              <a:off x="7201264" y="2060600"/>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7669" name="Text Box 19">
              <a:extLst>
                <a:ext uri="{FF2B5EF4-FFF2-40B4-BE49-F238E27FC236}">
                  <a16:creationId xmlns:a16="http://schemas.microsoft.com/office/drawing/2014/main" id="{5EAC8957-D256-4C54-9508-D7A7B50FC309}"/>
                </a:ext>
              </a:extLst>
            </p:cNvPr>
            <p:cNvSpPr txBox="1">
              <a:spLocks noChangeArrowheads="1"/>
            </p:cNvSpPr>
            <p:nvPr/>
          </p:nvSpPr>
          <p:spPr bwMode="auto">
            <a:xfrm>
              <a:off x="7162037" y="1628799"/>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M</a:t>
              </a:r>
            </a:p>
          </p:txBody>
        </p:sp>
        <p:sp>
          <p:nvSpPr>
            <p:cNvPr id="185" name="Text Box 20">
              <a:extLst>
                <a:ext uri="{FF2B5EF4-FFF2-40B4-BE49-F238E27FC236}">
                  <a16:creationId xmlns:a16="http://schemas.microsoft.com/office/drawing/2014/main" id="{8416CFE7-7631-4EBB-97E6-5168767D7D32}"/>
                </a:ext>
              </a:extLst>
            </p:cNvPr>
            <p:cNvSpPr txBox="1">
              <a:spLocks noChangeArrowheads="1"/>
            </p:cNvSpPr>
            <p:nvPr/>
          </p:nvSpPr>
          <p:spPr bwMode="auto">
            <a:xfrm>
              <a:off x="7391658" y="3346572"/>
              <a:ext cx="180107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6</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r>
                <a:rPr kumimoji="1" lang="en-US" altLang="zh-CN" sz="1400" i="1" dirty="0">
                  <a:solidFill>
                    <a:srgbClr val="000000"/>
                  </a:solidFill>
                  <a:latin typeface="Times New Roman" panose="02020603050405020304" pitchFamily="18" charset="0"/>
                </a:rPr>
                <a:t>F→ · </a:t>
              </a:r>
              <a:r>
                <a:rPr kumimoji="1" lang="en-US" altLang="zh-CN" sz="1400" dirty="0">
                  <a:solidFill>
                    <a:srgbClr val="000000"/>
                  </a:solidFill>
                  <a:latin typeface="Times New Roman" panose="02020603050405020304" pitchFamily="18" charset="0"/>
                </a:rPr>
                <a:t>d</a:t>
              </a:r>
            </a:p>
          </p:txBody>
        </p:sp>
        <p:sp>
          <p:nvSpPr>
            <p:cNvPr id="197671" name="Line 21">
              <a:extLst>
                <a:ext uri="{FF2B5EF4-FFF2-40B4-BE49-F238E27FC236}">
                  <a16:creationId xmlns:a16="http://schemas.microsoft.com/office/drawing/2014/main" id="{581B4F3D-6B2F-4075-8CDE-96ECFA8D2E56}"/>
                </a:ext>
              </a:extLst>
            </p:cNvPr>
            <p:cNvSpPr>
              <a:spLocks noChangeShapeType="1"/>
            </p:cNvSpPr>
            <p:nvPr/>
          </p:nvSpPr>
          <p:spPr bwMode="auto">
            <a:xfrm rot="10800000">
              <a:off x="4943476" y="3789041"/>
              <a:ext cx="2447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7672" name="Text Box 22">
              <a:extLst>
                <a:ext uri="{FF2B5EF4-FFF2-40B4-BE49-F238E27FC236}">
                  <a16:creationId xmlns:a16="http://schemas.microsoft.com/office/drawing/2014/main" id="{88EFBA27-1005-49A3-956C-AC20621166B7}"/>
                </a:ext>
              </a:extLst>
            </p:cNvPr>
            <p:cNvSpPr txBox="1">
              <a:spLocks noChangeArrowheads="1"/>
            </p:cNvSpPr>
            <p:nvPr/>
          </p:nvSpPr>
          <p:spPr bwMode="auto">
            <a:xfrm>
              <a:off x="6888163" y="3356993"/>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188" name="Text Box 23">
              <a:extLst>
                <a:ext uri="{FF2B5EF4-FFF2-40B4-BE49-F238E27FC236}">
                  <a16:creationId xmlns:a16="http://schemas.microsoft.com/office/drawing/2014/main" id="{E18B7CB9-384C-4709-AA6D-B98F459A32AB}"/>
                </a:ext>
              </a:extLst>
            </p:cNvPr>
            <p:cNvSpPr txBox="1">
              <a:spLocks noChangeArrowheads="1"/>
            </p:cNvSpPr>
            <p:nvPr/>
          </p:nvSpPr>
          <p:spPr bwMode="auto">
            <a:xfrm>
              <a:off x="5027623" y="5342233"/>
              <a:ext cx="2031759"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9</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7674" name="Line 24">
              <a:extLst>
                <a:ext uri="{FF2B5EF4-FFF2-40B4-BE49-F238E27FC236}">
                  <a16:creationId xmlns:a16="http://schemas.microsoft.com/office/drawing/2014/main" id="{61312D42-6DC5-4E67-89B1-3A2B42EEE66B}"/>
                </a:ext>
              </a:extLst>
            </p:cNvPr>
            <p:cNvSpPr>
              <a:spLocks noChangeShapeType="1"/>
            </p:cNvSpPr>
            <p:nvPr/>
          </p:nvSpPr>
          <p:spPr bwMode="auto">
            <a:xfrm rot="10800000">
              <a:off x="6743700" y="429309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7675" name="Text Box 25">
              <a:extLst>
                <a:ext uri="{FF2B5EF4-FFF2-40B4-BE49-F238E27FC236}">
                  <a16:creationId xmlns:a16="http://schemas.microsoft.com/office/drawing/2014/main" id="{4F8156EA-F1E6-4F21-90B5-860F271450D4}"/>
                </a:ext>
              </a:extLst>
            </p:cNvPr>
            <p:cNvSpPr txBox="1">
              <a:spLocks noChangeArrowheads="1"/>
            </p:cNvSpPr>
            <p:nvPr/>
          </p:nvSpPr>
          <p:spPr bwMode="auto">
            <a:xfrm>
              <a:off x="6888163" y="3861048"/>
              <a:ext cx="3810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191" name="Text Box 26">
              <a:extLst>
                <a:ext uri="{FF2B5EF4-FFF2-40B4-BE49-F238E27FC236}">
                  <a16:creationId xmlns:a16="http://schemas.microsoft.com/office/drawing/2014/main" id="{CD45D9F3-3E4C-46D7-BD0E-4B73CBD77CD5}"/>
                </a:ext>
              </a:extLst>
            </p:cNvPr>
            <p:cNvSpPr txBox="1">
              <a:spLocks noChangeArrowheads="1"/>
            </p:cNvSpPr>
            <p:nvPr/>
          </p:nvSpPr>
          <p:spPr bwMode="auto">
            <a:xfrm>
              <a:off x="5010692" y="2925430"/>
              <a:ext cx="1805302"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5</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7677" name="Line 27">
              <a:extLst>
                <a:ext uri="{FF2B5EF4-FFF2-40B4-BE49-F238E27FC236}">
                  <a16:creationId xmlns:a16="http://schemas.microsoft.com/office/drawing/2014/main" id="{3DC95461-CB01-4474-874C-21896D000985}"/>
                </a:ext>
              </a:extLst>
            </p:cNvPr>
            <p:cNvSpPr>
              <a:spLocks noChangeShapeType="1"/>
            </p:cNvSpPr>
            <p:nvPr/>
          </p:nvSpPr>
          <p:spPr bwMode="auto">
            <a:xfrm>
              <a:off x="8112125" y="2769666"/>
              <a:ext cx="0" cy="57626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7678" name="Line 29">
              <a:extLst>
                <a:ext uri="{FF2B5EF4-FFF2-40B4-BE49-F238E27FC236}">
                  <a16:creationId xmlns:a16="http://schemas.microsoft.com/office/drawing/2014/main" id="{C5297B7C-FA49-4ECC-8F9F-B56A42D6CE15}"/>
                </a:ext>
              </a:extLst>
            </p:cNvPr>
            <p:cNvSpPr>
              <a:spLocks noChangeShapeType="1"/>
            </p:cNvSpPr>
            <p:nvPr/>
          </p:nvSpPr>
          <p:spPr bwMode="auto">
            <a:xfrm flipH="1">
              <a:off x="6815138" y="2543218"/>
              <a:ext cx="792493" cy="72352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7679" name="Text Box 30">
              <a:extLst>
                <a:ext uri="{FF2B5EF4-FFF2-40B4-BE49-F238E27FC236}">
                  <a16:creationId xmlns:a16="http://schemas.microsoft.com/office/drawing/2014/main" id="{4AE95E8F-B107-4235-85C2-E6E10C0AEFDC}"/>
                </a:ext>
              </a:extLst>
            </p:cNvPr>
            <p:cNvSpPr txBox="1">
              <a:spLocks noChangeArrowheads="1"/>
            </p:cNvSpPr>
            <p:nvPr/>
          </p:nvSpPr>
          <p:spPr bwMode="auto">
            <a:xfrm>
              <a:off x="6959599" y="299720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7680" name="Text Box 32">
              <a:extLst>
                <a:ext uri="{FF2B5EF4-FFF2-40B4-BE49-F238E27FC236}">
                  <a16:creationId xmlns:a16="http://schemas.microsoft.com/office/drawing/2014/main" id="{6F5EA069-126C-429A-A684-94CA16F2483D}"/>
                </a:ext>
              </a:extLst>
            </p:cNvPr>
            <p:cNvSpPr txBox="1">
              <a:spLocks noChangeArrowheads="1"/>
            </p:cNvSpPr>
            <p:nvPr/>
          </p:nvSpPr>
          <p:spPr bwMode="auto">
            <a:xfrm>
              <a:off x="8328024" y="4292500"/>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a:t>
              </a:r>
            </a:p>
          </p:txBody>
        </p:sp>
        <p:sp>
          <p:nvSpPr>
            <p:cNvPr id="197681" name="Text Box 35">
              <a:extLst>
                <a:ext uri="{FF2B5EF4-FFF2-40B4-BE49-F238E27FC236}">
                  <a16:creationId xmlns:a16="http://schemas.microsoft.com/office/drawing/2014/main" id="{B12BA384-0E51-4A89-918A-32ECB166C6F3}"/>
                </a:ext>
              </a:extLst>
            </p:cNvPr>
            <p:cNvSpPr txBox="1">
              <a:spLocks noChangeArrowheads="1"/>
            </p:cNvSpPr>
            <p:nvPr/>
          </p:nvSpPr>
          <p:spPr bwMode="auto">
            <a:xfrm>
              <a:off x="5087939" y="1066801"/>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7682" name="Line 38">
              <a:extLst>
                <a:ext uri="{FF2B5EF4-FFF2-40B4-BE49-F238E27FC236}">
                  <a16:creationId xmlns:a16="http://schemas.microsoft.com/office/drawing/2014/main" id="{DC1B7C11-B310-4CC1-A628-62FD4CEA58D9}"/>
                </a:ext>
              </a:extLst>
            </p:cNvPr>
            <p:cNvSpPr>
              <a:spLocks noChangeShapeType="1"/>
            </p:cNvSpPr>
            <p:nvPr/>
          </p:nvSpPr>
          <p:spPr bwMode="auto">
            <a:xfrm>
              <a:off x="6743700" y="4869482"/>
              <a:ext cx="1079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7683" name="Text Box 39">
              <a:extLst>
                <a:ext uri="{FF2B5EF4-FFF2-40B4-BE49-F238E27FC236}">
                  <a16:creationId xmlns:a16="http://schemas.microsoft.com/office/drawing/2014/main" id="{EA0BF555-895F-4AAD-BD52-06264D3646D3}"/>
                </a:ext>
              </a:extLst>
            </p:cNvPr>
            <p:cNvSpPr txBox="1">
              <a:spLocks noChangeArrowheads="1"/>
            </p:cNvSpPr>
            <p:nvPr/>
          </p:nvSpPr>
          <p:spPr bwMode="auto">
            <a:xfrm>
              <a:off x="6888163" y="450912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N</a:t>
              </a:r>
            </a:p>
          </p:txBody>
        </p:sp>
        <p:sp>
          <p:nvSpPr>
            <p:cNvPr id="197684" name="Text Box 43">
              <a:extLst>
                <a:ext uri="{FF2B5EF4-FFF2-40B4-BE49-F238E27FC236}">
                  <a16:creationId xmlns:a16="http://schemas.microsoft.com/office/drawing/2014/main" id="{70D2506C-9F2F-43B7-A986-AF61126CC926}"/>
                </a:ext>
              </a:extLst>
            </p:cNvPr>
            <p:cNvSpPr txBox="1">
              <a:spLocks noChangeArrowheads="1"/>
            </p:cNvSpPr>
            <p:nvPr/>
          </p:nvSpPr>
          <p:spPr bwMode="auto">
            <a:xfrm>
              <a:off x="8183563" y="28426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1400" i="1">
                  <a:solidFill>
                    <a:srgbClr val="000000"/>
                  </a:solidFill>
                  <a:latin typeface="Times New Roman" panose="02020603050405020304" pitchFamily="18" charset="0"/>
                </a:rPr>
                <a:t>*</a:t>
              </a:r>
            </a:p>
          </p:txBody>
        </p:sp>
        <p:sp>
          <p:nvSpPr>
            <p:cNvPr id="197685" name="Line 27">
              <a:extLst>
                <a:ext uri="{FF2B5EF4-FFF2-40B4-BE49-F238E27FC236}">
                  <a16:creationId xmlns:a16="http://schemas.microsoft.com/office/drawing/2014/main" id="{35F359DB-7C75-4833-9558-8BA39E9D6090}"/>
                </a:ext>
              </a:extLst>
            </p:cNvPr>
            <p:cNvSpPr>
              <a:spLocks noChangeShapeType="1"/>
            </p:cNvSpPr>
            <p:nvPr/>
          </p:nvSpPr>
          <p:spPr bwMode="auto">
            <a:xfrm flipH="1">
              <a:off x="7059587" y="5661000"/>
              <a:ext cx="765203" cy="228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7686" name="Line 27">
              <a:extLst>
                <a:ext uri="{FF2B5EF4-FFF2-40B4-BE49-F238E27FC236}">
                  <a16:creationId xmlns:a16="http://schemas.microsoft.com/office/drawing/2014/main" id="{5340A4B7-06AF-4E48-BA4D-CC8B91EA8AAF}"/>
                </a:ext>
              </a:extLst>
            </p:cNvPr>
            <p:cNvSpPr>
              <a:spLocks noChangeShapeType="1"/>
            </p:cNvSpPr>
            <p:nvPr/>
          </p:nvSpPr>
          <p:spPr bwMode="auto">
            <a:xfrm flipH="1" flipV="1">
              <a:off x="8183563" y="4365103"/>
              <a:ext cx="0" cy="38459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9" name="Rectangle 3">
            <a:extLst>
              <a:ext uri="{FF2B5EF4-FFF2-40B4-BE49-F238E27FC236}">
                <a16:creationId xmlns:a16="http://schemas.microsoft.com/office/drawing/2014/main" id="{10BA6FAA-E9D9-4EB3-AEFF-A5109E3D66E3}"/>
              </a:ext>
            </a:extLst>
          </p:cNvPr>
          <p:cNvSpPr txBox="1">
            <a:spLocks noChangeArrowheads="1"/>
          </p:cNvSpPr>
          <p:nvPr/>
        </p:nvSpPr>
        <p:spPr bwMode="auto">
          <a:xfrm>
            <a:off x="4830763" y="119063"/>
            <a:ext cx="3884612" cy="2452687"/>
          </a:xfrm>
          <a:prstGeom prst="rect">
            <a:avLst/>
          </a:prstGeom>
          <a:solidFill>
            <a:schemeClr val="accent5">
              <a:lumMod val="60000"/>
              <a:lumOff val="40000"/>
            </a:schemeClr>
          </a:solidFill>
          <a:ln w="9525">
            <a:solidFill>
              <a:schemeClr val="tx1"/>
            </a:solidFill>
            <a:miter lim="800000"/>
            <a:headEnd/>
            <a:tailEnd/>
          </a:ln>
        </p:spPr>
        <p:txBody>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1)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	</a:t>
            </a:r>
          </a:p>
          <a:p>
            <a:pPr eaLnBrk="1" hangingPunct="1">
              <a:buClr>
                <a:srgbClr val="5EAEFF"/>
              </a:buClr>
              <a:buSzPct val="60000"/>
              <a:buFont typeface="Wingdings" panose="05000000000000000000" pitchFamily="2" charset="2"/>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8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2)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i="1" dirty="0">
                <a:solidFill>
                  <a:srgbClr val="000000"/>
                </a:solidFill>
                <a:latin typeface="Times New Roman" panose="02020603050405020304" pitchFamily="18" charset="0"/>
                <a:cs typeface="Times New Roman" panose="02020603050405020304" pitchFamily="18" charset="0"/>
              </a:rPr>
              <a:t>F </a:t>
            </a:r>
            <a:r>
              <a:rPr lang="en-US" altLang="zh-CN" sz="1800" i="1" dirty="0">
                <a:solidFill>
                  <a:srgbClr val="0000FF"/>
                </a:solidFill>
                <a:latin typeface="Times New Roman" panose="02020603050405020304" pitchFamily="18" charset="0"/>
                <a:cs typeface="Times New Roman" panose="02020603050405020304" pitchFamily="18" charset="0"/>
              </a:rPr>
              <a:t>N</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 }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dirty="0">
                <a:solidFill>
                  <a:srgbClr val="0000FF"/>
                </a:solidFill>
                <a:latin typeface="Times New Roman" panose="02020603050405020304" pitchFamily="18" charset="0"/>
                <a:cs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zh-CN" altLang="en-US" sz="1800" i="1" dirty="0">
                <a:solidFill>
                  <a:srgbClr val="0000FF"/>
                </a:solidFill>
                <a:latin typeface="Times New Roman" panose="02020603050405020304" pitchFamily="18" charset="0"/>
                <a:cs typeface="Times New Roman" panose="02020603050405020304" pitchFamily="18" charset="0"/>
              </a:rPr>
              <a:t>T</a:t>
            </a:r>
            <a:r>
              <a:rPr lang="en-US" altLang="zh-CN" sz="1800" i="1" dirty="0">
                <a:solidFill>
                  <a:srgbClr val="0000FF"/>
                </a:solidFill>
                <a:latin typeface="Times New Roman" panose="02020603050405020304" pitchFamily="18" charset="0"/>
                <a:ea typeface="楷体" panose="02010609060101010101" pitchFamily="49" charset="-122"/>
              </a:rPr>
              <a:t>′</a:t>
            </a:r>
            <a:r>
              <a:rPr lang="zh-CN" altLang="en-US" sz="1800" i="1" dirty="0">
                <a:solidFill>
                  <a:srgbClr val="0000FF"/>
                </a:solidFill>
                <a:latin typeface="Times New Roman" panose="02020603050405020304" pitchFamily="18" charset="0"/>
                <a:cs typeface="Times New Roman" panose="02020603050405020304" pitchFamily="18" charset="0"/>
              </a:rPr>
              <a:t>.inh</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rPr>
              <a:t> </a:t>
            </a:r>
            <a:r>
              <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endPar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rPr>
              <a:t>3)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l-GR"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inh</a:t>
            </a:r>
            <a:r>
              <a:rPr lang="en-US" altLang="zh-CN" sz="1800" dirty="0">
                <a:solidFill>
                  <a:srgbClr val="000000"/>
                </a:solidFill>
                <a:latin typeface="Times New Roman" panose="02020603050405020304" pitchFamily="18" charset="0"/>
                <a:cs typeface="Times New Roman" panose="02020603050405020304" pitchFamily="18" charset="0"/>
              </a:rPr>
              <a:t> }</a:t>
            </a: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18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800" dirty="0">
              <a:solidFill>
                <a:srgbClr val="000000"/>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D1D0D086-74E3-4746-B0A9-4944E44596D6}"/>
              </a:ext>
            </a:extLst>
          </p:cNvPr>
          <p:cNvSpPr>
            <a:spLocks noGrp="1"/>
          </p:cNvSpPr>
          <p:nvPr>
            <p:ph type="sldNum" sz="quarter" idx="10"/>
          </p:nvPr>
        </p:nvSpPr>
        <p:spPr/>
        <p:txBody>
          <a:bodyPr/>
          <a:lstStyle/>
          <a:p>
            <a:pPr>
              <a:defRPr/>
            </a:pPr>
            <a:fld id="{8E104948-B687-4A74-87EB-9097C047E113}" type="slidenum">
              <a:rPr lang="zh-CN" altLang="en-US" smtClean="0"/>
              <a:pPr>
                <a:defRPr/>
              </a:pPr>
              <a:t>87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p:cTn id="12" dur="500" fill="hold"/>
                                        <p:tgtEl>
                                          <p:spTgt spid="42"/>
                                        </p:tgtEl>
                                        <p:attrNameLst>
                                          <p:attrName>ppt_w</p:attrName>
                                        </p:attrNameLst>
                                      </p:cBhvr>
                                      <p:tavLst>
                                        <p:tav tm="0">
                                          <p:val>
                                            <p:fltVal val="0"/>
                                          </p:val>
                                        </p:tav>
                                        <p:tav tm="100000">
                                          <p:val>
                                            <p:strVal val="#ppt_w"/>
                                          </p:val>
                                        </p:tav>
                                      </p:tavLst>
                                    </p:anim>
                                    <p:anim calcmode="lin" valueType="num">
                                      <p:cBhvr>
                                        <p:cTn id="13" dur="500" fill="hold"/>
                                        <p:tgtEl>
                                          <p:spTgt spid="42"/>
                                        </p:tgtEl>
                                        <p:attrNameLst>
                                          <p:attrName>ppt_h</p:attrName>
                                        </p:attrNameLst>
                                      </p:cBhvr>
                                      <p:tavLst>
                                        <p:tav tm="0">
                                          <p:val>
                                            <p:fltVal val="0"/>
                                          </p:val>
                                        </p:tav>
                                        <p:tav tm="100000">
                                          <p:val>
                                            <p:strVal val="#ppt_h"/>
                                          </p:val>
                                        </p:tav>
                                      </p:tavLst>
                                    </p:anim>
                                    <p:animEffect transition="in" filter="fade">
                                      <p:cBhvr>
                                        <p:cTn id="14" dur="500"/>
                                        <p:tgtEl>
                                          <p:spTgt spid="4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p:cTn id="19" dur="500" fill="hold"/>
                                        <p:tgtEl>
                                          <p:spTgt spid="43"/>
                                        </p:tgtEl>
                                        <p:attrNameLst>
                                          <p:attrName>ppt_w</p:attrName>
                                        </p:attrNameLst>
                                      </p:cBhvr>
                                      <p:tavLst>
                                        <p:tav tm="0">
                                          <p:val>
                                            <p:fltVal val="0"/>
                                          </p:val>
                                        </p:tav>
                                        <p:tav tm="100000">
                                          <p:val>
                                            <p:strVal val="#ppt_w"/>
                                          </p:val>
                                        </p:tav>
                                      </p:tavLst>
                                    </p:anim>
                                    <p:anim calcmode="lin" valueType="num">
                                      <p:cBhvr>
                                        <p:cTn id="20" dur="500" fill="hold"/>
                                        <p:tgtEl>
                                          <p:spTgt spid="43"/>
                                        </p:tgtEl>
                                        <p:attrNameLst>
                                          <p:attrName>ppt_h</p:attrName>
                                        </p:attrNameLst>
                                      </p:cBhvr>
                                      <p:tavLst>
                                        <p:tav tm="0">
                                          <p:val>
                                            <p:fltVal val="0"/>
                                          </p:val>
                                        </p:tav>
                                        <p:tav tm="100000">
                                          <p:val>
                                            <p:strVal val="#ppt_h"/>
                                          </p:val>
                                        </p:tav>
                                      </p:tavLst>
                                    </p:anim>
                                    <p:animEffect transition="in" filter="fade">
                                      <p:cBhvr>
                                        <p:cTn id="21" dur="500"/>
                                        <p:tgtEl>
                                          <p:spTgt spid="4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xit" presetSubtype="32" fill="hold" grpId="1" nodeType="clickEffect">
                                  <p:stCondLst>
                                    <p:cond delay="0"/>
                                  </p:stCondLst>
                                  <p:childTnLst>
                                    <p:anim calcmode="lin" valueType="num">
                                      <p:cBhvr>
                                        <p:cTn id="25" dur="500"/>
                                        <p:tgtEl>
                                          <p:spTgt spid="41"/>
                                        </p:tgtEl>
                                        <p:attrNameLst>
                                          <p:attrName>ppt_w</p:attrName>
                                        </p:attrNameLst>
                                      </p:cBhvr>
                                      <p:tavLst>
                                        <p:tav tm="0">
                                          <p:val>
                                            <p:strVal val="ppt_w"/>
                                          </p:val>
                                        </p:tav>
                                        <p:tav tm="100000">
                                          <p:val>
                                            <p:fltVal val="0"/>
                                          </p:val>
                                        </p:tav>
                                      </p:tavLst>
                                    </p:anim>
                                    <p:anim calcmode="lin" valueType="num">
                                      <p:cBhvr>
                                        <p:cTn id="26" dur="500"/>
                                        <p:tgtEl>
                                          <p:spTgt spid="41"/>
                                        </p:tgtEl>
                                        <p:attrNameLst>
                                          <p:attrName>ppt_h</p:attrName>
                                        </p:attrNameLst>
                                      </p:cBhvr>
                                      <p:tavLst>
                                        <p:tav tm="0">
                                          <p:val>
                                            <p:strVal val="ppt_h"/>
                                          </p:val>
                                        </p:tav>
                                        <p:tav tm="100000">
                                          <p:val>
                                            <p:fltVal val="0"/>
                                          </p:val>
                                        </p:tav>
                                      </p:tavLst>
                                    </p:anim>
                                    <p:animEffect transition="out" filter="fade">
                                      <p:cBhvr>
                                        <p:cTn id="27" dur="500"/>
                                        <p:tgtEl>
                                          <p:spTgt spid="41"/>
                                        </p:tgtEl>
                                      </p:cBhvr>
                                    </p:animEffect>
                                    <p:set>
                                      <p:cBhvr>
                                        <p:cTn id="28" dur="1" fill="hold">
                                          <p:stCondLst>
                                            <p:cond delay="499"/>
                                          </p:stCondLst>
                                        </p:cTn>
                                        <p:tgtEl>
                                          <p:spTgt spid="41"/>
                                        </p:tgtEl>
                                        <p:attrNameLst>
                                          <p:attrName>style.visibility</p:attrName>
                                        </p:attrNameLst>
                                      </p:cBhvr>
                                      <p:to>
                                        <p:strVal val="hidden"/>
                                      </p:to>
                                    </p:set>
                                  </p:childTnLst>
                                </p:cTn>
                              </p:par>
                              <p:par>
                                <p:cTn id="29" presetID="53" presetClass="exit" presetSubtype="32" fill="hold" grpId="1" nodeType="withEffect">
                                  <p:stCondLst>
                                    <p:cond delay="0"/>
                                  </p:stCondLst>
                                  <p:childTnLst>
                                    <p:anim calcmode="lin" valueType="num">
                                      <p:cBhvr>
                                        <p:cTn id="30" dur="500"/>
                                        <p:tgtEl>
                                          <p:spTgt spid="42"/>
                                        </p:tgtEl>
                                        <p:attrNameLst>
                                          <p:attrName>ppt_w</p:attrName>
                                        </p:attrNameLst>
                                      </p:cBhvr>
                                      <p:tavLst>
                                        <p:tav tm="0">
                                          <p:val>
                                            <p:strVal val="ppt_w"/>
                                          </p:val>
                                        </p:tav>
                                        <p:tav tm="100000">
                                          <p:val>
                                            <p:fltVal val="0"/>
                                          </p:val>
                                        </p:tav>
                                      </p:tavLst>
                                    </p:anim>
                                    <p:anim calcmode="lin" valueType="num">
                                      <p:cBhvr>
                                        <p:cTn id="31" dur="500"/>
                                        <p:tgtEl>
                                          <p:spTgt spid="42"/>
                                        </p:tgtEl>
                                        <p:attrNameLst>
                                          <p:attrName>ppt_h</p:attrName>
                                        </p:attrNameLst>
                                      </p:cBhvr>
                                      <p:tavLst>
                                        <p:tav tm="0">
                                          <p:val>
                                            <p:strVal val="ppt_h"/>
                                          </p:val>
                                        </p:tav>
                                        <p:tav tm="100000">
                                          <p:val>
                                            <p:fltVal val="0"/>
                                          </p:val>
                                        </p:tav>
                                      </p:tavLst>
                                    </p:anim>
                                    <p:animEffect transition="out" filter="fade">
                                      <p:cBhvr>
                                        <p:cTn id="32" dur="500"/>
                                        <p:tgtEl>
                                          <p:spTgt spid="42"/>
                                        </p:tgtEl>
                                      </p:cBhvr>
                                    </p:animEffect>
                                    <p:set>
                                      <p:cBhvr>
                                        <p:cTn id="33" dur="1" fill="hold">
                                          <p:stCondLst>
                                            <p:cond delay="499"/>
                                          </p:stCondLst>
                                        </p:cTn>
                                        <p:tgtEl>
                                          <p:spTgt spid="42"/>
                                        </p:tgtEl>
                                        <p:attrNameLst>
                                          <p:attrName>style.visibility</p:attrName>
                                        </p:attrNameLst>
                                      </p:cBhvr>
                                      <p:to>
                                        <p:strVal val="hidden"/>
                                      </p:to>
                                    </p:set>
                                  </p:childTnLst>
                                </p:cTn>
                              </p:par>
                              <p:par>
                                <p:cTn id="34" presetID="53" presetClass="exit" presetSubtype="32" fill="hold" grpId="1" nodeType="withEffect">
                                  <p:stCondLst>
                                    <p:cond delay="0"/>
                                  </p:stCondLst>
                                  <p:childTnLst>
                                    <p:anim calcmode="lin" valueType="num">
                                      <p:cBhvr>
                                        <p:cTn id="35" dur="500"/>
                                        <p:tgtEl>
                                          <p:spTgt spid="43"/>
                                        </p:tgtEl>
                                        <p:attrNameLst>
                                          <p:attrName>ppt_w</p:attrName>
                                        </p:attrNameLst>
                                      </p:cBhvr>
                                      <p:tavLst>
                                        <p:tav tm="0">
                                          <p:val>
                                            <p:strVal val="ppt_w"/>
                                          </p:val>
                                        </p:tav>
                                        <p:tav tm="100000">
                                          <p:val>
                                            <p:fltVal val="0"/>
                                          </p:val>
                                        </p:tav>
                                      </p:tavLst>
                                    </p:anim>
                                    <p:anim calcmode="lin" valueType="num">
                                      <p:cBhvr>
                                        <p:cTn id="36" dur="500"/>
                                        <p:tgtEl>
                                          <p:spTgt spid="43"/>
                                        </p:tgtEl>
                                        <p:attrNameLst>
                                          <p:attrName>ppt_h</p:attrName>
                                        </p:attrNameLst>
                                      </p:cBhvr>
                                      <p:tavLst>
                                        <p:tav tm="0">
                                          <p:val>
                                            <p:strVal val="ppt_h"/>
                                          </p:val>
                                        </p:tav>
                                        <p:tav tm="100000">
                                          <p:val>
                                            <p:fltVal val="0"/>
                                          </p:val>
                                        </p:tav>
                                      </p:tavLst>
                                    </p:anim>
                                    <p:animEffect transition="out" filter="fade">
                                      <p:cBhvr>
                                        <p:cTn id="37" dur="500"/>
                                        <p:tgtEl>
                                          <p:spTgt spid="43"/>
                                        </p:tgtEl>
                                      </p:cBhvr>
                                    </p:animEffect>
                                    <p:set>
                                      <p:cBhvr>
                                        <p:cTn id="38" dur="1" fill="hold">
                                          <p:stCondLst>
                                            <p:cond delay="499"/>
                                          </p:stCondLst>
                                        </p:cTn>
                                        <p:tgtEl>
                                          <p:spTgt spid="43"/>
                                        </p:tgtEl>
                                        <p:attrNameLst>
                                          <p:attrName>style.visibility</p:attrName>
                                        </p:attrNameLst>
                                      </p:cBhvr>
                                      <p:to>
                                        <p:strVal val="hidden"/>
                                      </p:to>
                                    </p:set>
                                  </p:childTnLst>
                                </p:cTn>
                              </p:par>
                              <p:par>
                                <p:cTn id="39" presetID="53" presetClass="exit" presetSubtype="32" fill="hold" grpId="0" nodeType="withEffect">
                                  <p:stCondLst>
                                    <p:cond delay="0"/>
                                  </p:stCondLst>
                                  <p:childTnLst>
                                    <p:anim calcmode="lin" valueType="num">
                                      <p:cBhvr>
                                        <p:cTn id="40" dur="500"/>
                                        <p:tgtEl>
                                          <p:spTgt spid="17"/>
                                        </p:tgtEl>
                                        <p:attrNameLst>
                                          <p:attrName>ppt_w</p:attrName>
                                        </p:attrNameLst>
                                      </p:cBhvr>
                                      <p:tavLst>
                                        <p:tav tm="0">
                                          <p:val>
                                            <p:strVal val="ppt_w"/>
                                          </p:val>
                                        </p:tav>
                                        <p:tav tm="100000">
                                          <p:val>
                                            <p:fltVal val="0"/>
                                          </p:val>
                                        </p:tav>
                                      </p:tavLst>
                                    </p:anim>
                                    <p:anim calcmode="lin" valueType="num">
                                      <p:cBhvr>
                                        <p:cTn id="41" dur="500"/>
                                        <p:tgtEl>
                                          <p:spTgt spid="17"/>
                                        </p:tgtEl>
                                        <p:attrNameLst>
                                          <p:attrName>ppt_h</p:attrName>
                                        </p:attrNameLst>
                                      </p:cBhvr>
                                      <p:tavLst>
                                        <p:tav tm="0">
                                          <p:val>
                                            <p:strVal val="ppt_h"/>
                                          </p:val>
                                        </p:tav>
                                        <p:tav tm="100000">
                                          <p:val>
                                            <p:fltVal val="0"/>
                                          </p:val>
                                        </p:tav>
                                      </p:tavLst>
                                    </p:anim>
                                    <p:animEffect transition="out" filter="fade">
                                      <p:cBhvr>
                                        <p:cTn id="42" dur="500"/>
                                        <p:tgtEl>
                                          <p:spTgt spid="17"/>
                                        </p:tgtEl>
                                      </p:cBhvr>
                                    </p:animEffect>
                                    <p:set>
                                      <p:cBhvr>
                                        <p:cTn id="43" dur="1" fill="hold">
                                          <p:stCondLst>
                                            <p:cond delay="499"/>
                                          </p:stCondLst>
                                        </p:cTn>
                                        <p:tgtEl>
                                          <p:spTgt spid="17"/>
                                        </p:tgtEl>
                                        <p:attrNameLst>
                                          <p:attrName>style.visibility</p:attrName>
                                        </p:attrNameLst>
                                      </p:cBhvr>
                                      <p:to>
                                        <p:strVal val="hidden"/>
                                      </p:to>
                                    </p:set>
                                  </p:childTnLst>
                                </p:cTn>
                              </p:par>
                              <p:par>
                                <p:cTn id="44" presetID="53" presetClass="exit" presetSubtype="32" fill="hold" grpId="0" nodeType="withEffect">
                                  <p:stCondLst>
                                    <p:cond delay="0"/>
                                  </p:stCondLst>
                                  <p:childTnLst>
                                    <p:anim calcmode="lin" valueType="num">
                                      <p:cBhvr>
                                        <p:cTn id="45" dur="500"/>
                                        <p:tgtEl>
                                          <p:spTgt spid="18"/>
                                        </p:tgtEl>
                                        <p:attrNameLst>
                                          <p:attrName>ppt_w</p:attrName>
                                        </p:attrNameLst>
                                      </p:cBhvr>
                                      <p:tavLst>
                                        <p:tav tm="0">
                                          <p:val>
                                            <p:strVal val="ppt_w"/>
                                          </p:val>
                                        </p:tav>
                                        <p:tav tm="100000">
                                          <p:val>
                                            <p:fltVal val="0"/>
                                          </p:val>
                                        </p:tav>
                                      </p:tavLst>
                                    </p:anim>
                                    <p:anim calcmode="lin" valueType="num">
                                      <p:cBhvr>
                                        <p:cTn id="46" dur="500"/>
                                        <p:tgtEl>
                                          <p:spTgt spid="18"/>
                                        </p:tgtEl>
                                        <p:attrNameLst>
                                          <p:attrName>ppt_h</p:attrName>
                                        </p:attrNameLst>
                                      </p:cBhvr>
                                      <p:tavLst>
                                        <p:tav tm="0">
                                          <p:val>
                                            <p:strVal val="ppt_h"/>
                                          </p:val>
                                        </p:tav>
                                        <p:tav tm="100000">
                                          <p:val>
                                            <p:fltVal val="0"/>
                                          </p:val>
                                        </p:tav>
                                      </p:tavLst>
                                    </p:anim>
                                    <p:animEffect transition="out" filter="fade">
                                      <p:cBhvr>
                                        <p:cTn id="47" dur="500"/>
                                        <p:tgtEl>
                                          <p:spTgt spid="18"/>
                                        </p:tgtEl>
                                      </p:cBhvr>
                                    </p:animEffect>
                                    <p:set>
                                      <p:cBhvr>
                                        <p:cTn id="48" dur="1" fill="hold">
                                          <p:stCondLst>
                                            <p:cond delay="499"/>
                                          </p:stCondLst>
                                        </p:cTn>
                                        <p:tgtEl>
                                          <p:spTgt spid="18"/>
                                        </p:tgtEl>
                                        <p:attrNameLst>
                                          <p:attrName>style.visibility</p:attrName>
                                        </p:attrNameLst>
                                      </p:cBhvr>
                                      <p:to>
                                        <p:strVal val="hidden"/>
                                      </p:to>
                                    </p:set>
                                  </p:childTnLst>
                                </p:cTn>
                              </p:par>
                              <p:par>
                                <p:cTn id="49" presetID="53" presetClass="exit" presetSubtype="32" fill="hold" grpId="0" nodeType="withEffect">
                                  <p:stCondLst>
                                    <p:cond delay="0"/>
                                  </p:stCondLst>
                                  <p:childTnLst>
                                    <p:anim calcmode="lin" valueType="num">
                                      <p:cBhvr>
                                        <p:cTn id="50" dur="500"/>
                                        <p:tgtEl>
                                          <p:spTgt spid="30"/>
                                        </p:tgtEl>
                                        <p:attrNameLst>
                                          <p:attrName>ppt_w</p:attrName>
                                        </p:attrNameLst>
                                      </p:cBhvr>
                                      <p:tavLst>
                                        <p:tav tm="0">
                                          <p:val>
                                            <p:strVal val="ppt_w"/>
                                          </p:val>
                                        </p:tav>
                                        <p:tav tm="100000">
                                          <p:val>
                                            <p:fltVal val="0"/>
                                          </p:val>
                                        </p:tav>
                                      </p:tavLst>
                                    </p:anim>
                                    <p:anim calcmode="lin" valueType="num">
                                      <p:cBhvr>
                                        <p:cTn id="51" dur="500"/>
                                        <p:tgtEl>
                                          <p:spTgt spid="30"/>
                                        </p:tgtEl>
                                        <p:attrNameLst>
                                          <p:attrName>ppt_h</p:attrName>
                                        </p:attrNameLst>
                                      </p:cBhvr>
                                      <p:tavLst>
                                        <p:tav tm="0">
                                          <p:val>
                                            <p:strVal val="ppt_h"/>
                                          </p:val>
                                        </p:tav>
                                        <p:tav tm="100000">
                                          <p:val>
                                            <p:fltVal val="0"/>
                                          </p:val>
                                        </p:tav>
                                      </p:tavLst>
                                    </p:anim>
                                    <p:animEffect transition="out" filter="fade">
                                      <p:cBhvr>
                                        <p:cTn id="52" dur="500"/>
                                        <p:tgtEl>
                                          <p:spTgt spid="30"/>
                                        </p:tgtEl>
                                      </p:cBhvr>
                                    </p:animEffect>
                                    <p:set>
                                      <p:cBhvr>
                                        <p:cTn id="53" dur="1" fill="hold">
                                          <p:stCondLst>
                                            <p:cond delay="499"/>
                                          </p:stCondLst>
                                        </p:cTn>
                                        <p:tgtEl>
                                          <p:spTgt spid="30"/>
                                        </p:tgtEl>
                                        <p:attrNameLst>
                                          <p:attrName>style.visibility</p:attrName>
                                        </p:attrNameLst>
                                      </p:cBhvr>
                                      <p:to>
                                        <p:strVal val="hidden"/>
                                      </p:to>
                                    </p:set>
                                  </p:childTnLst>
                                </p:cTn>
                              </p:par>
                              <p:par>
                                <p:cTn id="54" presetID="53" presetClass="exit" presetSubtype="32" fill="hold" grpId="0" nodeType="withEffect">
                                  <p:stCondLst>
                                    <p:cond delay="0"/>
                                  </p:stCondLst>
                                  <p:childTnLst>
                                    <p:anim calcmode="lin" valueType="num">
                                      <p:cBhvr>
                                        <p:cTn id="55" dur="500"/>
                                        <p:tgtEl>
                                          <p:spTgt spid="20"/>
                                        </p:tgtEl>
                                        <p:attrNameLst>
                                          <p:attrName>ppt_w</p:attrName>
                                        </p:attrNameLst>
                                      </p:cBhvr>
                                      <p:tavLst>
                                        <p:tav tm="0">
                                          <p:val>
                                            <p:strVal val="ppt_w"/>
                                          </p:val>
                                        </p:tav>
                                        <p:tav tm="100000">
                                          <p:val>
                                            <p:fltVal val="0"/>
                                          </p:val>
                                        </p:tav>
                                      </p:tavLst>
                                    </p:anim>
                                    <p:anim calcmode="lin" valueType="num">
                                      <p:cBhvr>
                                        <p:cTn id="56" dur="500"/>
                                        <p:tgtEl>
                                          <p:spTgt spid="20"/>
                                        </p:tgtEl>
                                        <p:attrNameLst>
                                          <p:attrName>ppt_h</p:attrName>
                                        </p:attrNameLst>
                                      </p:cBhvr>
                                      <p:tavLst>
                                        <p:tav tm="0">
                                          <p:val>
                                            <p:strVal val="ppt_h"/>
                                          </p:val>
                                        </p:tav>
                                        <p:tav tm="100000">
                                          <p:val>
                                            <p:fltVal val="0"/>
                                          </p:val>
                                        </p:tav>
                                      </p:tavLst>
                                    </p:anim>
                                    <p:animEffect transition="out" filter="fade">
                                      <p:cBhvr>
                                        <p:cTn id="57" dur="500"/>
                                        <p:tgtEl>
                                          <p:spTgt spid="20"/>
                                        </p:tgtEl>
                                      </p:cBhvr>
                                    </p:animEffect>
                                    <p:set>
                                      <p:cBhvr>
                                        <p:cTn id="58" dur="1" fill="hold">
                                          <p:stCondLst>
                                            <p:cond delay="499"/>
                                          </p:stCondLst>
                                        </p:cTn>
                                        <p:tgtEl>
                                          <p:spTgt spid="20"/>
                                        </p:tgtEl>
                                        <p:attrNameLst>
                                          <p:attrName>style.visibility</p:attrName>
                                        </p:attrNameLst>
                                      </p:cBhvr>
                                      <p:to>
                                        <p:strVal val="hidden"/>
                                      </p:to>
                                    </p:set>
                                  </p:childTnLst>
                                </p:cTn>
                              </p:par>
                              <p:par>
                                <p:cTn id="59" presetID="53" presetClass="exit" presetSubtype="32" fill="hold" grpId="0" nodeType="withEffect">
                                  <p:stCondLst>
                                    <p:cond delay="0"/>
                                  </p:stCondLst>
                                  <p:childTnLst>
                                    <p:anim calcmode="lin" valueType="num">
                                      <p:cBhvr>
                                        <p:cTn id="60" dur="500"/>
                                        <p:tgtEl>
                                          <p:spTgt spid="21"/>
                                        </p:tgtEl>
                                        <p:attrNameLst>
                                          <p:attrName>ppt_w</p:attrName>
                                        </p:attrNameLst>
                                      </p:cBhvr>
                                      <p:tavLst>
                                        <p:tav tm="0">
                                          <p:val>
                                            <p:strVal val="ppt_w"/>
                                          </p:val>
                                        </p:tav>
                                        <p:tav tm="100000">
                                          <p:val>
                                            <p:fltVal val="0"/>
                                          </p:val>
                                        </p:tav>
                                      </p:tavLst>
                                    </p:anim>
                                    <p:anim calcmode="lin" valueType="num">
                                      <p:cBhvr>
                                        <p:cTn id="61" dur="500"/>
                                        <p:tgtEl>
                                          <p:spTgt spid="21"/>
                                        </p:tgtEl>
                                        <p:attrNameLst>
                                          <p:attrName>ppt_h</p:attrName>
                                        </p:attrNameLst>
                                      </p:cBhvr>
                                      <p:tavLst>
                                        <p:tav tm="0">
                                          <p:val>
                                            <p:strVal val="ppt_h"/>
                                          </p:val>
                                        </p:tav>
                                        <p:tav tm="100000">
                                          <p:val>
                                            <p:fltVal val="0"/>
                                          </p:val>
                                        </p:tav>
                                      </p:tavLst>
                                    </p:anim>
                                    <p:animEffect transition="out" filter="fade">
                                      <p:cBhvr>
                                        <p:cTn id="62" dur="500"/>
                                        <p:tgtEl>
                                          <p:spTgt spid="21"/>
                                        </p:tgtEl>
                                      </p:cBhvr>
                                    </p:animEffect>
                                    <p:set>
                                      <p:cBhvr>
                                        <p:cTn id="63" dur="1" fill="hold">
                                          <p:stCondLst>
                                            <p:cond delay="499"/>
                                          </p:stCondLst>
                                        </p:cTn>
                                        <p:tgtEl>
                                          <p:spTgt spid="21"/>
                                        </p:tgtEl>
                                        <p:attrNameLst>
                                          <p:attrName>style.visibility</p:attrName>
                                        </p:attrNameLst>
                                      </p:cBhvr>
                                      <p:to>
                                        <p:strVal val="hidden"/>
                                      </p:to>
                                    </p:set>
                                  </p:childTnLst>
                                </p:cTn>
                              </p:par>
                              <p:par>
                                <p:cTn id="64" presetID="53" presetClass="exit" presetSubtype="32" fill="hold" grpId="0" nodeType="withEffect">
                                  <p:stCondLst>
                                    <p:cond delay="0"/>
                                  </p:stCondLst>
                                  <p:childTnLst>
                                    <p:anim calcmode="lin" valueType="num">
                                      <p:cBhvr>
                                        <p:cTn id="65" dur="500"/>
                                        <p:tgtEl>
                                          <p:spTgt spid="22"/>
                                        </p:tgtEl>
                                        <p:attrNameLst>
                                          <p:attrName>ppt_w</p:attrName>
                                        </p:attrNameLst>
                                      </p:cBhvr>
                                      <p:tavLst>
                                        <p:tav tm="0">
                                          <p:val>
                                            <p:strVal val="ppt_w"/>
                                          </p:val>
                                        </p:tav>
                                        <p:tav tm="100000">
                                          <p:val>
                                            <p:fltVal val="0"/>
                                          </p:val>
                                        </p:tav>
                                      </p:tavLst>
                                    </p:anim>
                                    <p:anim calcmode="lin" valueType="num">
                                      <p:cBhvr>
                                        <p:cTn id="66" dur="500"/>
                                        <p:tgtEl>
                                          <p:spTgt spid="22"/>
                                        </p:tgtEl>
                                        <p:attrNameLst>
                                          <p:attrName>ppt_h</p:attrName>
                                        </p:attrNameLst>
                                      </p:cBhvr>
                                      <p:tavLst>
                                        <p:tav tm="0">
                                          <p:val>
                                            <p:strVal val="ppt_h"/>
                                          </p:val>
                                        </p:tav>
                                        <p:tav tm="100000">
                                          <p:val>
                                            <p:fltVal val="0"/>
                                          </p:val>
                                        </p:tav>
                                      </p:tavLst>
                                    </p:anim>
                                    <p:animEffect transition="out" filter="fade">
                                      <p:cBhvr>
                                        <p:cTn id="67" dur="500"/>
                                        <p:tgtEl>
                                          <p:spTgt spid="22"/>
                                        </p:tgtEl>
                                      </p:cBhvr>
                                    </p:animEffect>
                                    <p:set>
                                      <p:cBhvr>
                                        <p:cTn id="68"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30" grpId="0" animBg="1"/>
      <p:bldP spid="20" grpId="0" animBg="1"/>
      <p:bldP spid="21" grpId="0" animBg="1"/>
      <p:bldP spid="22" grpId="0" animBg="1"/>
      <p:bldP spid="41" grpId="0" animBg="1"/>
      <p:bldP spid="41" grpId="1" animBg="1"/>
      <p:bldP spid="42" grpId="0" animBg="1"/>
      <p:bldP spid="42" grpId="1" animBg="1"/>
      <p:bldP spid="43" grpId="0" animBg="1"/>
      <p:bldP spid="43" grpId="1"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2" name="标题 1">
            <a:extLst>
              <a:ext uri="{FF2B5EF4-FFF2-40B4-BE49-F238E27FC236}">
                <a16:creationId xmlns:a16="http://schemas.microsoft.com/office/drawing/2014/main" id="{16011636-2B64-4780-B621-02C73B0E3945}"/>
              </a:ext>
            </a:extLst>
          </p:cNvPr>
          <p:cNvSpPr>
            <a:spLocks noGrp="1"/>
          </p:cNvSpPr>
          <p:nvPr>
            <p:ph type="title"/>
          </p:nvPr>
        </p:nvSpPr>
        <p:spPr>
          <a:xfrm>
            <a:off x="755650" y="268288"/>
            <a:ext cx="7931150" cy="358775"/>
          </a:xfrm>
        </p:spPr>
        <p:txBody>
          <a:bodyPr/>
          <a:lstStyle/>
          <a:p>
            <a:pPr>
              <a:defRPr/>
            </a:pPr>
            <a:r>
              <a:rPr lang="zh-CN" altLang="en-US" spc="300" dirty="0">
                <a:solidFill>
                  <a:prstClr val="black"/>
                </a:solidFill>
                <a:cs typeface="Times New Roman" pitchFamily="18" charset="0"/>
              </a:rPr>
              <a:t>例</a:t>
            </a:r>
            <a:endParaRPr lang="zh-CN" altLang="en-US" dirty="0"/>
          </a:p>
        </p:txBody>
      </p:sp>
      <p:grpSp>
        <p:nvGrpSpPr>
          <p:cNvPr id="199685" name="组合 11">
            <a:extLst>
              <a:ext uri="{FF2B5EF4-FFF2-40B4-BE49-F238E27FC236}">
                <a16:creationId xmlns:a16="http://schemas.microsoft.com/office/drawing/2014/main" id="{2F6E4FFD-CABD-447C-8DA3-D3A8C5F9FCDC}"/>
              </a:ext>
            </a:extLst>
          </p:cNvPr>
          <p:cNvGrpSpPr>
            <a:grpSpLocks/>
          </p:cNvGrpSpPr>
          <p:nvPr/>
        </p:nvGrpSpPr>
        <p:grpSpPr bwMode="auto">
          <a:xfrm>
            <a:off x="0" y="195263"/>
            <a:ext cx="755650" cy="431800"/>
            <a:chOff x="-786" y="195486"/>
            <a:chExt cx="756363" cy="432048"/>
          </a:xfrm>
        </p:grpSpPr>
        <p:sp>
          <p:nvSpPr>
            <p:cNvPr id="13" name="五边形 12">
              <a:extLst>
                <a:ext uri="{FF2B5EF4-FFF2-40B4-BE49-F238E27FC236}">
                  <a16:creationId xmlns:a16="http://schemas.microsoft.com/office/drawing/2014/main" id="{C3FC5C6A-A678-45E4-BA92-B433F112A3E1}"/>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199730" name="五边形 13">
              <a:extLst>
                <a:ext uri="{FF2B5EF4-FFF2-40B4-BE49-F238E27FC236}">
                  <a16:creationId xmlns:a16="http://schemas.microsoft.com/office/drawing/2014/main" id="{AD3DD970-79AC-419A-ADC6-8EDB46E874F4}"/>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a typeface="楷体_GB2312" pitchFamily="49" charset="-122"/>
              </a:endParaRPr>
            </a:p>
          </p:txBody>
        </p:sp>
      </p:grpSp>
      <p:sp>
        <p:nvSpPr>
          <p:cNvPr id="16" name="Rectangle 17">
            <a:extLst>
              <a:ext uri="{FF2B5EF4-FFF2-40B4-BE49-F238E27FC236}">
                <a16:creationId xmlns:a16="http://schemas.microsoft.com/office/drawing/2014/main" id="{8B529735-0E96-4836-8AC4-D61F8ADAC5EB}"/>
              </a:ext>
            </a:extLst>
          </p:cNvPr>
          <p:cNvSpPr>
            <a:spLocks noChangeArrowheads="1"/>
          </p:cNvSpPr>
          <p:nvPr/>
        </p:nvSpPr>
        <p:spPr bwMode="auto">
          <a:xfrm>
            <a:off x="4895850" y="3858578"/>
            <a:ext cx="269875" cy="2772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a:solidFill>
                  <a:srgbClr val="000000"/>
                </a:solidFill>
                <a:latin typeface="华文楷体" panose="02010600040101010101" pitchFamily="2" charset="-122"/>
              </a:rPr>
              <a:t>$</a:t>
            </a:r>
          </a:p>
        </p:txBody>
      </p:sp>
      <p:sp>
        <p:nvSpPr>
          <p:cNvPr id="29" name="Rectangle 17">
            <a:extLst>
              <a:ext uri="{FF2B5EF4-FFF2-40B4-BE49-F238E27FC236}">
                <a16:creationId xmlns:a16="http://schemas.microsoft.com/office/drawing/2014/main" id="{269EE133-F85C-45DF-9C72-9A21FF59B63C}"/>
              </a:ext>
            </a:extLst>
          </p:cNvPr>
          <p:cNvSpPr>
            <a:spLocks noChangeArrowheads="1"/>
          </p:cNvSpPr>
          <p:nvPr/>
        </p:nvSpPr>
        <p:spPr bwMode="auto">
          <a:xfrm>
            <a:off x="4895850" y="3598863"/>
            <a:ext cx="269875" cy="262800"/>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a:solidFill>
                  <a:srgbClr val="000000"/>
                </a:solidFill>
                <a:latin typeface="Times New Roman" panose="02020603050405020304" pitchFamily="18" charset="0"/>
              </a:rPr>
              <a:t>0</a:t>
            </a:r>
          </a:p>
        </p:txBody>
      </p:sp>
      <p:sp>
        <p:nvSpPr>
          <p:cNvPr id="199689" name="Line 56">
            <a:extLst>
              <a:ext uri="{FF2B5EF4-FFF2-40B4-BE49-F238E27FC236}">
                <a16:creationId xmlns:a16="http://schemas.microsoft.com/office/drawing/2014/main" id="{88C6A076-E4AE-4977-B0FA-B154D37AADB0}"/>
              </a:ext>
            </a:extLst>
          </p:cNvPr>
          <p:cNvSpPr>
            <a:spLocks noChangeShapeType="1"/>
          </p:cNvSpPr>
          <p:nvPr/>
        </p:nvSpPr>
        <p:spPr bwMode="auto">
          <a:xfrm flipV="1">
            <a:off x="7056438" y="2979738"/>
            <a:ext cx="0" cy="217487"/>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Rectangle 35">
            <a:extLst>
              <a:ext uri="{FF2B5EF4-FFF2-40B4-BE49-F238E27FC236}">
                <a16:creationId xmlns:a16="http://schemas.microsoft.com/office/drawing/2014/main" id="{8F427E81-CB1F-4A32-BD66-130093D4591C}"/>
              </a:ext>
            </a:extLst>
          </p:cNvPr>
          <p:cNvSpPr>
            <a:spLocks noChangeArrowheads="1"/>
          </p:cNvSpPr>
          <p:nvPr/>
        </p:nvSpPr>
        <p:spPr bwMode="auto">
          <a:xfrm>
            <a:off x="5165725" y="3821113"/>
            <a:ext cx="865188" cy="341312"/>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i="1">
                <a:solidFill>
                  <a:srgbClr val="000000"/>
                </a:solidFill>
                <a:latin typeface="Times New Roman" panose="02020603050405020304" pitchFamily="18" charset="0"/>
              </a:rPr>
              <a:t>T</a:t>
            </a:r>
          </a:p>
        </p:txBody>
      </p:sp>
      <p:sp>
        <p:nvSpPr>
          <p:cNvPr id="32" name="Rectangle 36">
            <a:extLst>
              <a:ext uri="{FF2B5EF4-FFF2-40B4-BE49-F238E27FC236}">
                <a16:creationId xmlns:a16="http://schemas.microsoft.com/office/drawing/2014/main" id="{5E1B3F37-8B35-45EF-9C63-2F6D8438423A}"/>
              </a:ext>
            </a:extLst>
          </p:cNvPr>
          <p:cNvSpPr>
            <a:spLocks noChangeArrowheads="1"/>
          </p:cNvSpPr>
          <p:nvPr/>
        </p:nvSpPr>
        <p:spPr bwMode="auto">
          <a:xfrm>
            <a:off x="5165725" y="4138613"/>
            <a:ext cx="865188" cy="369887"/>
          </a:xfrm>
          <a:prstGeom prst="rect">
            <a:avLst/>
          </a:prstGeom>
          <a:solidFill>
            <a:schemeClr val="accent5">
              <a:lumMod val="60000"/>
              <a:lumOff val="40000"/>
            </a:schemeClr>
          </a:solidFill>
          <a:ln w="9525">
            <a:solidFill>
              <a:schemeClr val="tx1"/>
            </a:solidFill>
            <a:miter lim="800000"/>
            <a:headEnd/>
            <a:tailEnd/>
          </a:ln>
          <a:effec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lgn="ctr" eaLnBrk="1" hangingPunct="1">
              <a:spcBef>
                <a:spcPct val="0"/>
              </a:spcBef>
              <a:buClrTx/>
              <a:buSzTx/>
              <a:buFontTx/>
              <a:buNone/>
              <a:defRPr/>
            </a:pPr>
            <a:r>
              <a:rPr lang="en-US" altLang="zh-CN" sz="1800" i="1">
                <a:solidFill>
                  <a:srgbClr val="000000"/>
                </a:solidFill>
                <a:latin typeface="Times New Roman" panose="02020603050405020304" pitchFamily="18" charset="0"/>
              </a:rPr>
              <a:t>val</a:t>
            </a:r>
            <a:r>
              <a:rPr lang="en-US" altLang="zh-CN" sz="1800">
                <a:solidFill>
                  <a:srgbClr val="000000"/>
                </a:solidFill>
                <a:latin typeface="Times New Roman" panose="02020603050405020304" pitchFamily="18" charset="0"/>
              </a:rPr>
              <a:t>=15</a:t>
            </a:r>
            <a:endParaRPr lang="zh-CN" altLang="en-US" sz="1800">
              <a:solidFill>
                <a:srgbClr val="000000"/>
              </a:solidFill>
              <a:latin typeface="Times New Roman" panose="02020603050405020304" pitchFamily="18" charset="0"/>
            </a:endParaRPr>
          </a:p>
        </p:txBody>
      </p:sp>
      <p:sp>
        <p:nvSpPr>
          <p:cNvPr id="33" name="Rectangle 35">
            <a:extLst>
              <a:ext uri="{FF2B5EF4-FFF2-40B4-BE49-F238E27FC236}">
                <a16:creationId xmlns:a16="http://schemas.microsoft.com/office/drawing/2014/main" id="{CC1C5DA7-0EA4-4EB3-8AF3-08CE1B9A0DE5}"/>
              </a:ext>
            </a:extLst>
          </p:cNvPr>
          <p:cNvSpPr>
            <a:spLocks noChangeArrowheads="1"/>
          </p:cNvSpPr>
          <p:nvPr/>
        </p:nvSpPr>
        <p:spPr bwMode="auto">
          <a:xfrm>
            <a:off x="5165725" y="3598863"/>
            <a:ext cx="865188" cy="257175"/>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a:solidFill>
                  <a:srgbClr val="000000"/>
                </a:solidFill>
                <a:latin typeface="Times New Roman" panose="02020603050405020304" pitchFamily="18" charset="0"/>
              </a:rPr>
              <a:t>1</a:t>
            </a:r>
          </a:p>
        </p:txBody>
      </p:sp>
      <p:sp>
        <p:nvSpPr>
          <p:cNvPr id="199693" name="矩形 34">
            <a:extLst>
              <a:ext uri="{FF2B5EF4-FFF2-40B4-BE49-F238E27FC236}">
                <a16:creationId xmlns:a16="http://schemas.microsoft.com/office/drawing/2014/main" id="{42E7F5D8-6E36-420C-83AF-E489382C8122}"/>
              </a:ext>
            </a:extLst>
          </p:cNvPr>
          <p:cNvSpPr>
            <a:spLocks noChangeArrowheads="1"/>
          </p:cNvSpPr>
          <p:nvPr/>
        </p:nvSpPr>
        <p:spPr bwMode="auto">
          <a:xfrm>
            <a:off x="30163" y="4143375"/>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r>
              <a:rPr kumimoji="1"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SLR</a:t>
            </a:r>
            <a:r>
              <a:rPr kumimoji="1"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自动机</a:t>
            </a:r>
            <a:endParaRPr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2" name="Rectangle 56">
            <a:extLst>
              <a:ext uri="{FF2B5EF4-FFF2-40B4-BE49-F238E27FC236}">
                <a16:creationId xmlns:a16="http://schemas.microsoft.com/office/drawing/2014/main" id="{EF91CFE5-2190-49F4-82BD-AE30FD0C058A}"/>
              </a:ext>
            </a:extLst>
          </p:cNvPr>
          <p:cNvSpPr>
            <a:spLocks noChangeArrowheads="1"/>
          </p:cNvSpPr>
          <p:nvPr/>
        </p:nvSpPr>
        <p:spPr bwMode="auto">
          <a:xfrm>
            <a:off x="5562600" y="2651125"/>
            <a:ext cx="1746250" cy="369888"/>
          </a:xfrm>
          <a:prstGeom prst="rect">
            <a:avLst/>
          </a:prstGeom>
          <a:noFill/>
          <a:ln>
            <a:noFill/>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spcBef>
                <a:spcPct val="0"/>
              </a:spcBef>
              <a:buClrTx/>
              <a:buSzTx/>
              <a:buFontTx/>
              <a:buNone/>
              <a:defRPr/>
            </a:pPr>
            <a:r>
              <a:rPr kumimoji="1" lang="zh-CN" altLang="en-US" sz="1800" dirty="0">
                <a:solidFill>
                  <a:schemeClr val="tx2">
                    <a:lumMod val="60000"/>
                    <a:lumOff val="40000"/>
                  </a:schemeClr>
                </a:solidFill>
                <a:latin typeface="+mn-ea"/>
                <a:ea typeface="+mn-ea"/>
                <a:cs typeface="Times New Roman" panose="02020603050405020304" pitchFamily="18" charset="0"/>
              </a:rPr>
              <a:t>输入：</a:t>
            </a:r>
            <a:r>
              <a:rPr kumimoji="1" lang="en-US" altLang="zh-CN" sz="18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 </a:t>
            </a:r>
            <a:r>
              <a:rPr kumimoji="1" lang="en-US" altLang="zh-CN"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rPr>
              <a:t>3 * 5 $</a:t>
            </a:r>
            <a:endParaRPr kumimoji="1" lang="zh-CN" altLang="en-US" sz="1800" dirty="0">
              <a:solidFill>
                <a:schemeClr val="tx2">
                  <a:lumMod val="60000"/>
                  <a:lumOff val="40000"/>
                </a:schemeClr>
              </a:solidFill>
              <a:latin typeface="楷体_GB2312" pitchFamily="49" charset="-122"/>
              <a:ea typeface="楷体_GB2312" pitchFamily="49" charset="-122"/>
              <a:cs typeface="Times New Roman" panose="02020603050405020304" pitchFamily="18" charset="0"/>
            </a:endParaRPr>
          </a:p>
        </p:txBody>
      </p:sp>
      <p:grpSp>
        <p:nvGrpSpPr>
          <p:cNvPr id="199695" name="组合 80">
            <a:extLst>
              <a:ext uri="{FF2B5EF4-FFF2-40B4-BE49-F238E27FC236}">
                <a16:creationId xmlns:a16="http://schemas.microsoft.com/office/drawing/2014/main" id="{3EB0D0FB-C151-485F-8873-8DA234C0F81D}"/>
              </a:ext>
            </a:extLst>
          </p:cNvPr>
          <p:cNvGrpSpPr>
            <a:grpSpLocks/>
          </p:cNvGrpSpPr>
          <p:nvPr/>
        </p:nvGrpSpPr>
        <p:grpSpPr bwMode="auto">
          <a:xfrm>
            <a:off x="52388" y="1274763"/>
            <a:ext cx="4589462" cy="3762375"/>
            <a:chOff x="3431846" y="1052514"/>
            <a:chExt cx="6118556" cy="5015607"/>
          </a:xfrm>
        </p:grpSpPr>
        <p:sp>
          <p:nvSpPr>
            <p:cNvPr id="164" name="Text Box 2">
              <a:extLst>
                <a:ext uri="{FF2B5EF4-FFF2-40B4-BE49-F238E27FC236}">
                  <a16:creationId xmlns:a16="http://schemas.microsoft.com/office/drawing/2014/main" id="{C8DEF4C8-4D24-4B48-8B13-422BC37F9E02}"/>
                </a:ext>
              </a:extLst>
            </p:cNvPr>
            <p:cNvSpPr txBox="1">
              <a:spLocks noChangeArrowheads="1"/>
            </p:cNvSpPr>
            <p:nvPr/>
          </p:nvSpPr>
          <p:spPr bwMode="auto">
            <a:xfrm>
              <a:off x="3575762" y="1412283"/>
              <a:ext cx="1439162" cy="114914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a:solidFill>
                    <a:srgbClr val="000000"/>
                  </a:solidFill>
                  <a:latin typeface="Times New Roman" panose="02020603050405020304" pitchFamily="18" charset="0"/>
                </a:rPr>
                <a:t>I</a:t>
              </a:r>
              <a:r>
                <a:rPr kumimoji="1" lang="en-US" altLang="zh-CN" sz="1400" i="1" baseline="-25000">
                  <a:solidFill>
                    <a:srgbClr val="000000"/>
                  </a:solidFill>
                  <a:latin typeface="Times New Roman" panose="02020603050405020304" pitchFamily="18" charset="0"/>
                </a:rPr>
                <a:t>0</a:t>
              </a:r>
              <a:r>
                <a:rPr kumimoji="1" lang="en-US" altLang="zh-CN" sz="1400" i="1">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S</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 · T</a:t>
              </a:r>
            </a:p>
            <a:p>
              <a:pPr>
                <a:spcBef>
                  <a:spcPct val="0"/>
                </a:spcBef>
                <a:buClrTx/>
                <a:buSzTx/>
                <a:buFontTx/>
                <a:buNone/>
                <a:defRPr/>
              </a:pPr>
              <a:r>
                <a:rPr kumimoji="1" lang="en-US" altLang="zh-CN" sz="1400" i="1">
                  <a:solidFill>
                    <a:srgbClr val="000000"/>
                  </a:solidFill>
                  <a:latin typeface="Times New Roman" panose="02020603050405020304" pitchFamily="18" charset="0"/>
                </a:rPr>
                <a:t>T→ · FMT</a:t>
              </a:r>
              <a:r>
                <a:rPr lang="en-US" altLang="zh-CN" sz="1400" b="0" i="1">
                  <a:solidFill>
                    <a:srgbClr val="000000"/>
                  </a:solidFill>
                  <a:latin typeface="Times New Roman" panose="02020603050405020304" pitchFamily="18" charset="0"/>
                  <a:sym typeface="Times New Roman" panose="02020603050405020304" pitchFamily="18" charset="0"/>
                </a:rPr>
                <a:t>΄</a:t>
              </a:r>
              <a:endParaRPr kumimoji="1" lang="en-US" altLang="zh-CN" sz="1400" i="1">
                <a:solidFill>
                  <a:srgbClr val="000000"/>
                </a:solidFill>
                <a:latin typeface="Times New Roman" panose="02020603050405020304" pitchFamily="18" charset="0"/>
              </a:endParaRPr>
            </a:p>
            <a:p>
              <a:pPr>
                <a:spcBef>
                  <a:spcPct val="0"/>
                </a:spcBef>
                <a:buClrTx/>
                <a:buSzTx/>
                <a:buFontTx/>
                <a:buNone/>
                <a:defRPr/>
              </a:pPr>
              <a:r>
                <a:rPr kumimoji="1" lang="en-US" altLang="zh-CN" sz="1400" i="1">
                  <a:solidFill>
                    <a:srgbClr val="000000"/>
                  </a:solidFill>
                  <a:latin typeface="Times New Roman" panose="02020603050405020304" pitchFamily="18" charset="0"/>
                </a:rPr>
                <a:t>F→ · </a:t>
              </a:r>
              <a:r>
                <a:rPr kumimoji="1" lang="en-US" altLang="zh-CN" sz="1400">
                  <a:solidFill>
                    <a:srgbClr val="000000"/>
                  </a:solidFill>
                  <a:latin typeface="Times New Roman" panose="02020603050405020304" pitchFamily="18" charset="0"/>
                </a:rPr>
                <a:t>d</a:t>
              </a:r>
            </a:p>
          </p:txBody>
        </p:sp>
        <p:sp>
          <p:nvSpPr>
            <p:cNvPr id="165" name="Text Box 3">
              <a:extLst>
                <a:ext uri="{FF2B5EF4-FFF2-40B4-BE49-F238E27FC236}">
                  <a16:creationId xmlns:a16="http://schemas.microsoft.com/office/drawing/2014/main" id="{D5289B67-6BCC-4958-BF01-CC04D766FC0C}"/>
                </a:ext>
              </a:extLst>
            </p:cNvPr>
            <p:cNvSpPr txBox="1">
              <a:spLocks noChangeArrowheads="1"/>
            </p:cNvSpPr>
            <p:nvPr/>
          </p:nvSpPr>
          <p:spPr bwMode="auto">
            <a:xfrm>
              <a:off x="5520747" y="1052514"/>
              <a:ext cx="1223288"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1</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S</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→T ·</a:t>
              </a:r>
            </a:p>
          </p:txBody>
        </p:sp>
        <p:sp>
          <p:nvSpPr>
            <p:cNvPr id="199699" name="Line 4">
              <a:extLst>
                <a:ext uri="{FF2B5EF4-FFF2-40B4-BE49-F238E27FC236}">
                  <a16:creationId xmlns:a16="http://schemas.microsoft.com/office/drawing/2014/main" id="{4A3B76A4-BF11-48F4-8E00-9415AC064E65}"/>
                </a:ext>
              </a:extLst>
            </p:cNvPr>
            <p:cNvSpPr>
              <a:spLocks noChangeShapeType="1"/>
            </p:cNvSpPr>
            <p:nvPr/>
          </p:nvSpPr>
          <p:spPr bwMode="auto">
            <a:xfrm flipV="1">
              <a:off x="5016500" y="1557339"/>
              <a:ext cx="503238" cy="142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7" name="Text Box 5">
              <a:extLst>
                <a:ext uri="{FF2B5EF4-FFF2-40B4-BE49-F238E27FC236}">
                  <a16:creationId xmlns:a16="http://schemas.microsoft.com/office/drawing/2014/main" id="{563AF1F2-39EC-4C42-B3FA-914127C3B96C}"/>
                </a:ext>
              </a:extLst>
            </p:cNvPr>
            <p:cNvSpPr txBox="1">
              <a:spLocks noChangeArrowheads="1"/>
            </p:cNvSpPr>
            <p:nvPr/>
          </p:nvSpPr>
          <p:spPr bwMode="auto">
            <a:xfrm>
              <a:off x="5520747" y="1844006"/>
              <a:ext cx="1655037" cy="98407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2</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 · 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M→ ·</a:t>
              </a:r>
              <a:r>
                <a:rPr kumimoji="1" lang="en-US" altLang="zh-CN" sz="1400"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9701" name="Line 6">
              <a:extLst>
                <a:ext uri="{FF2B5EF4-FFF2-40B4-BE49-F238E27FC236}">
                  <a16:creationId xmlns:a16="http://schemas.microsoft.com/office/drawing/2014/main" id="{D60EA8A4-2367-40AB-9ABC-F3461FD84CA7}"/>
                </a:ext>
              </a:extLst>
            </p:cNvPr>
            <p:cNvSpPr>
              <a:spLocks noChangeShapeType="1"/>
            </p:cNvSpPr>
            <p:nvPr/>
          </p:nvSpPr>
          <p:spPr bwMode="auto">
            <a:xfrm>
              <a:off x="5011738" y="2370138"/>
              <a:ext cx="483093" cy="1157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02" name="Text Box 7">
              <a:extLst>
                <a:ext uri="{FF2B5EF4-FFF2-40B4-BE49-F238E27FC236}">
                  <a16:creationId xmlns:a16="http://schemas.microsoft.com/office/drawing/2014/main" id="{5E86A460-FE1B-424B-BDD2-53F6597384B0}"/>
                </a:ext>
              </a:extLst>
            </p:cNvPr>
            <p:cNvSpPr txBox="1">
              <a:spLocks noChangeArrowheads="1"/>
            </p:cNvSpPr>
            <p:nvPr/>
          </p:nvSpPr>
          <p:spPr bwMode="auto">
            <a:xfrm>
              <a:off x="5084795" y="1987180"/>
              <a:ext cx="503237"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170" name="Text Box 8">
              <a:extLst>
                <a:ext uri="{FF2B5EF4-FFF2-40B4-BE49-F238E27FC236}">
                  <a16:creationId xmlns:a16="http://schemas.microsoft.com/office/drawing/2014/main" id="{D7B48598-EFED-4B4D-814A-72C25139A9E9}"/>
                </a:ext>
              </a:extLst>
            </p:cNvPr>
            <p:cNvSpPr txBox="1">
              <a:spLocks noChangeArrowheads="1"/>
            </p:cNvSpPr>
            <p:nvPr/>
          </p:nvSpPr>
          <p:spPr bwMode="auto">
            <a:xfrm>
              <a:off x="3431846" y="3573015"/>
              <a:ext cx="1513236"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3</a:t>
              </a:r>
              <a:r>
                <a:rPr kumimoji="1" lang="en-US" altLang="zh-CN" sz="1400" i="1" dirty="0">
                  <a:solidFill>
                    <a:srgbClr val="000000"/>
                  </a:solidFill>
                  <a:latin typeface="Times New Roman" panose="02020603050405020304" pitchFamily="18" charset="0"/>
                </a:rPr>
                <a:t>:</a:t>
              </a:r>
            </a:p>
            <a:p>
              <a:pPr>
                <a:spcBef>
                  <a:spcPct val="0"/>
                </a:spcBef>
                <a:buClrTx/>
                <a:buSzTx/>
                <a:buFont typeface="Symbol" panose="05050102010706020507" pitchFamily="18" charset="2"/>
                <a:buNone/>
                <a:defRPr/>
              </a:pPr>
              <a:r>
                <a:rPr kumimoji="1" lang="en-US" altLang="zh-CN" sz="1400" i="1" dirty="0">
                  <a:solidFill>
                    <a:srgbClr val="000000"/>
                  </a:solidFill>
                  <a:latin typeface="Times New Roman" panose="02020603050405020304" pitchFamily="18" charset="0"/>
                </a:rPr>
                <a:t>F→ </a:t>
              </a:r>
              <a:r>
                <a:rPr kumimoji="1" lang="en-US" altLang="zh-CN" sz="1400" dirty="0">
                  <a:solidFill>
                    <a:srgbClr val="000000"/>
                  </a:solidFill>
                  <a:latin typeface="Times New Roman" panose="02020603050405020304" pitchFamily="18" charset="0"/>
                </a:rPr>
                <a:t>d</a:t>
              </a:r>
              <a:r>
                <a:rPr kumimoji="1" lang="en-US" altLang="zh-CN" sz="1400" i="1" dirty="0">
                  <a:solidFill>
                    <a:srgbClr val="000000"/>
                  </a:solidFill>
                  <a:latin typeface="Times New Roman" panose="02020603050405020304" pitchFamily="18" charset="0"/>
                </a:rPr>
                <a:t> ·</a:t>
              </a:r>
              <a:r>
                <a:rPr kumimoji="1" lang="zh-CN" altLang="en-US" sz="1400" dirty="0">
                  <a:solidFill>
                    <a:srgbClr val="FF0000"/>
                  </a:solidFill>
                  <a:latin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9704" name="Line 9">
              <a:extLst>
                <a:ext uri="{FF2B5EF4-FFF2-40B4-BE49-F238E27FC236}">
                  <a16:creationId xmlns:a16="http://schemas.microsoft.com/office/drawing/2014/main" id="{4A2BA220-E1EE-47DB-85CE-571BF4E877FF}"/>
                </a:ext>
              </a:extLst>
            </p:cNvPr>
            <p:cNvSpPr>
              <a:spLocks noChangeShapeType="1"/>
            </p:cNvSpPr>
            <p:nvPr/>
          </p:nvSpPr>
          <p:spPr bwMode="auto">
            <a:xfrm>
              <a:off x="4367213" y="2651125"/>
              <a:ext cx="0" cy="92233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 name="Text Box 11">
              <a:extLst>
                <a:ext uri="{FF2B5EF4-FFF2-40B4-BE49-F238E27FC236}">
                  <a16:creationId xmlns:a16="http://schemas.microsoft.com/office/drawing/2014/main" id="{D08BB304-E1B1-4919-9F8A-EA8038509256}"/>
                </a:ext>
              </a:extLst>
            </p:cNvPr>
            <p:cNvSpPr txBox="1">
              <a:spLocks noChangeArrowheads="1"/>
            </p:cNvSpPr>
            <p:nvPr/>
          </p:nvSpPr>
          <p:spPr bwMode="auto">
            <a:xfrm>
              <a:off x="5017040" y="3996273"/>
              <a:ext cx="182435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7</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 · NT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r>
                <a:rPr kumimoji="1" lang="en-US" altLang="zh-CN" sz="1400" i="1" dirty="0">
                  <a:solidFill>
                    <a:srgbClr val="000000"/>
                  </a:solidFill>
                  <a:latin typeface="Times New Roman" panose="02020603050405020304" pitchFamily="18" charset="0"/>
                </a:rPr>
                <a:t>N→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73" name="Text Box 12">
              <a:extLst>
                <a:ext uri="{FF2B5EF4-FFF2-40B4-BE49-F238E27FC236}">
                  <a16:creationId xmlns:a16="http://schemas.microsoft.com/office/drawing/2014/main" id="{8A6C44D1-8E10-42DC-82CA-78C5671C3051}"/>
                </a:ext>
              </a:extLst>
            </p:cNvPr>
            <p:cNvSpPr txBox="1">
              <a:spLocks noChangeArrowheads="1"/>
            </p:cNvSpPr>
            <p:nvPr/>
          </p:nvSpPr>
          <p:spPr bwMode="auto">
            <a:xfrm>
              <a:off x="7825524" y="4796230"/>
              <a:ext cx="1724878"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8</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 · T</a:t>
              </a:r>
              <a:r>
                <a:rPr lang="en-US" altLang="zh-CN" sz="1400" b="0" i="1" dirty="0">
                  <a:solidFill>
                    <a:srgbClr val="000000"/>
                  </a:solidFill>
                  <a:latin typeface="Times New Roman" panose="02020603050405020304" pitchFamily="18" charset="0"/>
                  <a:sym typeface="Times New Roman" panose="02020603050405020304" pitchFamily="18" charset="0"/>
                </a:rPr>
                <a:t>΄</a:t>
              </a:r>
              <a:r>
                <a:rPr kumimoji="1" lang="en-US" altLang="zh-CN" sz="1400" i="1" dirty="0">
                  <a:solidFill>
                    <a:srgbClr val="000000"/>
                  </a:solidFill>
                  <a:latin typeface="Tahoma" panose="020B0604030504040204" pitchFamily="34" charset="0"/>
                </a:rPr>
                <a:t> </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9707" name="Text Box 13">
              <a:extLst>
                <a:ext uri="{FF2B5EF4-FFF2-40B4-BE49-F238E27FC236}">
                  <a16:creationId xmlns:a16="http://schemas.microsoft.com/office/drawing/2014/main" id="{5D09DAD3-35A0-4C82-8AFA-1BDC490713C2}"/>
                </a:ext>
              </a:extLst>
            </p:cNvPr>
            <p:cNvSpPr txBox="1">
              <a:spLocks noChangeArrowheads="1"/>
            </p:cNvSpPr>
            <p:nvPr/>
          </p:nvSpPr>
          <p:spPr bwMode="auto">
            <a:xfrm>
              <a:off x="7318377" y="52269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9708" name="Text Box 15">
              <a:extLst>
                <a:ext uri="{FF2B5EF4-FFF2-40B4-BE49-F238E27FC236}">
                  <a16:creationId xmlns:a16="http://schemas.microsoft.com/office/drawing/2014/main" id="{97C89313-5AD4-4E78-BF40-CFC4A7953000}"/>
                </a:ext>
              </a:extLst>
            </p:cNvPr>
            <p:cNvSpPr txBox="1">
              <a:spLocks noChangeArrowheads="1"/>
            </p:cNvSpPr>
            <p:nvPr/>
          </p:nvSpPr>
          <p:spPr bwMode="auto">
            <a:xfrm>
              <a:off x="3792538" y="2852739"/>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176" name="Text Box 17">
              <a:extLst>
                <a:ext uri="{FF2B5EF4-FFF2-40B4-BE49-F238E27FC236}">
                  <a16:creationId xmlns:a16="http://schemas.microsoft.com/office/drawing/2014/main" id="{434BBC8B-1949-47AC-83F5-B3330DCC1E2C}"/>
                </a:ext>
              </a:extLst>
            </p:cNvPr>
            <p:cNvSpPr txBox="1">
              <a:spLocks noChangeArrowheads="1"/>
            </p:cNvSpPr>
            <p:nvPr/>
          </p:nvSpPr>
          <p:spPr bwMode="auto">
            <a:xfrm>
              <a:off x="7594834" y="1473655"/>
              <a:ext cx="1767207" cy="12718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4</a:t>
              </a:r>
              <a:r>
                <a:rPr kumimoji="1" lang="en-US" altLang="zh-CN" sz="1400" i="1" dirty="0">
                  <a:solidFill>
                    <a:srgbClr val="000000"/>
                  </a:solidFill>
                  <a:latin typeface="Times New Roman" panose="02020603050405020304" pitchFamily="18" charset="0"/>
                </a:rPr>
                <a:t>:</a:t>
              </a: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T→FM · 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*FNT</a:t>
              </a:r>
              <a:r>
                <a:rPr lang="en-US" altLang="zh-CN" sz="1400" b="0" i="1" dirty="0">
                  <a:solidFill>
                    <a:srgbClr val="000000"/>
                  </a:solidFill>
                  <a:latin typeface="Times New Roman" panose="02020603050405020304" pitchFamily="18" charset="0"/>
                  <a:sym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a:p>
              <a:pPr eaLnBrk="1" hangingPunct="1">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 ·     </a:t>
              </a:r>
              <a:r>
                <a:rPr kumimoji="1" lang="zh-CN" altLang="en-US" sz="1400" i="1" dirty="0">
                  <a:solidFill>
                    <a:srgbClr val="FF0000"/>
                  </a:solidFill>
                  <a:latin typeface="Times New Roman" panose="02020603050405020304" pitchFamily="18" charset="0"/>
                  <a:cs typeface="Times New Roman" panose="02020603050405020304" pitchFamily="18" charset="0"/>
                </a:rPr>
                <a:t>，</a:t>
              </a:r>
              <a:r>
                <a:rPr kumimoji="1" lang="en-US" altLang="zh-CN" sz="1400" dirty="0">
                  <a:solidFill>
                    <a:srgbClr val="FF0000"/>
                  </a:solidFill>
                  <a:latin typeface="Times New Roman" panose="02020603050405020304" pitchFamily="18" charset="0"/>
                </a:rPr>
                <a:t>$</a:t>
              </a:r>
            </a:p>
          </p:txBody>
        </p:sp>
        <p:sp>
          <p:nvSpPr>
            <p:cNvPr id="199710" name="Line 18">
              <a:extLst>
                <a:ext uri="{FF2B5EF4-FFF2-40B4-BE49-F238E27FC236}">
                  <a16:creationId xmlns:a16="http://schemas.microsoft.com/office/drawing/2014/main" id="{18032F4A-C045-4A5E-8961-F8F3001983B7}"/>
                </a:ext>
              </a:extLst>
            </p:cNvPr>
            <p:cNvSpPr>
              <a:spLocks noChangeShapeType="1"/>
            </p:cNvSpPr>
            <p:nvPr/>
          </p:nvSpPr>
          <p:spPr bwMode="auto">
            <a:xfrm flipV="1">
              <a:off x="7201264" y="2060600"/>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11" name="Text Box 19">
              <a:extLst>
                <a:ext uri="{FF2B5EF4-FFF2-40B4-BE49-F238E27FC236}">
                  <a16:creationId xmlns:a16="http://schemas.microsoft.com/office/drawing/2014/main" id="{A5C09B18-8E3F-4C58-89D9-31281249C8A4}"/>
                </a:ext>
              </a:extLst>
            </p:cNvPr>
            <p:cNvSpPr txBox="1">
              <a:spLocks noChangeArrowheads="1"/>
            </p:cNvSpPr>
            <p:nvPr/>
          </p:nvSpPr>
          <p:spPr bwMode="auto">
            <a:xfrm>
              <a:off x="7162037" y="1628799"/>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M</a:t>
              </a:r>
            </a:p>
          </p:txBody>
        </p:sp>
        <p:sp>
          <p:nvSpPr>
            <p:cNvPr id="179" name="Text Box 20">
              <a:extLst>
                <a:ext uri="{FF2B5EF4-FFF2-40B4-BE49-F238E27FC236}">
                  <a16:creationId xmlns:a16="http://schemas.microsoft.com/office/drawing/2014/main" id="{E15678FF-5E11-4204-958C-6FBC55882495}"/>
                </a:ext>
              </a:extLst>
            </p:cNvPr>
            <p:cNvSpPr txBox="1">
              <a:spLocks noChangeArrowheads="1"/>
            </p:cNvSpPr>
            <p:nvPr/>
          </p:nvSpPr>
          <p:spPr bwMode="auto">
            <a:xfrm>
              <a:off x="7391658" y="3346572"/>
              <a:ext cx="1801070" cy="98619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6</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a:solidFill>
                    <a:srgbClr val="000000"/>
                  </a:solidFill>
                  <a:latin typeface="Times New Roman" panose="02020603050405020304" pitchFamily="18" charset="0"/>
                </a:rPr>
                <a:t>T</a:t>
              </a:r>
              <a:r>
                <a:rPr lang="en-US" altLang="zh-CN" sz="1400" b="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a:solidFill>
                    <a:srgbClr val="000000"/>
                  </a:solidFill>
                  <a:latin typeface="Times New Roman" panose="02020603050405020304" pitchFamily="18" charset="0"/>
                </a:rPr>
                <a:t>→ *· FNT</a:t>
              </a:r>
              <a:r>
                <a:rPr lang="en-US" altLang="zh-CN" sz="1400" b="0" i="1">
                  <a:solidFill>
                    <a:srgbClr val="000000"/>
                  </a:solidFill>
                  <a:latin typeface="Times New Roman" panose="02020603050405020304" pitchFamily="18" charset="0"/>
                  <a:sym typeface="Times New Roman" panose="02020603050405020304" pitchFamily="18" charset="0"/>
                </a:rPr>
                <a:t>΄</a:t>
              </a:r>
              <a:r>
                <a:rPr kumimoji="1" lang="en-US" altLang="zh-CN" sz="1400" i="1">
                  <a:solidFill>
                    <a:srgbClr val="000000"/>
                  </a:solidFill>
                  <a:latin typeface="Tahoma" panose="020B0604030504040204" pitchFamily="34" charset="0"/>
                </a:rPr>
                <a:t> </a:t>
              </a:r>
              <a:r>
                <a:rPr kumimoji="1" lang="en-US" altLang="zh-CN" sz="1400" i="1">
                  <a:solidFill>
                    <a:srgbClr val="000000"/>
                  </a:solidFill>
                  <a:latin typeface="Times New Roman" panose="02020603050405020304" pitchFamily="18" charset="0"/>
                </a:rPr>
                <a:t>F→ · </a:t>
              </a:r>
              <a:r>
                <a:rPr kumimoji="1" lang="en-US" altLang="zh-CN" sz="1400">
                  <a:solidFill>
                    <a:srgbClr val="000000"/>
                  </a:solidFill>
                  <a:latin typeface="Times New Roman" panose="02020603050405020304" pitchFamily="18" charset="0"/>
                </a:rPr>
                <a:t>d</a:t>
              </a:r>
            </a:p>
          </p:txBody>
        </p:sp>
        <p:sp>
          <p:nvSpPr>
            <p:cNvPr id="199713" name="Line 21">
              <a:extLst>
                <a:ext uri="{FF2B5EF4-FFF2-40B4-BE49-F238E27FC236}">
                  <a16:creationId xmlns:a16="http://schemas.microsoft.com/office/drawing/2014/main" id="{018E6C85-1765-40DE-9434-0CC284FA3C5E}"/>
                </a:ext>
              </a:extLst>
            </p:cNvPr>
            <p:cNvSpPr>
              <a:spLocks noChangeShapeType="1"/>
            </p:cNvSpPr>
            <p:nvPr/>
          </p:nvSpPr>
          <p:spPr bwMode="auto">
            <a:xfrm rot="10800000">
              <a:off x="4943476" y="3789041"/>
              <a:ext cx="2447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14" name="Text Box 22">
              <a:extLst>
                <a:ext uri="{FF2B5EF4-FFF2-40B4-BE49-F238E27FC236}">
                  <a16:creationId xmlns:a16="http://schemas.microsoft.com/office/drawing/2014/main" id="{6183E4B8-AFA7-487C-BF5E-A233E9C9923F}"/>
                </a:ext>
              </a:extLst>
            </p:cNvPr>
            <p:cNvSpPr txBox="1">
              <a:spLocks noChangeArrowheads="1"/>
            </p:cNvSpPr>
            <p:nvPr/>
          </p:nvSpPr>
          <p:spPr bwMode="auto">
            <a:xfrm>
              <a:off x="6888163" y="3356993"/>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a:solidFill>
                    <a:srgbClr val="000000"/>
                  </a:solidFill>
                  <a:latin typeface="Times New Roman" panose="02020603050405020304" pitchFamily="18" charset="0"/>
                </a:rPr>
                <a:t>d</a:t>
              </a:r>
            </a:p>
          </p:txBody>
        </p:sp>
        <p:sp>
          <p:nvSpPr>
            <p:cNvPr id="182" name="Text Box 23">
              <a:extLst>
                <a:ext uri="{FF2B5EF4-FFF2-40B4-BE49-F238E27FC236}">
                  <a16:creationId xmlns:a16="http://schemas.microsoft.com/office/drawing/2014/main" id="{CA973C13-3E12-446E-A2AC-EEDCA7A253B3}"/>
                </a:ext>
              </a:extLst>
            </p:cNvPr>
            <p:cNvSpPr txBox="1">
              <a:spLocks noChangeArrowheads="1"/>
            </p:cNvSpPr>
            <p:nvPr/>
          </p:nvSpPr>
          <p:spPr bwMode="auto">
            <a:xfrm>
              <a:off x="5027623" y="5342233"/>
              <a:ext cx="2031759"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9</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→*FNT</a:t>
              </a:r>
              <a:r>
                <a:rPr lang="en-US" altLang="zh-CN" sz="1400" b="0" i="1" dirty="0">
                  <a:solidFill>
                    <a:srgbClr val="000000"/>
                  </a:solidFill>
                  <a:latin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9716" name="Line 24">
              <a:extLst>
                <a:ext uri="{FF2B5EF4-FFF2-40B4-BE49-F238E27FC236}">
                  <a16:creationId xmlns:a16="http://schemas.microsoft.com/office/drawing/2014/main" id="{DA765185-C347-4326-A39C-285C78B35FAC}"/>
                </a:ext>
              </a:extLst>
            </p:cNvPr>
            <p:cNvSpPr>
              <a:spLocks noChangeShapeType="1"/>
            </p:cNvSpPr>
            <p:nvPr/>
          </p:nvSpPr>
          <p:spPr bwMode="auto">
            <a:xfrm rot="10800000">
              <a:off x="6743700" y="429309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17" name="Text Box 25">
              <a:extLst>
                <a:ext uri="{FF2B5EF4-FFF2-40B4-BE49-F238E27FC236}">
                  <a16:creationId xmlns:a16="http://schemas.microsoft.com/office/drawing/2014/main" id="{33D7256A-FFA5-408A-A631-95A1E7121C54}"/>
                </a:ext>
              </a:extLst>
            </p:cNvPr>
            <p:cNvSpPr txBox="1">
              <a:spLocks noChangeArrowheads="1"/>
            </p:cNvSpPr>
            <p:nvPr/>
          </p:nvSpPr>
          <p:spPr bwMode="auto">
            <a:xfrm>
              <a:off x="6888163" y="3861048"/>
              <a:ext cx="3810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F</a:t>
              </a:r>
            </a:p>
          </p:txBody>
        </p:sp>
        <p:sp>
          <p:nvSpPr>
            <p:cNvPr id="185" name="Text Box 26">
              <a:extLst>
                <a:ext uri="{FF2B5EF4-FFF2-40B4-BE49-F238E27FC236}">
                  <a16:creationId xmlns:a16="http://schemas.microsoft.com/office/drawing/2014/main" id="{E3528B8A-2B61-4F67-9D36-7ECBA48FDEC1}"/>
                </a:ext>
              </a:extLst>
            </p:cNvPr>
            <p:cNvSpPr txBox="1">
              <a:spLocks noChangeArrowheads="1"/>
            </p:cNvSpPr>
            <p:nvPr/>
          </p:nvSpPr>
          <p:spPr bwMode="auto">
            <a:xfrm>
              <a:off x="5010692" y="2925430"/>
              <a:ext cx="1805302" cy="69837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a:spcBef>
                  <a:spcPct val="0"/>
                </a:spcBef>
                <a:buClrTx/>
                <a:buSzTx/>
                <a:buFontTx/>
                <a:buNone/>
                <a:defRPr/>
              </a:pPr>
              <a:r>
                <a:rPr kumimoji="1" lang="en-US" altLang="zh-CN" sz="1400" i="1" dirty="0">
                  <a:solidFill>
                    <a:srgbClr val="000000"/>
                  </a:solidFill>
                  <a:latin typeface="Times New Roman" panose="02020603050405020304" pitchFamily="18" charset="0"/>
                </a:rPr>
                <a:t>I</a:t>
              </a:r>
              <a:r>
                <a:rPr kumimoji="1" lang="en-US" altLang="zh-CN" sz="1400" i="1" baseline="-25000" dirty="0">
                  <a:solidFill>
                    <a:srgbClr val="000000"/>
                  </a:solidFill>
                  <a:latin typeface="Times New Roman" panose="02020603050405020304" pitchFamily="18" charset="0"/>
                </a:rPr>
                <a:t>5</a:t>
              </a:r>
              <a:r>
                <a:rPr kumimoji="1" lang="en-US" altLang="zh-CN" sz="1400" i="1" dirty="0">
                  <a:solidFill>
                    <a:srgbClr val="000000"/>
                  </a:solidFill>
                  <a:latin typeface="Times New Roman" panose="02020603050405020304" pitchFamily="18" charset="0"/>
                </a:rPr>
                <a:t>:</a:t>
              </a:r>
            </a:p>
            <a:p>
              <a:pPr>
                <a:spcBef>
                  <a:spcPct val="0"/>
                </a:spcBef>
                <a:buClrTx/>
                <a:buSzTx/>
                <a:buFontTx/>
                <a:buNone/>
                <a:defRPr/>
              </a:pPr>
              <a:r>
                <a:rPr kumimoji="1" lang="en-US" altLang="zh-CN" sz="1400" i="1" dirty="0">
                  <a:solidFill>
                    <a:srgbClr val="000000"/>
                  </a:solidFill>
                  <a:latin typeface="Times New Roman" panose="02020603050405020304" pitchFamily="18" charset="0"/>
                </a:rPr>
                <a:t>T→FMT</a:t>
              </a:r>
              <a:r>
                <a:rPr lang="en-US" altLang="zh-CN" sz="1400" b="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kumimoji="1" lang="en-US" altLang="zh-CN" sz="1400" i="1" dirty="0">
                  <a:solidFill>
                    <a:srgbClr val="000000"/>
                  </a:solidFill>
                  <a:latin typeface="Times New Roman" panose="02020603050405020304" pitchFamily="18" charset="0"/>
                </a:rPr>
                <a:t>·</a:t>
              </a:r>
              <a:r>
                <a:rPr kumimoji="1" lang="zh-CN" altLang="en-US" sz="1400" i="1" dirty="0">
                  <a:solidFill>
                    <a:srgbClr val="FF0000"/>
                  </a:solidFill>
                  <a:latin typeface="Times New Roman" panose="02020603050405020304" pitchFamily="18" charset="0"/>
                  <a:cs typeface="Times New Roman" panose="02020603050405020304" pitchFamily="18" charset="0"/>
                </a:rPr>
                <a:t> ，</a:t>
              </a:r>
              <a:r>
                <a:rPr kumimoji="1" lang="en-US" altLang="zh-CN" sz="1400" dirty="0">
                  <a:solidFill>
                    <a:srgbClr val="FF0000"/>
                  </a:solidFill>
                  <a:latin typeface="Times New Roman" panose="02020603050405020304" pitchFamily="18" charset="0"/>
                </a:rPr>
                <a:t>$</a:t>
              </a:r>
              <a:endParaRPr kumimoji="1" lang="en-US" altLang="zh-CN" sz="1400" i="1" dirty="0">
                <a:solidFill>
                  <a:srgbClr val="000000"/>
                </a:solidFill>
                <a:latin typeface="Times New Roman" panose="02020603050405020304" pitchFamily="18" charset="0"/>
              </a:endParaRPr>
            </a:p>
          </p:txBody>
        </p:sp>
        <p:sp>
          <p:nvSpPr>
            <p:cNvPr id="199719" name="Line 27">
              <a:extLst>
                <a:ext uri="{FF2B5EF4-FFF2-40B4-BE49-F238E27FC236}">
                  <a16:creationId xmlns:a16="http://schemas.microsoft.com/office/drawing/2014/main" id="{2BEA92AF-2B19-457C-BA2A-203B11882526}"/>
                </a:ext>
              </a:extLst>
            </p:cNvPr>
            <p:cNvSpPr>
              <a:spLocks noChangeShapeType="1"/>
            </p:cNvSpPr>
            <p:nvPr/>
          </p:nvSpPr>
          <p:spPr bwMode="auto">
            <a:xfrm>
              <a:off x="8112125" y="2769666"/>
              <a:ext cx="0" cy="57626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20" name="Line 29">
              <a:extLst>
                <a:ext uri="{FF2B5EF4-FFF2-40B4-BE49-F238E27FC236}">
                  <a16:creationId xmlns:a16="http://schemas.microsoft.com/office/drawing/2014/main" id="{98D66B5E-05D3-4E06-9695-A6527A786AFC}"/>
                </a:ext>
              </a:extLst>
            </p:cNvPr>
            <p:cNvSpPr>
              <a:spLocks noChangeShapeType="1"/>
            </p:cNvSpPr>
            <p:nvPr/>
          </p:nvSpPr>
          <p:spPr bwMode="auto">
            <a:xfrm flipH="1">
              <a:off x="6815138" y="2543218"/>
              <a:ext cx="792493" cy="72352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21" name="Text Box 30">
              <a:extLst>
                <a:ext uri="{FF2B5EF4-FFF2-40B4-BE49-F238E27FC236}">
                  <a16:creationId xmlns:a16="http://schemas.microsoft.com/office/drawing/2014/main" id="{BACE18C6-AD64-4639-B1FE-511DDBF550F4}"/>
                </a:ext>
              </a:extLst>
            </p:cNvPr>
            <p:cNvSpPr txBox="1">
              <a:spLocks noChangeArrowheads="1"/>
            </p:cNvSpPr>
            <p:nvPr/>
          </p:nvSpPr>
          <p:spPr bwMode="auto">
            <a:xfrm>
              <a:off x="6959599" y="299720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9722" name="Text Box 32">
              <a:extLst>
                <a:ext uri="{FF2B5EF4-FFF2-40B4-BE49-F238E27FC236}">
                  <a16:creationId xmlns:a16="http://schemas.microsoft.com/office/drawing/2014/main" id="{E6763343-2EDE-4B0D-9396-80D858F2B5D3}"/>
                </a:ext>
              </a:extLst>
            </p:cNvPr>
            <p:cNvSpPr txBox="1">
              <a:spLocks noChangeArrowheads="1"/>
            </p:cNvSpPr>
            <p:nvPr/>
          </p:nvSpPr>
          <p:spPr bwMode="auto">
            <a:xfrm>
              <a:off x="8328024" y="4292500"/>
              <a:ext cx="4572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a:t>
              </a:r>
            </a:p>
          </p:txBody>
        </p:sp>
        <p:sp>
          <p:nvSpPr>
            <p:cNvPr id="199723" name="Text Box 35">
              <a:extLst>
                <a:ext uri="{FF2B5EF4-FFF2-40B4-BE49-F238E27FC236}">
                  <a16:creationId xmlns:a16="http://schemas.microsoft.com/office/drawing/2014/main" id="{9EC03141-01AD-4EAC-A761-D10952C23A38}"/>
                </a:ext>
              </a:extLst>
            </p:cNvPr>
            <p:cNvSpPr txBox="1">
              <a:spLocks noChangeArrowheads="1"/>
            </p:cNvSpPr>
            <p:nvPr/>
          </p:nvSpPr>
          <p:spPr bwMode="auto">
            <a:xfrm>
              <a:off x="5087939" y="1066801"/>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T</a:t>
              </a:r>
            </a:p>
          </p:txBody>
        </p:sp>
        <p:sp>
          <p:nvSpPr>
            <p:cNvPr id="199724" name="Line 38">
              <a:extLst>
                <a:ext uri="{FF2B5EF4-FFF2-40B4-BE49-F238E27FC236}">
                  <a16:creationId xmlns:a16="http://schemas.microsoft.com/office/drawing/2014/main" id="{486B3B3D-5638-4AD1-8071-22A8BC58B57A}"/>
                </a:ext>
              </a:extLst>
            </p:cNvPr>
            <p:cNvSpPr>
              <a:spLocks noChangeShapeType="1"/>
            </p:cNvSpPr>
            <p:nvPr/>
          </p:nvSpPr>
          <p:spPr bwMode="auto">
            <a:xfrm>
              <a:off x="6743700" y="4869482"/>
              <a:ext cx="1079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25" name="Text Box 39">
              <a:extLst>
                <a:ext uri="{FF2B5EF4-FFF2-40B4-BE49-F238E27FC236}">
                  <a16:creationId xmlns:a16="http://schemas.microsoft.com/office/drawing/2014/main" id="{89421A0F-0F5E-4BD4-B450-FA9A9B754B31}"/>
                </a:ext>
              </a:extLst>
            </p:cNvPr>
            <p:cNvSpPr txBox="1">
              <a:spLocks noChangeArrowheads="1"/>
            </p:cNvSpPr>
            <p:nvPr/>
          </p:nvSpPr>
          <p:spPr bwMode="auto">
            <a:xfrm>
              <a:off x="6888163" y="450912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en-US" altLang="zh-CN" sz="1400" i="1">
                  <a:solidFill>
                    <a:srgbClr val="000000"/>
                  </a:solidFill>
                  <a:latin typeface="Times New Roman" panose="02020603050405020304" pitchFamily="18" charset="0"/>
                </a:rPr>
                <a:t>N</a:t>
              </a:r>
            </a:p>
          </p:txBody>
        </p:sp>
        <p:sp>
          <p:nvSpPr>
            <p:cNvPr id="199726" name="Text Box 43">
              <a:extLst>
                <a:ext uri="{FF2B5EF4-FFF2-40B4-BE49-F238E27FC236}">
                  <a16:creationId xmlns:a16="http://schemas.microsoft.com/office/drawing/2014/main" id="{A9D9DE9F-859E-422C-AC37-9BD203454A44}"/>
                </a:ext>
              </a:extLst>
            </p:cNvPr>
            <p:cNvSpPr txBox="1">
              <a:spLocks noChangeArrowheads="1"/>
            </p:cNvSpPr>
            <p:nvPr/>
          </p:nvSpPr>
          <p:spPr bwMode="auto">
            <a:xfrm>
              <a:off x="8183563" y="2842690"/>
              <a:ext cx="533400" cy="41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spcBef>
                  <a:spcPct val="50000"/>
                </a:spcBef>
              </a:pPr>
              <a:r>
                <a:rPr kumimoji="1" lang="zh-CN" altLang="en-US" sz="1400" i="1">
                  <a:solidFill>
                    <a:srgbClr val="000000"/>
                  </a:solidFill>
                  <a:latin typeface="Times New Roman" panose="02020603050405020304" pitchFamily="18" charset="0"/>
                </a:rPr>
                <a:t>*</a:t>
              </a:r>
            </a:p>
          </p:txBody>
        </p:sp>
        <p:sp>
          <p:nvSpPr>
            <p:cNvPr id="199727" name="Line 27">
              <a:extLst>
                <a:ext uri="{FF2B5EF4-FFF2-40B4-BE49-F238E27FC236}">
                  <a16:creationId xmlns:a16="http://schemas.microsoft.com/office/drawing/2014/main" id="{38258CC5-1240-4195-9B0B-02F933E0783D}"/>
                </a:ext>
              </a:extLst>
            </p:cNvPr>
            <p:cNvSpPr>
              <a:spLocks noChangeShapeType="1"/>
            </p:cNvSpPr>
            <p:nvPr/>
          </p:nvSpPr>
          <p:spPr bwMode="auto">
            <a:xfrm flipH="1">
              <a:off x="7059587" y="5661000"/>
              <a:ext cx="765203" cy="228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28" name="Line 27">
              <a:extLst>
                <a:ext uri="{FF2B5EF4-FFF2-40B4-BE49-F238E27FC236}">
                  <a16:creationId xmlns:a16="http://schemas.microsoft.com/office/drawing/2014/main" id="{BF9EC478-4BEA-455D-B40A-99DEEC14ADD9}"/>
                </a:ext>
              </a:extLst>
            </p:cNvPr>
            <p:cNvSpPr>
              <a:spLocks noChangeShapeType="1"/>
            </p:cNvSpPr>
            <p:nvPr/>
          </p:nvSpPr>
          <p:spPr bwMode="auto">
            <a:xfrm flipH="1" flipV="1">
              <a:off x="8183563" y="4365103"/>
              <a:ext cx="0" cy="38459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3" name="Rectangle 3">
            <a:extLst>
              <a:ext uri="{FF2B5EF4-FFF2-40B4-BE49-F238E27FC236}">
                <a16:creationId xmlns:a16="http://schemas.microsoft.com/office/drawing/2014/main" id="{EAC8CB8A-0241-4725-958D-B0D1C6761164}"/>
              </a:ext>
            </a:extLst>
          </p:cNvPr>
          <p:cNvSpPr txBox="1">
            <a:spLocks noChangeArrowheads="1"/>
          </p:cNvSpPr>
          <p:nvPr/>
        </p:nvSpPr>
        <p:spPr bwMode="auto">
          <a:xfrm>
            <a:off x="4830763" y="119063"/>
            <a:ext cx="3884612" cy="2452687"/>
          </a:xfrm>
          <a:prstGeom prst="rect">
            <a:avLst/>
          </a:prstGeom>
          <a:solidFill>
            <a:schemeClr val="accent5">
              <a:lumMod val="60000"/>
              <a:lumOff val="40000"/>
            </a:schemeClr>
          </a:solidFill>
          <a:ln w="9525">
            <a:solidFill>
              <a:schemeClr val="tx1"/>
            </a:solidFill>
            <a:miter lim="800000"/>
            <a:headEnd/>
            <a:tailEnd/>
          </a:ln>
        </p:spPr>
        <p:txBody>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1)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	</a:t>
            </a:r>
          </a:p>
          <a:p>
            <a:pPr eaLnBrk="1" hangingPunct="1">
              <a:buClr>
                <a:srgbClr val="5EAEFF"/>
              </a:buClr>
              <a:buSzPct val="60000"/>
              <a:buFont typeface="Wingdings" panose="05000000000000000000" pitchFamily="2" charset="2"/>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8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2)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i="1" dirty="0">
                <a:solidFill>
                  <a:srgbClr val="000000"/>
                </a:solidFill>
                <a:latin typeface="Times New Roman" panose="02020603050405020304" pitchFamily="18" charset="0"/>
                <a:cs typeface="Times New Roman" panose="02020603050405020304" pitchFamily="18" charset="0"/>
              </a:rPr>
              <a:t>F </a:t>
            </a:r>
            <a:r>
              <a:rPr lang="en-US" altLang="zh-CN" sz="1800" i="1" dirty="0">
                <a:solidFill>
                  <a:srgbClr val="0000FF"/>
                </a:solidFill>
                <a:latin typeface="Times New Roman" panose="02020603050405020304" pitchFamily="18" charset="0"/>
                <a:cs typeface="Times New Roman" panose="02020603050405020304" pitchFamily="18" charset="0"/>
              </a:rPr>
              <a:t>N</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 }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dirty="0">
                <a:solidFill>
                  <a:srgbClr val="0000FF"/>
                </a:solidFill>
                <a:latin typeface="Times New Roman" panose="02020603050405020304" pitchFamily="18" charset="0"/>
                <a:cs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zh-CN" altLang="en-US" sz="1800" i="1" dirty="0">
                <a:solidFill>
                  <a:srgbClr val="0000FF"/>
                </a:solidFill>
                <a:latin typeface="Times New Roman" panose="02020603050405020304" pitchFamily="18" charset="0"/>
                <a:cs typeface="Times New Roman" panose="02020603050405020304" pitchFamily="18" charset="0"/>
              </a:rPr>
              <a:t>T</a:t>
            </a:r>
            <a:r>
              <a:rPr lang="en-US" altLang="zh-CN" sz="1800" i="1" dirty="0">
                <a:solidFill>
                  <a:srgbClr val="0000FF"/>
                </a:solidFill>
                <a:latin typeface="Times New Roman" panose="02020603050405020304" pitchFamily="18" charset="0"/>
                <a:ea typeface="楷体" panose="02010609060101010101" pitchFamily="49" charset="-122"/>
              </a:rPr>
              <a:t>′</a:t>
            </a:r>
            <a:r>
              <a:rPr lang="zh-CN" altLang="en-US" sz="1800" i="1" dirty="0">
                <a:solidFill>
                  <a:srgbClr val="0000FF"/>
                </a:solidFill>
                <a:latin typeface="Times New Roman" panose="02020603050405020304" pitchFamily="18" charset="0"/>
                <a:cs typeface="Times New Roman" panose="02020603050405020304" pitchFamily="18" charset="0"/>
              </a:rPr>
              <a:t>.inh</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rPr>
              <a:t> </a:t>
            </a:r>
            <a:r>
              <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endPar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rPr>
              <a:t>3)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l-GR"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inh</a:t>
            </a:r>
            <a:r>
              <a:rPr lang="en-US" altLang="zh-CN" sz="1800" dirty="0">
                <a:solidFill>
                  <a:srgbClr val="000000"/>
                </a:solidFill>
                <a:latin typeface="Times New Roman" panose="02020603050405020304" pitchFamily="18" charset="0"/>
                <a:cs typeface="Times New Roman" panose="02020603050405020304" pitchFamily="18" charset="0"/>
              </a:rPr>
              <a:t> }</a:t>
            </a: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18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800" dirty="0">
              <a:solidFill>
                <a:srgbClr val="000000"/>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DEED3DE0-FCFA-4829-AC36-B6CD7AE64B8B}"/>
              </a:ext>
            </a:extLst>
          </p:cNvPr>
          <p:cNvSpPr>
            <a:spLocks noGrp="1"/>
          </p:cNvSpPr>
          <p:nvPr>
            <p:ph type="sldNum" sz="quarter" idx="10"/>
          </p:nvPr>
        </p:nvSpPr>
        <p:spPr/>
        <p:txBody>
          <a:bodyPr/>
          <a:lstStyle/>
          <a:p>
            <a:pPr>
              <a:defRPr/>
            </a:pPr>
            <a:fld id="{8E104948-B687-4A74-87EB-9097C047E113}" type="slidenum">
              <a:rPr lang="zh-CN" altLang="en-US" smtClean="0"/>
              <a:pPr>
                <a:defRPr/>
              </a:pPr>
              <a:t>88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500" fill="hold"/>
                                        <p:tgtEl>
                                          <p:spTgt spid="32"/>
                                        </p:tgtEl>
                                        <p:attrNameLst>
                                          <p:attrName>ppt_w</p:attrName>
                                        </p:attrNameLst>
                                      </p:cBhvr>
                                      <p:tavLst>
                                        <p:tav tm="0">
                                          <p:val>
                                            <p:fltVal val="0"/>
                                          </p:val>
                                        </p:tav>
                                        <p:tav tm="100000">
                                          <p:val>
                                            <p:strVal val="#ppt_w"/>
                                          </p:val>
                                        </p:tav>
                                      </p:tavLst>
                                    </p:anim>
                                    <p:anim calcmode="lin" valueType="num">
                                      <p:cBhvr>
                                        <p:cTn id="13" dur="500" fill="hold"/>
                                        <p:tgtEl>
                                          <p:spTgt spid="32"/>
                                        </p:tgtEl>
                                        <p:attrNameLst>
                                          <p:attrName>ppt_h</p:attrName>
                                        </p:attrNameLst>
                                      </p:cBhvr>
                                      <p:tavLst>
                                        <p:tav tm="0">
                                          <p:val>
                                            <p:fltVal val="0"/>
                                          </p:val>
                                        </p:tav>
                                        <p:tav tm="100000">
                                          <p:val>
                                            <p:strVal val="#ppt_h"/>
                                          </p:val>
                                        </p:tav>
                                      </p:tavLst>
                                    </p:anim>
                                    <p:animEffect transition="in" filter="fade">
                                      <p:cBhvr>
                                        <p:cTn id="14" dur="500"/>
                                        <p:tgtEl>
                                          <p:spTgt spid="3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500" fill="hold"/>
                                        <p:tgtEl>
                                          <p:spTgt spid="33"/>
                                        </p:tgtEl>
                                        <p:attrNameLst>
                                          <p:attrName>ppt_w</p:attrName>
                                        </p:attrNameLst>
                                      </p:cBhvr>
                                      <p:tavLst>
                                        <p:tav tm="0">
                                          <p:val>
                                            <p:fltVal val="0"/>
                                          </p:val>
                                        </p:tav>
                                        <p:tav tm="100000">
                                          <p:val>
                                            <p:strVal val="#ppt_w"/>
                                          </p:val>
                                        </p:tav>
                                      </p:tavLst>
                                    </p:anim>
                                    <p:anim calcmode="lin" valueType="num">
                                      <p:cBhvr>
                                        <p:cTn id="20" dur="500" fill="hold"/>
                                        <p:tgtEl>
                                          <p:spTgt spid="33"/>
                                        </p:tgtEl>
                                        <p:attrNameLst>
                                          <p:attrName>ppt_h</p:attrName>
                                        </p:attrNameLst>
                                      </p:cBhvr>
                                      <p:tavLst>
                                        <p:tav tm="0">
                                          <p:val>
                                            <p:fltVal val="0"/>
                                          </p:val>
                                        </p:tav>
                                        <p:tav tm="100000">
                                          <p:val>
                                            <p:strVal val="#ppt_h"/>
                                          </p:val>
                                        </p:tav>
                                      </p:tavLst>
                                    </p:anim>
                                    <p:animEffect transition="in" filter="fade">
                                      <p:cBhvr>
                                        <p:cTn id="2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3">
            <a:extLst>
              <a:ext uri="{FF2B5EF4-FFF2-40B4-BE49-F238E27FC236}">
                <a16:creationId xmlns:a16="http://schemas.microsoft.com/office/drawing/2014/main" id="{F4EDD633-FA26-44B6-94D4-30AA7FBF0586}"/>
              </a:ext>
            </a:extLst>
          </p:cNvPr>
          <p:cNvSpPr>
            <a:spLocks noGrp="1" noChangeArrowheads="1"/>
          </p:cNvSpPr>
          <p:nvPr>
            <p:ph idx="1"/>
          </p:nvPr>
        </p:nvSpPr>
        <p:spPr>
          <a:xfrm>
            <a:off x="214313" y="2565400"/>
            <a:ext cx="8915400" cy="2649538"/>
          </a:xfrm>
        </p:spPr>
        <p:txBody>
          <a:bodyPr/>
          <a:lstStyle/>
          <a:p>
            <a:pPr marL="457200" indent="-457200" eaLnBrk="1" hangingPunct="1">
              <a:lnSpc>
                <a:spcPts val="2800"/>
              </a:lnSpc>
              <a:buClr>
                <a:srgbClr val="3333CC"/>
              </a:buClr>
              <a:buFont typeface="Symbol" panose="05050102010706020507" pitchFamily="18" charset="2"/>
              <a:buNone/>
              <a:defRPr/>
            </a:pPr>
            <a:r>
              <a:rPr lang="en-US" altLang="zh-CN" sz="2000" dirty="0">
                <a:latin typeface="Times New Roman" panose="02020603050405020304" pitchFamily="18" charset="0"/>
                <a:cs typeface="Times New Roman" panose="02020603050405020304" pitchFamily="18" charset="0"/>
              </a:rPr>
              <a:t>1) </a:t>
            </a:r>
            <a:r>
              <a:rPr lang="en-US" altLang="zh-CN" sz="2000" i="1" dirty="0">
                <a:latin typeface="Times New Roman" panose="02020603050405020304" pitchFamily="18" charset="0"/>
                <a:cs typeface="Times New Roman" panose="02020603050405020304" pitchFamily="18" charset="0"/>
              </a:rPr>
              <a:t>T</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F </a:t>
            </a:r>
            <a:r>
              <a:rPr lang="en-US" altLang="zh-CN" sz="2000" i="1" dirty="0">
                <a:latin typeface="Times New Roman" panose="02020603050405020304" pitchFamily="18" charset="0"/>
                <a:cs typeface="Times New Roman" panose="02020603050405020304" pitchFamily="18" charset="0"/>
              </a:rPr>
              <a:t>M</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stack</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top-</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2]</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err="1">
                <a:solidFill>
                  <a:srgbClr val="2D83F4"/>
                </a:solidFill>
                <a:latin typeface="Times New Roman" panose="02020603050405020304" pitchFamily="18" charset="0"/>
                <a:cs typeface="Times New Roman" panose="02020603050405020304" pitchFamily="18" charset="0"/>
                <a:sym typeface="Arial" panose="020B0604020202020204" pitchFamily="34" charset="0"/>
              </a:rPr>
              <a:t>val</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 </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 stack</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top</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err="1">
                <a:solidFill>
                  <a:srgbClr val="2D83F4"/>
                </a:solidFill>
                <a:latin typeface="Times New Roman" panose="02020603050405020304" pitchFamily="18" charset="0"/>
                <a:ea typeface="楷体_GB2312" pitchFamily="49" charset="-122"/>
                <a:cs typeface="Times New Roman" panose="02020603050405020304" pitchFamily="18" charset="0"/>
              </a:rPr>
              <a:t>syn</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 top = top-</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2;</a:t>
            </a:r>
            <a:r>
              <a:rPr lang="en-US" altLang="zh-CN" sz="20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a:t>
            </a:r>
          </a:p>
          <a:p>
            <a:pPr marL="457200" indent="-457200" eaLnBrk="1" hangingPunct="1">
              <a:lnSpc>
                <a:spcPts val="2800"/>
              </a:lnSpc>
              <a:buClr>
                <a:srgbClr val="3333CC"/>
              </a:buClr>
              <a:buFont typeface="Symbol" panose="05050102010706020507" pitchFamily="18" charset="2"/>
              <a:buNone/>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latin typeface="Times New Roman" panose="02020603050405020304" pitchFamily="18" charset="0"/>
                <a:cs typeface="Times New Roman" panose="02020603050405020304" pitchFamily="18" charset="0"/>
                <a:sym typeface="Arial" panose="020B0604020202020204" pitchFamily="34" charset="0"/>
              </a:rPr>
              <a:t>ε</a:t>
            </a:r>
            <a:r>
              <a:rPr lang="el-GR"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solidFill>
                  <a:srgbClr val="FF0000"/>
                </a:solidFill>
                <a:latin typeface="Times New Roman" panose="02020603050405020304" pitchFamily="18" charset="0"/>
                <a:cs typeface="Times New Roman" panose="02020603050405020304" pitchFamily="18" charset="0"/>
              </a:rPr>
              <a:t>stack</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top+</a:t>
            </a:r>
            <a:r>
              <a:rPr lang="en-US" altLang="zh-CN" sz="2000" dirty="0">
                <a:solidFill>
                  <a:srgbClr val="FF0000"/>
                </a:solidFill>
                <a:latin typeface="Times New Roman" panose="02020603050405020304" pitchFamily="18" charset="0"/>
                <a:cs typeface="Times New Roman" panose="02020603050405020304" pitchFamily="18" charset="0"/>
              </a:rPr>
              <a:t>1</a:t>
            </a:r>
            <a:r>
              <a:rPr lang="en-US" altLang="zh-CN" sz="20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err="1">
                <a:solidFill>
                  <a:srgbClr val="FF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err="1">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FF0000"/>
                </a:solidFill>
                <a:latin typeface="Times New Roman" panose="02020603050405020304" pitchFamily="18" charset="0"/>
                <a:cs typeface="Times New Roman" panose="02020603050405020304" pitchFamily="18" charset="0"/>
              </a:rPr>
              <a:t>= stack</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top</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a:t>
            </a:r>
            <a:r>
              <a:rPr lang="en-US" altLang="zh-CN" sz="2000" i="1" dirty="0" err="1">
                <a:solidFill>
                  <a:srgbClr val="FF0000"/>
                </a:solidFill>
                <a:latin typeface="Times New Roman" panose="02020603050405020304" pitchFamily="18" charset="0"/>
                <a:cs typeface="Times New Roman" panose="02020603050405020304" pitchFamily="18" charset="0"/>
              </a:rPr>
              <a:t>val</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 top = top+</a:t>
            </a:r>
            <a:r>
              <a:rPr lang="en-US" altLang="zh-CN" sz="2000" dirty="0">
                <a:solidFill>
                  <a:srgbClr val="FF0000"/>
                </a:solidFill>
                <a:latin typeface="Times New Roman" panose="02020603050405020304" pitchFamily="18" charset="0"/>
                <a:cs typeface="Times New Roman" panose="02020603050405020304" pitchFamily="18" charset="0"/>
              </a:rPr>
              <a:t>1;</a:t>
            </a:r>
            <a:r>
              <a:rPr lang="en-US" altLang="zh-CN" sz="20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a:t>
            </a:r>
          </a:p>
          <a:p>
            <a:pPr marL="457200" indent="-457200" eaLnBrk="1" hangingPunct="1">
              <a:lnSpc>
                <a:spcPts val="2800"/>
              </a:lnSpc>
              <a:buClr>
                <a:srgbClr val="3333CC"/>
              </a:buClr>
              <a:buFont typeface="Symbol" panose="05050102010706020507" pitchFamily="18" charset="2"/>
              <a:buNone/>
              <a:defRPr/>
            </a:pPr>
            <a:r>
              <a:rPr lang="en-US" altLang="zh-CN" sz="2000" dirty="0">
                <a:latin typeface="Times New Roman" panose="02020603050405020304" pitchFamily="18" charset="0"/>
                <a:cs typeface="Times New Roman" panose="02020603050405020304" pitchFamily="18" charset="0"/>
              </a:rPr>
              <a:t>2) </a:t>
            </a:r>
            <a:r>
              <a:rPr lang="en-US" altLang="zh-CN"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F </a:t>
            </a:r>
            <a:r>
              <a:rPr lang="en-US" altLang="zh-CN" sz="2000" i="1" dirty="0">
                <a:latin typeface="Times New Roman" panose="02020603050405020304" pitchFamily="18" charset="0"/>
                <a:cs typeface="Times New Roman" panose="02020603050405020304" pitchFamily="18" charset="0"/>
              </a:rPr>
              <a:t>N</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solidFill>
                  <a:srgbClr val="2D83F4"/>
                </a:solidFill>
                <a:latin typeface="Times New Roman" panose="02020603050405020304" pitchFamily="18" charset="0"/>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stack</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top-</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3]</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err="1">
                <a:solidFill>
                  <a:srgbClr val="2D83F4"/>
                </a:solidFill>
                <a:latin typeface="Times New Roman" panose="02020603050405020304" pitchFamily="18" charset="0"/>
                <a:cs typeface="Times New Roman" panose="02020603050405020304" pitchFamily="18" charset="0"/>
                <a:sym typeface="Arial" panose="020B0604020202020204" pitchFamily="34" charset="0"/>
              </a:rPr>
              <a:t>syn</a:t>
            </a:r>
            <a:r>
              <a:rPr lang="en-US" altLang="zh-CN" sz="2000" i="1"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rgbClr val="2D83F4"/>
                </a:solidFill>
                <a:latin typeface="Times New Roman" panose="02020603050405020304" pitchFamily="18" charset="0"/>
                <a:cs typeface="Times New Roman" panose="02020603050405020304" pitchFamily="18" charset="0"/>
              </a:rPr>
              <a:t>= stack</a:t>
            </a:r>
            <a:r>
              <a:rPr lang="en-US" altLang="zh-CN" sz="2000" dirty="0">
                <a:solidFill>
                  <a:srgbClr val="2D83F4"/>
                </a:solidFill>
                <a:latin typeface="Times New Roman" panose="02020603050405020304" pitchFamily="18" charset="0"/>
                <a:cs typeface="Times New Roman" panose="02020603050405020304" pitchFamily="18" charset="0"/>
              </a:rPr>
              <a:t>[</a:t>
            </a:r>
            <a:r>
              <a:rPr lang="en-US" altLang="zh-CN" sz="2000" i="1" dirty="0">
                <a:solidFill>
                  <a:srgbClr val="2D83F4"/>
                </a:solidFill>
                <a:latin typeface="Times New Roman" panose="02020603050405020304" pitchFamily="18" charset="0"/>
                <a:cs typeface="Times New Roman" panose="02020603050405020304" pitchFamily="18" charset="0"/>
              </a:rPr>
              <a:t>top</a:t>
            </a:r>
            <a:r>
              <a:rPr lang="en-US" altLang="zh-CN" sz="2000" dirty="0">
                <a:solidFill>
                  <a:srgbClr val="2D83F4"/>
                </a:solidFill>
                <a:latin typeface="Times New Roman" panose="02020603050405020304" pitchFamily="18" charset="0"/>
                <a:cs typeface="Times New Roman" panose="02020603050405020304" pitchFamily="18" charset="0"/>
              </a:rPr>
              <a:t>]</a:t>
            </a:r>
            <a:r>
              <a:rPr lang="en-US" altLang="zh-CN" sz="2000" i="1" dirty="0">
                <a:solidFill>
                  <a:srgbClr val="2D83F4"/>
                </a:solidFill>
                <a:latin typeface="Times New Roman" panose="02020603050405020304" pitchFamily="18" charset="0"/>
                <a:cs typeface="Times New Roman" panose="02020603050405020304" pitchFamily="18" charset="0"/>
              </a:rPr>
              <a:t>.</a:t>
            </a:r>
            <a:r>
              <a:rPr lang="en-US" altLang="zh-CN" sz="2000" i="1" dirty="0" err="1">
                <a:solidFill>
                  <a:srgbClr val="2D83F4"/>
                </a:solidFill>
                <a:latin typeface="Times New Roman" panose="02020603050405020304" pitchFamily="18" charset="0"/>
                <a:cs typeface="Times New Roman" panose="02020603050405020304" pitchFamily="18" charset="0"/>
              </a:rPr>
              <a:t>syn</a:t>
            </a:r>
            <a:r>
              <a:rPr lang="en-US" altLang="zh-CN" sz="2000" dirty="0">
                <a:solidFill>
                  <a:srgbClr val="2D83F4"/>
                </a:solidFill>
                <a:latin typeface="Times New Roman" panose="02020603050405020304" pitchFamily="18" charset="0"/>
                <a:cs typeface="Times New Roman" panose="02020603050405020304" pitchFamily="18" charset="0"/>
              </a:rPr>
              <a:t>;</a:t>
            </a:r>
            <a:r>
              <a:rPr lang="en-US" altLang="zh-CN" sz="2000" i="1" dirty="0">
                <a:solidFill>
                  <a:srgbClr val="2D83F4"/>
                </a:solidFill>
                <a:latin typeface="Times New Roman" panose="02020603050405020304" pitchFamily="18" charset="0"/>
                <a:cs typeface="Times New Roman" panose="02020603050405020304" pitchFamily="18" charset="0"/>
              </a:rPr>
              <a:t> top = top-</a:t>
            </a:r>
            <a:r>
              <a:rPr lang="en-US" altLang="zh-CN" sz="2000" dirty="0">
                <a:solidFill>
                  <a:srgbClr val="2D83F4"/>
                </a:solidFill>
                <a:latin typeface="Times New Roman" panose="02020603050405020304" pitchFamily="18" charset="0"/>
                <a:cs typeface="Times New Roman" panose="02020603050405020304" pitchFamily="18" charset="0"/>
              </a:rPr>
              <a:t>3;}</a:t>
            </a:r>
          </a:p>
          <a:p>
            <a:pPr lvl="1">
              <a:lnSpc>
                <a:spcPts val="2800"/>
              </a:lnSpc>
              <a:buFont typeface="Symbol" panose="05050102010706020507" pitchFamily="18" charset="2"/>
              <a:buNone/>
              <a:defRPr/>
            </a:pPr>
            <a:r>
              <a:rPr lang="en-US" altLang="zh-CN" sz="2000" i="1" dirty="0">
                <a:latin typeface="Times New Roman" panose="02020603050405020304" pitchFamily="18" charset="0"/>
                <a:cs typeface="Times New Roman" panose="02020603050405020304" pitchFamily="18" charset="0"/>
              </a:rPr>
              <a:t>N</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latin typeface="Times New Roman" panose="02020603050405020304" pitchFamily="18" charset="0"/>
                <a:cs typeface="Times New Roman" panose="02020603050405020304" pitchFamily="18" charset="0"/>
                <a:sym typeface="Arial" panose="020B0604020202020204" pitchFamily="34" charset="0"/>
              </a:rPr>
              <a:t>ε</a:t>
            </a:r>
            <a:r>
              <a:rPr lang="el-GR"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stack</a:t>
            </a:r>
            <a:r>
              <a:rPr lang="en-US" altLang="zh-CN" sz="20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top+</a:t>
            </a:r>
            <a:r>
              <a:rPr lang="en-US" altLang="zh-CN" sz="2000" dirty="0">
                <a:solidFill>
                  <a:srgbClr val="FF0000"/>
                </a:solidFill>
                <a:latin typeface="Times New Roman" panose="02020603050405020304" pitchFamily="18" charset="0"/>
                <a:ea typeface="楷体_GB2312" pitchFamily="49" charset="-122"/>
                <a:cs typeface="Times New Roman" panose="02020603050405020304" pitchFamily="18" charset="0"/>
              </a:rPr>
              <a:t>1]</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err="1">
                <a:solidFill>
                  <a:srgbClr val="FF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err="1">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 </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 stack</a:t>
            </a:r>
            <a:r>
              <a:rPr lang="en-US" altLang="zh-CN" sz="20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top-</a:t>
            </a:r>
            <a:r>
              <a:rPr lang="en-US" altLang="zh-CN" sz="2000" dirty="0">
                <a:solidFill>
                  <a:srgbClr val="FF0000"/>
                </a:solidFill>
                <a:latin typeface="Times New Roman" panose="02020603050405020304" pitchFamily="18" charset="0"/>
                <a:ea typeface="楷体_GB2312" pitchFamily="49" charset="-122"/>
                <a:cs typeface="Times New Roman" panose="02020603050405020304" pitchFamily="18" charset="0"/>
              </a:rPr>
              <a:t>2]</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err="1">
                <a:solidFill>
                  <a:srgbClr val="FF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err="1">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 </a:t>
            </a:r>
            <a:r>
              <a:rPr lang="en-US" altLang="zh-CN" sz="2000" dirty="0">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 stack</a:t>
            </a:r>
            <a:r>
              <a:rPr lang="en-US" altLang="zh-CN" sz="20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top</a:t>
            </a:r>
            <a:r>
              <a:rPr lang="en-US" altLang="zh-CN" sz="20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err="1">
                <a:solidFill>
                  <a:srgbClr val="FF0000"/>
                </a:solidFill>
                <a:latin typeface="Times New Roman" panose="02020603050405020304" pitchFamily="18" charset="0"/>
                <a:ea typeface="楷体_GB2312" pitchFamily="49" charset="-122"/>
                <a:cs typeface="Times New Roman" panose="02020603050405020304" pitchFamily="18" charset="0"/>
              </a:rPr>
              <a:t>val</a:t>
            </a:r>
            <a:r>
              <a:rPr lang="en-US" altLang="zh-CN" sz="2000"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000" i="1" dirty="0">
                <a:solidFill>
                  <a:srgbClr val="FF0000"/>
                </a:solidFill>
                <a:latin typeface="Times New Roman" panose="02020603050405020304" pitchFamily="18" charset="0"/>
                <a:ea typeface="楷体_GB2312" pitchFamily="49" charset="-122"/>
                <a:cs typeface="Times New Roman" panose="02020603050405020304" pitchFamily="18" charset="0"/>
              </a:rPr>
              <a:t>top = top+</a:t>
            </a:r>
            <a:r>
              <a:rPr lang="en-US" altLang="zh-CN" sz="2000" dirty="0">
                <a:solidFill>
                  <a:srgbClr val="FF0000"/>
                </a:solidFill>
                <a:latin typeface="Times New Roman" panose="02020603050405020304" pitchFamily="18" charset="0"/>
                <a:ea typeface="楷体_GB2312" pitchFamily="49" charset="-122"/>
                <a:cs typeface="Times New Roman" panose="02020603050405020304" pitchFamily="18" charset="0"/>
              </a:rPr>
              <a:t>1; </a:t>
            </a:r>
            <a:r>
              <a:rPr lang="en-US" altLang="zh-CN" sz="20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rgbClr val="2D83F4"/>
              </a:solidFill>
              <a:latin typeface="Times New Roman" panose="02020603050405020304" pitchFamily="18" charset="0"/>
              <a:cs typeface="Times New Roman" panose="02020603050405020304" pitchFamily="18" charset="0"/>
              <a:sym typeface="Times New Roman" panose="02020603050405020304" pitchFamily="18" charset="0"/>
            </a:endParaRPr>
          </a:p>
          <a:p>
            <a:pPr marL="457200" lvl="1" indent="-457200" eaLnBrk="1" hangingPunct="1">
              <a:lnSpc>
                <a:spcPts val="2800"/>
              </a:lnSpc>
              <a:buClr>
                <a:srgbClr val="3333CC"/>
              </a:buClr>
              <a:buFont typeface="Symbol" panose="05050102010706020507" pitchFamily="18" charset="2"/>
              <a:buNone/>
              <a:defRPr/>
            </a:pPr>
            <a:r>
              <a:rPr lang="en-US" altLang="zh-CN" sz="2000" dirty="0">
                <a:latin typeface="Times New Roman" panose="02020603050405020304" pitchFamily="18" charset="0"/>
                <a:cs typeface="Times New Roman" panose="02020603050405020304" pitchFamily="18" charset="0"/>
              </a:rPr>
              <a:t>3)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a:t>
            </a:r>
            <a:r>
              <a:rPr lang="el-GR" altLang="zh-CN" sz="2000" dirty="0">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rgbClr val="FF0000"/>
                </a:solidFill>
                <a:latin typeface="Times New Roman" panose="02020603050405020304" pitchFamily="18" charset="0"/>
                <a:cs typeface="Times New Roman" panose="02020603050405020304" pitchFamily="18" charset="0"/>
              </a:rPr>
              <a:t>stack</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top</a:t>
            </a:r>
            <a:r>
              <a:rPr lang="en-US" altLang="zh-CN" sz="2000" dirty="0">
                <a:solidFill>
                  <a:srgbClr val="FF0000"/>
                </a:solidFill>
                <a:latin typeface="Times New Roman" panose="02020603050405020304" pitchFamily="18" charset="0"/>
                <a:cs typeface="Times New Roman" panose="02020603050405020304" pitchFamily="18" charset="0"/>
              </a:rPr>
              <a:t>+1].</a:t>
            </a:r>
            <a:r>
              <a:rPr lang="en-US" altLang="zh-CN" sz="2000" i="1" dirty="0">
                <a:solidFill>
                  <a:srgbClr val="FF0000"/>
                </a:solidFill>
                <a:latin typeface="Times New Roman" panose="02020603050405020304" pitchFamily="18" charset="0"/>
                <a:cs typeface="Times New Roman" panose="02020603050405020304" pitchFamily="18" charset="0"/>
              </a:rPr>
              <a:t>syn</a:t>
            </a:r>
            <a:r>
              <a:rPr lang="en-US" altLang="zh-CN" sz="2000" dirty="0">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FF0000"/>
                </a:solidFill>
                <a:latin typeface="Times New Roman" panose="02020603050405020304" pitchFamily="18" charset="0"/>
                <a:cs typeface="Times New Roman" panose="02020603050405020304" pitchFamily="18" charset="0"/>
              </a:rPr>
              <a:t>= </a:t>
            </a:r>
            <a:r>
              <a:rPr lang="en-US" altLang="zh-CN" sz="2000" i="1" dirty="0">
                <a:solidFill>
                  <a:srgbClr val="FF0000"/>
                </a:solidFill>
                <a:latin typeface="Times New Roman" panose="02020603050405020304" pitchFamily="18" charset="0"/>
                <a:cs typeface="Times New Roman" panose="02020603050405020304" pitchFamily="18" charset="0"/>
              </a:rPr>
              <a:t>stack</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top</a:t>
            </a:r>
            <a:r>
              <a:rPr lang="en-US" altLang="zh-CN" sz="2000" dirty="0">
                <a:solidFill>
                  <a:srgbClr val="FF0000"/>
                </a:solidFill>
                <a:latin typeface="Times New Roman" panose="02020603050405020304" pitchFamily="18" charset="0"/>
                <a:cs typeface="Times New Roman" panose="02020603050405020304" pitchFamily="18" charset="0"/>
              </a:rPr>
              <a:t>].</a:t>
            </a:r>
            <a:r>
              <a:rPr lang="en-US" altLang="zh-CN" sz="2000" i="1" dirty="0" err="1">
                <a:solidFill>
                  <a:srgbClr val="FF0000"/>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err="1">
                <a:solidFill>
                  <a:srgbClr val="FF0000"/>
                </a:solidFill>
                <a:latin typeface="Times New Roman" panose="02020603050405020304" pitchFamily="18" charset="0"/>
                <a:cs typeface="Times New Roman" panose="02020603050405020304" pitchFamily="18" charset="0"/>
              </a:rPr>
              <a:t>′</a:t>
            </a:r>
            <a:r>
              <a:rPr lang="en-US" altLang="zh-CN" sz="2000" i="1" dirty="0" err="1">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inh</a:t>
            </a:r>
            <a:r>
              <a:rPr lang="en-US" altLang="zh-CN" sz="2000" dirty="0">
                <a:solidFill>
                  <a:srgbClr val="FF0000"/>
                </a:solidFill>
                <a:latin typeface="Times New Roman" panose="02020603050405020304" pitchFamily="18" charset="0"/>
                <a:cs typeface="Times New Roman" panose="02020603050405020304" pitchFamily="18" charset="0"/>
              </a:rPr>
              <a:t>; </a:t>
            </a:r>
            <a:r>
              <a:rPr lang="en-US" altLang="zh-CN" sz="2000" i="1" dirty="0">
                <a:solidFill>
                  <a:srgbClr val="FF0000"/>
                </a:solidFill>
                <a:latin typeface="Times New Roman" panose="02020603050405020304" pitchFamily="18" charset="0"/>
                <a:cs typeface="Times New Roman" panose="02020603050405020304" pitchFamily="18" charset="0"/>
              </a:rPr>
              <a:t>top</a:t>
            </a:r>
            <a:r>
              <a:rPr lang="en-US" altLang="zh-CN" sz="2000" dirty="0">
                <a:solidFill>
                  <a:srgbClr val="FF0000"/>
                </a:solidFill>
                <a:latin typeface="Times New Roman" panose="02020603050405020304" pitchFamily="18" charset="0"/>
                <a:cs typeface="Times New Roman" panose="02020603050405020304" pitchFamily="18" charset="0"/>
              </a:rPr>
              <a:t> = </a:t>
            </a:r>
            <a:r>
              <a:rPr lang="en-US" altLang="zh-CN" sz="2000" i="1" dirty="0">
                <a:solidFill>
                  <a:srgbClr val="FF0000"/>
                </a:solidFill>
                <a:latin typeface="Times New Roman" panose="02020603050405020304" pitchFamily="18" charset="0"/>
                <a:cs typeface="Times New Roman" panose="02020603050405020304" pitchFamily="18" charset="0"/>
              </a:rPr>
              <a:t>top</a:t>
            </a:r>
            <a:r>
              <a:rPr lang="en-US" altLang="zh-CN" sz="2000" dirty="0">
                <a:solidFill>
                  <a:srgbClr val="FF0000"/>
                </a:solidFill>
                <a:latin typeface="Times New Roman" panose="02020603050405020304" pitchFamily="18" charset="0"/>
                <a:cs typeface="Times New Roman" panose="02020603050405020304" pitchFamily="18" charset="0"/>
              </a:rPr>
              <a:t>+1;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a:t>
            </a:r>
          </a:p>
          <a:p>
            <a:pPr marL="457200" indent="-457200">
              <a:lnSpc>
                <a:spcPts val="2800"/>
              </a:lnSpc>
              <a:buFont typeface="Symbol" panose="05050102010706020507" pitchFamily="18" charset="2"/>
              <a:buNone/>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i="1"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digit </a:t>
            </a:r>
            <a:r>
              <a:rPr lang="en-US" altLang="zh-CN" sz="2000" dirty="0">
                <a:solidFill>
                  <a:srgbClr val="2D83F4"/>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stack</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top</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err="1">
                <a:solidFill>
                  <a:srgbClr val="2D83F4"/>
                </a:solidFill>
                <a:latin typeface="Times New Roman" panose="02020603050405020304" pitchFamily="18" charset="0"/>
                <a:ea typeface="楷体_GB2312" pitchFamily="49" charset="-122"/>
                <a:cs typeface="Times New Roman" panose="02020603050405020304" pitchFamily="18" charset="0"/>
              </a:rPr>
              <a:t>val</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sym typeface="Times New Roman" panose="02020603050405020304" pitchFamily="18" charset="0"/>
              </a:rPr>
              <a:t> </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 stack</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top</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i="1" dirty="0" err="1">
                <a:solidFill>
                  <a:srgbClr val="2D83F4"/>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rgbClr val="2D83F4"/>
                </a:solidFill>
                <a:latin typeface="Times New Roman" panose="02020603050405020304" pitchFamily="18" charset="0"/>
                <a:ea typeface="楷体_GB2312" pitchFamily="49" charset="-122"/>
                <a:cs typeface="Times New Roman" panose="02020603050405020304" pitchFamily="18" charset="0"/>
              </a:rPr>
              <a:t>;</a:t>
            </a:r>
            <a:r>
              <a:rPr lang="en-US" altLang="zh-CN" sz="2000" dirty="0">
                <a:solidFill>
                  <a:srgbClr val="2D83F4"/>
                </a:solidFill>
                <a:latin typeface="Times New Roman" panose="02020603050405020304" pitchFamily="18" charset="0"/>
                <a:cs typeface="Times New Roman" panose="02020603050405020304" pitchFamily="18" charset="0"/>
              </a:rPr>
              <a:t>}</a:t>
            </a:r>
            <a:endParaRPr lang="zh-CN" altLang="en-US" sz="2000" dirty="0">
              <a:solidFill>
                <a:srgbClr val="2D83F4"/>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D6A6C5C6-5CF2-4DEB-9193-7580960FB731}"/>
              </a:ext>
            </a:extLst>
          </p:cNvPr>
          <p:cNvSpPr>
            <a:spLocks noGrp="1" noChangeArrowheads="1"/>
          </p:cNvSpPr>
          <p:nvPr>
            <p:ph type="title"/>
          </p:nvPr>
        </p:nvSpPr>
        <p:spPr>
          <a:xfrm>
            <a:off x="755650" y="412750"/>
            <a:ext cx="7931150" cy="358775"/>
          </a:xfrm>
        </p:spPr>
        <p:txBody>
          <a:bodyPr/>
          <a:lstStyle/>
          <a:p>
            <a:pPr>
              <a:defRPr/>
            </a:pPr>
            <a:r>
              <a:rPr lang="zh-CN" altLang="en-US" spc="300" dirty="0">
                <a:cs typeface="Times New Roman" pitchFamily="18" charset="0"/>
              </a:rPr>
              <a:t>将语义动作改写为</a:t>
            </a:r>
            <a:br>
              <a:rPr lang="en-US" altLang="zh-CN" spc="300" dirty="0">
                <a:cs typeface="Times New Roman" pitchFamily="18" charset="0"/>
              </a:rPr>
            </a:br>
            <a:r>
              <a:rPr lang="zh-CN" altLang="en-US" spc="300" dirty="0">
                <a:cs typeface="Times New Roman" pitchFamily="18" charset="0"/>
              </a:rPr>
              <a:t>可执行的栈操作</a:t>
            </a:r>
          </a:p>
        </p:txBody>
      </p:sp>
      <p:sp>
        <p:nvSpPr>
          <p:cNvPr id="7" name="Rectangle 3">
            <a:extLst>
              <a:ext uri="{FF2B5EF4-FFF2-40B4-BE49-F238E27FC236}">
                <a16:creationId xmlns:a16="http://schemas.microsoft.com/office/drawing/2014/main" id="{EF68B61C-9681-48E0-AF3C-B2F26CF04BBF}"/>
              </a:ext>
            </a:extLst>
          </p:cNvPr>
          <p:cNvSpPr txBox="1">
            <a:spLocks noChangeArrowheads="1"/>
          </p:cNvSpPr>
          <p:nvPr/>
        </p:nvSpPr>
        <p:spPr bwMode="auto">
          <a:xfrm>
            <a:off x="4830763" y="119063"/>
            <a:ext cx="3884612" cy="2452687"/>
          </a:xfrm>
          <a:prstGeom prst="rect">
            <a:avLst/>
          </a:prstGeom>
          <a:solidFill>
            <a:schemeClr val="accent5">
              <a:lumMod val="60000"/>
              <a:lumOff val="40000"/>
            </a:schemeClr>
          </a:solidFill>
          <a:ln w="9525">
            <a:solidFill>
              <a:schemeClr val="tx1"/>
            </a:solidFill>
            <a:miter lim="800000"/>
            <a:headEnd/>
            <a:tailEnd/>
          </a:ln>
        </p:spPr>
        <p:txBody>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1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19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500">
                <a:solidFill>
                  <a:schemeClr val="tx2"/>
                </a:solidFill>
                <a:latin typeface="Candara" panose="020E0502030303020204" pitchFamily="34" charset="0"/>
              </a:defRPr>
            </a:lvl9pPr>
          </a:lstStyle>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1)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1800" i="1" dirty="0">
                <a:latin typeface="Times New Roman" panose="02020603050405020304" pitchFamily="18" charset="0"/>
                <a:ea typeface="楷体" panose="02010609060101010101" pitchFamily="49" charset="-122"/>
              </a:rPr>
              <a:t> </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	</a:t>
            </a:r>
          </a:p>
          <a:p>
            <a:pPr eaLnBrk="1" hangingPunct="1">
              <a:buClr>
                <a:srgbClr val="5EAEFF"/>
              </a:buClr>
              <a:buSzPct val="60000"/>
              <a:buFont typeface="Wingdings" panose="05000000000000000000" pitchFamily="2" charset="2"/>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M</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dirty="0">
                <a:solidFill>
                  <a:srgbClr val="008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buClr>
                <a:srgbClr val="5EAEFF"/>
              </a:buClr>
              <a:buSzPct val="60000"/>
              <a:buFont typeface="Wingdings" panose="05000000000000000000" pitchFamily="2" charset="2"/>
              <a:buNone/>
              <a:defRPr/>
            </a:pPr>
            <a:r>
              <a:rPr lang="en-US" altLang="zh-CN" sz="1800" dirty="0">
                <a:solidFill>
                  <a:srgbClr val="000000"/>
                </a:solidFill>
                <a:latin typeface="Times New Roman" panose="02020603050405020304" pitchFamily="18" charset="0"/>
                <a:cs typeface="Times New Roman" panose="02020603050405020304" pitchFamily="18" charset="0"/>
              </a:rPr>
              <a:t>2) </a:t>
            </a:r>
            <a:r>
              <a:rPr lang="en-US" altLang="zh-CN"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i="1" dirty="0">
                <a:solidFill>
                  <a:srgbClr val="000000"/>
                </a:solidFill>
                <a:latin typeface="Times New Roman" panose="02020603050405020304" pitchFamily="18" charset="0"/>
                <a:cs typeface="Times New Roman" panose="02020603050405020304" pitchFamily="18" charset="0"/>
              </a:rPr>
              <a:t>F </a:t>
            </a:r>
            <a:r>
              <a:rPr lang="en-US" altLang="zh-CN" sz="1800" i="1" dirty="0">
                <a:solidFill>
                  <a:srgbClr val="0000FF"/>
                </a:solidFill>
                <a:latin typeface="Times New Roman" panose="02020603050405020304" pitchFamily="18" charset="0"/>
                <a:cs typeface="Times New Roman" panose="02020603050405020304" pitchFamily="18" charset="0"/>
              </a:rPr>
              <a:t>N</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 </a:t>
            </a:r>
            <a:r>
              <a:rPr lang="en-US" altLang="zh-CN"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zh-CN" altLang="en-US" sz="1800" i="1" baseline="-25000" dirty="0">
                <a:solidFill>
                  <a:srgbClr val="000000"/>
                </a:solidFill>
                <a:latin typeface="Times New Roman" panose="02020603050405020304" pitchFamily="18" charset="0"/>
                <a:cs typeface="Times New Roman" panose="02020603050405020304" pitchFamily="18" charset="0"/>
              </a:rPr>
              <a:t>1</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 }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dirty="0">
                <a:solidFill>
                  <a:srgbClr val="0000FF"/>
                </a:solidFill>
                <a:latin typeface="Times New Roman" panose="02020603050405020304" pitchFamily="18" charset="0"/>
                <a:cs typeface="Times New Roman" panose="02020603050405020304" pitchFamily="18"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ε</a:t>
            </a:r>
            <a:r>
              <a:rPr lang="el-GR"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 </a:t>
            </a:r>
            <a:r>
              <a:rPr lang="zh-CN" altLang="en-US" sz="1800" i="1" dirty="0">
                <a:solidFill>
                  <a:srgbClr val="0000FF"/>
                </a:solidFill>
                <a:latin typeface="Times New Roman" panose="02020603050405020304" pitchFamily="18" charset="0"/>
                <a:cs typeface="Times New Roman" panose="02020603050405020304" pitchFamily="18" charset="0"/>
              </a:rPr>
              <a:t>T</a:t>
            </a:r>
            <a:r>
              <a:rPr lang="en-US" altLang="zh-CN" sz="1800" i="1" dirty="0">
                <a:solidFill>
                  <a:srgbClr val="0000FF"/>
                </a:solidFill>
                <a:latin typeface="Times New Roman" panose="02020603050405020304" pitchFamily="18" charset="0"/>
                <a:ea typeface="楷体" panose="02010609060101010101" pitchFamily="49" charset="-122"/>
              </a:rPr>
              <a:t>′</a:t>
            </a:r>
            <a:r>
              <a:rPr lang="zh-CN" altLang="en-US" sz="1800" i="1" dirty="0">
                <a:solidFill>
                  <a:srgbClr val="0000FF"/>
                </a:solidFill>
                <a:latin typeface="Times New Roman" panose="02020603050405020304" pitchFamily="18" charset="0"/>
                <a:cs typeface="Times New Roman" panose="02020603050405020304" pitchFamily="18" charset="0"/>
              </a:rPr>
              <a:t>.inh</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i="1"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F.val</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0"/>
              </a:spcBef>
              <a:buClrTx/>
              <a:buSzTx/>
              <a:buFontTx/>
              <a:buNone/>
              <a:defRPr/>
            </a:pP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a:t>
            </a:r>
            <a:r>
              <a:rPr lang="en-US" altLang="zh-CN" sz="1800" i="1" dirty="0">
                <a:solidFill>
                  <a:srgbClr val="0000FF"/>
                </a:solidFill>
                <a:latin typeface="Times New Roman" panose="02020603050405020304" pitchFamily="18" charset="0"/>
                <a:cs typeface="Times New Roman" panose="02020603050405020304" pitchFamily="18" charset="0"/>
              </a:rPr>
              <a:t>s</a:t>
            </a:r>
            <a:r>
              <a:rPr lang="en-US" altLang="zh-CN" sz="1800"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1</a:t>
            </a:r>
            <a:r>
              <a:rPr lang="en-US" altLang="zh-CN" sz="1800" dirty="0">
                <a:solidFill>
                  <a:srgbClr val="0000FF"/>
                </a:solidFill>
                <a:latin typeface="Times New Roman" panose="02020603050405020304" pitchFamily="18" charset="0"/>
                <a:cs typeface="Times New Roman" panose="02020603050405020304" pitchFamily="18" charset="0"/>
              </a:rPr>
              <a:t> </a:t>
            </a:r>
            <a:r>
              <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1800" dirty="0">
                <a:solidFill>
                  <a:srgbClr val="0000FF"/>
                </a:solidFill>
                <a:latin typeface="Times New Roman" panose="02020603050405020304" pitchFamily="18" charset="0"/>
                <a:cs typeface="Times New Roman" panose="02020603050405020304" pitchFamily="18" charset="0"/>
              </a:rPr>
              <a:t> </a:t>
            </a:r>
            <a:r>
              <a:rPr lang="en-US" altLang="zh-CN" sz="1800" i="1" dirty="0">
                <a:solidFill>
                  <a:srgbClr val="0000FF"/>
                </a:solidFill>
                <a:latin typeface="Times New Roman" panose="02020603050405020304" pitchFamily="18" charset="0"/>
                <a:cs typeface="Times New Roman" panose="02020603050405020304" pitchFamily="18" charset="0"/>
              </a:rPr>
              <a:t>N</a:t>
            </a:r>
            <a:r>
              <a:rPr lang="zh-CN" altLang="en-US" sz="1800" i="1" dirty="0">
                <a:solidFill>
                  <a:srgbClr val="0000FF"/>
                </a:solidFill>
                <a:latin typeface="Times New Roman" panose="02020603050405020304" pitchFamily="18" charset="0"/>
                <a:cs typeface="Times New Roman" panose="02020603050405020304" pitchFamily="18" charset="0"/>
              </a:rPr>
              <a:t>.i</a:t>
            </a:r>
            <a:r>
              <a:rPr lang="en-US" altLang="zh-CN" sz="1800" i="1" dirty="0">
                <a:solidFill>
                  <a:srgbClr val="0000FF"/>
                </a:solidFill>
                <a:latin typeface="Times New Roman" panose="02020603050405020304" pitchFamily="18" charset="0"/>
                <a:cs typeface="Times New Roman" panose="02020603050405020304" pitchFamily="18" charset="0"/>
              </a:rPr>
              <a:t>2</a:t>
            </a:r>
            <a:r>
              <a:rPr lang="en-US" altLang="zh-CN"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rPr>
              <a:t> } </a:t>
            </a:r>
            <a:endParaRPr lang="zh-CN" altLang="en-US" sz="1800" dirty="0">
              <a:solidFill>
                <a:srgbClr val="0000FF"/>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rPr>
              <a:t>3)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l-GR"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syn</a:t>
            </a:r>
            <a:r>
              <a:rPr lang="en-US" altLang="zh-CN" sz="1800" dirty="0">
                <a:solidFill>
                  <a:srgbClr val="000000"/>
                </a:solidFill>
                <a:latin typeface="Times New Roman" panose="02020603050405020304" pitchFamily="18" charset="0"/>
                <a:cs typeface="Times New Roman" panose="02020603050405020304" pitchFamily="18" charset="0"/>
              </a:rPr>
              <a:t>=</a:t>
            </a:r>
            <a:r>
              <a:rPr lang="zh-CN" altLang="en-US" sz="1800" dirty="0">
                <a:solidFill>
                  <a:srgbClr val="000000"/>
                </a:solidFill>
                <a:latin typeface="Times New Roman" panose="02020603050405020304" pitchFamily="18" charset="0"/>
                <a:cs typeface="Times New Roman" panose="02020603050405020304" pitchFamily="18" charset="0"/>
              </a:rPr>
              <a:t> </a:t>
            </a:r>
            <a:r>
              <a:rPr lang="zh-CN" altLang="en-US" sz="1800" i="1" dirty="0">
                <a:solidFill>
                  <a:srgbClr val="000000"/>
                </a:solidFill>
                <a:latin typeface="Times New Roman" panose="02020603050405020304" pitchFamily="18" charset="0"/>
                <a:cs typeface="Times New Roman" panose="02020603050405020304" pitchFamily="18" charset="0"/>
              </a:rPr>
              <a:t>T</a:t>
            </a:r>
            <a:r>
              <a:rPr lang="en-US" altLang="zh-CN" sz="1800" i="1" dirty="0">
                <a:solidFill>
                  <a:schemeClr val="tx1"/>
                </a:solidFill>
                <a:latin typeface="Times New Roman" panose="02020603050405020304" pitchFamily="18" charset="0"/>
                <a:ea typeface="楷体" panose="02010609060101010101" pitchFamily="49" charset="-122"/>
              </a:rPr>
              <a:t>′</a:t>
            </a:r>
            <a:r>
              <a:rPr lang="en-US" altLang="zh-CN" sz="1800" i="1" dirty="0">
                <a:solidFill>
                  <a:srgbClr val="000000"/>
                </a:solidFill>
                <a:latin typeface="Times New Roman" panose="02020603050405020304" pitchFamily="18" charset="0"/>
                <a:cs typeface="Times New Roman" panose="02020603050405020304" pitchFamily="18" charset="0"/>
              </a:rPr>
              <a:t>.</a:t>
            </a:r>
            <a:r>
              <a:rPr lang="en-US" altLang="zh-CN" sz="1800" i="1" dirty="0" err="1">
                <a:solidFill>
                  <a:srgbClr val="000000"/>
                </a:solidFill>
                <a:latin typeface="Times New Roman" panose="02020603050405020304" pitchFamily="18" charset="0"/>
                <a:cs typeface="Times New Roman" panose="02020603050405020304" pitchFamily="18" charset="0"/>
              </a:rPr>
              <a:t>inh</a:t>
            </a:r>
            <a:r>
              <a:rPr lang="en-US" altLang="zh-CN" sz="1800" dirty="0">
                <a:solidFill>
                  <a:srgbClr val="000000"/>
                </a:solidFill>
                <a:latin typeface="Times New Roman" panose="02020603050405020304" pitchFamily="18" charset="0"/>
                <a:cs typeface="Times New Roman" panose="02020603050405020304" pitchFamily="18" charset="0"/>
              </a:rPr>
              <a:t> }</a:t>
            </a:r>
          </a:p>
          <a:p>
            <a:pPr eaLnBrk="1" hangingPunct="1">
              <a:spcBef>
                <a:spcPct val="0"/>
              </a:spcBef>
              <a:buClrTx/>
              <a:buSzTx/>
              <a:buFontTx/>
              <a:buNone/>
              <a:defRPr/>
            </a:pP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a:t>
            </a:r>
            <a:r>
              <a:rPr lang="en-US" altLang="zh-CN" sz="1800" i="1"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1800"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1800" i="1" dirty="0" err="1">
                <a:solidFill>
                  <a:srgbClr val="000000"/>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18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1800" dirty="0">
              <a:solidFill>
                <a:srgbClr val="000000"/>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2FC3E01E-38AD-445B-BFCE-8DC4F8525C61}"/>
              </a:ext>
            </a:extLst>
          </p:cNvPr>
          <p:cNvSpPr>
            <a:spLocks noGrp="1"/>
          </p:cNvSpPr>
          <p:nvPr>
            <p:ph type="sldNum" sz="quarter" idx="10"/>
          </p:nvPr>
        </p:nvSpPr>
        <p:spPr/>
        <p:txBody>
          <a:bodyPr/>
          <a:lstStyle/>
          <a:p>
            <a:pPr>
              <a:defRPr/>
            </a:pPr>
            <a:fld id="{8E104948-B687-4A74-87EB-9097C047E113}" type="slidenum">
              <a:rPr lang="zh-CN" altLang="en-US" smtClean="0"/>
              <a:pPr>
                <a:defRPr/>
              </a:pPr>
              <a:t>89</a:t>
            </a:fld>
            <a:endParaRPr lang="en-US" altLang="zh-CN"/>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a:extLst>
              <a:ext uri="{FF2B5EF4-FFF2-40B4-BE49-F238E27FC236}">
                <a16:creationId xmlns:a16="http://schemas.microsoft.com/office/drawing/2014/main" id="{FCD09BAE-D202-4570-A059-C01A6D837143}"/>
              </a:ext>
            </a:extLst>
          </p:cNvPr>
          <p:cNvSpPr>
            <a:spLocks noGrp="1" noChangeArrowheads="1"/>
          </p:cNvSpPr>
          <p:nvPr>
            <p:ph idx="1"/>
          </p:nvPr>
        </p:nvSpPr>
        <p:spPr>
          <a:xfrm>
            <a:off x="214313" y="631824"/>
            <a:ext cx="8715375" cy="4460205"/>
          </a:xfrm>
        </p:spPr>
        <p:txBody>
          <a:bodyPr/>
          <a:lstStyle/>
          <a:p>
            <a:pPr marL="0" indent="0">
              <a:lnSpc>
                <a:spcPts val="2700"/>
              </a:lnSpc>
              <a:buFont typeface="Symbol" panose="05050102010706020507" pitchFamily="18" charset="2"/>
              <a:buNone/>
              <a:defRPr/>
            </a:pPr>
            <a:r>
              <a:rPr lang="zh-CN" altLang="en-US" sz="2200" dirty="0">
                <a:cs typeface="Times New Roman" pitchFamily="18" charset="0"/>
              </a:rPr>
              <a:t>给定一个以</a:t>
            </a:r>
            <a:r>
              <a:rPr lang="en-US" altLang="zh-CN" sz="2200" i="1" dirty="0">
                <a:cs typeface="Times New Roman" pitchFamily="18" charset="0"/>
              </a:rPr>
              <a:t>LL</a:t>
            </a:r>
            <a:r>
              <a:rPr lang="zh-CN" altLang="en-US" sz="2200" dirty="0">
                <a:cs typeface="Times New Roman" pitchFamily="18" charset="0"/>
              </a:rPr>
              <a:t>文法为基础的</a:t>
            </a:r>
            <a:r>
              <a:rPr lang="en-US" altLang="zh-CN" sz="2200" i="1" dirty="0">
                <a:cs typeface="Times New Roman" pitchFamily="18" charset="0"/>
              </a:rPr>
              <a:t>L</a:t>
            </a:r>
            <a:r>
              <a:rPr lang="en-US" altLang="zh-CN" sz="2200" dirty="0">
                <a:cs typeface="Times New Roman" pitchFamily="18" charset="0"/>
              </a:rPr>
              <a:t>-</a:t>
            </a:r>
            <a:r>
              <a:rPr lang="zh-CN" altLang="en-US" sz="2200" dirty="0">
                <a:cs typeface="Times New Roman" pitchFamily="18" charset="0"/>
              </a:rPr>
              <a:t>属性定义，可以修改这个文法，并在</a:t>
            </a:r>
            <a:r>
              <a:rPr lang="en-US" altLang="zh-CN" sz="2200" i="1" dirty="0">
                <a:cs typeface="Times New Roman" pitchFamily="18" charset="0"/>
              </a:rPr>
              <a:t>LR</a:t>
            </a:r>
            <a:r>
              <a:rPr lang="zh-CN" altLang="en-US" sz="2200" dirty="0">
                <a:cs typeface="Times New Roman" pitchFamily="18" charset="0"/>
              </a:rPr>
              <a:t>语法分析过程中计算这个新文法之上的</a:t>
            </a:r>
            <a:r>
              <a:rPr lang="en-US" altLang="zh-CN" sz="2200" i="1" dirty="0">
                <a:cs typeface="Times New Roman" pitchFamily="18" charset="0"/>
              </a:rPr>
              <a:t>SDD</a:t>
            </a:r>
          </a:p>
          <a:p>
            <a:pPr marL="273044" indent="-273044">
              <a:lnSpc>
                <a:spcPts val="2700"/>
              </a:lnSpc>
              <a:defRPr/>
            </a:pPr>
            <a:r>
              <a:rPr lang="zh-CN" altLang="en-US" sz="2000" dirty="0">
                <a:cs typeface="Times New Roman" pitchFamily="18" charset="0"/>
              </a:rPr>
              <a:t>首先构造</a:t>
            </a:r>
            <a:r>
              <a:rPr lang="en-US" altLang="zh-CN" sz="2000" i="1" dirty="0">
                <a:cs typeface="Times New Roman" pitchFamily="18" charset="0"/>
              </a:rPr>
              <a:t>SDT</a:t>
            </a:r>
            <a:r>
              <a:rPr lang="zh-CN" altLang="en-US" sz="2000" dirty="0">
                <a:cs typeface="Times New Roman" pitchFamily="18" charset="0"/>
              </a:rPr>
              <a:t>，在各个</a:t>
            </a:r>
            <a:r>
              <a:rPr lang="zh-CN" altLang="en-US" sz="2000" dirty="0">
                <a:solidFill>
                  <a:schemeClr val="tx2">
                    <a:lumMod val="60000"/>
                    <a:lumOff val="40000"/>
                  </a:schemeClr>
                </a:solidFill>
                <a:cs typeface="Times New Roman" pitchFamily="18" charset="0"/>
              </a:rPr>
              <a:t>非终结符之前</a:t>
            </a:r>
            <a:r>
              <a:rPr lang="zh-CN" altLang="en-US" sz="2000" dirty="0">
                <a:cs typeface="Times New Roman" pitchFamily="18" charset="0"/>
              </a:rPr>
              <a:t>放置语义动作来计算它的</a:t>
            </a:r>
            <a:r>
              <a:rPr lang="zh-CN" altLang="en-US" sz="2000" dirty="0">
                <a:solidFill>
                  <a:schemeClr val="tx2">
                    <a:lumMod val="60000"/>
                    <a:lumOff val="40000"/>
                  </a:schemeClr>
                </a:solidFill>
                <a:cs typeface="Times New Roman" pitchFamily="18" charset="0"/>
              </a:rPr>
              <a:t>继承属性</a:t>
            </a:r>
            <a:r>
              <a:rPr lang="zh-CN" altLang="en-US" sz="2000" dirty="0">
                <a:cs typeface="Times New Roman" pitchFamily="18" charset="0"/>
              </a:rPr>
              <a:t>，</a:t>
            </a:r>
            <a:r>
              <a:rPr lang="en-US" altLang="zh-CN" sz="2000" dirty="0">
                <a:cs typeface="Times New Roman" pitchFamily="18" charset="0"/>
              </a:rPr>
              <a:t> </a:t>
            </a:r>
            <a:r>
              <a:rPr lang="zh-CN" altLang="en-US" sz="2000" dirty="0">
                <a:cs typeface="Times New Roman" pitchFamily="18" charset="0"/>
              </a:rPr>
              <a:t>并在</a:t>
            </a:r>
            <a:r>
              <a:rPr lang="zh-CN" altLang="en-US" sz="2000" dirty="0">
                <a:solidFill>
                  <a:schemeClr val="tx2">
                    <a:lumMod val="60000"/>
                    <a:lumOff val="40000"/>
                  </a:schemeClr>
                </a:solidFill>
                <a:cs typeface="Times New Roman" pitchFamily="18" charset="0"/>
              </a:rPr>
              <a:t>产生式后端</a:t>
            </a:r>
            <a:r>
              <a:rPr lang="zh-CN" altLang="en-US" sz="2000" dirty="0">
                <a:cs typeface="Times New Roman" pitchFamily="18" charset="0"/>
              </a:rPr>
              <a:t>放置语义动作计算</a:t>
            </a:r>
            <a:r>
              <a:rPr lang="zh-CN" altLang="en-US" sz="2000" dirty="0">
                <a:solidFill>
                  <a:schemeClr val="tx2">
                    <a:lumMod val="60000"/>
                    <a:lumOff val="40000"/>
                  </a:schemeClr>
                </a:solidFill>
                <a:cs typeface="Times New Roman" pitchFamily="18" charset="0"/>
              </a:rPr>
              <a:t>综合属性</a:t>
            </a:r>
            <a:endParaRPr lang="en-US" altLang="zh-CN" sz="2000" dirty="0">
              <a:solidFill>
                <a:schemeClr val="tx2">
                  <a:lumMod val="60000"/>
                  <a:lumOff val="40000"/>
                </a:schemeClr>
              </a:solidFill>
              <a:cs typeface="Times New Roman" pitchFamily="18" charset="0"/>
            </a:endParaRPr>
          </a:p>
          <a:p>
            <a:pPr marL="273044" indent="-273044">
              <a:lnSpc>
                <a:spcPts val="2700"/>
              </a:lnSpc>
              <a:defRPr/>
            </a:pPr>
            <a:r>
              <a:rPr lang="zh-CN" altLang="en-US" sz="2000" dirty="0">
                <a:cs typeface="Times New Roman" pitchFamily="18" charset="0"/>
              </a:rPr>
              <a:t>对每个内嵌的</a:t>
            </a:r>
            <a:r>
              <a:rPr lang="zh-CN" altLang="en-US" sz="2000" dirty="0">
                <a:solidFill>
                  <a:schemeClr val="tx2">
                    <a:lumMod val="60000"/>
                    <a:lumOff val="40000"/>
                  </a:schemeClr>
                </a:solidFill>
                <a:cs typeface="Times New Roman" pitchFamily="18" charset="0"/>
              </a:rPr>
              <a:t>语义动作</a:t>
            </a:r>
            <a:r>
              <a:rPr lang="zh-CN" altLang="en-US" sz="2000" dirty="0">
                <a:cs typeface="Times New Roman" pitchFamily="18" charset="0"/>
              </a:rPr>
              <a:t>，向文法中引入一个</a:t>
            </a:r>
            <a:r>
              <a:rPr lang="zh-CN" altLang="en-US" sz="2000" dirty="0">
                <a:solidFill>
                  <a:schemeClr val="tx2">
                    <a:lumMod val="60000"/>
                    <a:lumOff val="40000"/>
                  </a:schemeClr>
                </a:solidFill>
                <a:cs typeface="Times New Roman" pitchFamily="18" charset="0"/>
              </a:rPr>
              <a:t>标记非终结符</a:t>
            </a:r>
            <a:r>
              <a:rPr lang="zh-CN" altLang="en-US" sz="2000" dirty="0">
                <a:cs typeface="Times New Roman" pitchFamily="18" charset="0"/>
              </a:rPr>
              <a:t>来替换它。每个这样的位置都有一个</a:t>
            </a:r>
            <a:r>
              <a:rPr lang="zh-CN" altLang="en-US" sz="2000" dirty="0">
                <a:solidFill>
                  <a:schemeClr val="tx2">
                    <a:lumMod val="60000"/>
                    <a:lumOff val="40000"/>
                  </a:schemeClr>
                </a:solidFill>
                <a:cs typeface="Times New Roman" pitchFamily="18" charset="0"/>
              </a:rPr>
              <a:t>不同的</a:t>
            </a:r>
            <a:r>
              <a:rPr lang="zh-CN" altLang="en-US" sz="2000" dirty="0">
                <a:cs typeface="Times New Roman" pitchFamily="18" charset="0"/>
              </a:rPr>
              <a:t>标记，并且对于任意一个标记</a:t>
            </a:r>
            <a:r>
              <a:rPr lang="en-US" altLang="zh-CN" sz="2000" i="1" dirty="0">
                <a:solidFill>
                  <a:schemeClr val="tx2">
                    <a:lumMod val="60000"/>
                    <a:lumOff val="40000"/>
                  </a:schemeClr>
                </a:solidFill>
                <a:cs typeface="Times New Roman" pitchFamily="18" charset="0"/>
              </a:rPr>
              <a:t>M</a:t>
            </a:r>
            <a:r>
              <a:rPr lang="zh-CN" altLang="en-US" sz="2000" dirty="0">
                <a:cs typeface="Times New Roman" pitchFamily="18" charset="0"/>
              </a:rPr>
              <a:t>都有一个产生式</a:t>
            </a:r>
            <a:r>
              <a:rPr lang="en-US" altLang="zh-CN" sz="2000" i="1" dirty="0">
                <a:solidFill>
                  <a:schemeClr val="tx2">
                    <a:lumMod val="60000"/>
                    <a:lumOff val="40000"/>
                  </a:schemeClr>
                </a:solidFill>
                <a:cs typeface="Times New Roman" pitchFamily="18" charset="0"/>
              </a:rPr>
              <a:t>M</a:t>
            </a:r>
            <a:r>
              <a:rPr lang="en-US" altLang="zh-CN" sz="2000" dirty="0">
                <a:solidFill>
                  <a:schemeClr val="tx2">
                    <a:lumMod val="60000"/>
                    <a:lumOff val="40000"/>
                  </a:schemeClr>
                </a:solidFill>
                <a:cs typeface="Times New Roman" pitchFamily="18" charset="0"/>
                <a:sym typeface="Arial" charset="0"/>
              </a:rPr>
              <a:t>→</a:t>
            </a:r>
            <a:r>
              <a:rPr lang="el-GR" altLang="zh-CN" sz="2000" i="1" dirty="0">
                <a:solidFill>
                  <a:schemeClr val="tx2">
                    <a:lumMod val="60000"/>
                    <a:lumOff val="40000"/>
                  </a:schemeClr>
                </a:solidFill>
                <a:cs typeface="Times New Roman" pitchFamily="18" charset="0"/>
                <a:sym typeface="Arial" charset="0"/>
              </a:rPr>
              <a:t>ε</a:t>
            </a:r>
            <a:endParaRPr lang="en-US" altLang="zh-CN" sz="2000" i="1" dirty="0">
              <a:solidFill>
                <a:schemeClr val="tx2">
                  <a:lumMod val="60000"/>
                  <a:lumOff val="40000"/>
                </a:schemeClr>
              </a:solidFill>
              <a:cs typeface="Times New Roman" pitchFamily="18" charset="0"/>
            </a:endParaRPr>
          </a:p>
          <a:p>
            <a:pPr marL="273044" indent="-273044">
              <a:lnSpc>
                <a:spcPts val="2700"/>
              </a:lnSpc>
              <a:defRPr/>
            </a:pPr>
            <a:r>
              <a:rPr lang="zh-CN" altLang="en-US" sz="2000" dirty="0">
                <a:cs typeface="Times New Roman" pitchFamily="18" charset="0"/>
              </a:rPr>
              <a:t>如果标记非终结符</a:t>
            </a:r>
            <a:r>
              <a:rPr lang="en-US" altLang="zh-CN" sz="2000" i="1" dirty="0">
                <a:cs typeface="Times New Roman" pitchFamily="18" charset="0"/>
              </a:rPr>
              <a:t>M</a:t>
            </a:r>
            <a:r>
              <a:rPr lang="zh-CN" altLang="en-US" sz="2000" dirty="0">
                <a:cs typeface="Times New Roman" pitchFamily="18" charset="0"/>
              </a:rPr>
              <a:t>在某个产生式</a:t>
            </a:r>
            <a:r>
              <a:rPr lang="el-GR" altLang="zh-CN" sz="2000" i="1" dirty="0">
                <a:cs typeface="Times New Roman" pitchFamily="18" charset="0"/>
                <a:sym typeface="Arial" charset="0"/>
              </a:rPr>
              <a:t>A</a:t>
            </a:r>
            <a:r>
              <a:rPr lang="en-US" altLang="zh-CN" sz="2000" dirty="0">
                <a:cs typeface="Times New Roman" pitchFamily="18" charset="0"/>
                <a:sym typeface="Arial" charset="0"/>
              </a:rPr>
              <a:t>→</a:t>
            </a:r>
            <a:r>
              <a:rPr lang="en-US" altLang="zh-CN" sz="2000" i="1" dirty="0">
                <a:cs typeface="Times New Roman" pitchFamily="18" charset="0"/>
                <a:sym typeface="Arial" charset="0"/>
              </a:rPr>
              <a:t>α</a:t>
            </a:r>
            <a:r>
              <a:rPr lang="en-US" altLang="zh-CN" sz="2000" dirty="0">
                <a:cs typeface="Times New Roman" pitchFamily="18" charset="0"/>
                <a:sym typeface="Arial" charset="0"/>
              </a:rPr>
              <a:t>{a}</a:t>
            </a:r>
            <a:r>
              <a:rPr lang="en-US" altLang="zh-CN" sz="2000" i="1" dirty="0">
                <a:cs typeface="Times New Roman" pitchFamily="18" charset="0"/>
                <a:sym typeface="Arial" charset="0"/>
              </a:rPr>
              <a:t>β</a:t>
            </a:r>
            <a:r>
              <a:rPr lang="zh-CN" altLang="en-US" sz="2000" dirty="0">
                <a:cs typeface="Times New Roman" pitchFamily="18" charset="0"/>
              </a:rPr>
              <a:t>中替换了语义动作</a:t>
            </a:r>
            <a:r>
              <a:rPr lang="en-US" altLang="zh-CN" sz="2000" dirty="0">
                <a:cs typeface="Times New Roman" pitchFamily="18" charset="0"/>
                <a:sym typeface="Arial" charset="0"/>
              </a:rPr>
              <a:t>a</a:t>
            </a:r>
            <a:r>
              <a:rPr lang="zh-CN" altLang="en-US" sz="2000" dirty="0">
                <a:cs typeface="Times New Roman" pitchFamily="18" charset="0"/>
              </a:rPr>
              <a:t>，对</a:t>
            </a:r>
            <a:r>
              <a:rPr lang="en-US" altLang="zh-CN" sz="2000" dirty="0">
                <a:cs typeface="Times New Roman" pitchFamily="18" charset="0"/>
                <a:sym typeface="Arial" charset="0"/>
              </a:rPr>
              <a:t>a</a:t>
            </a:r>
            <a:r>
              <a:rPr lang="zh-CN" altLang="en-US" sz="2000" dirty="0">
                <a:cs typeface="Times New Roman" pitchFamily="18" charset="0"/>
                <a:sym typeface="Arial" charset="0"/>
              </a:rPr>
              <a:t>进行修改得到</a:t>
            </a:r>
            <a:r>
              <a:rPr lang="en-US" altLang="zh-CN" sz="2000" dirty="0">
                <a:cs typeface="Times New Roman" pitchFamily="18" charset="0"/>
              </a:rPr>
              <a:t>a' </a:t>
            </a:r>
            <a:r>
              <a:rPr lang="zh-CN" altLang="en-US" sz="2000" dirty="0">
                <a:cs typeface="Times New Roman" pitchFamily="18" charset="0"/>
                <a:sym typeface="Arial" charset="0"/>
              </a:rPr>
              <a:t>，并且将</a:t>
            </a:r>
            <a:r>
              <a:rPr lang="en-US" altLang="zh-CN" sz="2000" dirty="0">
                <a:cs typeface="Times New Roman" pitchFamily="18" charset="0"/>
              </a:rPr>
              <a:t>a'</a:t>
            </a:r>
            <a:r>
              <a:rPr lang="zh-CN" altLang="en-US" sz="2000" dirty="0">
                <a:cs typeface="Times New Roman" pitchFamily="18" charset="0"/>
                <a:sym typeface="Arial" charset="0"/>
              </a:rPr>
              <a:t>关联到</a:t>
            </a:r>
            <a:r>
              <a:rPr lang="en-US" altLang="zh-CN" sz="2000" i="1" dirty="0">
                <a:cs typeface="Times New Roman" pitchFamily="18" charset="0"/>
              </a:rPr>
              <a:t>M</a:t>
            </a:r>
            <a:r>
              <a:rPr lang="en-US" altLang="zh-CN" sz="2000" dirty="0">
                <a:cs typeface="Times New Roman" pitchFamily="18" charset="0"/>
                <a:sym typeface="Arial" charset="0"/>
              </a:rPr>
              <a:t>→</a:t>
            </a:r>
            <a:r>
              <a:rPr lang="el-GR" altLang="zh-CN" sz="2000" i="1" dirty="0">
                <a:cs typeface="Times New Roman" pitchFamily="18" charset="0"/>
                <a:sym typeface="Arial" charset="0"/>
              </a:rPr>
              <a:t>ε</a:t>
            </a:r>
            <a:r>
              <a:rPr lang="en-US" altLang="zh-CN" sz="2000" dirty="0">
                <a:cs typeface="Times New Roman" pitchFamily="18" charset="0"/>
              </a:rPr>
              <a:t> </a:t>
            </a:r>
            <a:r>
              <a:rPr lang="zh-CN" altLang="en-US" sz="2000" dirty="0">
                <a:cs typeface="Times New Roman" pitchFamily="18" charset="0"/>
              </a:rPr>
              <a:t>上。动作</a:t>
            </a:r>
            <a:r>
              <a:rPr lang="en-US" altLang="zh-CN" sz="2000" dirty="0">
                <a:cs typeface="Times New Roman" pitchFamily="18" charset="0"/>
              </a:rPr>
              <a:t>a'</a:t>
            </a:r>
          </a:p>
          <a:p>
            <a:pPr marL="576248" lvl="1" indent="-273044">
              <a:lnSpc>
                <a:spcPts val="2700"/>
              </a:lnSpc>
              <a:defRPr/>
            </a:pPr>
            <a:r>
              <a:rPr lang="en-US" altLang="zh-CN" sz="2000" dirty="0">
                <a:cs typeface="Times New Roman" pitchFamily="18" charset="0"/>
              </a:rPr>
              <a:t>(a) </a:t>
            </a:r>
            <a:r>
              <a:rPr lang="zh-CN" altLang="en-US" sz="2000" dirty="0">
                <a:cs typeface="Times New Roman" pitchFamily="18" charset="0"/>
              </a:rPr>
              <a:t>将动作</a:t>
            </a:r>
            <a:r>
              <a:rPr lang="en-US" altLang="zh-CN" sz="2000" dirty="0">
                <a:cs typeface="Times New Roman" pitchFamily="18" charset="0"/>
              </a:rPr>
              <a:t>a</a:t>
            </a:r>
            <a:r>
              <a:rPr lang="zh-CN" altLang="en-US" sz="2000" dirty="0">
                <a:cs typeface="Times New Roman" pitchFamily="18" charset="0"/>
              </a:rPr>
              <a:t>需要的</a:t>
            </a:r>
            <a:r>
              <a:rPr lang="en-US" altLang="zh-CN" sz="2000" i="1" dirty="0">
                <a:cs typeface="Times New Roman" pitchFamily="18" charset="0"/>
              </a:rPr>
              <a:t>A</a:t>
            </a:r>
            <a:r>
              <a:rPr lang="zh-CN" altLang="en-US" sz="2000" dirty="0">
                <a:cs typeface="Times New Roman" pitchFamily="18" charset="0"/>
              </a:rPr>
              <a:t>或</a:t>
            </a:r>
            <a:r>
              <a:rPr lang="en-US" altLang="zh-CN" sz="2000" i="1" dirty="0">
                <a:cs typeface="Times New Roman" pitchFamily="18" charset="0"/>
                <a:sym typeface="Arial" charset="0"/>
              </a:rPr>
              <a:t>α</a:t>
            </a:r>
            <a:r>
              <a:rPr lang="zh-CN" altLang="en-US" sz="2000" dirty="0">
                <a:cs typeface="Times New Roman" pitchFamily="18" charset="0"/>
              </a:rPr>
              <a:t>中符号的任何属性作为</a:t>
            </a:r>
            <a:r>
              <a:rPr lang="en-US" altLang="zh-CN" sz="2000" i="1" dirty="0">
                <a:cs typeface="Times New Roman" pitchFamily="18" charset="0"/>
              </a:rPr>
              <a:t>M</a:t>
            </a:r>
            <a:r>
              <a:rPr lang="zh-CN" altLang="en-US" sz="2000" dirty="0">
                <a:cs typeface="Times New Roman" pitchFamily="18" charset="0"/>
              </a:rPr>
              <a:t>的</a:t>
            </a:r>
            <a:r>
              <a:rPr lang="zh-CN" altLang="en-US" sz="2000" dirty="0">
                <a:solidFill>
                  <a:schemeClr val="tx2">
                    <a:lumMod val="60000"/>
                    <a:lumOff val="40000"/>
                  </a:schemeClr>
                </a:solidFill>
                <a:cs typeface="Times New Roman" pitchFamily="18" charset="0"/>
              </a:rPr>
              <a:t>继承属性</a:t>
            </a:r>
            <a:r>
              <a:rPr lang="zh-CN" altLang="en-US" sz="2000" dirty="0">
                <a:cs typeface="Times New Roman" pitchFamily="18" charset="0"/>
              </a:rPr>
              <a:t>进行复制</a:t>
            </a:r>
            <a:endParaRPr lang="en-US" altLang="zh-CN" sz="2000" dirty="0">
              <a:cs typeface="Times New Roman" pitchFamily="18" charset="0"/>
            </a:endParaRPr>
          </a:p>
          <a:p>
            <a:pPr marL="576248" lvl="1" indent="-273044">
              <a:lnSpc>
                <a:spcPts val="2700"/>
              </a:lnSpc>
              <a:defRPr/>
            </a:pPr>
            <a:r>
              <a:rPr lang="en-US" altLang="zh-CN" sz="2000" dirty="0">
                <a:cs typeface="Times New Roman" pitchFamily="18" charset="0"/>
              </a:rPr>
              <a:t>(b) </a:t>
            </a:r>
            <a:r>
              <a:rPr lang="zh-CN" altLang="en-US" sz="2000" dirty="0">
                <a:cs typeface="Times New Roman" pitchFamily="18" charset="0"/>
              </a:rPr>
              <a:t>按照</a:t>
            </a:r>
            <a:r>
              <a:rPr lang="en-US" altLang="zh-CN" sz="2000" dirty="0">
                <a:cs typeface="Times New Roman" pitchFamily="18" charset="0"/>
              </a:rPr>
              <a:t>a</a:t>
            </a:r>
            <a:r>
              <a:rPr lang="zh-CN" altLang="en-US" sz="2000" dirty="0">
                <a:cs typeface="Times New Roman" pitchFamily="18" charset="0"/>
              </a:rPr>
              <a:t>中的方法计算各个属性，但是将计算得到的这些属性作为</a:t>
            </a:r>
            <a:r>
              <a:rPr lang="en-US" altLang="zh-CN" sz="2000" i="1" dirty="0">
                <a:cs typeface="Times New Roman" pitchFamily="18" charset="0"/>
              </a:rPr>
              <a:t>M</a:t>
            </a:r>
            <a:r>
              <a:rPr lang="zh-CN" altLang="en-US" sz="2000" dirty="0">
                <a:cs typeface="Times New Roman" pitchFamily="18" charset="0"/>
              </a:rPr>
              <a:t>的</a:t>
            </a:r>
            <a:r>
              <a:rPr lang="zh-CN" altLang="en-US" sz="2000" dirty="0">
                <a:solidFill>
                  <a:schemeClr val="tx2">
                    <a:lumMod val="60000"/>
                    <a:lumOff val="40000"/>
                  </a:schemeClr>
                </a:solidFill>
                <a:cs typeface="Times New Roman" pitchFamily="18" charset="0"/>
              </a:rPr>
              <a:t>综合属性</a:t>
            </a:r>
            <a:endParaRPr lang="en-US" altLang="zh-CN" sz="2000" dirty="0">
              <a:solidFill>
                <a:schemeClr val="tx2">
                  <a:lumMod val="60000"/>
                  <a:lumOff val="40000"/>
                </a:schemeClr>
              </a:solidFill>
              <a:cs typeface="Times New Roman" pitchFamily="18" charset="0"/>
            </a:endParaRPr>
          </a:p>
        </p:txBody>
      </p:sp>
      <p:sp>
        <p:nvSpPr>
          <p:cNvPr id="2" name="灯片编号占位符 1">
            <a:extLst>
              <a:ext uri="{FF2B5EF4-FFF2-40B4-BE49-F238E27FC236}">
                <a16:creationId xmlns:a16="http://schemas.microsoft.com/office/drawing/2014/main" id="{D3948CE6-DBF6-48AA-B287-3EEA585ACDE3}"/>
              </a:ext>
            </a:extLst>
          </p:cNvPr>
          <p:cNvSpPr>
            <a:spLocks noGrp="1"/>
          </p:cNvSpPr>
          <p:nvPr>
            <p:ph type="sldNum" sz="quarter" idx="10"/>
          </p:nvPr>
        </p:nvSpPr>
        <p:spPr/>
        <p:txBody>
          <a:bodyPr/>
          <a:lstStyle/>
          <a:p>
            <a:pPr>
              <a:defRPr/>
            </a:pPr>
            <a:fld id="{8E104948-B687-4A74-87EB-9097C047E113}" type="slidenum">
              <a:rPr lang="zh-CN" altLang="en-US" smtClean="0"/>
              <a:pPr>
                <a:defRPr/>
              </a:pPr>
              <a:t>90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wipe(down)">
                                      <p:cBhvr>
                                        <p:cTn id="7" dur="500"/>
                                        <p:tgtEl>
                                          <p:spTgt spid="79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9875">
                                            <p:txEl>
                                              <p:pRg st="1" end="1"/>
                                            </p:txEl>
                                          </p:spTgt>
                                        </p:tgtEl>
                                        <p:attrNameLst>
                                          <p:attrName>style.visibility</p:attrName>
                                        </p:attrNameLst>
                                      </p:cBhvr>
                                      <p:to>
                                        <p:strVal val="visible"/>
                                      </p:to>
                                    </p:set>
                                    <p:animEffect transition="in" filter="wipe(down)">
                                      <p:cBhvr>
                                        <p:cTn id="12" dur="500"/>
                                        <p:tgtEl>
                                          <p:spTgt spid="798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9875">
                                            <p:txEl>
                                              <p:pRg st="2" end="2"/>
                                            </p:txEl>
                                          </p:spTgt>
                                        </p:tgtEl>
                                        <p:attrNameLst>
                                          <p:attrName>style.visibility</p:attrName>
                                        </p:attrNameLst>
                                      </p:cBhvr>
                                      <p:to>
                                        <p:strVal val="visible"/>
                                      </p:to>
                                    </p:set>
                                    <p:animEffect transition="in" filter="wipe(down)">
                                      <p:cBhvr>
                                        <p:cTn id="17" dur="500"/>
                                        <p:tgtEl>
                                          <p:spTgt spid="798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9875">
                                            <p:txEl>
                                              <p:pRg st="3" end="3"/>
                                            </p:txEl>
                                          </p:spTgt>
                                        </p:tgtEl>
                                        <p:attrNameLst>
                                          <p:attrName>style.visibility</p:attrName>
                                        </p:attrNameLst>
                                      </p:cBhvr>
                                      <p:to>
                                        <p:strVal val="visible"/>
                                      </p:to>
                                    </p:set>
                                    <p:animEffect transition="in" filter="wipe(down)">
                                      <p:cBhvr>
                                        <p:cTn id="22" dur="500"/>
                                        <p:tgtEl>
                                          <p:spTgt spid="79875">
                                            <p:txEl>
                                              <p:pRg st="3" end="3"/>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79875">
                                            <p:txEl>
                                              <p:pRg st="4" end="4"/>
                                            </p:txEl>
                                          </p:spTgt>
                                        </p:tgtEl>
                                        <p:attrNameLst>
                                          <p:attrName>style.visibility</p:attrName>
                                        </p:attrNameLst>
                                      </p:cBhvr>
                                      <p:to>
                                        <p:strVal val="visible"/>
                                      </p:to>
                                    </p:set>
                                    <p:animEffect transition="in" filter="wipe(down)">
                                      <p:cBhvr>
                                        <p:cTn id="25" dur="500"/>
                                        <p:tgtEl>
                                          <p:spTgt spid="79875">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9875">
                                            <p:txEl>
                                              <p:pRg st="5" end="5"/>
                                            </p:txEl>
                                          </p:spTgt>
                                        </p:tgtEl>
                                        <p:attrNameLst>
                                          <p:attrName>style.visibility</p:attrName>
                                        </p:attrNameLst>
                                      </p:cBhvr>
                                      <p:to>
                                        <p:strVal val="visible"/>
                                      </p:to>
                                    </p:set>
                                    <p:animEffect transition="in" filter="wipe(down)">
                                      <p:cBhvr>
                                        <p:cTn id="28" dur="500"/>
                                        <p:tgtEl>
                                          <p:spTgt spid="798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7DF02F36-4538-40B8-B36F-8E8A1ED4AB13}"/>
              </a:ext>
            </a:extLst>
          </p:cNvPr>
          <p:cNvSpPr>
            <a:spLocks noGrp="1"/>
          </p:cNvSpPr>
          <p:nvPr>
            <p:ph idx="1"/>
          </p:nvPr>
        </p:nvSpPr>
        <p:spPr/>
        <p:txBody>
          <a:bodyPr/>
          <a:lstStyle/>
          <a:p>
            <a:pPr marL="0" lvl="0" indent="0">
              <a:buNone/>
            </a:pPr>
            <a:r>
              <a:rPr lang="zh-CN" altLang="en-US" dirty="0"/>
              <a:t>下面的文法生成了含“小数点”的二进制数：</a:t>
            </a:r>
          </a:p>
          <a:p>
            <a:pPr marL="0" indent="0">
              <a:buNone/>
            </a:pPr>
            <a:r>
              <a:rPr lang="en-US" altLang="zh-CN" dirty="0"/>
              <a:t>	S→L</a:t>
            </a:r>
            <a:r>
              <a:rPr lang="en-US" altLang="zh-CN" baseline="-25000" dirty="0"/>
              <a:t>1</a:t>
            </a:r>
            <a:r>
              <a:rPr lang="en-US" altLang="zh-CN" dirty="0"/>
              <a:t>. L</a:t>
            </a:r>
            <a:r>
              <a:rPr lang="en-US" altLang="zh-CN" baseline="-25000" dirty="0"/>
              <a:t>2</a:t>
            </a:r>
            <a:r>
              <a:rPr lang="en-US" altLang="zh-CN" dirty="0"/>
              <a:t>|L</a:t>
            </a:r>
            <a:r>
              <a:rPr lang="zh-CN" altLang="en-US" dirty="0"/>
              <a:t>		</a:t>
            </a:r>
            <a:r>
              <a:rPr lang="en-US" altLang="zh-CN" dirty="0"/>
              <a:t>L→L</a:t>
            </a:r>
            <a:r>
              <a:rPr lang="en-US" altLang="zh-CN" baseline="-25000" dirty="0"/>
              <a:t>1</a:t>
            </a:r>
            <a:r>
              <a:rPr lang="en-US" altLang="zh-CN" dirty="0"/>
              <a:t>B|B</a:t>
            </a:r>
            <a:r>
              <a:rPr lang="zh-CN" altLang="en-US" dirty="0"/>
              <a:t>		</a:t>
            </a:r>
            <a:r>
              <a:rPr lang="en-US" altLang="zh-CN" dirty="0"/>
              <a:t>B→ 0|1</a:t>
            </a:r>
            <a:endParaRPr lang="zh-CN" altLang="en-US" dirty="0"/>
          </a:p>
          <a:p>
            <a:pPr marL="0" indent="0">
              <a:buNone/>
            </a:pPr>
            <a:r>
              <a:rPr lang="zh-CN" altLang="en-US" dirty="0"/>
              <a:t>消除左递归和左公因子后，为</a:t>
            </a:r>
            <a:r>
              <a:rPr lang="en-US" altLang="zh-CN" dirty="0"/>
              <a:t>LL(1) </a:t>
            </a:r>
            <a:r>
              <a:rPr lang="zh-CN" altLang="en-US" dirty="0"/>
              <a:t>文法：</a:t>
            </a:r>
          </a:p>
          <a:p>
            <a:pPr marL="0" indent="0">
              <a:buNone/>
            </a:pPr>
            <a:r>
              <a:rPr lang="en-US" altLang="zh-CN" dirty="0"/>
              <a:t>	S→LS</a:t>
            </a:r>
            <a:r>
              <a:rPr lang="en-US" altLang="zh-CN" dirty="0">
                <a:latin typeface="Times New Roman" panose="02020603050405020304" pitchFamily="18" charset="0"/>
                <a:cs typeface="Times New Roman" panose="02020603050405020304" pitchFamily="18" charset="0"/>
              </a:rPr>
              <a:t>’	</a:t>
            </a:r>
            <a:r>
              <a:rPr lang="en-US" altLang="zh-CN" dirty="0"/>
              <a:t>	S</a:t>
            </a:r>
            <a:r>
              <a:rPr lang="en-US" altLang="zh-CN" dirty="0">
                <a:latin typeface="Times New Roman" panose="02020603050405020304" pitchFamily="18" charset="0"/>
                <a:cs typeface="Times New Roman" panose="02020603050405020304" pitchFamily="18" charset="0"/>
              </a:rPr>
              <a:t>’</a:t>
            </a:r>
            <a:r>
              <a:rPr lang="en-US" altLang="zh-CN" dirty="0"/>
              <a:t>→ .</a:t>
            </a:r>
            <a:r>
              <a:rPr lang="zh-CN" altLang="en-US" dirty="0"/>
              <a:t> </a:t>
            </a:r>
            <a:r>
              <a:rPr lang="en-US" altLang="zh-CN" dirty="0" err="1"/>
              <a:t>L|ε</a:t>
            </a:r>
            <a:r>
              <a:rPr lang="zh-CN" altLang="en-US" dirty="0"/>
              <a:t>		</a:t>
            </a:r>
            <a:r>
              <a:rPr lang="en-US" altLang="zh-CN" dirty="0"/>
              <a:t>L→BL</a:t>
            </a:r>
            <a:r>
              <a:rPr lang="en-US" altLang="zh-CN" dirty="0">
                <a:latin typeface="Times New Roman" panose="02020603050405020304" pitchFamily="18" charset="0"/>
                <a:cs typeface="Times New Roman" panose="02020603050405020304" pitchFamily="18" charset="0"/>
              </a:rPr>
              <a:t>’</a:t>
            </a:r>
            <a:r>
              <a:rPr lang="en-US" altLang="zh-CN" dirty="0"/>
              <a:t>	</a:t>
            </a:r>
            <a:r>
              <a:rPr lang="zh-CN" altLang="en-US" dirty="0"/>
              <a:t>	</a:t>
            </a:r>
            <a:r>
              <a:rPr lang="en-US" altLang="zh-CN" dirty="0" err="1"/>
              <a:t>L</a:t>
            </a:r>
            <a:r>
              <a:rPr lang="en-US" altLang="zh-CN" dirty="0" err="1">
                <a:latin typeface="Times New Roman" panose="02020603050405020304" pitchFamily="18" charset="0"/>
                <a:cs typeface="Times New Roman" panose="02020603050405020304" pitchFamily="18" charset="0"/>
              </a:rPr>
              <a:t>’</a:t>
            </a:r>
            <a:r>
              <a:rPr lang="en-US" altLang="zh-CN" dirty="0" err="1"/>
              <a:t>→BL</a:t>
            </a:r>
            <a:r>
              <a:rPr lang="en-US" altLang="zh-CN" dirty="0" err="1">
                <a:latin typeface="Times New Roman" panose="02020603050405020304" pitchFamily="18" charset="0"/>
                <a:cs typeface="Times New Roman" panose="02020603050405020304" pitchFamily="18" charset="0"/>
              </a:rPr>
              <a:t>’</a:t>
            </a:r>
            <a:r>
              <a:rPr lang="en-US" altLang="zh-CN" dirty="0" err="1"/>
              <a:t>|ε</a:t>
            </a:r>
            <a:r>
              <a:rPr lang="zh-CN" altLang="en-US" dirty="0"/>
              <a:t>		</a:t>
            </a:r>
            <a:r>
              <a:rPr lang="en-US" altLang="zh-CN" dirty="0"/>
              <a:t>B→ 0|</a:t>
            </a:r>
            <a:r>
              <a:rPr lang="zh-CN" altLang="en-US" dirty="0"/>
              <a:t> </a:t>
            </a:r>
            <a:r>
              <a:rPr lang="en-US" altLang="zh-CN" dirty="0"/>
              <a:t>1</a:t>
            </a:r>
          </a:p>
          <a:p>
            <a:pPr marL="0" indent="0">
              <a:buNone/>
            </a:pPr>
            <a:r>
              <a:rPr lang="zh-CN" altLang="en-US" dirty="0"/>
              <a:t>请为其设计</a:t>
            </a:r>
            <a:r>
              <a:rPr lang="en-US" altLang="zh-CN" dirty="0"/>
              <a:t>L</a:t>
            </a:r>
            <a:r>
              <a:rPr lang="zh-CN" altLang="en-US" dirty="0"/>
              <a:t>属性</a:t>
            </a:r>
            <a:r>
              <a:rPr lang="en-US" altLang="zh-CN" dirty="0"/>
              <a:t>SDD</a:t>
            </a:r>
            <a:r>
              <a:rPr lang="zh-CN" altLang="en-US" dirty="0"/>
              <a:t>，并转换为</a:t>
            </a:r>
            <a:r>
              <a:rPr lang="en-US" altLang="zh-CN" dirty="0"/>
              <a:t>SDT.</a:t>
            </a:r>
          </a:p>
          <a:p>
            <a:pPr marL="0" indent="0">
              <a:buNone/>
            </a:pPr>
            <a:r>
              <a:rPr lang="zh-CN" altLang="en-US" dirty="0">
                <a:solidFill>
                  <a:srgbClr val="0000FF"/>
                </a:solidFill>
              </a:rPr>
              <a:t>将此</a:t>
            </a:r>
            <a:r>
              <a:rPr lang="en-US" altLang="zh-CN" dirty="0">
                <a:solidFill>
                  <a:srgbClr val="0000FF"/>
                </a:solidFill>
              </a:rPr>
              <a:t>L</a:t>
            </a:r>
            <a:r>
              <a:rPr lang="zh-CN" altLang="en-US" dirty="0">
                <a:solidFill>
                  <a:srgbClr val="0000FF"/>
                </a:solidFill>
              </a:rPr>
              <a:t>属性的</a:t>
            </a:r>
            <a:r>
              <a:rPr lang="en-US" altLang="zh-CN" dirty="0">
                <a:solidFill>
                  <a:srgbClr val="0000FF"/>
                </a:solidFill>
              </a:rPr>
              <a:t>SDT</a:t>
            </a:r>
            <a:r>
              <a:rPr lang="zh-CN" altLang="en-US" dirty="0">
                <a:solidFill>
                  <a:srgbClr val="0000FF"/>
                </a:solidFill>
              </a:rPr>
              <a:t>改造成可以在自底向上语法分析中实现的 </a:t>
            </a:r>
            <a:r>
              <a:rPr lang="en-US" altLang="zh-CN" dirty="0">
                <a:solidFill>
                  <a:srgbClr val="0000FF"/>
                </a:solidFill>
              </a:rPr>
              <a:t>SDT</a:t>
            </a:r>
            <a:r>
              <a:rPr lang="zh-CN" altLang="en-US" dirty="0">
                <a:solidFill>
                  <a:srgbClr val="0000FF"/>
                </a:solidFill>
              </a:rPr>
              <a:t>。</a:t>
            </a:r>
          </a:p>
        </p:txBody>
      </p:sp>
      <p:sp>
        <p:nvSpPr>
          <p:cNvPr id="4" name="标题 3">
            <a:extLst>
              <a:ext uri="{FF2B5EF4-FFF2-40B4-BE49-F238E27FC236}">
                <a16:creationId xmlns:a16="http://schemas.microsoft.com/office/drawing/2014/main" id="{D011C71E-DB9F-495B-ACC0-9623A0BED135}"/>
              </a:ext>
            </a:extLst>
          </p:cNvPr>
          <p:cNvSpPr>
            <a:spLocks noGrp="1"/>
          </p:cNvSpPr>
          <p:nvPr>
            <p:ph type="title"/>
          </p:nvPr>
        </p:nvSpPr>
        <p:spPr/>
        <p:txBody>
          <a:bodyPr/>
          <a:lstStyle/>
          <a:p>
            <a:r>
              <a:rPr lang="zh-CN" altLang="en-US" dirty="0"/>
              <a:t>练习</a:t>
            </a:r>
            <a:r>
              <a:rPr lang="en-US" altLang="zh-CN" dirty="0"/>
              <a:t>3</a:t>
            </a:r>
            <a:endParaRPr lang="zh-CN" altLang="en-US" dirty="0"/>
          </a:p>
        </p:txBody>
      </p:sp>
      <p:sp>
        <p:nvSpPr>
          <p:cNvPr id="2" name="灯片编号占位符 1">
            <a:extLst>
              <a:ext uri="{FF2B5EF4-FFF2-40B4-BE49-F238E27FC236}">
                <a16:creationId xmlns:a16="http://schemas.microsoft.com/office/drawing/2014/main" id="{56FEDF82-9405-47F0-9E8D-7ABB556E1D2C}"/>
              </a:ext>
            </a:extLst>
          </p:cNvPr>
          <p:cNvSpPr>
            <a:spLocks noGrp="1"/>
          </p:cNvSpPr>
          <p:nvPr>
            <p:ph type="sldNum" sz="quarter" idx="10"/>
          </p:nvPr>
        </p:nvSpPr>
        <p:spPr/>
        <p:txBody>
          <a:bodyPr/>
          <a:lstStyle/>
          <a:p>
            <a:pPr>
              <a:defRPr/>
            </a:pPr>
            <a:fld id="{8E104948-B687-4A74-87EB-9097C047E113}" type="slidenum">
              <a:rPr lang="zh-CN" altLang="en-US" smtClean="0"/>
              <a:pPr>
                <a:defRPr/>
              </a:pPr>
              <a:t>91</a:t>
            </a:fld>
            <a:endParaRPr lang="en-US" altLang="zh-CN"/>
          </a:p>
        </p:txBody>
      </p:sp>
    </p:spTree>
    <p:extLst>
      <p:ext uri="{BB962C8B-B14F-4D97-AF65-F5344CB8AC3E}">
        <p14:creationId xmlns:p14="http://schemas.microsoft.com/office/powerpoint/2010/main" val="11218313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C0463125-BD2C-4E68-A292-D555288D14F9}"/>
              </a:ext>
            </a:extLst>
          </p:cNvPr>
          <p:cNvGraphicFramePr>
            <a:graphicFrameLocks noGrp="1"/>
          </p:cNvGraphicFramePr>
          <p:nvPr>
            <p:extLst>
              <p:ext uri="{D42A27DB-BD31-4B8C-83A1-F6EECF244321}">
                <p14:modId xmlns:p14="http://schemas.microsoft.com/office/powerpoint/2010/main" val="1011110444"/>
              </p:ext>
            </p:extLst>
          </p:nvPr>
        </p:nvGraphicFramePr>
        <p:xfrm>
          <a:off x="600046" y="2211710"/>
          <a:ext cx="6636251" cy="2719377"/>
        </p:xfrm>
        <a:graphic>
          <a:graphicData uri="http://schemas.openxmlformats.org/drawingml/2006/table">
            <a:tbl>
              <a:tblPr firstRow="1" bandRow="1">
                <a:tableStyleId>{5940675A-B579-460E-94D1-54222C63F5DA}</a:tableStyleId>
              </a:tblPr>
              <a:tblGrid>
                <a:gridCol w="1215347">
                  <a:extLst>
                    <a:ext uri="{9D8B030D-6E8A-4147-A177-3AD203B41FA5}">
                      <a16:colId xmlns:a16="http://schemas.microsoft.com/office/drawing/2014/main" val="3957670071"/>
                    </a:ext>
                  </a:extLst>
                </a:gridCol>
                <a:gridCol w="1137721">
                  <a:extLst>
                    <a:ext uri="{9D8B030D-6E8A-4147-A177-3AD203B41FA5}">
                      <a16:colId xmlns:a16="http://schemas.microsoft.com/office/drawing/2014/main" val="1407999573"/>
                    </a:ext>
                  </a:extLst>
                </a:gridCol>
                <a:gridCol w="2338966">
                  <a:extLst>
                    <a:ext uri="{9D8B030D-6E8A-4147-A177-3AD203B41FA5}">
                      <a16:colId xmlns:a16="http://schemas.microsoft.com/office/drawing/2014/main" val="192696656"/>
                    </a:ext>
                  </a:extLst>
                </a:gridCol>
                <a:gridCol w="1944217">
                  <a:extLst>
                    <a:ext uri="{9D8B030D-6E8A-4147-A177-3AD203B41FA5}">
                      <a16:colId xmlns:a16="http://schemas.microsoft.com/office/drawing/2014/main" val="1372217250"/>
                    </a:ext>
                  </a:extLst>
                </a:gridCol>
              </a:tblGrid>
              <a:tr h="360040">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r>
                        <a:rPr lang="en-US" altLang="zh-CN" dirty="0"/>
                        <a:t>  </a:t>
                      </a:r>
                      <a:endParaRPr lang="zh-CN" altLang="en-US" dirty="0"/>
                    </a:p>
                  </a:txBody>
                  <a:tcPr/>
                </a:tc>
                <a:extLst>
                  <a:ext uri="{0D108BD9-81ED-4DB2-BD59-A6C34878D82A}">
                    <a16:rowId xmlns:a16="http://schemas.microsoft.com/office/drawing/2014/main" val="571298925"/>
                  </a:ext>
                </a:extLst>
              </a:tr>
              <a:tr h="433377">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172060357"/>
                  </a:ext>
                </a:extLst>
              </a:tr>
              <a:tr h="352991">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extLst>
                  <a:ext uri="{0D108BD9-81ED-4DB2-BD59-A6C34878D82A}">
                    <a16:rowId xmlns:a16="http://schemas.microsoft.com/office/drawing/2014/main" val="1576022470"/>
                  </a:ext>
                </a:extLst>
              </a:tr>
              <a:tr h="493534">
                <a:tc>
                  <a:txBody>
                    <a:bodyPr/>
                    <a:lstStyle/>
                    <a:p>
                      <a:endParaRPr lang="zh-CN" altLang="en-US"/>
                    </a:p>
                  </a:txBody>
                  <a:tcPr/>
                </a:tc>
                <a:tc>
                  <a:txBody>
                    <a:bodyPr/>
                    <a:lstStyle/>
                    <a:p>
                      <a:endParaRPr lang="zh-CN" altLang="en-US"/>
                    </a:p>
                  </a:txBody>
                  <a:tcPr/>
                </a:tc>
                <a:tc>
                  <a:txBody>
                    <a:bodyPr/>
                    <a:lstStyle/>
                    <a:p>
                      <a:endParaRPr lang="en-US" altLang="zh-CN" dirty="0"/>
                    </a:p>
                    <a:p>
                      <a:endParaRPr lang="zh-CN" altLang="en-US" dirty="0"/>
                    </a:p>
                  </a:txBody>
                  <a:tcPr/>
                </a:tc>
                <a:tc>
                  <a:txBody>
                    <a:bodyPr/>
                    <a:lstStyle/>
                    <a:p>
                      <a:endParaRPr lang="zh-CN" altLang="en-US"/>
                    </a:p>
                  </a:txBody>
                  <a:tcPr/>
                </a:tc>
                <a:extLst>
                  <a:ext uri="{0D108BD9-81ED-4DB2-BD59-A6C34878D82A}">
                    <a16:rowId xmlns:a16="http://schemas.microsoft.com/office/drawing/2014/main" val="492032543"/>
                  </a:ext>
                </a:extLst>
              </a:tr>
              <a:tr h="648431">
                <a:tc>
                  <a:txBody>
                    <a:bodyPr/>
                    <a:lstStyle/>
                    <a:p>
                      <a:endParaRPr lang="zh-CN" altLang="en-US"/>
                    </a:p>
                  </a:txBody>
                  <a:tcPr/>
                </a:tc>
                <a:tc>
                  <a:txBody>
                    <a:bodyPr/>
                    <a:lstStyle/>
                    <a:p>
                      <a:endParaRPr lang="zh-CN" altLang="en-US"/>
                    </a:p>
                  </a:txBody>
                  <a:tcPr/>
                </a:tc>
                <a:tc>
                  <a:txBody>
                    <a:bodyPr/>
                    <a:lstStyle/>
                    <a:p>
                      <a:endParaRPr lang="en-US" altLang="zh-CN" dirty="0"/>
                    </a:p>
                    <a:p>
                      <a:endParaRPr lang="en-US" altLang="zh-CN" dirty="0"/>
                    </a:p>
                    <a:p>
                      <a:endParaRPr lang="zh-CN" altLang="en-US" dirty="0"/>
                    </a:p>
                  </a:txBody>
                  <a:tcPr/>
                </a:tc>
                <a:tc>
                  <a:txBody>
                    <a:bodyPr/>
                    <a:lstStyle/>
                    <a:p>
                      <a:endParaRPr lang="zh-CN" altLang="en-US" dirty="0"/>
                    </a:p>
                  </a:txBody>
                  <a:tcPr/>
                </a:tc>
                <a:extLst>
                  <a:ext uri="{0D108BD9-81ED-4DB2-BD59-A6C34878D82A}">
                    <a16:rowId xmlns:a16="http://schemas.microsoft.com/office/drawing/2014/main" val="2648690528"/>
                  </a:ext>
                </a:extLst>
              </a:tr>
            </a:tbl>
          </a:graphicData>
        </a:graphic>
      </p:graphicFrame>
      <p:sp>
        <p:nvSpPr>
          <p:cNvPr id="6" name="内容占位符 5">
            <a:extLst>
              <a:ext uri="{FF2B5EF4-FFF2-40B4-BE49-F238E27FC236}">
                <a16:creationId xmlns:a16="http://schemas.microsoft.com/office/drawing/2014/main" id="{E0BBDCC3-1E5E-4832-80A1-CBF8B357A105}"/>
              </a:ext>
            </a:extLst>
          </p:cNvPr>
          <p:cNvSpPr>
            <a:spLocks noGrp="1"/>
          </p:cNvSpPr>
          <p:nvPr>
            <p:ph idx="1"/>
          </p:nvPr>
        </p:nvSpPr>
        <p:spPr>
          <a:xfrm>
            <a:off x="606388" y="770757"/>
            <a:ext cx="7931224" cy="4104456"/>
          </a:xfrm>
        </p:spPr>
        <p:txBody>
          <a:bodyPr/>
          <a:lstStyle/>
          <a:p>
            <a:r>
              <a:rPr lang="zh-CN" altLang="en-US" sz="2000" dirty="0"/>
              <a:t>通用方法</a:t>
            </a:r>
            <a:endParaRPr lang="en-US" altLang="zh-CN" sz="2000" dirty="0"/>
          </a:p>
          <a:p>
            <a:pPr lvl="1"/>
            <a:r>
              <a:rPr lang="en-US" altLang="zh-CN" sz="2000" dirty="0"/>
              <a:t>SDD -&gt; </a:t>
            </a:r>
            <a:r>
              <a:rPr lang="zh-CN" altLang="en-US" sz="2000" dirty="0"/>
              <a:t>构建依赖图 </a:t>
            </a:r>
            <a:r>
              <a:rPr lang="en-US" altLang="zh-CN" sz="2000" dirty="0"/>
              <a:t>–&gt;</a:t>
            </a:r>
            <a:r>
              <a:rPr lang="zh-CN" altLang="en-US" sz="2000" dirty="0"/>
              <a:t>按依赖顺序计算   条件：无回路</a:t>
            </a:r>
            <a:endParaRPr lang="en-US" altLang="zh-CN" sz="2000" dirty="0"/>
          </a:p>
          <a:p>
            <a:pPr lvl="1"/>
            <a:r>
              <a:rPr lang="zh-CN" altLang="en-US" sz="2000" dirty="0"/>
              <a:t>任意</a:t>
            </a:r>
            <a:r>
              <a:rPr lang="en-US" altLang="zh-CN" sz="2000" dirty="0"/>
              <a:t>SDT  -&gt; </a:t>
            </a:r>
            <a:r>
              <a:rPr lang="zh-CN" altLang="en-US" sz="2000" dirty="0"/>
              <a:t>构建语法分析树</a:t>
            </a:r>
            <a:r>
              <a:rPr lang="en-US" altLang="zh-CN" sz="2000" dirty="0"/>
              <a:t> -&gt;</a:t>
            </a:r>
            <a:r>
              <a:rPr lang="zh-CN" altLang="en-US" sz="2000" dirty="0"/>
              <a:t>遍历其中的动作节点 </a:t>
            </a:r>
            <a:endParaRPr lang="en-US" altLang="zh-CN" sz="2000" dirty="0"/>
          </a:p>
          <a:p>
            <a:r>
              <a:rPr lang="zh-CN" altLang="en-US" sz="2000" dirty="0"/>
              <a:t>特殊的</a:t>
            </a:r>
            <a:r>
              <a:rPr lang="en-US" altLang="zh-CN" sz="2000" dirty="0"/>
              <a:t>SDD: S-SDD </a:t>
            </a:r>
            <a:r>
              <a:rPr lang="zh-CN" altLang="en-US" sz="2000" dirty="0"/>
              <a:t>和</a:t>
            </a:r>
            <a:r>
              <a:rPr lang="en-US" altLang="zh-CN" sz="2000" dirty="0"/>
              <a:t>L-SDD</a:t>
            </a:r>
          </a:p>
          <a:p>
            <a:pPr marL="0" indent="0">
              <a:buNone/>
            </a:pPr>
            <a:r>
              <a:rPr lang="zh-CN" altLang="en-US" sz="2000" dirty="0"/>
              <a:t>基础文法        </a:t>
            </a:r>
            <a:r>
              <a:rPr lang="en-US" altLang="zh-CN" sz="2000" dirty="0"/>
              <a:t>SDD               SDT                     </a:t>
            </a:r>
            <a:r>
              <a:rPr lang="zh-CN" altLang="en-US" sz="2000" dirty="0"/>
              <a:t>语法分析实现 </a:t>
            </a:r>
            <a:endParaRPr lang="en-US" altLang="zh-CN" sz="2000" dirty="0"/>
          </a:p>
          <a:p>
            <a:pPr marL="0" indent="0">
              <a:buNone/>
            </a:pPr>
            <a:r>
              <a:rPr lang="en-US" altLang="zh-CN" sz="2000" dirty="0"/>
              <a:t>      LR             S-SDD	   </a:t>
            </a:r>
            <a:r>
              <a:rPr lang="zh-CN" altLang="en-US" sz="2000" dirty="0"/>
              <a:t>后缀</a:t>
            </a:r>
            <a:r>
              <a:rPr lang="en-US" altLang="zh-CN" sz="2000" dirty="0"/>
              <a:t>	                         LR</a:t>
            </a:r>
          </a:p>
          <a:p>
            <a:pPr marL="0" indent="0">
              <a:buNone/>
            </a:pPr>
            <a:r>
              <a:rPr lang="en-US" altLang="zh-CN" sz="2000" dirty="0"/>
              <a:t>      LL            L-SDD           </a:t>
            </a:r>
            <a:r>
              <a:rPr lang="zh-CN" altLang="en-US" sz="2000" dirty="0"/>
              <a:t>非后缀   </a:t>
            </a:r>
            <a:r>
              <a:rPr lang="en-US" altLang="zh-CN" sz="2000" dirty="0"/>
              <a:t>                       LL</a:t>
            </a:r>
          </a:p>
          <a:p>
            <a:pPr marL="0" indent="0">
              <a:buNone/>
            </a:pPr>
            <a:r>
              <a:rPr lang="en-US" altLang="zh-CN" sz="2000" dirty="0"/>
              <a:t>      LL            L-SDD       </a:t>
            </a:r>
            <a:r>
              <a:rPr lang="zh-CN" altLang="en-US" sz="2000" dirty="0"/>
              <a:t>改造成基于</a:t>
            </a:r>
            <a:r>
              <a:rPr lang="en-US" altLang="zh-CN" sz="2000" dirty="0"/>
              <a:t>LR                  </a:t>
            </a:r>
            <a:r>
              <a:rPr lang="en-US" altLang="zh-CN" sz="2000" dirty="0" err="1"/>
              <a:t>LR</a:t>
            </a:r>
            <a:endParaRPr lang="en-US" altLang="zh-CN" sz="2000" dirty="0"/>
          </a:p>
          <a:p>
            <a:pPr marL="0" indent="0">
              <a:buNone/>
            </a:pPr>
            <a:r>
              <a:rPr lang="en-US" altLang="zh-CN" sz="2000" dirty="0"/>
              <a:t>                                        </a:t>
            </a:r>
            <a:r>
              <a:rPr lang="zh-CN" altLang="en-US" sz="2000" dirty="0"/>
              <a:t>文法的后缀</a:t>
            </a:r>
            <a:r>
              <a:rPr lang="en-US" altLang="zh-CN" sz="2000" dirty="0"/>
              <a:t>SDT   </a:t>
            </a:r>
          </a:p>
          <a:p>
            <a:pPr marL="0" indent="0">
              <a:buNone/>
            </a:pPr>
            <a:r>
              <a:rPr lang="en-US" altLang="zh-CN" sz="2000" dirty="0"/>
              <a:t>     LR             L-SDD      </a:t>
            </a:r>
            <a:r>
              <a:rPr lang="zh-CN" altLang="en-US" sz="2000" dirty="0"/>
              <a:t>改造后若基于</a:t>
            </a:r>
            <a:r>
              <a:rPr lang="en-US" altLang="zh-CN" sz="2000" dirty="0"/>
              <a:t>LR               </a:t>
            </a:r>
            <a:r>
              <a:rPr lang="en-US" altLang="zh-CN" sz="2000" dirty="0" err="1"/>
              <a:t>LR</a:t>
            </a:r>
            <a:endParaRPr lang="en-US" altLang="zh-CN" sz="2000" dirty="0"/>
          </a:p>
          <a:p>
            <a:pPr marL="0" indent="0">
              <a:buNone/>
            </a:pPr>
            <a:r>
              <a:rPr lang="en-US" altLang="zh-CN" sz="2000" dirty="0"/>
              <a:t>                                          </a:t>
            </a:r>
            <a:r>
              <a:rPr lang="zh-CN" altLang="en-US" sz="2000" dirty="0"/>
              <a:t>若不是基于</a:t>
            </a:r>
            <a:r>
              <a:rPr lang="en-US" altLang="zh-CN" sz="2000" dirty="0"/>
              <a:t>LR            </a:t>
            </a:r>
            <a:r>
              <a:rPr lang="zh-CN" altLang="en-US" sz="2000" dirty="0"/>
              <a:t>通用方法</a:t>
            </a:r>
            <a:endParaRPr lang="en-US" altLang="zh-CN" sz="2000" dirty="0"/>
          </a:p>
          <a:p>
            <a:pPr marL="0" indent="0">
              <a:buNone/>
            </a:pPr>
            <a:r>
              <a:rPr lang="en-US" altLang="zh-CN" sz="2000" dirty="0"/>
              <a:t>      </a:t>
            </a:r>
            <a:endParaRPr lang="zh-CN" altLang="en-US" sz="2000" dirty="0"/>
          </a:p>
        </p:txBody>
      </p:sp>
      <p:sp>
        <p:nvSpPr>
          <p:cNvPr id="5" name="标题 4">
            <a:extLst>
              <a:ext uri="{FF2B5EF4-FFF2-40B4-BE49-F238E27FC236}">
                <a16:creationId xmlns:a16="http://schemas.microsoft.com/office/drawing/2014/main" id="{8A1AA6DA-5F5C-4929-AFC4-9EB8092B56B1}"/>
              </a:ext>
            </a:extLst>
          </p:cNvPr>
          <p:cNvSpPr>
            <a:spLocks noGrp="1"/>
          </p:cNvSpPr>
          <p:nvPr>
            <p:ph type="title"/>
          </p:nvPr>
        </p:nvSpPr>
        <p:spPr/>
        <p:txBody>
          <a:bodyPr/>
          <a:lstStyle/>
          <a:p>
            <a:r>
              <a:rPr lang="zh-CN" altLang="en-US" dirty="0"/>
              <a:t>小结</a:t>
            </a:r>
          </a:p>
        </p:txBody>
      </p:sp>
      <p:sp>
        <p:nvSpPr>
          <p:cNvPr id="4" name="灯片编号占位符 3">
            <a:extLst>
              <a:ext uri="{FF2B5EF4-FFF2-40B4-BE49-F238E27FC236}">
                <a16:creationId xmlns:a16="http://schemas.microsoft.com/office/drawing/2014/main" id="{87C3763A-B84D-4D3C-A0BB-C9809B9E32D3}"/>
              </a:ext>
            </a:extLst>
          </p:cNvPr>
          <p:cNvSpPr>
            <a:spLocks noGrp="1"/>
          </p:cNvSpPr>
          <p:nvPr>
            <p:ph type="sldNum" sz="quarter" idx="10"/>
          </p:nvPr>
        </p:nvSpPr>
        <p:spPr/>
        <p:txBody>
          <a:bodyPr/>
          <a:lstStyle/>
          <a:p>
            <a:pPr>
              <a:defRPr/>
            </a:pPr>
            <a:fld id="{AED05DE6-644B-455D-8180-91A96061CB58}" type="slidenum">
              <a:rPr lang="zh-CN" altLang="en-US" smtClean="0"/>
              <a:pPr>
                <a:defRPr/>
              </a:pPr>
              <a:t>92</a:t>
            </a:fld>
            <a:endParaRPr lang="en-US" altLang="zh-CN"/>
          </a:p>
        </p:txBody>
      </p:sp>
    </p:spTree>
    <p:extLst>
      <p:ext uri="{BB962C8B-B14F-4D97-AF65-F5344CB8AC3E}">
        <p14:creationId xmlns:p14="http://schemas.microsoft.com/office/powerpoint/2010/main" val="406014199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内容占位符 2">
            <a:extLst>
              <a:ext uri="{FF2B5EF4-FFF2-40B4-BE49-F238E27FC236}">
                <a16:creationId xmlns:a16="http://schemas.microsoft.com/office/drawing/2014/main" id="{ADDCF8AB-38C0-4CD8-9042-4801C7DFF735}"/>
              </a:ext>
            </a:extLst>
          </p:cNvPr>
          <p:cNvSpPr>
            <a:spLocks noGrp="1"/>
          </p:cNvSpPr>
          <p:nvPr>
            <p:ph idx="1"/>
          </p:nvPr>
        </p:nvSpPr>
        <p:spPr>
          <a:xfrm>
            <a:off x="357188" y="842963"/>
            <a:ext cx="8501062" cy="3889027"/>
          </a:xfrm>
        </p:spPr>
        <p:txBody>
          <a:bodyPr/>
          <a:lstStyle/>
          <a:p>
            <a:pPr eaLnBrk="1" hangingPunct="1">
              <a:lnSpc>
                <a:spcPts val="2700"/>
              </a:lnSpc>
              <a:buClrTx/>
              <a:buFont typeface="Wingdings" pitchFamily="2" charset="2"/>
              <a:buChar char="Ø"/>
              <a:defRPr/>
            </a:pPr>
            <a:r>
              <a:rPr lang="zh-CN" altLang="en-US" b="1" dirty="0">
                <a:solidFill>
                  <a:schemeClr val="tx1"/>
                </a:solidFill>
                <a:latin typeface="+mn-ea"/>
              </a:rPr>
              <a:t>语法制导定义</a:t>
            </a:r>
          </a:p>
          <a:p>
            <a:pPr eaLnBrk="1" hangingPunct="1">
              <a:lnSpc>
                <a:spcPts val="2700"/>
              </a:lnSpc>
              <a:buClrTx/>
              <a:buFont typeface="Wingdings" pitchFamily="2" charset="2"/>
              <a:buChar char="Ø"/>
              <a:defRPr/>
            </a:pPr>
            <a:r>
              <a:rPr lang="en-US" altLang="zh-CN" b="1" dirty="0">
                <a:solidFill>
                  <a:schemeClr val="tx1"/>
                </a:solidFill>
                <a:latin typeface="+mn-ea"/>
              </a:rPr>
              <a:t>S-</a:t>
            </a:r>
            <a:r>
              <a:rPr lang="zh-CN" altLang="en-US" b="1" dirty="0">
                <a:solidFill>
                  <a:schemeClr val="tx1"/>
                </a:solidFill>
                <a:latin typeface="+mn-ea"/>
              </a:rPr>
              <a:t>属性定义与</a:t>
            </a:r>
            <a:r>
              <a:rPr lang="en-US" altLang="zh-CN" b="1" dirty="0">
                <a:solidFill>
                  <a:schemeClr val="tx1"/>
                </a:solidFill>
                <a:latin typeface="+mn-ea"/>
              </a:rPr>
              <a:t>L-</a:t>
            </a:r>
            <a:r>
              <a:rPr lang="zh-CN" altLang="en-US" b="1" dirty="0">
                <a:solidFill>
                  <a:schemeClr val="tx1"/>
                </a:solidFill>
                <a:latin typeface="+mn-ea"/>
              </a:rPr>
              <a:t>属性定义</a:t>
            </a:r>
          </a:p>
          <a:p>
            <a:pPr eaLnBrk="1" hangingPunct="1">
              <a:lnSpc>
                <a:spcPts val="2700"/>
              </a:lnSpc>
              <a:buClrTx/>
              <a:buFont typeface="Wingdings" pitchFamily="2" charset="2"/>
              <a:buChar char="Ø"/>
              <a:defRPr/>
            </a:pPr>
            <a:r>
              <a:rPr lang="zh-CN" altLang="en-US" b="1" dirty="0">
                <a:solidFill>
                  <a:schemeClr val="tx1"/>
                </a:solidFill>
                <a:latin typeface="+mn-ea"/>
              </a:rPr>
              <a:t>语法制导翻译方案</a:t>
            </a:r>
            <a:r>
              <a:rPr lang="en-US" altLang="zh-CN" b="1" dirty="0">
                <a:solidFill>
                  <a:schemeClr val="tx1"/>
                </a:solidFill>
                <a:latin typeface="+mn-ea"/>
              </a:rPr>
              <a:t>SDT</a:t>
            </a:r>
          </a:p>
          <a:p>
            <a:pPr eaLnBrk="1" hangingPunct="1">
              <a:lnSpc>
                <a:spcPts val="2700"/>
              </a:lnSpc>
              <a:buClrTx/>
              <a:buFont typeface="Wingdings" pitchFamily="2" charset="2"/>
              <a:buChar char="Ø"/>
              <a:defRPr/>
            </a:pPr>
            <a:r>
              <a:rPr lang="en-US" altLang="zh-CN" b="1" dirty="0">
                <a:solidFill>
                  <a:schemeClr val="tx1"/>
                </a:solidFill>
                <a:latin typeface="+mn-ea"/>
              </a:rPr>
              <a:t>L-</a:t>
            </a:r>
            <a:r>
              <a:rPr lang="zh-CN" altLang="en-US" b="1" dirty="0">
                <a:solidFill>
                  <a:schemeClr val="tx1"/>
                </a:solidFill>
                <a:latin typeface="+mn-ea"/>
              </a:rPr>
              <a:t>属性定义的自顶向下翻译</a:t>
            </a:r>
          </a:p>
          <a:p>
            <a:pPr lvl="1" eaLnBrk="1" hangingPunct="1">
              <a:lnSpc>
                <a:spcPts val="2700"/>
              </a:lnSpc>
              <a:buClrTx/>
              <a:buFont typeface="Wingdings" pitchFamily="2" charset="2"/>
              <a:buChar char="Ø"/>
              <a:defRPr/>
            </a:pPr>
            <a:r>
              <a:rPr lang="zh-CN" altLang="en-US" b="1" dirty="0">
                <a:solidFill>
                  <a:schemeClr val="tx1"/>
                </a:solidFill>
                <a:latin typeface="+mn-ea"/>
              </a:rPr>
              <a:t>在非递归的预测分析过程中进行翻译</a:t>
            </a:r>
          </a:p>
          <a:p>
            <a:pPr lvl="1" eaLnBrk="1" hangingPunct="1">
              <a:lnSpc>
                <a:spcPts val="2700"/>
              </a:lnSpc>
              <a:buClrTx/>
              <a:buFont typeface="Wingdings" pitchFamily="2" charset="2"/>
              <a:buChar char="Ø"/>
              <a:defRPr/>
            </a:pPr>
            <a:r>
              <a:rPr lang="zh-CN" altLang="en-US" b="1" dirty="0">
                <a:solidFill>
                  <a:schemeClr val="tx1"/>
                </a:solidFill>
                <a:latin typeface="+mn-ea"/>
              </a:rPr>
              <a:t>在递归的预测分析过程中进行翻译</a:t>
            </a:r>
          </a:p>
          <a:p>
            <a:pPr eaLnBrk="1" hangingPunct="1">
              <a:lnSpc>
                <a:spcPts val="2700"/>
              </a:lnSpc>
              <a:buClrTx/>
              <a:buFont typeface="Wingdings" pitchFamily="2" charset="2"/>
              <a:buChar char="Ø"/>
              <a:defRPr/>
            </a:pPr>
            <a:r>
              <a:rPr lang="en-US" altLang="zh-CN" b="1" dirty="0">
                <a:solidFill>
                  <a:schemeClr val="tx1"/>
                </a:solidFill>
                <a:latin typeface="+mn-ea"/>
              </a:rPr>
              <a:t>L-</a:t>
            </a:r>
            <a:r>
              <a:rPr lang="zh-CN" altLang="en-US" b="1" dirty="0">
                <a:solidFill>
                  <a:schemeClr val="tx1"/>
                </a:solidFill>
                <a:latin typeface="+mn-ea"/>
              </a:rPr>
              <a:t>属性定义的自底向上翻译 </a:t>
            </a:r>
            <a:endParaRPr lang="en-US" altLang="zh-CN" b="1" dirty="0">
              <a:solidFill>
                <a:schemeClr val="tx1"/>
              </a:solidFill>
              <a:latin typeface="+mn-ea"/>
            </a:endParaRPr>
          </a:p>
        </p:txBody>
      </p:sp>
      <p:sp>
        <p:nvSpPr>
          <p:cNvPr id="62468" name="标题 1">
            <a:extLst>
              <a:ext uri="{FF2B5EF4-FFF2-40B4-BE49-F238E27FC236}">
                <a16:creationId xmlns:a16="http://schemas.microsoft.com/office/drawing/2014/main" id="{85C4BFFD-CC3F-4447-85EF-86B33920FB6D}"/>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rPr>
              <a:t>本章小结</a:t>
            </a:r>
          </a:p>
        </p:txBody>
      </p:sp>
      <p:grpSp>
        <p:nvGrpSpPr>
          <p:cNvPr id="205828" name="组合 44">
            <a:extLst>
              <a:ext uri="{FF2B5EF4-FFF2-40B4-BE49-F238E27FC236}">
                <a16:creationId xmlns:a16="http://schemas.microsoft.com/office/drawing/2014/main" id="{66F7D232-1DC7-45B6-A18A-3FBA1EC98079}"/>
              </a:ext>
            </a:extLst>
          </p:cNvPr>
          <p:cNvGrpSpPr>
            <a:grpSpLocks/>
          </p:cNvGrpSpPr>
          <p:nvPr/>
        </p:nvGrpSpPr>
        <p:grpSpPr bwMode="auto">
          <a:xfrm>
            <a:off x="0" y="195263"/>
            <a:ext cx="755650" cy="431800"/>
            <a:chOff x="-786" y="195486"/>
            <a:chExt cx="756363" cy="432048"/>
          </a:xfrm>
        </p:grpSpPr>
        <p:sp>
          <p:nvSpPr>
            <p:cNvPr id="6" name="五边形 5">
              <a:extLst>
                <a:ext uri="{FF2B5EF4-FFF2-40B4-BE49-F238E27FC236}">
                  <a16:creationId xmlns:a16="http://schemas.microsoft.com/office/drawing/2014/main" id="{6E83D328-95A2-4553-A8FD-622AFF91E3EC}"/>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ndParaRPr>
            </a:p>
          </p:txBody>
        </p:sp>
        <p:sp>
          <p:nvSpPr>
            <p:cNvPr id="205830" name="五边形 46">
              <a:extLst>
                <a:ext uri="{FF2B5EF4-FFF2-40B4-BE49-F238E27FC236}">
                  <a16:creationId xmlns:a16="http://schemas.microsoft.com/office/drawing/2014/main" id="{8F7D849D-CC7A-48B1-8D93-EE09555AB276}"/>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ndParaRPr>
            </a:p>
          </p:txBody>
        </p:sp>
      </p:grpSp>
      <p:sp>
        <p:nvSpPr>
          <p:cNvPr id="2" name="灯片编号占位符 1">
            <a:extLst>
              <a:ext uri="{FF2B5EF4-FFF2-40B4-BE49-F238E27FC236}">
                <a16:creationId xmlns:a16="http://schemas.microsoft.com/office/drawing/2014/main" id="{9EBF5E01-5229-4EC5-9143-DCC4B7F29C8D}"/>
              </a:ext>
            </a:extLst>
          </p:cNvPr>
          <p:cNvSpPr>
            <a:spLocks noGrp="1"/>
          </p:cNvSpPr>
          <p:nvPr>
            <p:ph type="sldNum" sz="quarter" idx="12"/>
          </p:nvPr>
        </p:nvSpPr>
        <p:spPr/>
        <p:txBody>
          <a:bodyPr/>
          <a:lstStyle/>
          <a:p>
            <a:pPr>
              <a:defRPr/>
            </a:pPr>
            <a:fld id="{AED05DE6-644B-455D-8180-91A96061CB58}" type="slidenum">
              <a:rPr lang="zh-CN" altLang="en-US" smtClean="0"/>
              <a:pPr>
                <a:defRPr/>
              </a:pPr>
              <a:t>93</a:t>
            </a:fld>
            <a:endParaRPr lang="en-US" altLang="zh-C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内容占位符 2">
            <a:extLst>
              <a:ext uri="{FF2B5EF4-FFF2-40B4-BE49-F238E27FC236}">
                <a16:creationId xmlns:a16="http://schemas.microsoft.com/office/drawing/2014/main" id="{ADDCF8AB-38C0-4CD8-9042-4801C7DFF735}"/>
              </a:ext>
            </a:extLst>
          </p:cNvPr>
          <p:cNvSpPr>
            <a:spLocks noGrp="1"/>
          </p:cNvSpPr>
          <p:nvPr>
            <p:ph idx="1"/>
          </p:nvPr>
        </p:nvSpPr>
        <p:spPr>
          <a:xfrm>
            <a:off x="683568" y="1131590"/>
            <a:ext cx="7776864" cy="3600400"/>
          </a:xfrm>
        </p:spPr>
        <p:txBody>
          <a:bodyPr/>
          <a:lstStyle/>
          <a:p>
            <a:pPr eaLnBrk="1" hangingPunct="1">
              <a:lnSpc>
                <a:spcPts val="2700"/>
              </a:lnSpc>
              <a:buClrTx/>
              <a:buFont typeface="Wingdings" pitchFamily="2" charset="2"/>
              <a:buChar char="Ø"/>
              <a:defRPr/>
            </a:pPr>
            <a:r>
              <a:rPr lang="zh-CN" altLang="en-US" b="1" dirty="0">
                <a:solidFill>
                  <a:schemeClr val="tx1"/>
                </a:solidFill>
                <a:latin typeface="+mn-ea"/>
              </a:rPr>
              <a:t>任何基于</a:t>
            </a:r>
            <a:r>
              <a:rPr lang="en-US" altLang="zh-CN" b="1" dirty="0">
                <a:solidFill>
                  <a:schemeClr val="tx1"/>
                </a:solidFill>
                <a:latin typeface="+mn-ea"/>
              </a:rPr>
              <a:t>LR</a:t>
            </a:r>
            <a:r>
              <a:rPr lang="zh-CN" altLang="en-US" b="1" dirty="0">
                <a:solidFill>
                  <a:schemeClr val="tx1"/>
                </a:solidFill>
                <a:latin typeface="+mn-ea"/>
              </a:rPr>
              <a:t>文法的</a:t>
            </a:r>
            <a:r>
              <a:rPr lang="en-US" altLang="zh-CN" b="1" dirty="0">
                <a:solidFill>
                  <a:schemeClr val="tx1"/>
                </a:solidFill>
                <a:latin typeface="+mn-ea"/>
              </a:rPr>
              <a:t>S-SDD</a:t>
            </a:r>
            <a:r>
              <a:rPr lang="zh-CN" altLang="en-US" b="1" dirty="0">
                <a:solidFill>
                  <a:schemeClr val="tx1"/>
                </a:solidFill>
                <a:latin typeface="+mn-ea"/>
              </a:rPr>
              <a:t>都能够在自底向上的语法分析中实现</a:t>
            </a:r>
            <a:endParaRPr lang="en-US" altLang="zh-CN" b="1" dirty="0">
              <a:solidFill>
                <a:schemeClr val="tx1"/>
              </a:solidFill>
              <a:latin typeface="+mn-ea"/>
            </a:endParaRPr>
          </a:p>
          <a:p>
            <a:pPr eaLnBrk="1" hangingPunct="1">
              <a:lnSpc>
                <a:spcPts val="2700"/>
              </a:lnSpc>
              <a:buClrTx/>
              <a:buFont typeface="Wingdings" pitchFamily="2" charset="2"/>
              <a:buChar char="Ø"/>
              <a:defRPr/>
            </a:pPr>
            <a:r>
              <a:rPr lang="zh-CN" altLang="en-US" b="1" dirty="0">
                <a:solidFill>
                  <a:schemeClr val="tx1"/>
                </a:solidFill>
                <a:latin typeface="+mn-ea"/>
              </a:rPr>
              <a:t>任何基于</a:t>
            </a:r>
            <a:r>
              <a:rPr lang="en-US" altLang="zh-CN" b="1" dirty="0">
                <a:solidFill>
                  <a:schemeClr val="tx1"/>
                </a:solidFill>
                <a:latin typeface="+mn-ea"/>
              </a:rPr>
              <a:t>LL</a:t>
            </a:r>
            <a:r>
              <a:rPr lang="zh-CN" altLang="en-US" b="1" dirty="0">
                <a:solidFill>
                  <a:schemeClr val="tx1"/>
                </a:solidFill>
                <a:latin typeface="+mn-ea"/>
              </a:rPr>
              <a:t>文法的</a:t>
            </a:r>
            <a:r>
              <a:rPr lang="en-US" altLang="zh-CN" b="1" dirty="0">
                <a:solidFill>
                  <a:schemeClr val="tx1"/>
                </a:solidFill>
                <a:latin typeface="+mn-ea"/>
              </a:rPr>
              <a:t>L-SDD</a:t>
            </a:r>
            <a:r>
              <a:rPr lang="zh-CN" altLang="en-US" b="1" dirty="0">
                <a:solidFill>
                  <a:schemeClr val="tx1"/>
                </a:solidFill>
                <a:latin typeface="+mn-ea"/>
              </a:rPr>
              <a:t>都能够在自顶向下的语法分析中实现</a:t>
            </a:r>
            <a:endParaRPr lang="en-US" altLang="zh-CN" b="1" dirty="0">
              <a:solidFill>
                <a:schemeClr val="tx1"/>
              </a:solidFill>
              <a:latin typeface="+mn-ea"/>
            </a:endParaRPr>
          </a:p>
          <a:p>
            <a:pPr eaLnBrk="1" hangingPunct="1">
              <a:lnSpc>
                <a:spcPts val="2700"/>
              </a:lnSpc>
              <a:buClrTx/>
              <a:buFont typeface="Wingdings" pitchFamily="2" charset="2"/>
              <a:buChar char="Ø"/>
              <a:defRPr/>
            </a:pPr>
            <a:r>
              <a:rPr lang="zh-CN" altLang="en-US" b="1" dirty="0">
                <a:solidFill>
                  <a:schemeClr val="tx1"/>
                </a:solidFill>
                <a:latin typeface="+mn-ea"/>
              </a:rPr>
              <a:t>任何基于</a:t>
            </a:r>
            <a:r>
              <a:rPr lang="en-US" altLang="zh-CN" b="1" dirty="0">
                <a:solidFill>
                  <a:schemeClr val="tx1"/>
                </a:solidFill>
                <a:latin typeface="+mn-ea"/>
              </a:rPr>
              <a:t>LL</a:t>
            </a:r>
            <a:r>
              <a:rPr lang="zh-CN" altLang="en-US" b="1" dirty="0">
                <a:solidFill>
                  <a:schemeClr val="tx1"/>
                </a:solidFill>
                <a:latin typeface="+mn-ea"/>
              </a:rPr>
              <a:t>文法的</a:t>
            </a:r>
            <a:r>
              <a:rPr lang="en-US" altLang="zh-CN" b="1" dirty="0">
                <a:solidFill>
                  <a:schemeClr val="tx1"/>
                </a:solidFill>
                <a:latin typeface="+mn-ea"/>
              </a:rPr>
              <a:t>L-SDD</a:t>
            </a:r>
            <a:r>
              <a:rPr lang="zh-CN" altLang="en-US" b="1" dirty="0">
                <a:solidFill>
                  <a:schemeClr val="tx1"/>
                </a:solidFill>
                <a:latin typeface="+mn-ea"/>
              </a:rPr>
              <a:t>经过改造，都能够在自底向上的语法分析中实现</a:t>
            </a:r>
            <a:endParaRPr lang="en-US" altLang="zh-CN" b="1" dirty="0">
              <a:solidFill>
                <a:schemeClr val="tx1"/>
              </a:solidFill>
              <a:latin typeface="+mn-ea"/>
            </a:endParaRPr>
          </a:p>
          <a:p>
            <a:pPr eaLnBrk="1" hangingPunct="1">
              <a:lnSpc>
                <a:spcPts val="2700"/>
              </a:lnSpc>
              <a:buClrTx/>
              <a:buFont typeface="Wingdings" pitchFamily="2" charset="2"/>
              <a:buChar char="Ø"/>
              <a:defRPr/>
            </a:pPr>
            <a:r>
              <a:rPr lang="zh-CN" altLang="en-US" b="1" dirty="0">
                <a:solidFill>
                  <a:schemeClr val="tx1"/>
                </a:solidFill>
                <a:latin typeface="+mn-ea"/>
              </a:rPr>
              <a:t>可以证明，任何</a:t>
            </a:r>
            <a:r>
              <a:rPr lang="en-US" altLang="zh-CN" b="1" dirty="0">
                <a:solidFill>
                  <a:schemeClr val="tx1"/>
                </a:solidFill>
                <a:latin typeface="+mn-ea"/>
              </a:rPr>
              <a:t>LL</a:t>
            </a:r>
            <a:r>
              <a:rPr lang="zh-CN" altLang="en-US" b="1" dirty="0">
                <a:solidFill>
                  <a:schemeClr val="tx1"/>
                </a:solidFill>
                <a:latin typeface="+mn-ea"/>
              </a:rPr>
              <a:t>文法经过教材</a:t>
            </a:r>
            <a:r>
              <a:rPr lang="en-US" altLang="zh-CN" b="1" dirty="0">
                <a:solidFill>
                  <a:schemeClr val="tx1"/>
                </a:solidFill>
                <a:latin typeface="+mn-ea"/>
              </a:rPr>
              <a:t>5.5.4</a:t>
            </a:r>
            <a:r>
              <a:rPr lang="zh-CN" altLang="en-US" b="1" dirty="0">
                <a:solidFill>
                  <a:schemeClr val="tx1"/>
                </a:solidFill>
                <a:latin typeface="+mn-ea"/>
              </a:rPr>
              <a:t>中方法改造后为</a:t>
            </a:r>
            <a:r>
              <a:rPr lang="en-US" altLang="zh-CN" b="1" dirty="0">
                <a:solidFill>
                  <a:schemeClr val="tx1"/>
                </a:solidFill>
                <a:latin typeface="+mn-ea"/>
              </a:rPr>
              <a:t>LR</a:t>
            </a:r>
            <a:r>
              <a:rPr lang="zh-CN" altLang="en-US" b="1" dirty="0">
                <a:solidFill>
                  <a:schemeClr val="tx1"/>
                </a:solidFill>
                <a:latin typeface="+mn-ea"/>
              </a:rPr>
              <a:t>文法。</a:t>
            </a:r>
            <a:endParaRPr lang="en-US" altLang="zh-CN" b="1" dirty="0">
              <a:solidFill>
                <a:schemeClr val="tx1"/>
              </a:solidFill>
              <a:latin typeface="+mn-ea"/>
            </a:endParaRPr>
          </a:p>
          <a:p>
            <a:pPr eaLnBrk="1" hangingPunct="1">
              <a:lnSpc>
                <a:spcPts val="2700"/>
              </a:lnSpc>
              <a:buClrTx/>
              <a:buFont typeface="Wingdings" pitchFamily="2" charset="2"/>
              <a:buChar char="Ø"/>
              <a:defRPr/>
            </a:pPr>
            <a:endParaRPr lang="zh-CN" altLang="en-US" b="1" dirty="0">
              <a:solidFill>
                <a:schemeClr val="tx1"/>
              </a:solidFill>
              <a:latin typeface="+mn-ea"/>
            </a:endParaRPr>
          </a:p>
        </p:txBody>
      </p:sp>
      <p:sp>
        <p:nvSpPr>
          <p:cNvPr id="62468" name="标题 1">
            <a:extLst>
              <a:ext uri="{FF2B5EF4-FFF2-40B4-BE49-F238E27FC236}">
                <a16:creationId xmlns:a16="http://schemas.microsoft.com/office/drawing/2014/main" id="{85C4BFFD-CC3F-4447-85EF-86B33920FB6D}"/>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rPr>
              <a:t>本章小结</a:t>
            </a:r>
          </a:p>
        </p:txBody>
      </p:sp>
      <p:grpSp>
        <p:nvGrpSpPr>
          <p:cNvPr id="205828" name="组合 44">
            <a:extLst>
              <a:ext uri="{FF2B5EF4-FFF2-40B4-BE49-F238E27FC236}">
                <a16:creationId xmlns:a16="http://schemas.microsoft.com/office/drawing/2014/main" id="{66F7D232-1DC7-45B6-A18A-3FBA1EC98079}"/>
              </a:ext>
            </a:extLst>
          </p:cNvPr>
          <p:cNvGrpSpPr>
            <a:grpSpLocks/>
          </p:cNvGrpSpPr>
          <p:nvPr/>
        </p:nvGrpSpPr>
        <p:grpSpPr bwMode="auto">
          <a:xfrm>
            <a:off x="0" y="195263"/>
            <a:ext cx="755650" cy="431800"/>
            <a:chOff x="-786" y="195486"/>
            <a:chExt cx="756363" cy="432048"/>
          </a:xfrm>
        </p:grpSpPr>
        <p:sp>
          <p:nvSpPr>
            <p:cNvPr id="6" name="五边形 5">
              <a:extLst>
                <a:ext uri="{FF2B5EF4-FFF2-40B4-BE49-F238E27FC236}">
                  <a16:creationId xmlns:a16="http://schemas.microsoft.com/office/drawing/2014/main" id="{6E83D328-95A2-4553-A8FD-622AFF91E3EC}"/>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ndParaRPr>
            </a:p>
          </p:txBody>
        </p:sp>
        <p:sp>
          <p:nvSpPr>
            <p:cNvPr id="205830" name="五边形 46">
              <a:extLst>
                <a:ext uri="{FF2B5EF4-FFF2-40B4-BE49-F238E27FC236}">
                  <a16:creationId xmlns:a16="http://schemas.microsoft.com/office/drawing/2014/main" id="{8F7D849D-CC7A-48B1-8D93-EE09555AB276}"/>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anchor="ct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b="0">
                <a:solidFill>
                  <a:srgbClr val="FFFFFF"/>
                </a:solidFill>
                <a:latin typeface="Calibri" panose="020F0502020204030204" pitchFamily="34" charset="0"/>
              </a:endParaRPr>
            </a:p>
          </p:txBody>
        </p:sp>
      </p:grpSp>
      <p:sp>
        <p:nvSpPr>
          <p:cNvPr id="2" name="灯片编号占位符 1">
            <a:extLst>
              <a:ext uri="{FF2B5EF4-FFF2-40B4-BE49-F238E27FC236}">
                <a16:creationId xmlns:a16="http://schemas.microsoft.com/office/drawing/2014/main" id="{AF560B63-DCB3-43D7-84FD-014166B67882}"/>
              </a:ext>
            </a:extLst>
          </p:cNvPr>
          <p:cNvSpPr>
            <a:spLocks noGrp="1"/>
          </p:cNvSpPr>
          <p:nvPr>
            <p:ph type="sldNum" sz="quarter" idx="12"/>
          </p:nvPr>
        </p:nvSpPr>
        <p:spPr/>
        <p:txBody>
          <a:bodyPr/>
          <a:lstStyle/>
          <a:p>
            <a:pPr>
              <a:defRPr/>
            </a:pPr>
            <a:fld id="{AED05DE6-644B-455D-8180-91A96061CB58}" type="slidenum">
              <a:rPr lang="zh-CN" altLang="en-US" smtClean="0"/>
              <a:pPr>
                <a:defRPr/>
              </a:pPr>
              <a:t>94</a:t>
            </a:fld>
            <a:endParaRPr lang="en-US" altLang="zh-CN"/>
          </a:p>
        </p:txBody>
      </p:sp>
    </p:spTree>
    <p:extLst>
      <p:ext uri="{BB962C8B-B14F-4D97-AF65-F5344CB8AC3E}">
        <p14:creationId xmlns:p14="http://schemas.microsoft.com/office/powerpoint/2010/main" val="489762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1059989"/>
            <a:ext cx="7713521" cy="3888025"/>
          </a:xfrm>
        </p:spPr>
        <p:txBody>
          <a:bodyPr>
            <a:normAutofit/>
          </a:bodyPr>
          <a:lstStyle/>
          <a:p>
            <a:pPr marL="0" indent="0">
              <a:lnSpc>
                <a:spcPts val="2500"/>
              </a:lnSpc>
              <a:buClrTx/>
              <a:buNone/>
            </a:pPr>
            <a:r>
              <a:rPr lang="en-US" altLang="zh-CN" b="1" dirty="0">
                <a:solidFill>
                  <a:schemeClr val="tx1"/>
                </a:solidFill>
              </a:rPr>
              <a:t>1</a:t>
            </a:r>
            <a:r>
              <a:rPr lang="zh-CN" altLang="en-US" b="1" dirty="0">
                <a:solidFill>
                  <a:schemeClr val="tx1"/>
                </a:solidFill>
              </a:rPr>
              <a:t>．绪论 			（</a:t>
            </a:r>
            <a:r>
              <a:rPr lang="en-US" altLang="zh-CN" b="1" dirty="0">
                <a:solidFill>
                  <a:schemeClr val="tx1"/>
                </a:solidFill>
              </a:rPr>
              <a:t>2</a:t>
            </a:r>
            <a:r>
              <a:rPr lang="zh-CN" altLang="en-US" b="1" dirty="0">
                <a:solidFill>
                  <a:schemeClr val="tx1"/>
                </a:solidFill>
              </a:rPr>
              <a:t>学时）</a:t>
            </a:r>
          </a:p>
          <a:p>
            <a:pPr marL="0" indent="0">
              <a:lnSpc>
                <a:spcPts val="2500"/>
              </a:lnSpc>
              <a:buClrTx/>
              <a:buNone/>
            </a:pPr>
            <a:r>
              <a:rPr lang="en-US" altLang="zh-CN" b="1" dirty="0"/>
              <a:t>2.   </a:t>
            </a:r>
            <a:r>
              <a:rPr lang="zh-CN" altLang="en-US" b="1" dirty="0"/>
              <a:t>语言及其文法		（</a:t>
            </a:r>
            <a:r>
              <a:rPr lang="en-US" altLang="zh-CN" b="1" dirty="0"/>
              <a:t>2</a:t>
            </a:r>
            <a:r>
              <a:rPr lang="zh-CN" altLang="en-US" b="1" dirty="0"/>
              <a:t>学时） </a:t>
            </a:r>
          </a:p>
          <a:p>
            <a:pPr marL="0" indent="0">
              <a:lnSpc>
                <a:spcPts val="2500"/>
              </a:lnSpc>
              <a:buClrTx/>
              <a:buNone/>
            </a:pPr>
            <a:r>
              <a:rPr lang="en-US" altLang="zh-CN" b="1" dirty="0">
                <a:solidFill>
                  <a:schemeClr val="tx1"/>
                </a:solidFill>
              </a:rPr>
              <a:t>3</a:t>
            </a:r>
            <a:r>
              <a:rPr lang="zh-CN" altLang="en-US" b="1" dirty="0">
                <a:solidFill>
                  <a:schemeClr val="tx1"/>
                </a:solidFill>
              </a:rPr>
              <a:t>．词法分析		</a:t>
            </a:r>
            <a:r>
              <a:rPr lang="en-US" altLang="zh-CN" b="1" dirty="0">
                <a:solidFill>
                  <a:schemeClr val="tx1"/>
                </a:solidFill>
              </a:rPr>
              <a:t>	</a:t>
            </a:r>
            <a:r>
              <a:rPr lang="zh-CN" altLang="en-US" b="1" dirty="0">
                <a:solidFill>
                  <a:schemeClr val="tx1"/>
                </a:solidFill>
              </a:rPr>
              <a:t>（</a:t>
            </a:r>
            <a:r>
              <a:rPr lang="en-US" altLang="zh-CN" b="1" dirty="0">
                <a:solidFill>
                  <a:schemeClr val="tx1"/>
                </a:solidFill>
              </a:rPr>
              <a:t>3</a:t>
            </a:r>
            <a:r>
              <a:rPr lang="zh-CN" altLang="en-US" b="1" dirty="0">
                <a:solidFill>
                  <a:schemeClr val="tx1"/>
                </a:solidFill>
              </a:rPr>
              <a:t>学时） </a:t>
            </a:r>
          </a:p>
          <a:p>
            <a:pPr marL="0" indent="0">
              <a:lnSpc>
                <a:spcPts val="2500"/>
              </a:lnSpc>
              <a:buClrTx/>
              <a:buNone/>
            </a:pPr>
            <a:r>
              <a:rPr lang="en-US" altLang="zh-CN" b="1" dirty="0">
                <a:solidFill>
                  <a:schemeClr val="tx1"/>
                </a:solidFill>
              </a:rPr>
              <a:t>4</a:t>
            </a:r>
            <a:r>
              <a:rPr lang="zh-CN" altLang="en-US" b="1" dirty="0">
                <a:solidFill>
                  <a:schemeClr val="tx1"/>
                </a:solidFill>
              </a:rPr>
              <a:t>．语法分析		</a:t>
            </a:r>
            <a:r>
              <a:rPr lang="en-US" altLang="zh-CN" b="1" dirty="0">
                <a:solidFill>
                  <a:schemeClr val="tx1"/>
                </a:solidFill>
              </a:rPr>
              <a:t>	</a:t>
            </a:r>
            <a:r>
              <a:rPr lang="zh-CN" altLang="en-US" b="1" dirty="0">
                <a:solidFill>
                  <a:schemeClr val="tx1"/>
                </a:solidFill>
              </a:rPr>
              <a:t>（</a:t>
            </a:r>
            <a:r>
              <a:rPr lang="en-US" altLang="zh-CN" b="1" dirty="0">
                <a:solidFill>
                  <a:schemeClr val="tx1"/>
                </a:solidFill>
              </a:rPr>
              <a:t>9</a:t>
            </a:r>
            <a:r>
              <a:rPr lang="zh-CN" altLang="en-US" b="1" dirty="0">
                <a:solidFill>
                  <a:schemeClr val="tx1"/>
                </a:solidFill>
              </a:rPr>
              <a:t>学时） </a:t>
            </a:r>
          </a:p>
          <a:p>
            <a:pPr marL="0" indent="0">
              <a:lnSpc>
                <a:spcPts val="2500"/>
              </a:lnSpc>
              <a:buClrTx/>
              <a:buNone/>
            </a:pPr>
            <a:r>
              <a:rPr lang="en-US" altLang="zh-CN" b="1" dirty="0">
                <a:solidFill>
                  <a:schemeClr val="tx1"/>
                </a:solidFill>
              </a:rPr>
              <a:t>5</a:t>
            </a:r>
            <a:r>
              <a:rPr lang="zh-CN" altLang="en-US" b="1" dirty="0">
                <a:solidFill>
                  <a:schemeClr val="tx1"/>
                </a:solidFill>
              </a:rPr>
              <a:t>．语法制导翻译		（</a:t>
            </a:r>
            <a:r>
              <a:rPr lang="en-US" altLang="zh-CN" b="1" dirty="0">
                <a:solidFill>
                  <a:schemeClr val="tx1"/>
                </a:solidFill>
              </a:rPr>
              <a:t>6</a:t>
            </a:r>
            <a:r>
              <a:rPr lang="zh-CN" altLang="en-US" b="1" dirty="0">
                <a:solidFill>
                  <a:schemeClr val="tx1"/>
                </a:solidFill>
              </a:rPr>
              <a:t>学时） </a:t>
            </a:r>
          </a:p>
          <a:p>
            <a:pPr marL="0" indent="0">
              <a:lnSpc>
                <a:spcPts val="2500"/>
              </a:lnSpc>
              <a:buClrTx/>
              <a:buNone/>
            </a:pPr>
            <a:r>
              <a:rPr lang="en-US" altLang="zh-CN" b="1" dirty="0">
                <a:solidFill>
                  <a:srgbClr val="FF0000"/>
                </a:solidFill>
              </a:rPr>
              <a:t>6</a:t>
            </a:r>
            <a:r>
              <a:rPr lang="zh-CN" altLang="en-US" b="1" dirty="0">
                <a:solidFill>
                  <a:srgbClr val="FF0000"/>
                </a:solidFill>
              </a:rPr>
              <a:t>．中间代码生成		（</a:t>
            </a:r>
            <a:r>
              <a:rPr lang="en-US" altLang="zh-CN" b="1" dirty="0">
                <a:solidFill>
                  <a:srgbClr val="FF0000"/>
                </a:solidFill>
              </a:rPr>
              <a:t>7</a:t>
            </a:r>
            <a:r>
              <a:rPr lang="zh-CN" altLang="en-US" b="1" dirty="0">
                <a:solidFill>
                  <a:srgbClr val="FF0000"/>
                </a:solidFill>
              </a:rPr>
              <a:t>学时） </a:t>
            </a:r>
          </a:p>
          <a:p>
            <a:pPr marL="0" indent="0">
              <a:lnSpc>
                <a:spcPts val="2500"/>
              </a:lnSpc>
              <a:buClrTx/>
              <a:buNone/>
            </a:pPr>
            <a:r>
              <a:rPr lang="en-US" altLang="zh-CN" b="1" dirty="0">
                <a:solidFill>
                  <a:schemeClr val="tx1"/>
                </a:solidFill>
              </a:rPr>
              <a:t>7</a:t>
            </a:r>
            <a:r>
              <a:rPr lang="zh-CN" altLang="en-US" b="1" dirty="0">
                <a:solidFill>
                  <a:schemeClr val="tx1"/>
                </a:solidFill>
              </a:rPr>
              <a:t>．运行时的存贮组织	（</a:t>
            </a:r>
            <a:r>
              <a:rPr lang="en-US" altLang="zh-CN" b="1" dirty="0">
                <a:solidFill>
                  <a:schemeClr val="tx1"/>
                </a:solidFill>
              </a:rPr>
              <a:t>3</a:t>
            </a:r>
            <a:r>
              <a:rPr lang="zh-CN" altLang="en-US" b="1" dirty="0">
                <a:solidFill>
                  <a:schemeClr val="tx1"/>
                </a:solidFill>
              </a:rPr>
              <a:t>学时） </a:t>
            </a:r>
          </a:p>
          <a:p>
            <a:pPr marL="0" indent="0">
              <a:lnSpc>
                <a:spcPts val="2500"/>
              </a:lnSpc>
              <a:buClrTx/>
              <a:buNone/>
            </a:pPr>
            <a:r>
              <a:rPr lang="en-US" altLang="zh-CN" b="1" dirty="0">
                <a:solidFill>
                  <a:schemeClr val="tx1"/>
                </a:solidFill>
              </a:rPr>
              <a:t>8</a:t>
            </a:r>
            <a:r>
              <a:rPr lang="zh-CN" altLang="en-US" b="1" dirty="0">
                <a:solidFill>
                  <a:schemeClr val="tx1"/>
                </a:solidFill>
              </a:rPr>
              <a:t>．代码优化       		（</a:t>
            </a:r>
            <a:r>
              <a:rPr lang="en-US" altLang="zh-CN" b="1" dirty="0">
                <a:solidFill>
                  <a:schemeClr val="tx1"/>
                </a:solidFill>
              </a:rPr>
              <a:t>6</a:t>
            </a:r>
            <a:r>
              <a:rPr lang="zh-CN" altLang="en-US" b="1" dirty="0">
                <a:solidFill>
                  <a:schemeClr val="tx1"/>
                </a:solidFill>
              </a:rPr>
              <a:t>学时） </a:t>
            </a:r>
          </a:p>
          <a:p>
            <a:pPr marL="0" indent="0">
              <a:lnSpc>
                <a:spcPts val="2500"/>
              </a:lnSpc>
              <a:buClrTx/>
              <a:buNone/>
            </a:pPr>
            <a:r>
              <a:rPr lang="en-US" altLang="zh-CN" b="1" dirty="0">
                <a:solidFill>
                  <a:schemeClr val="tx1"/>
                </a:solidFill>
              </a:rPr>
              <a:t>9</a:t>
            </a:r>
            <a:r>
              <a:rPr lang="zh-CN" altLang="en-US" b="1" dirty="0">
                <a:solidFill>
                  <a:schemeClr val="tx1"/>
                </a:solidFill>
              </a:rPr>
              <a:t>．代码生成       		（</a:t>
            </a:r>
            <a:r>
              <a:rPr lang="en-US" altLang="zh-CN" b="1" dirty="0">
                <a:solidFill>
                  <a:schemeClr val="tx1"/>
                </a:solidFill>
              </a:rPr>
              <a:t>2</a:t>
            </a:r>
            <a:r>
              <a:rPr lang="zh-CN" altLang="en-US" b="1" dirty="0">
                <a:solidFill>
                  <a:schemeClr val="tx1"/>
                </a:solidFill>
              </a:rPr>
              <a:t>学时） </a:t>
            </a:r>
          </a:p>
        </p:txBody>
      </p:sp>
      <p:sp>
        <p:nvSpPr>
          <p:cNvPr id="51202" name="标题 1"/>
          <p:cNvSpPr>
            <a:spLocks noGrp="1"/>
          </p:cNvSpPr>
          <p:nvPr>
            <p:ph type="title"/>
          </p:nvPr>
        </p:nvSpPr>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课程主要内容</a:t>
            </a: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2" name="灯片编号占位符 1">
            <a:extLst>
              <a:ext uri="{FF2B5EF4-FFF2-40B4-BE49-F238E27FC236}">
                <a16:creationId xmlns:a16="http://schemas.microsoft.com/office/drawing/2014/main" id="{A6AE75E5-A115-434E-88D4-6BE96AA0A21F}"/>
              </a:ext>
            </a:extLst>
          </p:cNvPr>
          <p:cNvSpPr>
            <a:spLocks noGrp="1"/>
          </p:cNvSpPr>
          <p:nvPr>
            <p:ph type="sldNum" sz="quarter" idx="12"/>
          </p:nvPr>
        </p:nvSpPr>
        <p:spPr/>
        <p:txBody>
          <a:bodyPr/>
          <a:lstStyle/>
          <a:p>
            <a:pPr>
              <a:defRPr/>
            </a:pPr>
            <a:fld id="{AED05DE6-644B-455D-8180-91A96061CB58}" type="slidenum">
              <a:rPr lang="zh-CN" altLang="en-US" smtClean="0"/>
              <a:pPr>
                <a:defRPr/>
              </a:pPr>
              <a:t>95</a:t>
            </a:fld>
            <a:endParaRPr lang="en-US"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874" name="Picture 3" descr="G:\QQ截图201607142012副本.jpg">
            <a:extLst>
              <a:ext uri="{FF2B5EF4-FFF2-40B4-BE49-F238E27FC236}">
                <a16:creationId xmlns:a16="http://schemas.microsoft.com/office/drawing/2014/main" id="{2627AAF2-7216-4313-82C3-6AF462170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a:extLst>
              <a:ext uri="{FF2B5EF4-FFF2-40B4-BE49-F238E27FC236}">
                <a16:creationId xmlns:a16="http://schemas.microsoft.com/office/drawing/2014/main" id="{90EE68F0-2A0A-45CE-94C8-4794914B0336}"/>
              </a:ext>
            </a:extLst>
          </p:cNvPr>
          <p:cNvSpPr txBox="1">
            <a:spLocks noChangeArrowheads="1"/>
          </p:cNvSpPr>
          <p:nvPr/>
        </p:nvSpPr>
        <p:spPr>
          <a:xfrm>
            <a:off x="5148263" y="1714500"/>
            <a:ext cx="2952750" cy="939800"/>
          </a:xfrm>
          <a:prstGeom prst="rect">
            <a:avLst/>
          </a:prstGeom>
        </p:spPr>
        <p:txBody>
          <a:bodyPr anchor="ctr"/>
          <a:lstStyle/>
          <a:p>
            <a:pPr fontAlgn="auto">
              <a:spcAft>
                <a:spcPts val="0"/>
              </a:spcAft>
              <a:defRPr/>
            </a:pPr>
            <a:r>
              <a:rPr lang="zh-CN" altLang="en-US" sz="3500" b="0" spc="600" dirty="0">
                <a:solidFill>
                  <a:prstClr val="white"/>
                </a:solidFill>
                <a:latin typeface="微软雅黑" pitchFamily="34" charset="-122"/>
                <a:ea typeface="微软雅黑" pitchFamily="34" charset="-122"/>
              </a:rPr>
              <a:t>结束</a:t>
            </a:r>
            <a:endParaRPr lang="en-US" altLang="zh-CN" sz="3500" b="0" spc="600" dirty="0">
              <a:solidFill>
                <a:prstClr val="white"/>
              </a:solidFill>
              <a:latin typeface="微软雅黑" pitchFamily="34" charset="-122"/>
              <a:ea typeface="微软雅黑" pitchFamily="34" charset="-122"/>
            </a:endParaRPr>
          </a:p>
        </p:txBody>
      </p:sp>
      <p:sp>
        <p:nvSpPr>
          <p:cNvPr id="2" name="灯片编号占位符 1">
            <a:extLst>
              <a:ext uri="{FF2B5EF4-FFF2-40B4-BE49-F238E27FC236}">
                <a16:creationId xmlns:a16="http://schemas.microsoft.com/office/drawing/2014/main" id="{7BFF9D03-4331-4D4E-BB98-E9BD5EDFA675}"/>
              </a:ext>
            </a:extLst>
          </p:cNvPr>
          <p:cNvSpPr>
            <a:spLocks noGrp="1"/>
          </p:cNvSpPr>
          <p:nvPr>
            <p:ph type="sldNum" sz="quarter" idx="12"/>
          </p:nvPr>
        </p:nvSpPr>
        <p:spPr/>
        <p:txBody>
          <a:bodyPr/>
          <a:lstStyle/>
          <a:p>
            <a:pPr>
              <a:defRPr/>
            </a:pPr>
            <a:fld id="{1419EEB7-0E18-49E4-9995-6348D5FF6EF2}" type="slidenum">
              <a:rPr lang="zh-CN" altLang="en-US" smtClean="0"/>
              <a:pPr>
                <a:defRPr/>
              </a:pPr>
              <a:t>96</a:t>
            </a:fld>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3.xml><?xml version="1.0" encoding="utf-8"?>
<a:theme xmlns:a="http://schemas.openxmlformats.org/drawingml/2006/main" name="4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4.xml><?xml version="1.0" encoding="utf-8"?>
<a:theme xmlns:a="http://schemas.openxmlformats.org/drawingml/2006/main" name="2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5.xml><?xml version="1.0" encoding="utf-8"?>
<a:theme xmlns:a="http://schemas.openxmlformats.org/drawingml/2006/main" name="3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23517</TotalTime>
  <Words>14283</Words>
  <Application>Microsoft Office PowerPoint</Application>
  <PresentationFormat>全屏显示(16:9)</PresentationFormat>
  <Paragraphs>1990</Paragraphs>
  <Slides>96</Slides>
  <Notes>93</Notes>
  <HiddenSlides>0</HiddenSlides>
  <MMClips>0</MMClips>
  <ScaleCrop>false</ScaleCrop>
  <HeadingPairs>
    <vt:vector size="6" baseType="variant">
      <vt:variant>
        <vt:lpstr>已用的字体</vt:lpstr>
      </vt:variant>
      <vt:variant>
        <vt:i4>15</vt:i4>
      </vt:variant>
      <vt:variant>
        <vt:lpstr>主题</vt:lpstr>
      </vt:variant>
      <vt:variant>
        <vt:i4>5</vt:i4>
      </vt:variant>
      <vt:variant>
        <vt:lpstr>幻灯片标题</vt:lpstr>
      </vt:variant>
      <vt:variant>
        <vt:i4>96</vt:i4>
      </vt:variant>
    </vt:vector>
  </HeadingPairs>
  <TitlesOfParts>
    <vt:vector size="116" baseType="lpstr">
      <vt:lpstr>黑体</vt:lpstr>
      <vt:lpstr>华文楷体</vt:lpstr>
      <vt:lpstr>华文新魏</vt:lpstr>
      <vt:lpstr>楷体</vt:lpstr>
      <vt:lpstr>楷体_GB2312</vt:lpstr>
      <vt:lpstr>SimSun</vt:lpstr>
      <vt:lpstr>SimSun</vt:lpstr>
      <vt:lpstr>微软雅黑</vt:lpstr>
      <vt:lpstr>Arial</vt:lpstr>
      <vt:lpstr>Calibri</vt:lpstr>
      <vt:lpstr>Candara</vt:lpstr>
      <vt:lpstr>Symbol</vt:lpstr>
      <vt:lpstr>Tahoma</vt:lpstr>
      <vt:lpstr>Times New Roman</vt:lpstr>
      <vt:lpstr>Wingdings</vt:lpstr>
      <vt:lpstr>1_波形</vt:lpstr>
      <vt:lpstr>波形</vt:lpstr>
      <vt:lpstr>4_波形</vt:lpstr>
      <vt:lpstr>2_波形</vt:lpstr>
      <vt:lpstr>3_波形</vt:lpstr>
      <vt:lpstr>PowerPoint 演示文稿</vt:lpstr>
      <vt:lpstr>什么是语法制导翻译</vt:lpstr>
      <vt:lpstr>什么是语法制导翻译</vt:lpstr>
      <vt:lpstr>什么是语法制导翻译</vt:lpstr>
      <vt:lpstr>语法制导翻译的基本思想</vt:lpstr>
      <vt:lpstr>两种语义翻译模型</vt:lpstr>
      <vt:lpstr>语法制导定义(SDD)</vt:lpstr>
      <vt:lpstr>语法制导翻译方案(SDT)</vt:lpstr>
      <vt:lpstr>PowerPoint 演示文稿</vt:lpstr>
      <vt:lpstr>5.1 语法制导定义SDD</vt:lpstr>
      <vt:lpstr>综合属性(synthesized attribute) — 自底向上传递信息</vt:lpstr>
      <vt:lpstr>PowerPoint 演示文稿</vt:lpstr>
      <vt:lpstr>继承属性(inherited attribute) —自顶向下传递信息</vt:lpstr>
      <vt:lpstr>例：带有继承属性的SDD </vt:lpstr>
      <vt:lpstr>属性文法 (Attribute Grammar)</vt:lpstr>
      <vt:lpstr>SDD属性计算</vt:lpstr>
      <vt:lpstr>基于分析树遍历的属性计算</vt:lpstr>
      <vt:lpstr>依赖图(Dependency Graph)</vt:lpstr>
      <vt:lpstr>例</vt:lpstr>
      <vt:lpstr>依赖图中属性值的计算顺序 </vt:lpstr>
      <vt:lpstr>例</vt:lpstr>
      <vt:lpstr>有回路的依赖图</vt:lpstr>
      <vt:lpstr>两类重要无回路的语法制导定义</vt:lpstr>
      <vt:lpstr>PowerPoint 演示文稿</vt:lpstr>
      <vt:lpstr>5.2 S-属性定义与L-属性定义</vt:lpstr>
      <vt:lpstr>L-属性定义</vt:lpstr>
      <vt:lpstr>L-SDD的正式定义</vt:lpstr>
      <vt:lpstr>L-SDD的正式定义</vt:lpstr>
      <vt:lpstr>L-SDD的正式定义</vt:lpstr>
      <vt:lpstr>例：L-SDD</vt:lpstr>
      <vt:lpstr>非L属性的SDD</vt:lpstr>
      <vt:lpstr>PowerPoint 演示文稿</vt:lpstr>
      <vt:lpstr>5.3 语法制导翻译方案SDT</vt:lpstr>
      <vt:lpstr>5.3 语法制导翻译方案SDT</vt:lpstr>
      <vt:lpstr>将S-SDD转换为SDT</vt:lpstr>
      <vt:lpstr>S-属性定义的SDT 实现</vt:lpstr>
      <vt:lpstr>扩展的LR语法分析栈</vt:lpstr>
      <vt:lpstr>将语义动作中的抽象定义式改写成具体可执行的栈操作</vt:lpstr>
      <vt:lpstr>例：在自底向上语法分析栈中实现桌面计算器</vt:lpstr>
      <vt:lpstr>PowerPoint 演示文稿</vt:lpstr>
      <vt:lpstr>例</vt:lpstr>
      <vt:lpstr>例</vt:lpstr>
      <vt:lpstr>例</vt:lpstr>
      <vt:lpstr>例</vt:lpstr>
      <vt:lpstr>例</vt:lpstr>
      <vt:lpstr>例</vt:lpstr>
      <vt:lpstr>例</vt:lpstr>
      <vt:lpstr>例</vt:lpstr>
      <vt:lpstr>将L-SDD转换为SDT</vt:lpstr>
      <vt:lpstr>例</vt:lpstr>
      <vt:lpstr>L-属性定义的SDT 实现</vt:lpstr>
      <vt:lpstr>L-属性定义的SDT 实现</vt:lpstr>
      <vt:lpstr>练习1</vt:lpstr>
      <vt:lpstr>PowerPoint 演示文稿</vt:lpstr>
      <vt:lpstr>5.4 L-属性定义的自顶向下翻译</vt:lpstr>
      <vt:lpstr>5.4.1 在非递归的预测分析过程中进行翻译</vt:lpstr>
      <vt:lpstr>例</vt:lpstr>
      <vt:lpstr>例</vt:lpstr>
      <vt:lpstr>例</vt:lpstr>
      <vt:lpstr>例</vt:lpstr>
      <vt:lpstr>例</vt:lpstr>
      <vt:lpstr>例</vt:lpstr>
      <vt:lpstr>例</vt:lpstr>
      <vt:lpstr>例</vt:lpstr>
      <vt:lpstr>例</vt:lpstr>
      <vt:lpstr>例</vt:lpstr>
      <vt:lpstr>例</vt:lpstr>
      <vt:lpstr>分析栈中的每一个记录都关联着语义动作</vt:lpstr>
      <vt:lpstr>例</vt:lpstr>
      <vt:lpstr>例</vt:lpstr>
      <vt:lpstr>例</vt:lpstr>
      <vt:lpstr>例</vt:lpstr>
      <vt:lpstr>5.4.2 在递归的预测分析过程中进行翻译</vt:lpstr>
      <vt:lpstr>5.4.2 在递归的预测分析过程中进行翻译</vt:lpstr>
      <vt:lpstr>5.4.2 在递归的预测分析过程中进行翻译</vt:lpstr>
      <vt:lpstr>5.4.2 在递归的预测分析过程中进行翻译</vt:lpstr>
      <vt:lpstr>算法</vt:lpstr>
      <vt:lpstr>算法（续）</vt:lpstr>
      <vt:lpstr>练习2</vt:lpstr>
      <vt:lpstr>PowerPoint 演示文稿</vt:lpstr>
      <vt:lpstr>5.5 L-属性定义的自底向上翻译 </vt:lpstr>
      <vt:lpstr>改造文法和L-SDD</vt:lpstr>
      <vt:lpstr>例</vt:lpstr>
      <vt:lpstr>例</vt:lpstr>
      <vt:lpstr>例</vt:lpstr>
      <vt:lpstr>例</vt:lpstr>
      <vt:lpstr>例</vt:lpstr>
      <vt:lpstr>例</vt:lpstr>
      <vt:lpstr>将语义动作改写为 可执行的栈操作</vt:lpstr>
      <vt:lpstr>PowerPoint 演示文稿</vt:lpstr>
      <vt:lpstr>练习3</vt:lpstr>
      <vt:lpstr>小结</vt:lpstr>
      <vt:lpstr>本章小结</vt:lpstr>
      <vt:lpstr>本章小结</vt:lpstr>
      <vt:lpstr>课程主要内容</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语法制导翻译</dc:title>
  <dc:creator>chenyin</dc:creator>
  <cp:lastModifiedBy>Shanlili</cp:lastModifiedBy>
  <cp:revision>1760</cp:revision>
  <cp:lastPrinted>2023-03-19T02:13:33Z</cp:lastPrinted>
  <dcterms:modified xsi:type="dcterms:W3CDTF">2025-04-08T14:05:02Z</dcterms:modified>
</cp:coreProperties>
</file>